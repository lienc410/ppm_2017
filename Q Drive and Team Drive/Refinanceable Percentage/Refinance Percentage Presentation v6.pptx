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1"/>
  </p:notesMasterIdLst>
  <p:handoutMasterIdLst>
    <p:handoutMasterId r:id="rId42"/>
  </p:handoutMasterIdLst>
  <p:sldIdLst>
    <p:sldId id="433" r:id="rId16"/>
    <p:sldId id="554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97" r:id="rId31"/>
    <p:sldId id="598" r:id="rId32"/>
    <p:sldId id="599" r:id="rId33"/>
    <p:sldId id="539" r:id="rId34"/>
    <p:sldId id="600" r:id="rId35"/>
    <p:sldId id="602" r:id="rId36"/>
    <p:sldId id="603" r:id="rId37"/>
    <p:sldId id="605" r:id="rId38"/>
    <p:sldId id="607" r:id="rId39"/>
    <p:sldId id="606" r:id="rId40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398A"/>
    <a:srgbClr val="2E8A60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20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3.Rate%20Difference%20between%20Big%20Lenders%20and%20Small%20Lenders\13.Rate%20Difference%20between%20Big%20Lenders%20and%20Small%20Lenders%20-%2020150528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Historical Conventional </a:t>
            </a:r>
            <a:r>
              <a:rPr lang="en-US" sz="1600" b="1" i="0" baseline="0" dirty="0" err="1" smtClean="0">
                <a:effectLst/>
              </a:rPr>
              <a:t>Refi</a:t>
            </a:r>
            <a:r>
              <a:rPr lang="en-US" sz="1600" b="1" i="0" baseline="0" dirty="0" smtClean="0">
                <a:effectLst/>
              </a:rPr>
              <a:t> Index vs. FGLMC </a:t>
            </a:r>
            <a:r>
              <a:rPr lang="en-US" sz="1600" b="1" i="0" baseline="0" dirty="0" err="1" smtClean="0">
                <a:effectLst/>
              </a:rPr>
              <a:t>Refinancible</a:t>
            </a:r>
            <a:r>
              <a:rPr lang="en-US" sz="1600" b="1" i="0" baseline="0" dirty="0" smtClean="0">
                <a:effectLst/>
              </a:rPr>
              <a:t> Universe (50 </a:t>
            </a:r>
            <a:r>
              <a:rPr lang="en-US" sz="1600" b="1" i="0" baseline="0" dirty="0" err="1" smtClean="0">
                <a:effectLst/>
              </a:rPr>
              <a:t>bp</a:t>
            </a:r>
            <a:r>
              <a:rPr lang="en-US" sz="1600" b="1" i="0" baseline="0" dirty="0" smtClean="0">
                <a:effectLst/>
              </a:rPr>
              <a:t> incentive)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910720"/>
        <c:axId val="200912256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740224"/>
        <c:axId val="200738304"/>
      </c:lineChart>
      <c:dateAx>
        <c:axId val="2009107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0912256"/>
        <c:crosses val="autoZero"/>
        <c:auto val="1"/>
        <c:lblOffset val="100"/>
        <c:baseTimeUnit val="days"/>
      </c:dateAx>
      <c:valAx>
        <c:axId val="2009122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0910720"/>
        <c:crosses val="autoZero"/>
        <c:crossBetween val="between"/>
      </c:valAx>
      <c:valAx>
        <c:axId val="20073830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0740224"/>
        <c:crosses val="max"/>
        <c:crossBetween val="between"/>
      </c:valAx>
      <c:dateAx>
        <c:axId val="2007402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0738304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2463565928132851E-2"/>
          <c:y val="4.103239004183673E-2"/>
          <c:w val="0.83784897758651045"/>
          <c:h val="0.7014754072457039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813184"/>
        <c:axId val="200823168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827264"/>
        <c:axId val="200825088"/>
      </c:lineChart>
      <c:dateAx>
        <c:axId val="2008131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0823168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0082316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0813184"/>
        <c:crosses val="autoZero"/>
        <c:crossBetween val="between"/>
      </c:valAx>
      <c:valAx>
        <c:axId val="20082508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0827264"/>
        <c:crosses val="max"/>
        <c:crossBetween val="between"/>
      </c:valAx>
      <c:dateAx>
        <c:axId val="2008272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0825088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334976"/>
        <c:axId val="202336512"/>
      </c:lineChart>
      <c:dateAx>
        <c:axId val="2023349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2336512"/>
        <c:crosses val="autoZero"/>
        <c:auto val="1"/>
        <c:lblOffset val="100"/>
        <c:baseTimeUnit val="days"/>
        <c:majorUnit val="6"/>
        <c:majorTimeUnit val="months"/>
      </c:dateAx>
      <c:valAx>
        <c:axId val="2023365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2334976"/>
        <c:crosses val="autoZero"/>
        <c:crossBetween val="between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445568"/>
        <c:axId val="202447104"/>
      </c:lineChart>
      <c:dateAx>
        <c:axId val="2024455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2447104"/>
        <c:crosses val="autoZero"/>
        <c:auto val="1"/>
        <c:lblOffset val="100"/>
        <c:baseTimeUnit val="days"/>
        <c:majorUnit val="6"/>
        <c:majorTimeUnit val="months"/>
      </c:dateAx>
      <c:valAx>
        <c:axId val="2024471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244556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949376"/>
        <c:axId val="222950912"/>
      </c:lineChart>
      <c:dateAx>
        <c:axId val="2229493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2950912"/>
        <c:crosses val="autoZero"/>
        <c:auto val="1"/>
        <c:lblOffset val="100"/>
        <c:baseTimeUnit val="days"/>
        <c:majorUnit val="6"/>
        <c:majorTimeUnit val="months"/>
      </c:dateAx>
      <c:valAx>
        <c:axId val="2229509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294937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5"/>
          <c:order val="1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263360"/>
        <c:axId val="223265152"/>
      </c:lineChart>
      <c:lineChart>
        <c:grouping val="standard"/>
        <c:varyColors val="0"/>
        <c:ser>
          <c:idx val="2"/>
          <c:order val="0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953856"/>
        <c:axId val="223267072"/>
      </c:lineChart>
      <c:dateAx>
        <c:axId val="223263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265152"/>
        <c:crosses val="autoZero"/>
        <c:auto val="1"/>
        <c:lblOffset val="100"/>
        <c:baseTimeUnit val="days"/>
        <c:majorUnit val="6"/>
        <c:majorTimeUnit val="months"/>
      </c:dateAx>
      <c:valAx>
        <c:axId val="22326515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263360"/>
        <c:crosses val="autoZero"/>
        <c:crossBetween val="between"/>
        <c:majorUnit val="0.2"/>
      </c:valAx>
      <c:valAx>
        <c:axId val="22326707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2953856"/>
        <c:crosses val="max"/>
        <c:crossBetween val="between"/>
      </c:valAx>
      <c:dateAx>
        <c:axId val="22295385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2326707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975872"/>
        <c:axId val="22297740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989696"/>
        <c:axId val="222987776"/>
      </c:lineChart>
      <c:dateAx>
        <c:axId val="22297587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2977408"/>
        <c:crosses val="autoZero"/>
        <c:auto val="1"/>
        <c:lblOffset val="100"/>
        <c:baseTimeUnit val="days"/>
        <c:majorUnit val="6"/>
        <c:majorTimeUnit val="months"/>
      </c:dateAx>
      <c:valAx>
        <c:axId val="22297740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2975872"/>
        <c:crosses val="autoZero"/>
        <c:crossBetween val="between"/>
      </c:valAx>
      <c:valAx>
        <c:axId val="22298777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2989696"/>
        <c:crosses val="max"/>
        <c:crossBetween val="between"/>
      </c:valAx>
      <c:dateAx>
        <c:axId val="2229896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2298777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4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2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84448"/>
        <c:axId val="210202624"/>
      </c:lineChart>
      <c:dateAx>
        <c:axId val="2101844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202624"/>
        <c:crosses val="autoZero"/>
        <c:auto val="1"/>
        <c:lblOffset val="100"/>
        <c:baseTimeUnit val="days"/>
        <c:majorUnit val="6"/>
        <c:majorTimeUnit val="months"/>
      </c:dateAx>
      <c:valAx>
        <c:axId val="2102026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18444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Loans Originated Before June</a:t>
            </a:r>
            <a:r>
              <a:rPr lang="en-US" sz="1200" baseline="0" dirty="0" smtClean="0"/>
              <a:t> 2009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'HARPable Universe'!$C$2</c:f>
              <c:strCache>
                <c:ptCount val="1"/>
                <c:pt idx="0">
                  <c:v>Refi Plus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Universe'!$C$3:$C$227</c:f>
              <c:numCache>
                <c:formatCode>0%</c:formatCode>
                <c:ptCount val="225"/>
                <c:pt idx="0">
                  <c:v>0.68934342154794104</c:v>
                </c:pt>
                <c:pt idx="1">
                  <c:v>0.70307643177109502</c:v>
                </c:pt>
                <c:pt idx="2">
                  <c:v>0.68938813329756798</c:v>
                </c:pt>
                <c:pt idx="3">
                  <c:v>0.68933878258023296</c:v>
                </c:pt>
                <c:pt idx="4">
                  <c:v>0.67503887167036103</c:v>
                </c:pt>
                <c:pt idx="5">
                  <c:v>0.62601198303170802</c:v>
                </c:pt>
                <c:pt idx="6">
                  <c:v>0.64635810340061295</c:v>
                </c:pt>
                <c:pt idx="7">
                  <c:v>0.657316480570869</c:v>
                </c:pt>
                <c:pt idx="8">
                  <c:v>0.67062319372880397</c:v>
                </c:pt>
                <c:pt idx="9">
                  <c:v>0.67056643052686704</c:v>
                </c:pt>
                <c:pt idx="10">
                  <c:v>0.69499981858565096</c:v>
                </c:pt>
                <c:pt idx="11">
                  <c:v>0.68107814802781896</c:v>
                </c:pt>
                <c:pt idx="12">
                  <c:v>0.67063539524591398</c:v>
                </c:pt>
                <c:pt idx="13">
                  <c:v>0.667098340408248</c:v>
                </c:pt>
                <c:pt idx="14">
                  <c:v>0.66704040155500299</c:v>
                </c:pt>
                <c:pt idx="15">
                  <c:v>0.67762590916364096</c:v>
                </c:pt>
                <c:pt idx="16">
                  <c:v>0.67764813539017299</c:v>
                </c:pt>
                <c:pt idx="17">
                  <c:v>0.68894669316518398</c:v>
                </c:pt>
                <c:pt idx="18">
                  <c:v>0.71405065373301202</c:v>
                </c:pt>
                <c:pt idx="19">
                  <c:v>0.71407362852576595</c:v>
                </c:pt>
                <c:pt idx="20">
                  <c:v>0.71409882525790402</c:v>
                </c:pt>
                <c:pt idx="21">
                  <c:v>0.72824875176082904</c:v>
                </c:pt>
                <c:pt idx="22">
                  <c:v>0.74506714039606803</c:v>
                </c:pt>
                <c:pt idx="23">
                  <c:v>0.74505340929157504</c:v>
                </c:pt>
                <c:pt idx="24">
                  <c:v>0.72824875176082904</c:v>
                </c:pt>
                <c:pt idx="25">
                  <c:v>0.74479550295308605</c:v>
                </c:pt>
                <c:pt idx="26">
                  <c:v>0.70952144486954205</c:v>
                </c:pt>
                <c:pt idx="27">
                  <c:v>0.74275012081458902</c:v>
                </c:pt>
                <c:pt idx="28">
                  <c:v>0.72609841989856705</c:v>
                </c:pt>
                <c:pt idx="29">
                  <c:v>0.72572799430629997</c:v>
                </c:pt>
                <c:pt idx="30">
                  <c:v>0.77903375194828495</c:v>
                </c:pt>
                <c:pt idx="31">
                  <c:v>0.86382425683094299</c:v>
                </c:pt>
                <c:pt idx="32">
                  <c:v>0.93211944193435403</c:v>
                </c:pt>
                <c:pt idx="33">
                  <c:v>0.89991044673128795</c:v>
                </c:pt>
                <c:pt idx="34">
                  <c:v>0.89921029459495505</c:v>
                </c:pt>
                <c:pt idx="35">
                  <c:v>0.94885867876400498</c:v>
                </c:pt>
                <c:pt idx="36">
                  <c:v>0.948919698883541</c:v>
                </c:pt>
                <c:pt idx="37">
                  <c:v>0.948919698883541</c:v>
                </c:pt>
                <c:pt idx="38">
                  <c:v>0.974512005363524</c:v>
                </c:pt>
                <c:pt idx="39">
                  <c:v>0.97415183550259199</c:v>
                </c:pt>
                <c:pt idx="40">
                  <c:v>0.930833872341434</c:v>
                </c:pt>
                <c:pt idx="41">
                  <c:v>0.948221735508743</c:v>
                </c:pt>
                <c:pt idx="42">
                  <c:v>0.94825133674425999</c:v>
                </c:pt>
                <c:pt idx="43">
                  <c:v>0.97363330958432404</c:v>
                </c:pt>
                <c:pt idx="44">
                  <c:v>0.97363631849321397</c:v>
                </c:pt>
                <c:pt idx="45">
                  <c:v>0.97363330958432404</c:v>
                </c:pt>
                <c:pt idx="46">
                  <c:v>0.97364489082606698</c:v>
                </c:pt>
                <c:pt idx="47">
                  <c:v>0.97319978848678002</c:v>
                </c:pt>
                <c:pt idx="48">
                  <c:v>0.973202121427309</c:v>
                </c:pt>
                <c:pt idx="49">
                  <c:v>0.97322297014224102</c:v>
                </c:pt>
                <c:pt idx="50">
                  <c:v>0.98378393141539</c:v>
                </c:pt>
                <c:pt idx="51">
                  <c:v>0.98374645848449505</c:v>
                </c:pt>
                <c:pt idx="52">
                  <c:v>0.98350298040027295</c:v>
                </c:pt>
                <c:pt idx="53">
                  <c:v>0.983519920596025</c:v>
                </c:pt>
                <c:pt idx="54">
                  <c:v>0.98351461374668603</c:v>
                </c:pt>
                <c:pt idx="55">
                  <c:v>0.97286189980816695</c:v>
                </c:pt>
                <c:pt idx="56">
                  <c:v>0.98329981748947404</c:v>
                </c:pt>
                <c:pt idx="57">
                  <c:v>0.98329981748947404</c:v>
                </c:pt>
                <c:pt idx="58">
                  <c:v>0.98329981748947404</c:v>
                </c:pt>
                <c:pt idx="59">
                  <c:v>0.97253147097901604</c:v>
                </c:pt>
                <c:pt idx="60">
                  <c:v>0.98307098130391601</c:v>
                </c:pt>
                <c:pt idx="61">
                  <c:v>0.98308116533178702</c:v>
                </c:pt>
                <c:pt idx="62">
                  <c:v>0.98304412035651201</c:v>
                </c:pt>
                <c:pt idx="63">
                  <c:v>0.94621671624645198</c:v>
                </c:pt>
                <c:pt idx="64">
                  <c:v>0.97221317553099895</c:v>
                </c:pt>
                <c:pt idx="65">
                  <c:v>0.972659113561122</c:v>
                </c:pt>
                <c:pt idx="66">
                  <c:v>0.98910284855503505</c:v>
                </c:pt>
                <c:pt idx="67">
                  <c:v>0.98328533943875196</c:v>
                </c:pt>
                <c:pt idx="68">
                  <c:v>0.98910284855503505</c:v>
                </c:pt>
                <c:pt idx="69">
                  <c:v>0.98918794291197698</c:v>
                </c:pt>
                <c:pt idx="70">
                  <c:v>0.98919709187808802</c:v>
                </c:pt>
                <c:pt idx="71">
                  <c:v>0.99452879876186695</c:v>
                </c:pt>
                <c:pt idx="72">
                  <c:v>0.994528175384642</c:v>
                </c:pt>
                <c:pt idx="73">
                  <c:v>0.99453076174602095</c:v>
                </c:pt>
                <c:pt idx="74">
                  <c:v>0.99920990822137301</c:v>
                </c:pt>
                <c:pt idx="75">
                  <c:v>0.99750984999361303</c:v>
                </c:pt>
                <c:pt idx="76">
                  <c:v>0.99920990822137301</c:v>
                </c:pt>
                <c:pt idx="77">
                  <c:v>0.99920990822137301</c:v>
                </c:pt>
                <c:pt idx="78">
                  <c:v>0.99921052750741601</c:v>
                </c:pt>
                <c:pt idx="79">
                  <c:v>0.99993082487965101</c:v>
                </c:pt>
                <c:pt idx="80">
                  <c:v>0.99993082487965101</c:v>
                </c:pt>
                <c:pt idx="81">
                  <c:v>0.99994356235953297</c:v>
                </c:pt>
                <c:pt idx="82">
                  <c:v>0.99992850979514003</c:v>
                </c:pt>
                <c:pt idx="83">
                  <c:v>0.99992850979514003</c:v>
                </c:pt>
                <c:pt idx="84">
                  <c:v>0.99991808103115498</c:v>
                </c:pt>
                <c:pt idx="85">
                  <c:v>0.99920283129912302</c:v>
                </c:pt>
                <c:pt idx="86">
                  <c:v>0.99992850979514003</c:v>
                </c:pt>
                <c:pt idx="87">
                  <c:v>0.999925926572371</c:v>
                </c:pt>
                <c:pt idx="88">
                  <c:v>0.999925926572371</c:v>
                </c:pt>
                <c:pt idx="89">
                  <c:v>0.99993925458967703</c:v>
                </c:pt>
                <c:pt idx="90">
                  <c:v>0.999963330930556</c:v>
                </c:pt>
                <c:pt idx="91">
                  <c:v>0.99996184565451895</c:v>
                </c:pt>
                <c:pt idx="92">
                  <c:v>0.99994149110272401</c:v>
                </c:pt>
                <c:pt idx="93">
                  <c:v>0.99996184565451895</c:v>
                </c:pt>
                <c:pt idx="94">
                  <c:v>0.99994149110272401</c:v>
                </c:pt>
                <c:pt idx="95">
                  <c:v>0.99993955387432398</c:v>
                </c:pt>
                <c:pt idx="96">
                  <c:v>0.99993955387432398</c:v>
                </c:pt>
                <c:pt idx="97">
                  <c:v>0.999960116591327</c:v>
                </c:pt>
                <c:pt idx="98">
                  <c:v>0.99997526938915204</c:v>
                </c:pt>
                <c:pt idx="99">
                  <c:v>0.999960116591327</c:v>
                </c:pt>
                <c:pt idx="100">
                  <c:v>0.99995840571303796</c:v>
                </c:pt>
                <c:pt idx="101">
                  <c:v>0.99997421417518995</c:v>
                </c:pt>
                <c:pt idx="102">
                  <c:v>0.99995840571303796</c:v>
                </c:pt>
                <c:pt idx="103">
                  <c:v>0.99995840571303796</c:v>
                </c:pt>
                <c:pt idx="104">
                  <c:v>0.99995690344517796</c:v>
                </c:pt>
                <c:pt idx="105">
                  <c:v>0.99993449558008296</c:v>
                </c:pt>
                <c:pt idx="106">
                  <c:v>0.99995690344517796</c:v>
                </c:pt>
                <c:pt idx="107">
                  <c:v>0.99993449558008296</c:v>
                </c:pt>
                <c:pt idx="108">
                  <c:v>0.99991411771788796</c:v>
                </c:pt>
                <c:pt idx="109">
                  <c:v>0.99991089237320696</c:v>
                </c:pt>
                <c:pt idx="110">
                  <c:v>0.99991089237320696</c:v>
                </c:pt>
                <c:pt idx="111">
                  <c:v>0.99989953187824898</c:v>
                </c:pt>
                <c:pt idx="112">
                  <c:v>0.99991089237320696</c:v>
                </c:pt>
                <c:pt idx="113">
                  <c:v>0.99990931344518297</c:v>
                </c:pt>
                <c:pt idx="114">
                  <c:v>0.99915802709531398</c:v>
                </c:pt>
                <c:pt idx="115">
                  <c:v>0.99990931344518297</c:v>
                </c:pt>
                <c:pt idx="116">
                  <c:v>0.999897251404256</c:v>
                </c:pt>
                <c:pt idx="117">
                  <c:v>0.99990366179078405</c:v>
                </c:pt>
                <c:pt idx="118">
                  <c:v>0.99991982126825196</c:v>
                </c:pt>
                <c:pt idx="119">
                  <c:v>0.99992797902387898</c:v>
                </c:pt>
                <c:pt idx="120">
                  <c:v>0.99992797902387898</c:v>
                </c:pt>
                <c:pt idx="121">
                  <c:v>0.9999571303068</c:v>
                </c:pt>
                <c:pt idx="122">
                  <c:v>0.999926355664575</c:v>
                </c:pt>
                <c:pt idx="123">
                  <c:v>0.99991596688144602</c:v>
                </c:pt>
                <c:pt idx="124">
                  <c:v>0.999891003765222</c:v>
                </c:pt>
                <c:pt idx="125">
                  <c:v>0.98959937329126002</c:v>
                </c:pt>
                <c:pt idx="126">
                  <c:v>0.98319620204482405</c:v>
                </c:pt>
                <c:pt idx="127">
                  <c:v>0.97483509520421197</c:v>
                </c:pt>
                <c:pt idx="128">
                  <c:v>0.974845105001512</c:v>
                </c:pt>
                <c:pt idx="129">
                  <c:v>0.75861637191260001</c:v>
                </c:pt>
                <c:pt idx="130">
                  <c:v>0.87464281994842097</c:v>
                </c:pt>
                <c:pt idx="131">
                  <c:v>0.73939644380791003</c:v>
                </c:pt>
                <c:pt idx="132">
                  <c:v>0.83595927197837805</c:v>
                </c:pt>
                <c:pt idx="133">
                  <c:v>0.83620473842721499</c:v>
                </c:pt>
                <c:pt idx="134">
                  <c:v>0.79246254673167404</c:v>
                </c:pt>
                <c:pt idx="135">
                  <c:v>0.792438207756055</c:v>
                </c:pt>
                <c:pt idx="136">
                  <c:v>0.792438207756055</c:v>
                </c:pt>
                <c:pt idx="137">
                  <c:v>0.72293605511047399</c:v>
                </c:pt>
                <c:pt idx="138">
                  <c:v>0.75618136859207497</c:v>
                </c:pt>
                <c:pt idx="139">
                  <c:v>0.73241928482112195</c:v>
                </c:pt>
                <c:pt idx="140">
                  <c:v>0.71851650648965204</c:v>
                </c:pt>
                <c:pt idx="141">
                  <c:v>0.75283799652968897</c:v>
                </c:pt>
                <c:pt idx="142">
                  <c:v>0.87216740152542305</c:v>
                </c:pt>
                <c:pt idx="143">
                  <c:v>0.91006704896642798</c:v>
                </c:pt>
                <c:pt idx="144">
                  <c:v>0.91000379323017</c:v>
                </c:pt>
                <c:pt idx="145">
                  <c:v>0.87030379941598801</c:v>
                </c:pt>
                <c:pt idx="146">
                  <c:v>0.92948151561270798</c:v>
                </c:pt>
                <c:pt idx="147">
                  <c:v>0.946371224192602</c:v>
                </c:pt>
                <c:pt idx="148">
                  <c:v>0.92862600348226998</c:v>
                </c:pt>
                <c:pt idx="149">
                  <c:v>0.82764760393529802</c:v>
                </c:pt>
                <c:pt idx="150">
                  <c:v>0.90867076242729805</c:v>
                </c:pt>
                <c:pt idx="151">
                  <c:v>0.868879336155854</c:v>
                </c:pt>
                <c:pt idx="152">
                  <c:v>0.78150994044042599</c:v>
                </c:pt>
                <c:pt idx="153">
                  <c:v>0.78142626283674099</c:v>
                </c:pt>
                <c:pt idx="154">
                  <c:v>0.74080880570196705</c:v>
                </c:pt>
                <c:pt idx="155">
                  <c:v>0.74072304288786295</c:v>
                </c:pt>
                <c:pt idx="156">
                  <c:v>0.71573440369395702</c:v>
                </c:pt>
                <c:pt idx="157">
                  <c:v>0.737862180577046</c:v>
                </c:pt>
                <c:pt idx="158">
                  <c:v>0.77881660913151596</c:v>
                </c:pt>
                <c:pt idx="159">
                  <c:v>0.77893724315267199</c:v>
                </c:pt>
                <c:pt idx="160">
                  <c:v>0.86531452225895999</c:v>
                </c:pt>
                <c:pt idx="161">
                  <c:v>0.904840601248314</c:v>
                </c:pt>
                <c:pt idx="162">
                  <c:v>0.86420449138465305</c:v>
                </c:pt>
                <c:pt idx="163">
                  <c:v>0.82103225324176798</c:v>
                </c:pt>
                <c:pt idx="164">
                  <c:v>0.82077124571501203</c:v>
                </c:pt>
                <c:pt idx="165">
                  <c:v>0.86296973588403203</c:v>
                </c:pt>
                <c:pt idx="166">
                  <c:v>0.81906765211778298</c:v>
                </c:pt>
                <c:pt idx="167">
                  <c:v>0.86286183686691498</c:v>
                </c:pt>
                <c:pt idx="168">
                  <c:v>0.81889916283087805</c:v>
                </c:pt>
                <c:pt idx="169">
                  <c:v>0.77382163087992895</c:v>
                </c:pt>
                <c:pt idx="170">
                  <c:v>0.81929535733400805</c:v>
                </c:pt>
                <c:pt idx="171">
                  <c:v>0.86307390731589495</c:v>
                </c:pt>
                <c:pt idx="172">
                  <c:v>0.862883144079441</c:v>
                </c:pt>
                <c:pt idx="173">
                  <c:v>0.86338218182302096</c:v>
                </c:pt>
                <c:pt idx="174">
                  <c:v>0.92469964057410103</c:v>
                </c:pt>
                <c:pt idx="175">
                  <c:v>0.92471213874485103</c:v>
                </c:pt>
                <c:pt idx="176">
                  <c:v>0.942170788335981</c:v>
                </c:pt>
                <c:pt idx="177">
                  <c:v>0.94220364207853702</c:v>
                </c:pt>
                <c:pt idx="178">
                  <c:v>0.94191255638832705</c:v>
                </c:pt>
                <c:pt idx="179">
                  <c:v>0.924708662683428</c:v>
                </c:pt>
                <c:pt idx="180">
                  <c:v>0.92478797041361505</c:v>
                </c:pt>
                <c:pt idx="181">
                  <c:v>0.94191255638832705</c:v>
                </c:pt>
                <c:pt idx="182">
                  <c:v>0.95933486163638704</c:v>
                </c:pt>
                <c:pt idx="183">
                  <c:v>0.92435732512698199</c:v>
                </c:pt>
                <c:pt idx="184">
                  <c:v>0.94140193159732499</c:v>
                </c:pt>
                <c:pt idx="185">
                  <c:v>0.94140193159732499</c:v>
                </c:pt>
                <c:pt idx="186">
                  <c:v>0.94141649683931705</c:v>
                </c:pt>
                <c:pt idx="187">
                  <c:v>0.92406873351741203</c:v>
                </c:pt>
                <c:pt idx="188">
                  <c:v>0.94091871934431903</c:v>
                </c:pt>
                <c:pt idx="189">
                  <c:v>0.95930523734958395</c:v>
                </c:pt>
                <c:pt idx="190">
                  <c:v>0.95930523734958395</c:v>
                </c:pt>
                <c:pt idx="191">
                  <c:v>0.959184322523427</c:v>
                </c:pt>
                <c:pt idx="192">
                  <c:v>0.95904395158926303</c:v>
                </c:pt>
                <c:pt idx="193">
                  <c:v>0.92367592231458095</c:v>
                </c:pt>
                <c:pt idx="194">
                  <c:v>0.92375754000891097</c:v>
                </c:pt>
                <c:pt idx="195">
                  <c:v>0.939877910552257</c:v>
                </c:pt>
                <c:pt idx="196">
                  <c:v>0.95870597013426595</c:v>
                </c:pt>
                <c:pt idx="197">
                  <c:v>0.98146689029705902</c:v>
                </c:pt>
                <c:pt idx="198">
                  <c:v>0.98818151288594802</c:v>
                </c:pt>
                <c:pt idx="199">
                  <c:v>0.98146296312210002</c:v>
                </c:pt>
                <c:pt idx="200">
                  <c:v>0.97081970689119501</c:v>
                </c:pt>
                <c:pt idx="201">
                  <c:v>0.97082427955975303</c:v>
                </c:pt>
                <c:pt idx="202">
                  <c:v>0.98114317383489702</c:v>
                </c:pt>
                <c:pt idx="203">
                  <c:v>0.98115309471965295</c:v>
                </c:pt>
                <c:pt idx="204">
                  <c:v>0.98784281177175604</c:v>
                </c:pt>
                <c:pt idx="205">
                  <c:v>0.98783408332259803</c:v>
                </c:pt>
                <c:pt idx="206">
                  <c:v>0.99479182701672098</c:v>
                </c:pt>
                <c:pt idx="207">
                  <c:v>0.99479023677626099</c:v>
                </c:pt>
                <c:pt idx="208">
                  <c:v>0.98784159692108897</c:v>
                </c:pt>
                <c:pt idx="209">
                  <c:v>0.99863696366528298</c:v>
                </c:pt>
                <c:pt idx="210">
                  <c:v>0.99972875942488504</c:v>
                </c:pt>
                <c:pt idx="211">
                  <c:v>0.99972875942488504</c:v>
                </c:pt>
                <c:pt idx="212">
                  <c:v>0.99972875942488504</c:v>
                </c:pt>
                <c:pt idx="213">
                  <c:v>0.99972493862629996</c:v>
                </c:pt>
                <c:pt idx="214">
                  <c:v>0.99902094218210002</c:v>
                </c:pt>
                <c:pt idx="215">
                  <c:v>0.99863084569716998</c:v>
                </c:pt>
                <c:pt idx="216">
                  <c:v>0.99472881095047105</c:v>
                </c:pt>
                <c:pt idx="217">
                  <c:v>0.99843910380784895</c:v>
                </c:pt>
                <c:pt idx="218">
                  <c:v>0.98728276128744996</c:v>
                </c:pt>
                <c:pt idx="219">
                  <c:v>0.99843910380784895</c:v>
                </c:pt>
                <c:pt idx="220">
                  <c:v>0.99887607034173698</c:v>
                </c:pt>
                <c:pt idx="221">
                  <c:v>0.99885910901552399</c:v>
                </c:pt>
                <c:pt idx="222">
                  <c:v>0.99960994368004696</c:v>
                </c:pt>
                <c:pt idx="223">
                  <c:v>0.99885981007337399</c:v>
                </c:pt>
                <c:pt idx="224">
                  <c:v>0.99960994368004696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'HARPable Universe'!$D$2</c:f>
              <c:strCache>
                <c:ptCount val="1"/>
                <c:pt idx="0">
                  <c:v>Regular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Universe'!$D$3:$D$227</c:f>
              <c:numCache>
                <c:formatCode>0%</c:formatCode>
                <c:ptCount val="225"/>
                <c:pt idx="0">
                  <c:v>0.32204130779229101</c:v>
                </c:pt>
                <c:pt idx="1">
                  <c:v>0.33944259689377898</c:v>
                </c:pt>
                <c:pt idx="2">
                  <c:v>0.32792342987711598</c:v>
                </c:pt>
                <c:pt idx="3">
                  <c:v>0.32039053977925802</c:v>
                </c:pt>
                <c:pt idx="4">
                  <c:v>0.295596785601205</c:v>
                </c:pt>
                <c:pt idx="5">
                  <c:v>0.234840435700295</c:v>
                </c:pt>
                <c:pt idx="6">
                  <c:v>0.25513974378513499</c:v>
                </c:pt>
                <c:pt idx="7">
                  <c:v>0.27027204570239999</c:v>
                </c:pt>
                <c:pt idx="8">
                  <c:v>0.27618659696598702</c:v>
                </c:pt>
                <c:pt idx="9">
                  <c:v>0.27593598906514399</c:v>
                </c:pt>
                <c:pt idx="10">
                  <c:v>0.30794837748269599</c:v>
                </c:pt>
                <c:pt idx="11">
                  <c:v>0.29055412632630701</c:v>
                </c:pt>
                <c:pt idx="12">
                  <c:v>0.276215339287747</c:v>
                </c:pt>
                <c:pt idx="13">
                  <c:v>0.28032672938051101</c:v>
                </c:pt>
                <c:pt idx="14">
                  <c:v>0.27639565795825799</c:v>
                </c:pt>
                <c:pt idx="15">
                  <c:v>0.29489367773778902</c:v>
                </c:pt>
                <c:pt idx="16">
                  <c:v>0.30100380523127301</c:v>
                </c:pt>
                <c:pt idx="17">
                  <c:v>0.32414763510163902</c:v>
                </c:pt>
                <c:pt idx="18">
                  <c:v>0.35120080584396202</c:v>
                </c:pt>
                <c:pt idx="19">
                  <c:v>0.35171549347634701</c:v>
                </c:pt>
                <c:pt idx="20">
                  <c:v>0.35587573298129699</c:v>
                </c:pt>
                <c:pt idx="21">
                  <c:v>0.384751810944437</c:v>
                </c:pt>
                <c:pt idx="22">
                  <c:v>0.40107831488719298</c:v>
                </c:pt>
                <c:pt idx="23">
                  <c:v>0.401048271232536</c:v>
                </c:pt>
                <c:pt idx="24">
                  <c:v>0.384751810944437</c:v>
                </c:pt>
                <c:pt idx="25">
                  <c:v>0.40017737051204799</c:v>
                </c:pt>
                <c:pt idx="26">
                  <c:v>0.36468183111139002</c:v>
                </c:pt>
                <c:pt idx="27">
                  <c:v>0.40333930019983799</c:v>
                </c:pt>
                <c:pt idx="28">
                  <c:v>0.38775372661303198</c:v>
                </c:pt>
                <c:pt idx="29">
                  <c:v>0.38003243735001302</c:v>
                </c:pt>
                <c:pt idx="30">
                  <c:v>0.44778093064805002</c:v>
                </c:pt>
                <c:pt idx="31">
                  <c:v>0.52006535712284097</c:v>
                </c:pt>
                <c:pt idx="32">
                  <c:v>0.58768687513124296</c:v>
                </c:pt>
                <c:pt idx="33">
                  <c:v>0.55816631773039305</c:v>
                </c:pt>
                <c:pt idx="34">
                  <c:v>0.56195750140436296</c:v>
                </c:pt>
                <c:pt idx="35">
                  <c:v>0.60700793412000198</c:v>
                </c:pt>
                <c:pt idx="36">
                  <c:v>0.61032822604557502</c:v>
                </c:pt>
                <c:pt idx="37">
                  <c:v>0.61032822604557502</c:v>
                </c:pt>
                <c:pt idx="38">
                  <c:v>0.64853433410786498</c:v>
                </c:pt>
                <c:pt idx="39">
                  <c:v>0.645956259094282</c:v>
                </c:pt>
                <c:pt idx="40">
                  <c:v>0.58447873508666104</c:v>
                </c:pt>
                <c:pt idx="41">
                  <c:v>0.59657753136731795</c:v>
                </c:pt>
                <c:pt idx="42">
                  <c:v>0.59967366222938401</c:v>
                </c:pt>
                <c:pt idx="43">
                  <c:v>0.63426200382067699</c:v>
                </c:pt>
                <c:pt idx="44">
                  <c:v>0.63427711234699902</c:v>
                </c:pt>
                <c:pt idx="45">
                  <c:v>0.63426200382067699</c:v>
                </c:pt>
                <c:pt idx="46">
                  <c:v>0.635648130355292</c:v>
                </c:pt>
                <c:pt idx="47">
                  <c:v>0.62458539335419805</c:v>
                </c:pt>
                <c:pt idx="48">
                  <c:v>0.62459894340621602</c:v>
                </c:pt>
                <c:pt idx="49">
                  <c:v>0.62737303113999399</c:v>
                </c:pt>
                <c:pt idx="50">
                  <c:v>0.64767108993784595</c:v>
                </c:pt>
                <c:pt idx="51">
                  <c:v>0.63728428479421295</c:v>
                </c:pt>
                <c:pt idx="52">
                  <c:v>0.63473367433484096</c:v>
                </c:pt>
                <c:pt idx="53">
                  <c:v>0.64586810672947803</c:v>
                </c:pt>
                <c:pt idx="54">
                  <c:v>0.64423993013390601</c:v>
                </c:pt>
                <c:pt idx="55">
                  <c:v>0.62201051152227504</c:v>
                </c:pt>
                <c:pt idx="56">
                  <c:v>0.64005936276544695</c:v>
                </c:pt>
                <c:pt idx="57">
                  <c:v>0.64005936276544695</c:v>
                </c:pt>
                <c:pt idx="58">
                  <c:v>0.64005936276544695</c:v>
                </c:pt>
                <c:pt idx="59">
                  <c:v>0.61808643863248902</c:v>
                </c:pt>
                <c:pt idx="60">
                  <c:v>0.62796244692019199</c:v>
                </c:pt>
                <c:pt idx="61">
                  <c:v>0.63624058874854394</c:v>
                </c:pt>
                <c:pt idx="62">
                  <c:v>0.62572384062849695</c:v>
                </c:pt>
                <c:pt idx="63">
                  <c:v>0.57002458854182303</c:v>
                </c:pt>
                <c:pt idx="64">
                  <c:v>0.613026013245069</c:v>
                </c:pt>
                <c:pt idx="65">
                  <c:v>0.64462607137328098</c:v>
                </c:pt>
                <c:pt idx="66">
                  <c:v>0.67706909583525099</c:v>
                </c:pt>
                <c:pt idx="67">
                  <c:v>0.65838549683501602</c:v>
                </c:pt>
                <c:pt idx="68">
                  <c:v>0.67706909583525099</c:v>
                </c:pt>
                <c:pt idx="69">
                  <c:v>0.70759479979039797</c:v>
                </c:pt>
                <c:pt idx="70">
                  <c:v>0.71147773162473305</c:v>
                </c:pt>
                <c:pt idx="71">
                  <c:v>0.72048705417655701</c:v>
                </c:pt>
                <c:pt idx="72">
                  <c:v>0.71747083126455002</c:v>
                </c:pt>
                <c:pt idx="73">
                  <c:v>0.72251040855348803</c:v>
                </c:pt>
                <c:pt idx="74">
                  <c:v>0.76469548566159196</c:v>
                </c:pt>
                <c:pt idx="75">
                  <c:v>0.75970865346687</c:v>
                </c:pt>
                <c:pt idx="76">
                  <c:v>0.76601871584032599</c:v>
                </c:pt>
                <c:pt idx="77">
                  <c:v>0.76601871584032599</c:v>
                </c:pt>
                <c:pt idx="78">
                  <c:v>0.77656524470940902</c:v>
                </c:pt>
                <c:pt idx="79">
                  <c:v>0.78357818362172504</c:v>
                </c:pt>
                <c:pt idx="80">
                  <c:v>0.78680943760229805</c:v>
                </c:pt>
                <c:pt idx="81">
                  <c:v>0.78926724871332199</c:v>
                </c:pt>
                <c:pt idx="82">
                  <c:v>0.79167204155684201</c:v>
                </c:pt>
                <c:pt idx="83">
                  <c:v>0.79119157211259705</c:v>
                </c:pt>
                <c:pt idx="84">
                  <c:v>0.78981685075272301</c:v>
                </c:pt>
                <c:pt idx="85">
                  <c:v>0.78342241627971398</c:v>
                </c:pt>
                <c:pt idx="86">
                  <c:v>0.79119157211259705</c:v>
                </c:pt>
                <c:pt idx="87">
                  <c:v>0.79869244722997501</c:v>
                </c:pt>
                <c:pt idx="88">
                  <c:v>0.80125181967528103</c:v>
                </c:pt>
                <c:pt idx="89">
                  <c:v>0.80486189051620305</c:v>
                </c:pt>
                <c:pt idx="90">
                  <c:v>0.80926691142062801</c:v>
                </c:pt>
                <c:pt idx="91">
                  <c:v>0.81286201159837101</c:v>
                </c:pt>
                <c:pt idx="92">
                  <c:v>0.81023413562504598</c:v>
                </c:pt>
                <c:pt idx="93">
                  <c:v>0.81175268314445304</c:v>
                </c:pt>
                <c:pt idx="94">
                  <c:v>0.809839941502147</c:v>
                </c:pt>
                <c:pt idx="95">
                  <c:v>0.81305878798935505</c:v>
                </c:pt>
                <c:pt idx="96">
                  <c:v>0.812945122249775</c:v>
                </c:pt>
                <c:pt idx="97">
                  <c:v>0.81568730147186896</c:v>
                </c:pt>
                <c:pt idx="98">
                  <c:v>0.81619201070139402</c:v>
                </c:pt>
                <c:pt idx="99">
                  <c:v>0.81567965422119304</c:v>
                </c:pt>
                <c:pt idx="100">
                  <c:v>0.81785115811029996</c:v>
                </c:pt>
                <c:pt idx="101">
                  <c:v>0.81814457584000999</c:v>
                </c:pt>
                <c:pt idx="102">
                  <c:v>0.81674451148550797</c:v>
                </c:pt>
                <c:pt idx="103">
                  <c:v>0.81764309369800603</c:v>
                </c:pt>
                <c:pt idx="104">
                  <c:v>0.82341532975696197</c:v>
                </c:pt>
                <c:pt idx="105">
                  <c:v>0.82080020350731497</c:v>
                </c:pt>
                <c:pt idx="106">
                  <c:v>0.82149229359926401</c:v>
                </c:pt>
                <c:pt idx="107">
                  <c:v>0.81986111028491404</c:v>
                </c:pt>
                <c:pt idx="108">
                  <c:v>0.81478312271985798</c:v>
                </c:pt>
                <c:pt idx="109">
                  <c:v>0.81882809099579801</c:v>
                </c:pt>
                <c:pt idx="110">
                  <c:v>0.81882809099579801</c:v>
                </c:pt>
                <c:pt idx="111">
                  <c:v>0.81745206005968196</c:v>
                </c:pt>
                <c:pt idx="112">
                  <c:v>0.82073842590296597</c:v>
                </c:pt>
                <c:pt idx="113">
                  <c:v>0.82850307416378899</c:v>
                </c:pt>
                <c:pt idx="114">
                  <c:v>0.82003372097846405</c:v>
                </c:pt>
                <c:pt idx="115">
                  <c:v>0.82553780316113101</c:v>
                </c:pt>
                <c:pt idx="116">
                  <c:v>0.82472458395839399</c:v>
                </c:pt>
                <c:pt idx="117">
                  <c:v>0.84328555765855695</c:v>
                </c:pt>
                <c:pt idx="118">
                  <c:v>0.84878046306266597</c:v>
                </c:pt>
                <c:pt idx="119">
                  <c:v>0.85066430465365805</c:v>
                </c:pt>
                <c:pt idx="120">
                  <c:v>0.84953189700775</c:v>
                </c:pt>
                <c:pt idx="121">
                  <c:v>0.86809283690983496</c:v>
                </c:pt>
                <c:pt idx="122">
                  <c:v>0.86549923979029997</c:v>
                </c:pt>
                <c:pt idx="123">
                  <c:v>0.86263586497337696</c:v>
                </c:pt>
                <c:pt idx="124">
                  <c:v>0.85860250393135296</c:v>
                </c:pt>
                <c:pt idx="125">
                  <c:v>0.83247184789062301</c:v>
                </c:pt>
                <c:pt idx="126">
                  <c:v>0.83759474015632596</c:v>
                </c:pt>
                <c:pt idx="127">
                  <c:v>0.823700334554193</c:v>
                </c:pt>
                <c:pt idx="128">
                  <c:v>0.82432391546961303</c:v>
                </c:pt>
                <c:pt idx="129">
                  <c:v>0.58169167101166497</c:v>
                </c:pt>
                <c:pt idx="130">
                  <c:v>0.71619679638174105</c:v>
                </c:pt>
                <c:pt idx="131">
                  <c:v>0.56754957680996199</c:v>
                </c:pt>
                <c:pt idx="132">
                  <c:v>0.674456067653048</c:v>
                </c:pt>
                <c:pt idx="133">
                  <c:v>0.67655434294099503</c:v>
                </c:pt>
                <c:pt idx="134">
                  <c:v>0.64055597334900805</c:v>
                </c:pt>
                <c:pt idx="135">
                  <c:v>0.64029309309363502</c:v>
                </c:pt>
                <c:pt idx="136">
                  <c:v>0.64029309309363502</c:v>
                </c:pt>
                <c:pt idx="137">
                  <c:v>0.55236674392539098</c:v>
                </c:pt>
                <c:pt idx="138">
                  <c:v>0.59640056248304896</c:v>
                </c:pt>
                <c:pt idx="139">
                  <c:v>0.57522237437054402</c:v>
                </c:pt>
                <c:pt idx="140">
                  <c:v>0.55927995080584203</c:v>
                </c:pt>
                <c:pt idx="141">
                  <c:v>0.60260582931028095</c:v>
                </c:pt>
                <c:pt idx="142">
                  <c:v>0.72850837742778696</c:v>
                </c:pt>
                <c:pt idx="143">
                  <c:v>0.769426288466591</c:v>
                </c:pt>
                <c:pt idx="144">
                  <c:v>0.76833211087653297</c:v>
                </c:pt>
                <c:pt idx="145">
                  <c:v>0.732195057450439</c:v>
                </c:pt>
                <c:pt idx="146">
                  <c:v>0.79336710567798696</c:v>
                </c:pt>
                <c:pt idx="147">
                  <c:v>0.81149174558591197</c:v>
                </c:pt>
                <c:pt idx="148">
                  <c:v>0.79173406072518504</c:v>
                </c:pt>
                <c:pt idx="149">
                  <c:v>0.68857017211934701</c:v>
                </c:pt>
                <c:pt idx="150">
                  <c:v>0.76948544283018205</c:v>
                </c:pt>
                <c:pt idx="151">
                  <c:v>0.73153515943713499</c:v>
                </c:pt>
                <c:pt idx="152">
                  <c:v>0.64271311842684598</c:v>
                </c:pt>
                <c:pt idx="153">
                  <c:v>0.64127080834763694</c:v>
                </c:pt>
                <c:pt idx="154">
                  <c:v>0.58358220441457098</c:v>
                </c:pt>
                <c:pt idx="155">
                  <c:v>0.57997892806395601</c:v>
                </c:pt>
                <c:pt idx="156">
                  <c:v>0.555096534677191</c:v>
                </c:pt>
                <c:pt idx="157">
                  <c:v>0.59351739235175405</c:v>
                </c:pt>
                <c:pt idx="158">
                  <c:v>0.640010525508934</c:v>
                </c:pt>
                <c:pt idx="159">
                  <c:v>0.641007859456873</c:v>
                </c:pt>
                <c:pt idx="160">
                  <c:v>0.72590930220267003</c:v>
                </c:pt>
                <c:pt idx="161">
                  <c:v>0.76715832931317196</c:v>
                </c:pt>
                <c:pt idx="162">
                  <c:v>0.73079513071076196</c:v>
                </c:pt>
                <c:pt idx="163">
                  <c:v>0.68632933440003197</c:v>
                </c:pt>
                <c:pt idx="164">
                  <c:v>0.684442361485053</c:v>
                </c:pt>
                <c:pt idx="165">
                  <c:v>0.73198493777118001</c:v>
                </c:pt>
                <c:pt idx="166">
                  <c:v>0.68652732115680604</c:v>
                </c:pt>
                <c:pt idx="167">
                  <c:v>0.73018796633644001</c:v>
                </c:pt>
                <c:pt idx="168">
                  <c:v>0.68450438143886005</c:v>
                </c:pt>
                <c:pt idx="169">
                  <c:v>0.65157328022433403</c:v>
                </c:pt>
                <c:pt idx="170">
                  <c:v>0.69782122652957301</c:v>
                </c:pt>
                <c:pt idx="171">
                  <c:v>0.74322583937257003</c:v>
                </c:pt>
                <c:pt idx="172">
                  <c:v>0.741465269880487</c:v>
                </c:pt>
                <c:pt idx="173">
                  <c:v>0.75311294857435296</c:v>
                </c:pt>
                <c:pt idx="174">
                  <c:v>0.81447465128368302</c:v>
                </c:pt>
                <c:pt idx="175">
                  <c:v>0.81448915279691303</c:v>
                </c:pt>
                <c:pt idx="176">
                  <c:v>0.83369685729657195</c:v>
                </c:pt>
                <c:pt idx="177">
                  <c:v>0.83441070814585505</c:v>
                </c:pt>
                <c:pt idx="178">
                  <c:v>0.84407077334338998</c:v>
                </c:pt>
                <c:pt idx="179">
                  <c:v>0.824454253938531</c:v>
                </c:pt>
                <c:pt idx="180">
                  <c:v>0.82589246523279602</c:v>
                </c:pt>
                <c:pt idx="181">
                  <c:v>0.84407077334338998</c:v>
                </c:pt>
                <c:pt idx="182">
                  <c:v>0.86674293264243896</c:v>
                </c:pt>
                <c:pt idx="183">
                  <c:v>0.82890227253426596</c:v>
                </c:pt>
                <c:pt idx="184">
                  <c:v>0.84648587198714098</c:v>
                </c:pt>
                <c:pt idx="185">
                  <c:v>0.84648587198714098</c:v>
                </c:pt>
                <c:pt idx="186">
                  <c:v>0.84693805880599304</c:v>
                </c:pt>
                <c:pt idx="187">
                  <c:v>0.83214930029007805</c:v>
                </c:pt>
                <c:pt idx="188">
                  <c:v>0.84983360370315197</c:v>
                </c:pt>
                <c:pt idx="189">
                  <c:v>0.87098339925649604</c:v>
                </c:pt>
                <c:pt idx="190">
                  <c:v>0.87098339925649604</c:v>
                </c:pt>
                <c:pt idx="191">
                  <c:v>0.87380583264278999</c:v>
                </c:pt>
                <c:pt idx="192">
                  <c:v>0.87282316645630098</c:v>
                </c:pt>
                <c:pt idx="193">
                  <c:v>0.83339683915826901</c:v>
                </c:pt>
                <c:pt idx="194">
                  <c:v>0.83469677777951401</c:v>
                </c:pt>
                <c:pt idx="195">
                  <c:v>0.85275490992422898</c:v>
                </c:pt>
                <c:pt idx="196">
                  <c:v>0.87407306805923601</c:v>
                </c:pt>
                <c:pt idx="197">
                  <c:v>0.90427695834799704</c:v>
                </c:pt>
                <c:pt idx="198">
                  <c:v>0.91415871688142003</c:v>
                </c:pt>
                <c:pt idx="199">
                  <c:v>0.90425801000292305</c:v>
                </c:pt>
                <c:pt idx="200">
                  <c:v>0.89330807391308997</c:v>
                </c:pt>
                <c:pt idx="201">
                  <c:v>0.89333391711787102</c:v>
                </c:pt>
                <c:pt idx="202">
                  <c:v>0.905011241503064</c:v>
                </c:pt>
                <c:pt idx="203">
                  <c:v>0.90562471296629599</c:v>
                </c:pt>
                <c:pt idx="204">
                  <c:v>0.91738283856560698</c:v>
                </c:pt>
                <c:pt idx="205">
                  <c:v>0.91630211530110295</c:v>
                </c:pt>
                <c:pt idx="206">
                  <c:v>0.92646419287507198</c:v>
                </c:pt>
                <c:pt idx="207">
                  <c:v>0.92571360320613905</c:v>
                </c:pt>
                <c:pt idx="208">
                  <c:v>0.91736458306846103</c:v>
                </c:pt>
                <c:pt idx="209">
                  <c:v>0.93802679486435903</c:v>
                </c:pt>
                <c:pt idx="210">
                  <c:v>0.94118254536371704</c:v>
                </c:pt>
                <c:pt idx="211">
                  <c:v>0.94123508910533804</c:v>
                </c:pt>
                <c:pt idx="212">
                  <c:v>0.94118254536371704</c:v>
                </c:pt>
                <c:pt idx="213">
                  <c:v>0.94276245790638102</c:v>
                </c:pt>
                <c:pt idx="214">
                  <c:v>0.94029174019523298</c:v>
                </c:pt>
                <c:pt idx="215">
                  <c:v>0.93829546422584498</c:v>
                </c:pt>
                <c:pt idx="216">
                  <c:v>0.93258058102369301</c:v>
                </c:pt>
                <c:pt idx="217">
                  <c:v>0.93870362974987798</c:v>
                </c:pt>
                <c:pt idx="218">
                  <c:v>0.92338991003179305</c:v>
                </c:pt>
                <c:pt idx="219">
                  <c:v>0.93778619299504695</c:v>
                </c:pt>
                <c:pt idx="220">
                  <c:v>0.94062134279207998</c:v>
                </c:pt>
                <c:pt idx="221">
                  <c:v>0.94047446142896596</c:v>
                </c:pt>
                <c:pt idx="222">
                  <c:v>0.94241786802401695</c:v>
                </c:pt>
                <c:pt idx="223">
                  <c:v>0.94078919694529395</c:v>
                </c:pt>
                <c:pt idx="224">
                  <c:v>0.94300276803956395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050048"/>
        <c:axId val="210064128"/>
      </c:lineChart>
      <c:dateAx>
        <c:axId val="210050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064128"/>
        <c:crosses val="autoZero"/>
        <c:auto val="1"/>
        <c:lblOffset val="100"/>
        <c:baseTimeUnit val="days"/>
        <c:majorUnit val="6"/>
        <c:majorTimeUnit val="months"/>
      </c:dateAx>
      <c:valAx>
        <c:axId val="21006412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05004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err="1" smtClean="0"/>
              <a:t>HARPable</a:t>
            </a:r>
            <a:r>
              <a:rPr lang="en-US" sz="1200" dirty="0" smtClean="0"/>
              <a:t> Balance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'HARPable Universe'!$K$2</c:f>
              <c:strCache>
                <c:ptCount val="1"/>
                <c:pt idx="0">
                  <c:v>HARPable Balance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Universe'!$K$3:$K$228</c:f>
              <c:numCache>
                <c:formatCode>_(* #,##0_);_(* \(#,##0\);_(* "-"??_);_(@_)</c:formatCode>
                <c:ptCount val="226"/>
                <c:pt idx="0">
                  <c:v>511152631253.10303</c:v>
                </c:pt>
                <c:pt idx="1">
                  <c:v>511152631253.10303</c:v>
                </c:pt>
                <c:pt idx="2">
                  <c:v>511152631253.10303</c:v>
                </c:pt>
                <c:pt idx="3">
                  <c:v>511152631253.10303</c:v>
                </c:pt>
                <c:pt idx="4">
                  <c:v>498355321367.67102</c:v>
                </c:pt>
                <c:pt idx="5">
                  <c:v>498355321367.67102</c:v>
                </c:pt>
                <c:pt idx="6">
                  <c:v>498355321367.67102</c:v>
                </c:pt>
                <c:pt idx="7">
                  <c:v>498355321367.67102</c:v>
                </c:pt>
                <c:pt idx="8">
                  <c:v>487217270284.03302</c:v>
                </c:pt>
                <c:pt idx="9">
                  <c:v>487217270284.03302</c:v>
                </c:pt>
                <c:pt idx="10">
                  <c:v>487217270284.03302</c:v>
                </c:pt>
                <c:pt idx="11">
                  <c:v>487217270284.03302</c:v>
                </c:pt>
                <c:pt idx="12">
                  <c:v>487217270284.03302</c:v>
                </c:pt>
                <c:pt idx="13">
                  <c:v>478049332159.64398</c:v>
                </c:pt>
                <c:pt idx="14">
                  <c:v>478049332159.64398</c:v>
                </c:pt>
                <c:pt idx="15">
                  <c:v>478049332159.64398</c:v>
                </c:pt>
                <c:pt idx="16">
                  <c:v>478049332159.64398</c:v>
                </c:pt>
                <c:pt idx="17">
                  <c:v>470003496681.77802</c:v>
                </c:pt>
                <c:pt idx="18">
                  <c:v>470003496681.77802</c:v>
                </c:pt>
                <c:pt idx="19">
                  <c:v>470003496681.77802</c:v>
                </c:pt>
                <c:pt idx="20">
                  <c:v>470003496681.77802</c:v>
                </c:pt>
                <c:pt idx="21">
                  <c:v>462480304706.05603</c:v>
                </c:pt>
                <c:pt idx="22">
                  <c:v>462480304706.05603</c:v>
                </c:pt>
                <c:pt idx="23">
                  <c:v>462480304706.05603</c:v>
                </c:pt>
                <c:pt idx="24">
                  <c:v>462480304706.05603</c:v>
                </c:pt>
                <c:pt idx="25">
                  <c:v>462480304706.05603</c:v>
                </c:pt>
                <c:pt idx="26">
                  <c:v>454274419000.159</c:v>
                </c:pt>
                <c:pt idx="27">
                  <c:v>454274419000.159</c:v>
                </c:pt>
                <c:pt idx="28">
                  <c:v>454274419000.159</c:v>
                </c:pt>
                <c:pt idx="29">
                  <c:v>454274419000.159</c:v>
                </c:pt>
                <c:pt idx="30">
                  <c:v>446036314532.50897</c:v>
                </c:pt>
                <c:pt idx="31">
                  <c:v>446036314532.50897</c:v>
                </c:pt>
                <c:pt idx="32">
                  <c:v>446036314532.50897</c:v>
                </c:pt>
                <c:pt idx="33">
                  <c:v>446036314532.50897</c:v>
                </c:pt>
                <c:pt idx="34">
                  <c:v>436967852620.36298</c:v>
                </c:pt>
                <c:pt idx="35">
                  <c:v>436967852620.36298</c:v>
                </c:pt>
                <c:pt idx="36">
                  <c:v>436967852620.36298</c:v>
                </c:pt>
                <c:pt idx="37">
                  <c:v>436967852620.36298</c:v>
                </c:pt>
                <c:pt idx="38">
                  <c:v>436967852620.36298</c:v>
                </c:pt>
                <c:pt idx="39">
                  <c:v>426018974879.43103</c:v>
                </c:pt>
                <c:pt idx="40">
                  <c:v>426018974879.43103</c:v>
                </c:pt>
                <c:pt idx="41">
                  <c:v>426018974879.43103</c:v>
                </c:pt>
                <c:pt idx="42">
                  <c:v>426018974879.43103</c:v>
                </c:pt>
                <c:pt idx="43">
                  <c:v>412851613521.01099</c:v>
                </c:pt>
                <c:pt idx="44">
                  <c:v>412851613521.01099</c:v>
                </c:pt>
                <c:pt idx="45">
                  <c:v>412851613521.01099</c:v>
                </c:pt>
                <c:pt idx="46">
                  <c:v>412851613521.01099</c:v>
                </c:pt>
                <c:pt idx="47">
                  <c:v>399942599684.46997</c:v>
                </c:pt>
                <c:pt idx="48">
                  <c:v>399942599684.46997</c:v>
                </c:pt>
                <c:pt idx="49">
                  <c:v>399942599684.46997</c:v>
                </c:pt>
                <c:pt idx="50">
                  <c:v>399942599684.46997</c:v>
                </c:pt>
                <c:pt idx="51">
                  <c:v>399942599684.46997</c:v>
                </c:pt>
                <c:pt idx="52">
                  <c:v>388008884102.70697</c:v>
                </c:pt>
                <c:pt idx="53">
                  <c:v>388008884102.70697</c:v>
                </c:pt>
                <c:pt idx="54">
                  <c:v>388008884102.70697</c:v>
                </c:pt>
                <c:pt idx="55">
                  <c:v>388008884102.70697</c:v>
                </c:pt>
                <c:pt idx="56">
                  <c:v>377010024939.07202</c:v>
                </c:pt>
                <c:pt idx="57">
                  <c:v>377010024939.07202</c:v>
                </c:pt>
                <c:pt idx="58">
                  <c:v>377010024939.07202</c:v>
                </c:pt>
                <c:pt idx="59">
                  <c:v>377010024939.07202</c:v>
                </c:pt>
                <c:pt idx="60">
                  <c:v>364462334224.22998</c:v>
                </c:pt>
                <c:pt idx="61">
                  <c:v>364462334224.22998</c:v>
                </c:pt>
                <c:pt idx="62">
                  <c:v>364462334224.22998</c:v>
                </c:pt>
                <c:pt idx="63">
                  <c:v>364462334224.22998</c:v>
                </c:pt>
                <c:pt idx="64">
                  <c:v>364462334224.22998</c:v>
                </c:pt>
                <c:pt idx="65">
                  <c:v>350890768985.05603</c:v>
                </c:pt>
                <c:pt idx="66">
                  <c:v>350890768985.05603</c:v>
                </c:pt>
                <c:pt idx="67">
                  <c:v>350890768985.05603</c:v>
                </c:pt>
                <c:pt idx="68">
                  <c:v>350890768985.05603</c:v>
                </c:pt>
                <c:pt idx="69">
                  <c:v>338046228672.72302</c:v>
                </c:pt>
                <c:pt idx="70">
                  <c:v>338046228672.72302</c:v>
                </c:pt>
                <c:pt idx="71">
                  <c:v>338046228672.72302</c:v>
                </c:pt>
                <c:pt idx="72">
                  <c:v>338046228672.72302</c:v>
                </c:pt>
                <c:pt idx="73">
                  <c:v>338046228672.72302</c:v>
                </c:pt>
                <c:pt idx="74">
                  <c:v>324611094201.94598</c:v>
                </c:pt>
                <c:pt idx="75">
                  <c:v>324611094201.94598</c:v>
                </c:pt>
                <c:pt idx="76">
                  <c:v>324611094201.94598</c:v>
                </c:pt>
                <c:pt idx="77">
                  <c:v>324611094201.94598</c:v>
                </c:pt>
                <c:pt idx="78">
                  <c:v>311798813958.06299</c:v>
                </c:pt>
                <c:pt idx="79">
                  <c:v>311798813958.06299</c:v>
                </c:pt>
                <c:pt idx="80">
                  <c:v>311798813958.06299</c:v>
                </c:pt>
                <c:pt idx="81">
                  <c:v>311798813958.06299</c:v>
                </c:pt>
                <c:pt idx="82">
                  <c:v>299045132715.31299</c:v>
                </c:pt>
                <c:pt idx="83">
                  <c:v>299045132715.31299</c:v>
                </c:pt>
                <c:pt idx="84">
                  <c:v>299045132715.31299</c:v>
                </c:pt>
                <c:pt idx="85">
                  <c:v>299045132715.31299</c:v>
                </c:pt>
                <c:pt idx="86">
                  <c:v>299045132715.31299</c:v>
                </c:pt>
                <c:pt idx="87">
                  <c:v>285566306127.30701</c:v>
                </c:pt>
                <c:pt idx="88">
                  <c:v>285566306127.30701</c:v>
                </c:pt>
                <c:pt idx="89">
                  <c:v>285566306127.30701</c:v>
                </c:pt>
                <c:pt idx="90">
                  <c:v>285566306127.30701</c:v>
                </c:pt>
                <c:pt idx="91">
                  <c:v>273811402301.38901</c:v>
                </c:pt>
                <c:pt idx="92">
                  <c:v>273811402301.38901</c:v>
                </c:pt>
                <c:pt idx="93">
                  <c:v>273811402301.38901</c:v>
                </c:pt>
                <c:pt idx="94">
                  <c:v>273811402301.38901</c:v>
                </c:pt>
                <c:pt idx="95">
                  <c:v>261291167855.54599</c:v>
                </c:pt>
                <c:pt idx="96">
                  <c:v>261291167855.54599</c:v>
                </c:pt>
                <c:pt idx="97">
                  <c:v>261291167855.54599</c:v>
                </c:pt>
                <c:pt idx="98">
                  <c:v>261291167855.54599</c:v>
                </c:pt>
                <c:pt idx="99">
                  <c:v>261291167855.54599</c:v>
                </c:pt>
                <c:pt idx="100">
                  <c:v>249957281866.888</c:v>
                </c:pt>
                <c:pt idx="101">
                  <c:v>249957281866.888</c:v>
                </c:pt>
                <c:pt idx="102">
                  <c:v>249957281866.888</c:v>
                </c:pt>
                <c:pt idx="103">
                  <c:v>249957281866.888</c:v>
                </c:pt>
                <c:pt idx="104">
                  <c:v>238607531217.349</c:v>
                </c:pt>
                <c:pt idx="105">
                  <c:v>238607531217.349</c:v>
                </c:pt>
                <c:pt idx="106">
                  <c:v>238607531217.349</c:v>
                </c:pt>
                <c:pt idx="107">
                  <c:v>238607531217.349</c:v>
                </c:pt>
                <c:pt idx="108">
                  <c:v>238607531217.349</c:v>
                </c:pt>
                <c:pt idx="109">
                  <c:v>227504189704.84799</c:v>
                </c:pt>
                <c:pt idx="110">
                  <c:v>227504189704.84799</c:v>
                </c:pt>
                <c:pt idx="111">
                  <c:v>227504189704.84799</c:v>
                </c:pt>
                <c:pt idx="112">
                  <c:v>227504189704.84799</c:v>
                </c:pt>
                <c:pt idx="113">
                  <c:v>216694156147.63699</c:v>
                </c:pt>
                <c:pt idx="114">
                  <c:v>216694156147.63699</c:v>
                </c:pt>
                <c:pt idx="115">
                  <c:v>216694156147.63699</c:v>
                </c:pt>
                <c:pt idx="116">
                  <c:v>216694156147.63699</c:v>
                </c:pt>
                <c:pt idx="117">
                  <c:v>205810683336.68799</c:v>
                </c:pt>
                <c:pt idx="118">
                  <c:v>205810683336.68799</c:v>
                </c:pt>
                <c:pt idx="119">
                  <c:v>205810683336.68799</c:v>
                </c:pt>
                <c:pt idx="120">
                  <c:v>205810683336.68799</c:v>
                </c:pt>
                <c:pt idx="121">
                  <c:v>195225890723.888</c:v>
                </c:pt>
                <c:pt idx="122">
                  <c:v>195225890723.888</c:v>
                </c:pt>
                <c:pt idx="123">
                  <c:v>195225890723.888</c:v>
                </c:pt>
                <c:pt idx="124">
                  <c:v>195225890723.888</c:v>
                </c:pt>
                <c:pt idx="125">
                  <c:v>195225890723.888</c:v>
                </c:pt>
                <c:pt idx="126">
                  <c:v>185053119902.13599</c:v>
                </c:pt>
                <c:pt idx="127">
                  <c:v>185053119902.13599</c:v>
                </c:pt>
                <c:pt idx="128">
                  <c:v>185053119902.13599</c:v>
                </c:pt>
                <c:pt idx="129">
                  <c:v>185053119902.13599</c:v>
                </c:pt>
                <c:pt idx="130">
                  <c:v>176083452320.259</c:v>
                </c:pt>
                <c:pt idx="131">
                  <c:v>176083452320.259</c:v>
                </c:pt>
                <c:pt idx="132">
                  <c:v>176083452320.259</c:v>
                </c:pt>
                <c:pt idx="133">
                  <c:v>176083452320.259</c:v>
                </c:pt>
                <c:pt idx="134">
                  <c:v>167577702279.88699</c:v>
                </c:pt>
                <c:pt idx="135">
                  <c:v>167577702279.88699</c:v>
                </c:pt>
                <c:pt idx="136">
                  <c:v>167577702279.88699</c:v>
                </c:pt>
                <c:pt idx="137">
                  <c:v>167577702279.88699</c:v>
                </c:pt>
                <c:pt idx="138">
                  <c:v>167577702279.88699</c:v>
                </c:pt>
                <c:pt idx="139">
                  <c:v>160787339683.77899</c:v>
                </c:pt>
                <c:pt idx="140">
                  <c:v>160787339683.77899</c:v>
                </c:pt>
                <c:pt idx="141">
                  <c:v>160787339683.77899</c:v>
                </c:pt>
                <c:pt idx="142">
                  <c:v>160787339683.77899</c:v>
                </c:pt>
                <c:pt idx="143">
                  <c:v>155649461575.04901</c:v>
                </c:pt>
                <c:pt idx="144">
                  <c:v>155649461575.04901</c:v>
                </c:pt>
                <c:pt idx="145">
                  <c:v>155649461575.04901</c:v>
                </c:pt>
                <c:pt idx="146">
                  <c:v>155649461575.04901</c:v>
                </c:pt>
                <c:pt idx="147">
                  <c:v>155649461575.04901</c:v>
                </c:pt>
                <c:pt idx="148">
                  <c:v>151540990492.15701</c:v>
                </c:pt>
                <c:pt idx="149">
                  <c:v>151540990492.15701</c:v>
                </c:pt>
                <c:pt idx="150">
                  <c:v>151540990492.15701</c:v>
                </c:pt>
                <c:pt idx="151">
                  <c:v>151540990492.15701</c:v>
                </c:pt>
                <c:pt idx="152">
                  <c:v>147596217220.30301</c:v>
                </c:pt>
                <c:pt idx="153">
                  <c:v>147596217220.30301</c:v>
                </c:pt>
                <c:pt idx="154">
                  <c:v>147596217220.30301</c:v>
                </c:pt>
                <c:pt idx="155">
                  <c:v>147596217220.30301</c:v>
                </c:pt>
                <c:pt idx="156">
                  <c:v>143491329926.00299</c:v>
                </c:pt>
                <c:pt idx="157">
                  <c:v>143491329926.00299</c:v>
                </c:pt>
                <c:pt idx="158">
                  <c:v>143491329926.00299</c:v>
                </c:pt>
                <c:pt idx="159">
                  <c:v>143491329926.00299</c:v>
                </c:pt>
                <c:pt idx="160">
                  <c:v>143491329926.00299</c:v>
                </c:pt>
                <c:pt idx="161">
                  <c:v>140177207664.35901</c:v>
                </c:pt>
                <c:pt idx="162">
                  <c:v>140177207664.35901</c:v>
                </c:pt>
                <c:pt idx="163">
                  <c:v>140177207664.35901</c:v>
                </c:pt>
                <c:pt idx="164">
                  <c:v>140177207664.35901</c:v>
                </c:pt>
                <c:pt idx="165">
                  <c:v>137302780283.616</c:v>
                </c:pt>
                <c:pt idx="166">
                  <c:v>137302780283.616</c:v>
                </c:pt>
                <c:pt idx="167">
                  <c:v>137302780283.616</c:v>
                </c:pt>
                <c:pt idx="168">
                  <c:v>137302780283.616</c:v>
                </c:pt>
                <c:pt idx="169">
                  <c:v>134084311974.908</c:v>
                </c:pt>
                <c:pt idx="170">
                  <c:v>134084311974.908</c:v>
                </c:pt>
                <c:pt idx="171">
                  <c:v>134084311974.908</c:v>
                </c:pt>
                <c:pt idx="172">
                  <c:v>134084311974.908</c:v>
                </c:pt>
                <c:pt idx="173">
                  <c:v>131022110576.76801</c:v>
                </c:pt>
                <c:pt idx="174">
                  <c:v>131022110576.76801</c:v>
                </c:pt>
                <c:pt idx="175">
                  <c:v>131022110576.76801</c:v>
                </c:pt>
                <c:pt idx="176">
                  <c:v>131022110576.76801</c:v>
                </c:pt>
                <c:pt idx="177">
                  <c:v>131022110576.76801</c:v>
                </c:pt>
                <c:pt idx="178">
                  <c:v>127996673162.017</c:v>
                </c:pt>
                <c:pt idx="179">
                  <c:v>127996673162.017</c:v>
                </c:pt>
                <c:pt idx="180">
                  <c:v>127996673162.017</c:v>
                </c:pt>
                <c:pt idx="181">
                  <c:v>127996673162.017</c:v>
                </c:pt>
                <c:pt idx="182">
                  <c:v>124999566160.547</c:v>
                </c:pt>
                <c:pt idx="183">
                  <c:v>124999566160.547</c:v>
                </c:pt>
                <c:pt idx="184">
                  <c:v>124999566160.547</c:v>
                </c:pt>
                <c:pt idx="185">
                  <c:v>124999566160.547</c:v>
                </c:pt>
                <c:pt idx="186">
                  <c:v>124999566160.547</c:v>
                </c:pt>
                <c:pt idx="187">
                  <c:v>122034558755.91701</c:v>
                </c:pt>
                <c:pt idx="188">
                  <c:v>122034558755.91701</c:v>
                </c:pt>
                <c:pt idx="189">
                  <c:v>122034558755.91701</c:v>
                </c:pt>
                <c:pt idx="190">
                  <c:v>122034558755.91701</c:v>
                </c:pt>
                <c:pt idx="191">
                  <c:v>119186886371.356</c:v>
                </c:pt>
                <c:pt idx="192">
                  <c:v>119186886371.356</c:v>
                </c:pt>
                <c:pt idx="193">
                  <c:v>119186886371.356</c:v>
                </c:pt>
                <c:pt idx="194">
                  <c:v>119186886371.356</c:v>
                </c:pt>
                <c:pt idx="195">
                  <c:v>116367013129.366</c:v>
                </c:pt>
                <c:pt idx="196">
                  <c:v>116367013129.366</c:v>
                </c:pt>
                <c:pt idx="197">
                  <c:v>116367013129.366</c:v>
                </c:pt>
                <c:pt idx="198">
                  <c:v>116367013129.366</c:v>
                </c:pt>
                <c:pt idx="199">
                  <c:v>116367013129.366</c:v>
                </c:pt>
                <c:pt idx="200">
                  <c:v>113578619016.686</c:v>
                </c:pt>
                <c:pt idx="201">
                  <c:v>113578619016.686</c:v>
                </c:pt>
                <c:pt idx="202">
                  <c:v>113578619016.686</c:v>
                </c:pt>
                <c:pt idx="203">
                  <c:v>113578619016.686</c:v>
                </c:pt>
                <c:pt idx="204">
                  <c:v>111141034606.26401</c:v>
                </c:pt>
                <c:pt idx="205">
                  <c:v>111141034606.26401</c:v>
                </c:pt>
                <c:pt idx="206">
                  <c:v>111141034606.26401</c:v>
                </c:pt>
                <c:pt idx="207">
                  <c:v>111141034606.26401</c:v>
                </c:pt>
                <c:pt idx="208">
                  <c:v>111141034606.26401</c:v>
                </c:pt>
                <c:pt idx="209">
                  <c:v>108459729439.83501</c:v>
                </c:pt>
                <c:pt idx="210">
                  <c:v>108459729439.83501</c:v>
                </c:pt>
                <c:pt idx="211">
                  <c:v>108459729439.83501</c:v>
                </c:pt>
                <c:pt idx="212">
                  <c:v>108459729439.83501</c:v>
                </c:pt>
                <c:pt idx="213">
                  <c:v>106176807405.543</c:v>
                </c:pt>
                <c:pt idx="214">
                  <c:v>106176807405.543</c:v>
                </c:pt>
                <c:pt idx="215">
                  <c:v>106176807405.543</c:v>
                </c:pt>
                <c:pt idx="216">
                  <c:v>106176807405.543</c:v>
                </c:pt>
                <c:pt idx="217">
                  <c:v>103782963597.884</c:v>
                </c:pt>
                <c:pt idx="218">
                  <c:v>103782963597.884</c:v>
                </c:pt>
                <c:pt idx="219">
                  <c:v>103782963597.884</c:v>
                </c:pt>
                <c:pt idx="220">
                  <c:v>103782963597.884</c:v>
                </c:pt>
                <c:pt idx="221">
                  <c:v>100652792127.048</c:v>
                </c:pt>
                <c:pt idx="222">
                  <c:v>100652792127.048</c:v>
                </c:pt>
                <c:pt idx="223">
                  <c:v>100652792127.048</c:v>
                </c:pt>
                <c:pt idx="224">
                  <c:v>100652792127.048</c:v>
                </c:pt>
                <c:pt idx="225">
                  <c:v>100652792127.048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'HARPable Universe'!$L$2</c:f>
              <c:strCache>
                <c:ptCount val="1"/>
                <c:pt idx="0">
                  <c:v>Total Balance</c:v>
                </c:pt>
              </c:strCache>
            </c:strRef>
          </c:tx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Universe'!$L$3:$L$228</c:f>
              <c:numCache>
                <c:formatCode>_(* #,##0_);_(* \(#,##0\);_(* "-"??_);_(@_)</c:formatCode>
                <c:ptCount val="226"/>
                <c:pt idx="0">
                  <c:v>895480193330.53601</c:v>
                </c:pt>
                <c:pt idx="1">
                  <c:v>895480193330.53601</c:v>
                </c:pt>
                <c:pt idx="2">
                  <c:v>895480193330.53601</c:v>
                </c:pt>
                <c:pt idx="3">
                  <c:v>895480193330.53601</c:v>
                </c:pt>
                <c:pt idx="4">
                  <c:v>900632902369.08301</c:v>
                </c:pt>
                <c:pt idx="5">
                  <c:v>900632902369.08301</c:v>
                </c:pt>
                <c:pt idx="6">
                  <c:v>900632902369.08301</c:v>
                </c:pt>
                <c:pt idx="7">
                  <c:v>900632902369.08301</c:v>
                </c:pt>
                <c:pt idx="8">
                  <c:v>898485534285.64099</c:v>
                </c:pt>
                <c:pt idx="9">
                  <c:v>898485534285.64099</c:v>
                </c:pt>
                <c:pt idx="10">
                  <c:v>898485534285.64099</c:v>
                </c:pt>
                <c:pt idx="11">
                  <c:v>898485534285.64099</c:v>
                </c:pt>
                <c:pt idx="12">
                  <c:v>898485534285.64099</c:v>
                </c:pt>
                <c:pt idx="13">
                  <c:v>898010001419.72205</c:v>
                </c:pt>
                <c:pt idx="14">
                  <c:v>898010001419.72205</c:v>
                </c:pt>
                <c:pt idx="15">
                  <c:v>898010001419.72205</c:v>
                </c:pt>
                <c:pt idx="16">
                  <c:v>898010001419.72205</c:v>
                </c:pt>
                <c:pt idx="17">
                  <c:v>897679401564.875</c:v>
                </c:pt>
                <c:pt idx="18">
                  <c:v>897679401564.875</c:v>
                </c:pt>
                <c:pt idx="19">
                  <c:v>897679401564.875</c:v>
                </c:pt>
                <c:pt idx="20">
                  <c:v>897679401564.875</c:v>
                </c:pt>
                <c:pt idx="21">
                  <c:v>898925930940.14294</c:v>
                </c:pt>
                <c:pt idx="22">
                  <c:v>898925930940.14294</c:v>
                </c:pt>
                <c:pt idx="23">
                  <c:v>898925930940.14294</c:v>
                </c:pt>
                <c:pt idx="24">
                  <c:v>898925930940.14294</c:v>
                </c:pt>
                <c:pt idx="25">
                  <c:v>898925930940.14294</c:v>
                </c:pt>
                <c:pt idx="26">
                  <c:v>896187746439.72998</c:v>
                </c:pt>
                <c:pt idx="27">
                  <c:v>896187746439.72998</c:v>
                </c:pt>
                <c:pt idx="28">
                  <c:v>896187746439.72998</c:v>
                </c:pt>
                <c:pt idx="29">
                  <c:v>896187746439.72998</c:v>
                </c:pt>
                <c:pt idx="30">
                  <c:v>896440206380.84204</c:v>
                </c:pt>
                <c:pt idx="31">
                  <c:v>896440206380.84204</c:v>
                </c:pt>
                <c:pt idx="32">
                  <c:v>896440206380.84204</c:v>
                </c:pt>
                <c:pt idx="33">
                  <c:v>896440206380.84204</c:v>
                </c:pt>
                <c:pt idx="34">
                  <c:v>895897744776.50806</c:v>
                </c:pt>
                <c:pt idx="35">
                  <c:v>895897744776.50806</c:v>
                </c:pt>
                <c:pt idx="36">
                  <c:v>895897744776.50806</c:v>
                </c:pt>
                <c:pt idx="37">
                  <c:v>895897744776.50806</c:v>
                </c:pt>
                <c:pt idx="38">
                  <c:v>895897744776.50806</c:v>
                </c:pt>
                <c:pt idx="39">
                  <c:v>890903153887.02795</c:v>
                </c:pt>
                <c:pt idx="40">
                  <c:v>890903153887.02795</c:v>
                </c:pt>
                <c:pt idx="41">
                  <c:v>890903153887.02795</c:v>
                </c:pt>
                <c:pt idx="42">
                  <c:v>890903153887.02795</c:v>
                </c:pt>
                <c:pt idx="43">
                  <c:v>880795609040.20496</c:v>
                </c:pt>
                <c:pt idx="44">
                  <c:v>880795609040.20496</c:v>
                </c:pt>
                <c:pt idx="45">
                  <c:v>880795609040.20496</c:v>
                </c:pt>
                <c:pt idx="46">
                  <c:v>880795609040.20496</c:v>
                </c:pt>
                <c:pt idx="47">
                  <c:v>867951071508.93604</c:v>
                </c:pt>
                <c:pt idx="48">
                  <c:v>867951071508.93604</c:v>
                </c:pt>
                <c:pt idx="49">
                  <c:v>867951071508.93604</c:v>
                </c:pt>
                <c:pt idx="50">
                  <c:v>867951071508.93604</c:v>
                </c:pt>
                <c:pt idx="51">
                  <c:v>867951071508.93604</c:v>
                </c:pt>
                <c:pt idx="52">
                  <c:v>862642562832.45898</c:v>
                </c:pt>
                <c:pt idx="53">
                  <c:v>862642562832.45898</c:v>
                </c:pt>
                <c:pt idx="54">
                  <c:v>862642562832.45898</c:v>
                </c:pt>
                <c:pt idx="55">
                  <c:v>862642562832.45898</c:v>
                </c:pt>
                <c:pt idx="56">
                  <c:v>865283651280.50305</c:v>
                </c:pt>
                <c:pt idx="57">
                  <c:v>865283651280.50305</c:v>
                </c:pt>
                <c:pt idx="58">
                  <c:v>865283651280.50305</c:v>
                </c:pt>
                <c:pt idx="59">
                  <c:v>865283651280.50305</c:v>
                </c:pt>
                <c:pt idx="60">
                  <c:v>861190703554.85706</c:v>
                </c:pt>
                <c:pt idx="61">
                  <c:v>861190703554.85706</c:v>
                </c:pt>
                <c:pt idx="62">
                  <c:v>861190703554.85706</c:v>
                </c:pt>
                <c:pt idx="63">
                  <c:v>861190703554.85706</c:v>
                </c:pt>
                <c:pt idx="64">
                  <c:v>861190703554.85706</c:v>
                </c:pt>
                <c:pt idx="65">
                  <c:v>852751932022.53503</c:v>
                </c:pt>
                <c:pt idx="66">
                  <c:v>852751932022.53503</c:v>
                </c:pt>
                <c:pt idx="67">
                  <c:v>852751932022.53503</c:v>
                </c:pt>
                <c:pt idx="68">
                  <c:v>852751932022.53503</c:v>
                </c:pt>
                <c:pt idx="69">
                  <c:v>843407158052.96497</c:v>
                </c:pt>
                <c:pt idx="70">
                  <c:v>843407158052.96497</c:v>
                </c:pt>
                <c:pt idx="71">
                  <c:v>843407158052.96497</c:v>
                </c:pt>
                <c:pt idx="72">
                  <c:v>843407158052.96497</c:v>
                </c:pt>
                <c:pt idx="73">
                  <c:v>843407158052.96497</c:v>
                </c:pt>
                <c:pt idx="74">
                  <c:v>842987221871.99902</c:v>
                </c:pt>
                <c:pt idx="75">
                  <c:v>842987221871.99902</c:v>
                </c:pt>
                <c:pt idx="76">
                  <c:v>842987221871.99902</c:v>
                </c:pt>
                <c:pt idx="77">
                  <c:v>842987221871.99902</c:v>
                </c:pt>
                <c:pt idx="78">
                  <c:v>836042456950.479</c:v>
                </c:pt>
                <c:pt idx="79">
                  <c:v>836042456950.479</c:v>
                </c:pt>
                <c:pt idx="80">
                  <c:v>836042456950.479</c:v>
                </c:pt>
                <c:pt idx="81">
                  <c:v>836042456950.479</c:v>
                </c:pt>
                <c:pt idx="82">
                  <c:v>833663605862.28699</c:v>
                </c:pt>
                <c:pt idx="83">
                  <c:v>833663605862.28699</c:v>
                </c:pt>
                <c:pt idx="84">
                  <c:v>833663605862.28699</c:v>
                </c:pt>
                <c:pt idx="85">
                  <c:v>833663605862.28699</c:v>
                </c:pt>
                <c:pt idx="86">
                  <c:v>833663605862.28699</c:v>
                </c:pt>
                <c:pt idx="87">
                  <c:v>824158873560.92102</c:v>
                </c:pt>
                <c:pt idx="88">
                  <c:v>824158873560.92102</c:v>
                </c:pt>
                <c:pt idx="89">
                  <c:v>824158873560.92102</c:v>
                </c:pt>
                <c:pt idx="90">
                  <c:v>824158873560.92102</c:v>
                </c:pt>
                <c:pt idx="91">
                  <c:v>825116182205.41797</c:v>
                </c:pt>
                <c:pt idx="92">
                  <c:v>825116182205.41797</c:v>
                </c:pt>
                <c:pt idx="93">
                  <c:v>825116182205.41797</c:v>
                </c:pt>
                <c:pt idx="94">
                  <c:v>825116182205.41797</c:v>
                </c:pt>
                <c:pt idx="95">
                  <c:v>830648730002.45105</c:v>
                </c:pt>
                <c:pt idx="96">
                  <c:v>830648730002.45105</c:v>
                </c:pt>
                <c:pt idx="97">
                  <c:v>830648730002.45105</c:v>
                </c:pt>
                <c:pt idx="98">
                  <c:v>830648730002.45105</c:v>
                </c:pt>
                <c:pt idx="99">
                  <c:v>830648730002.45105</c:v>
                </c:pt>
                <c:pt idx="100">
                  <c:v>820270598245.922</c:v>
                </c:pt>
                <c:pt idx="101">
                  <c:v>820270598245.922</c:v>
                </c:pt>
                <c:pt idx="102">
                  <c:v>820270598245.922</c:v>
                </c:pt>
                <c:pt idx="103">
                  <c:v>820270598245.922</c:v>
                </c:pt>
                <c:pt idx="104">
                  <c:v>819156247294.42395</c:v>
                </c:pt>
                <c:pt idx="105">
                  <c:v>819156247294.42395</c:v>
                </c:pt>
                <c:pt idx="106">
                  <c:v>819156247294.42395</c:v>
                </c:pt>
                <c:pt idx="107">
                  <c:v>819156247294.42395</c:v>
                </c:pt>
                <c:pt idx="108">
                  <c:v>819156247294.42395</c:v>
                </c:pt>
                <c:pt idx="109">
                  <c:v>818129385045.38</c:v>
                </c:pt>
                <c:pt idx="110">
                  <c:v>818129385045.38</c:v>
                </c:pt>
                <c:pt idx="111">
                  <c:v>818129385045.38</c:v>
                </c:pt>
                <c:pt idx="112">
                  <c:v>818129385045.38</c:v>
                </c:pt>
                <c:pt idx="113">
                  <c:v>824157902540.86401</c:v>
                </c:pt>
                <c:pt idx="114">
                  <c:v>824157902540.86401</c:v>
                </c:pt>
                <c:pt idx="115">
                  <c:v>824157902540.86401</c:v>
                </c:pt>
                <c:pt idx="116">
                  <c:v>824157902540.86401</c:v>
                </c:pt>
                <c:pt idx="117">
                  <c:v>828249997663.94495</c:v>
                </c:pt>
                <c:pt idx="118">
                  <c:v>828249997663.94495</c:v>
                </c:pt>
                <c:pt idx="119">
                  <c:v>828249997663.94495</c:v>
                </c:pt>
                <c:pt idx="120">
                  <c:v>828249997663.94495</c:v>
                </c:pt>
                <c:pt idx="121">
                  <c:v>828002980341.57397</c:v>
                </c:pt>
                <c:pt idx="122">
                  <c:v>828002980341.57397</c:v>
                </c:pt>
                <c:pt idx="123">
                  <c:v>828002980341.57397</c:v>
                </c:pt>
                <c:pt idx="124">
                  <c:v>828002980341.57397</c:v>
                </c:pt>
                <c:pt idx="125">
                  <c:v>828002980341.57397</c:v>
                </c:pt>
                <c:pt idx="126">
                  <c:v>832667072231.375</c:v>
                </c:pt>
                <c:pt idx="127">
                  <c:v>832667072231.375</c:v>
                </c:pt>
                <c:pt idx="128">
                  <c:v>832667072231.375</c:v>
                </c:pt>
                <c:pt idx="129">
                  <c:v>832667072231.375</c:v>
                </c:pt>
                <c:pt idx="130">
                  <c:v>835315019877.84595</c:v>
                </c:pt>
                <c:pt idx="131">
                  <c:v>835315019877.84595</c:v>
                </c:pt>
                <c:pt idx="132">
                  <c:v>835315019877.84595</c:v>
                </c:pt>
                <c:pt idx="133">
                  <c:v>835315019877.84595</c:v>
                </c:pt>
                <c:pt idx="134">
                  <c:v>839371166981.099</c:v>
                </c:pt>
                <c:pt idx="135">
                  <c:v>839371166981.099</c:v>
                </c:pt>
                <c:pt idx="136">
                  <c:v>839371166981.099</c:v>
                </c:pt>
                <c:pt idx="137">
                  <c:v>839371166981.099</c:v>
                </c:pt>
                <c:pt idx="138">
                  <c:v>839371166981.099</c:v>
                </c:pt>
                <c:pt idx="139">
                  <c:v>840680455152.82996</c:v>
                </c:pt>
                <c:pt idx="140">
                  <c:v>840680455152.82996</c:v>
                </c:pt>
                <c:pt idx="141">
                  <c:v>840680455152.82996</c:v>
                </c:pt>
                <c:pt idx="142">
                  <c:v>840680455152.82996</c:v>
                </c:pt>
                <c:pt idx="143">
                  <c:v>842920617157.08203</c:v>
                </c:pt>
                <c:pt idx="144">
                  <c:v>842920617157.08203</c:v>
                </c:pt>
                <c:pt idx="145">
                  <c:v>842920617157.08203</c:v>
                </c:pt>
                <c:pt idx="146">
                  <c:v>842920617157.08203</c:v>
                </c:pt>
                <c:pt idx="147">
                  <c:v>842920617157.08203</c:v>
                </c:pt>
                <c:pt idx="148">
                  <c:v>847381000644.36804</c:v>
                </c:pt>
                <c:pt idx="149">
                  <c:v>847381000644.36804</c:v>
                </c:pt>
                <c:pt idx="150">
                  <c:v>847381000644.36804</c:v>
                </c:pt>
                <c:pt idx="151">
                  <c:v>847381000644.36804</c:v>
                </c:pt>
                <c:pt idx="152">
                  <c:v>852925884546.91199</c:v>
                </c:pt>
                <c:pt idx="153">
                  <c:v>852925884546.91199</c:v>
                </c:pt>
                <c:pt idx="154">
                  <c:v>852925884546.91199</c:v>
                </c:pt>
                <c:pt idx="155">
                  <c:v>852925884546.91199</c:v>
                </c:pt>
                <c:pt idx="156">
                  <c:v>856169152140.41296</c:v>
                </c:pt>
                <c:pt idx="157">
                  <c:v>856169152140.41296</c:v>
                </c:pt>
                <c:pt idx="158">
                  <c:v>856169152140.41296</c:v>
                </c:pt>
                <c:pt idx="159">
                  <c:v>856169152140.41296</c:v>
                </c:pt>
                <c:pt idx="160">
                  <c:v>856169152140.41296</c:v>
                </c:pt>
                <c:pt idx="161">
                  <c:v>860549250444.104</c:v>
                </c:pt>
                <c:pt idx="162">
                  <c:v>860549250444.104</c:v>
                </c:pt>
                <c:pt idx="163">
                  <c:v>860549250444.104</c:v>
                </c:pt>
                <c:pt idx="164">
                  <c:v>860549250444.104</c:v>
                </c:pt>
                <c:pt idx="165">
                  <c:v>862646925748.92102</c:v>
                </c:pt>
                <c:pt idx="166">
                  <c:v>862646925748.92102</c:v>
                </c:pt>
                <c:pt idx="167">
                  <c:v>862646925748.92102</c:v>
                </c:pt>
                <c:pt idx="168">
                  <c:v>862646925748.92102</c:v>
                </c:pt>
                <c:pt idx="169">
                  <c:v>865912452541.08801</c:v>
                </c:pt>
                <c:pt idx="170">
                  <c:v>865912452541.08801</c:v>
                </c:pt>
                <c:pt idx="171">
                  <c:v>865912452541.08801</c:v>
                </c:pt>
                <c:pt idx="172">
                  <c:v>865912452541.08801</c:v>
                </c:pt>
                <c:pt idx="173">
                  <c:v>869491021687.79004</c:v>
                </c:pt>
                <c:pt idx="174">
                  <c:v>869491021687.79004</c:v>
                </c:pt>
                <c:pt idx="175">
                  <c:v>869491021687.79004</c:v>
                </c:pt>
                <c:pt idx="176">
                  <c:v>869491021687.79004</c:v>
                </c:pt>
                <c:pt idx="177">
                  <c:v>869491021687.79004</c:v>
                </c:pt>
                <c:pt idx="178">
                  <c:v>874676225982.203</c:v>
                </c:pt>
                <c:pt idx="179">
                  <c:v>874676225982.203</c:v>
                </c:pt>
                <c:pt idx="180">
                  <c:v>874676225982.203</c:v>
                </c:pt>
                <c:pt idx="181">
                  <c:v>874676225982.203</c:v>
                </c:pt>
                <c:pt idx="182">
                  <c:v>879218074297.77698</c:v>
                </c:pt>
                <c:pt idx="183">
                  <c:v>879218074297.77698</c:v>
                </c:pt>
                <c:pt idx="184">
                  <c:v>879218074297.77698</c:v>
                </c:pt>
                <c:pt idx="185">
                  <c:v>879218074297.77698</c:v>
                </c:pt>
                <c:pt idx="186">
                  <c:v>879218074297.77698</c:v>
                </c:pt>
                <c:pt idx="187">
                  <c:v>889016211164.04895</c:v>
                </c:pt>
                <c:pt idx="188">
                  <c:v>889016211164.04895</c:v>
                </c:pt>
                <c:pt idx="189">
                  <c:v>889016211164.04895</c:v>
                </c:pt>
                <c:pt idx="190">
                  <c:v>889016211164.04895</c:v>
                </c:pt>
                <c:pt idx="191">
                  <c:v>896796715582.33606</c:v>
                </c:pt>
                <c:pt idx="192">
                  <c:v>896796715582.33606</c:v>
                </c:pt>
                <c:pt idx="193">
                  <c:v>896796715582.33606</c:v>
                </c:pt>
                <c:pt idx="194">
                  <c:v>896796715582.33606</c:v>
                </c:pt>
                <c:pt idx="195">
                  <c:v>904868755203.72498</c:v>
                </c:pt>
                <c:pt idx="196">
                  <c:v>904868755203.72498</c:v>
                </c:pt>
                <c:pt idx="197">
                  <c:v>904868755203.72498</c:v>
                </c:pt>
                <c:pt idx="198">
                  <c:v>904868755203.72498</c:v>
                </c:pt>
                <c:pt idx="199">
                  <c:v>904868755203.72498</c:v>
                </c:pt>
                <c:pt idx="200">
                  <c:v>911144707396.39795</c:v>
                </c:pt>
                <c:pt idx="201">
                  <c:v>911144707396.39795</c:v>
                </c:pt>
                <c:pt idx="202">
                  <c:v>911144707396.39795</c:v>
                </c:pt>
                <c:pt idx="203">
                  <c:v>911144707396.39795</c:v>
                </c:pt>
                <c:pt idx="204">
                  <c:v>915537820187.26404</c:v>
                </c:pt>
                <c:pt idx="205">
                  <c:v>915537820187.26404</c:v>
                </c:pt>
                <c:pt idx="206">
                  <c:v>915537820187.26404</c:v>
                </c:pt>
                <c:pt idx="207">
                  <c:v>915537820187.26404</c:v>
                </c:pt>
                <c:pt idx="208">
                  <c:v>915537820187.26404</c:v>
                </c:pt>
                <c:pt idx="209">
                  <c:v>919051298499.69104</c:v>
                </c:pt>
                <c:pt idx="210">
                  <c:v>919051298499.69104</c:v>
                </c:pt>
                <c:pt idx="211">
                  <c:v>919051298499.69104</c:v>
                </c:pt>
                <c:pt idx="212">
                  <c:v>919051298499.69104</c:v>
                </c:pt>
                <c:pt idx="213">
                  <c:v>929906802060.74402</c:v>
                </c:pt>
                <c:pt idx="214">
                  <c:v>929906802060.74402</c:v>
                </c:pt>
                <c:pt idx="215">
                  <c:v>929906802060.74402</c:v>
                </c:pt>
                <c:pt idx="216">
                  <c:v>929906802060.74402</c:v>
                </c:pt>
                <c:pt idx="217">
                  <c:v>931776684212.27002</c:v>
                </c:pt>
                <c:pt idx="218">
                  <c:v>931776684212.27002</c:v>
                </c:pt>
                <c:pt idx="219">
                  <c:v>931776684212.27002</c:v>
                </c:pt>
                <c:pt idx="220">
                  <c:v>931776684212.27002</c:v>
                </c:pt>
                <c:pt idx="221">
                  <c:v>936106192313.56702</c:v>
                </c:pt>
                <c:pt idx="222">
                  <c:v>936106192313.56702</c:v>
                </c:pt>
                <c:pt idx="223">
                  <c:v>936106192313.56702</c:v>
                </c:pt>
                <c:pt idx="224">
                  <c:v>936106192313.56702</c:v>
                </c:pt>
                <c:pt idx="225">
                  <c:v>936106192313.56702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993728"/>
        <c:axId val="209995264"/>
      </c:lineChart>
      <c:lineChart>
        <c:grouping val="standard"/>
        <c:varyColors val="0"/>
        <c:ser>
          <c:idx val="2"/>
          <c:order val="2"/>
          <c:tx>
            <c:strRef>
              <c:f>'HARPable Universe'!$M$2</c:f>
              <c:strCache>
                <c:ptCount val="1"/>
                <c:pt idx="0">
                  <c:v>Percentage</c:v>
                </c:pt>
              </c:strCache>
            </c:strRef>
          </c:tx>
          <c:spPr>
            <a:ln>
              <a:noFill/>
              <a:prstDash val="dash"/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Universe'!$M$3:$M$228</c:f>
              <c:numCache>
                <c:formatCode>0%</c:formatCode>
                <c:ptCount val="226"/>
                <c:pt idx="0">
                  <c:v>0.57081400019802386</c:v>
                </c:pt>
                <c:pt idx="1">
                  <c:v>0.57081400019802386</c:v>
                </c:pt>
                <c:pt idx="2">
                  <c:v>0.57081400019802386</c:v>
                </c:pt>
                <c:pt idx="3">
                  <c:v>0.57081400019802386</c:v>
                </c:pt>
                <c:pt idx="4">
                  <c:v>0.55333901310596689</c:v>
                </c:pt>
                <c:pt idx="5">
                  <c:v>0.55333901310596689</c:v>
                </c:pt>
                <c:pt idx="6">
                  <c:v>0.55333901310596689</c:v>
                </c:pt>
                <c:pt idx="7">
                  <c:v>0.55333901310596689</c:v>
                </c:pt>
                <c:pt idx="8">
                  <c:v>0.54226501339435018</c:v>
                </c:pt>
                <c:pt idx="9">
                  <c:v>0.54226501339435018</c:v>
                </c:pt>
                <c:pt idx="10">
                  <c:v>0.54226501339435018</c:v>
                </c:pt>
                <c:pt idx="11">
                  <c:v>0.54226501339435018</c:v>
                </c:pt>
                <c:pt idx="12">
                  <c:v>0.54226501339435018</c:v>
                </c:pt>
                <c:pt idx="13">
                  <c:v>0.53234299328945656</c:v>
                </c:pt>
                <c:pt idx="14">
                  <c:v>0.53234299328945656</c:v>
                </c:pt>
                <c:pt idx="15">
                  <c:v>0.53234299328945656</c:v>
                </c:pt>
                <c:pt idx="16">
                  <c:v>0.53234299328945656</c:v>
                </c:pt>
                <c:pt idx="17">
                  <c:v>0.52357611844768503</c:v>
                </c:pt>
                <c:pt idx="18">
                  <c:v>0.52357611844768503</c:v>
                </c:pt>
                <c:pt idx="19">
                  <c:v>0.52357611844768503</c:v>
                </c:pt>
                <c:pt idx="20">
                  <c:v>0.52357611844768503</c:v>
                </c:pt>
                <c:pt idx="21">
                  <c:v>0.51448099202385933</c:v>
                </c:pt>
                <c:pt idx="22">
                  <c:v>0.51448099202385933</c:v>
                </c:pt>
                <c:pt idx="23">
                  <c:v>0.51448099202385933</c:v>
                </c:pt>
                <c:pt idx="24">
                  <c:v>0.51448099202385933</c:v>
                </c:pt>
                <c:pt idx="25">
                  <c:v>0.51448099202385933</c:v>
                </c:pt>
                <c:pt idx="26">
                  <c:v>0.50689648547957433</c:v>
                </c:pt>
                <c:pt idx="27">
                  <c:v>0.50689648547957433</c:v>
                </c:pt>
                <c:pt idx="28">
                  <c:v>0.50689648547957433</c:v>
                </c:pt>
                <c:pt idx="29">
                  <c:v>0.50689648547957433</c:v>
                </c:pt>
                <c:pt idx="30">
                  <c:v>0.49756393271702015</c:v>
                </c:pt>
                <c:pt idx="31">
                  <c:v>0.49756393271702015</c:v>
                </c:pt>
                <c:pt idx="32">
                  <c:v>0.49756393271702015</c:v>
                </c:pt>
                <c:pt idx="33">
                  <c:v>0.49756393271702015</c:v>
                </c:pt>
                <c:pt idx="34">
                  <c:v>0.48774299876083471</c:v>
                </c:pt>
                <c:pt idx="35">
                  <c:v>0.48774299876083471</c:v>
                </c:pt>
                <c:pt idx="36">
                  <c:v>0.48774299876083471</c:v>
                </c:pt>
                <c:pt idx="37">
                  <c:v>0.48774299876083471</c:v>
                </c:pt>
                <c:pt idx="38">
                  <c:v>0.48774299876083471</c:v>
                </c:pt>
                <c:pt idx="39">
                  <c:v>0.47818775028542876</c:v>
                </c:pt>
                <c:pt idx="40">
                  <c:v>0.47818775028542876</c:v>
                </c:pt>
                <c:pt idx="41">
                  <c:v>0.47818775028542876</c:v>
                </c:pt>
                <c:pt idx="42">
                  <c:v>0.47818775028542876</c:v>
                </c:pt>
                <c:pt idx="43">
                  <c:v>0.46872578528279868</c:v>
                </c:pt>
                <c:pt idx="44">
                  <c:v>0.46872578528279868</c:v>
                </c:pt>
                <c:pt idx="45">
                  <c:v>0.46872578528279868</c:v>
                </c:pt>
                <c:pt idx="46">
                  <c:v>0.46872578528279868</c:v>
                </c:pt>
                <c:pt idx="47">
                  <c:v>0.46078933803165695</c:v>
                </c:pt>
                <c:pt idx="48">
                  <c:v>0.46078933803165695</c:v>
                </c:pt>
                <c:pt idx="49">
                  <c:v>0.46078933803165695</c:v>
                </c:pt>
                <c:pt idx="50">
                  <c:v>0.46078933803165695</c:v>
                </c:pt>
                <c:pt idx="51">
                  <c:v>0.46078933803165695</c:v>
                </c:pt>
                <c:pt idx="52">
                  <c:v>0.44979102680569383</c:v>
                </c:pt>
                <c:pt idx="53">
                  <c:v>0.44979102680569383</c:v>
                </c:pt>
                <c:pt idx="54">
                  <c:v>0.44979102680569383</c:v>
                </c:pt>
                <c:pt idx="55">
                  <c:v>0.44979102680569383</c:v>
                </c:pt>
                <c:pt idx="56">
                  <c:v>0.43570686257754676</c:v>
                </c:pt>
                <c:pt idx="57">
                  <c:v>0.43570686257754676</c:v>
                </c:pt>
                <c:pt idx="58">
                  <c:v>0.43570686257754676</c:v>
                </c:pt>
                <c:pt idx="59">
                  <c:v>0.43570686257754676</c:v>
                </c:pt>
                <c:pt idx="60">
                  <c:v>0.42320746464144116</c:v>
                </c:pt>
                <c:pt idx="61">
                  <c:v>0.42320746464144116</c:v>
                </c:pt>
                <c:pt idx="62">
                  <c:v>0.42320746464144116</c:v>
                </c:pt>
                <c:pt idx="63">
                  <c:v>0.42320746464144116</c:v>
                </c:pt>
                <c:pt idx="64">
                  <c:v>0.42320746464144116</c:v>
                </c:pt>
                <c:pt idx="65">
                  <c:v>0.41148047375609265</c:v>
                </c:pt>
                <c:pt idx="66">
                  <c:v>0.41148047375609265</c:v>
                </c:pt>
                <c:pt idx="67">
                  <c:v>0.41148047375609265</c:v>
                </c:pt>
                <c:pt idx="68">
                  <c:v>0.41148047375609265</c:v>
                </c:pt>
                <c:pt idx="69">
                  <c:v>0.40081024383657665</c:v>
                </c:pt>
                <c:pt idx="70">
                  <c:v>0.40081024383657665</c:v>
                </c:pt>
                <c:pt idx="71">
                  <c:v>0.40081024383657665</c:v>
                </c:pt>
                <c:pt idx="72">
                  <c:v>0.40081024383657665</c:v>
                </c:pt>
                <c:pt idx="73">
                  <c:v>0.40081024383657665</c:v>
                </c:pt>
                <c:pt idx="74">
                  <c:v>0.38507237806178235</c:v>
                </c:pt>
                <c:pt idx="75">
                  <c:v>0.38507237806178235</c:v>
                </c:pt>
                <c:pt idx="76">
                  <c:v>0.38507237806178235</c:v>
                </c:pt>
                <c:pt idx="77">
                  <c:v>0.38507237806178235</c:v>
                </c:pt>
                <c:pt idx="78">
                  <c:v>0.37294614808842375</c:v>
                </c:pt>
                <c:pt idx="79">
                  <c:v>0.37294614808842375</c:v>
                </c:pt>
                <c:pt idx="80">
                  <c:v>0.37294614808842375</c:v>
                </c:pt>
                <c:pt idx="81">
                  <c:v>0.37294614808842375</c:v>
                </c:pt>
                <c:pt idx="82">
                  <c:v>0.35871199199825965</c:v>
                </c:pt>
                <c:pt idx="83">
                  <c:v>0.35871199199825965</c:v>
                </c:pt>
                <c:pt idx="84">
                  <c:v>0.35871199199825965</c:v>
                </c:pt>
                <c:pt idx="85">
                  <c:v>0.35871199199825965</c:v>
                </c:pt>
                <c:pt idx="86">
                  <c:v>0.35871199199825965</c:v>
                </c:pt>
                <c:pt idx="87">
                  <c:v>0.34649424436027532</c:v>
                </c:pt>
                <c:pt idx="88">
                  <c:v>0.34649424436027532</c:v>
                </c:pt>
                <c:pt idx="89">
                  <c:v>0.34649424436027532</c:v>
                </c:pt>
                <c:pt idx="90">
                  <c:v>0.34649424436027532</c:v>
                </c:pt>
                <c:pt idx="91">
                  <c:v>0.33184587601897486</c:v>
                </c:pt>
                <c:pt idx="92">
                  <c:v>0.33184587601897486</c:v>
                </c:pt>
                <c:pt idx="93">
                  <c:v>0.33184587601897486</c:v>
                </c:pt>
                <c:pt idx="94">
                  <c:v>0.33184587601897486</c:v>
                </c:pt>
                <c:pt idx="95">
                  <c:v>0.31456277294828944</c:v>
                </c:pt>
                <c:pt idx="96">
                  <c:v>0.31456277294828944</c:v>
                </c:pt>
                <c:pt idx="97">
                  <c:v>0.31456277294828944</c:v>
                </c:pt>
                <c:pt idx="98">
                  <c:v>0.31456277294828944</c:v>
                </c:pt>
                <c:pt idx="99">
                  <c:v>0.31456277294828944</c:v>
                </c:pt>
                <c:pt idx="100">
                  <c:v>0.30472539476777555</c:v>
                </c:pt>
                <c:pt idx="101">
                  <c:v>0.30472539476777555</c:v>
                </c:pt>
                <c:pt idx="102">
                  <c:v>0.30472539476777555</c:v>
                </c:pt>
                <c:pt idx="103">
                  <c:v>0.30472539476777555</c:v>
                </c:pt>
                <c:pt idx="104">
                  <c:v>0.29128451623904644</c:v>
                </c:pt>
                <c:pt idx="105">
                  <c:v>0.29128451623904644</c:v>
                </c:pt>
                <c:pt idx="106">
                  <c:v>0.29128451623904644</c:v>
                </c:pt>
                <c:pt idx="107">
                  <c:v>0.29128451623904644</c:v>
                </c:pt>
                <c:pt idx="108">
                  <c:v>0.29128451623904644</c:v>
                </c:pt>
                <c:pt idx="109">
                  <c:v>0.27807849695097897</c:v>
                </c:pt>
                <c:pt idx="110">
                  <c:v>0.27807849695097897</c:v>
                </c:pt>
                <c:pt idx="111">
                  <c:v>0.27807849695097897</c:v>
                </c:pt>
                <c:pt idx="112">
                  <c:v>0.27807849695097897</c:v>
                </c:pt>
                <c:pt idx="113">
                  <c:v>0.26292796013915876</c:v>
                </c:pt>
                <c:pt idx="114">
                  <c:v>0.26292796013915876</c:v>
                </c:pt>
                <c:pt idx="115">
                  <c:v>0.26292796013915876</c:v>
                </c:pt>
                <c:pt idx="116">
                  <c:v>0.26292796013915876</c:v>
                </c:pt>
                <c:pt idx="117">
                  <c:v>0.24848860116772839</c:v>
                </c:pt>
                <c:pt idx="118">
                  <c:v>0.24848860116772839</c:v>
                </c:pt>
                <c:pt idx="119">
                  <c:v>0.24848860116772839</c:v>
                </c:pt>
                <c:pt idx="120">
                  <c:v>0.24848860116772839</c:v>
                </c:pt>
                <c:pt idx="121">
                  <c:v>0.23577921258610923</c:v>
                </c:pt>
                <c:pt idx="122">
                  <c:v>0.23577921258610923</c:v>
                </c:pt>
                <c:pt idx="123">
                  <c:v>0.23577921258610923</c:v>
                </c:pt>
                <c:pt idx="124">
                  <c:v>0.23577921258610923</c:v>
                </c:pt>
                <c:pt idx="125">
                  <c:v>0.23577921258610923</c:v>
                </c:pt>
                <c:pt idx="126">
                  <c:v>0.22224142886571943</c:v>
                </c:pt>
                <c:pt idx="127">
                  <c:v>0.22224142886571943</c:v>
                </c:pt>
                <c:pt idx="128">
                  <c:v>0.22224142886571943</c:v>
                </c:pt>
                <c:pt idx="129">
                  <c:v>0.22224142886571943</c:v>
                </c:pt>
                <c:pt idx="130">
                  <c:v>0.210798858071544</c:v>
                </c:pt>
                <c:pt idx="131">
                  <c:v>0.210798858071544</c:v>
                </c:pt>
                <c:pt idx="132">
                  <c:v>0.210798858071544</c:v>
                </c:pt>
                <c:pt idx="133">
                  <c:v>0.210798858071544</c:v>
                </c:pt>
                <c:pt idx="134">
                  <c:v>0.19964672229879027</c:v>
                </c:pt>
                <c:pt idx="135">
                  <c:v>0.19964672229879027</c:v>
                </c:pt>
                <c:pt idx="136">
                  <c:v>0.19964672229879027</c:v>
                </c:pt>
                <c:pt idx="137">
                  <c:v>0.19964672229879027</c:v>
                </c:pt>
                <c:pt idx="138">
                  <c:v>0.19964672229879027</c:v>
                </c:pt>
                <c:pt idx="139">
                  <c:v>0.19125856762608923</c:v>
                </c:pt>
                <c:pt idx="140">
                  <c:v>0.19125856762608923</c:v>
                </c:pt>
                <c:pt idx="141">
                  <c:v>0.19125856762608923</c:v>
                </c:pt>
                <c:pt idx="142">
                  <c:v>0.19125856762608923</c:v>
                </c:pt>
                <c:pt idx="143">
                  <c:v>0.18465494663068971</c:v>
                </c:pt>
                <c:pt idx="144">
                  <c:v>0.18465494663068971</c:v>
                </c:pt>
                <c:pt idx="145">
                  <c:v>0.18465494663068971</c:v>
                </c:pt>
                <c:pt idx="146">
                  <c:v>0.18465494663068971</c:v>
                </c:pt>
                <c:pt idx="147">
                  <c:v>0.18465494663068971</c:v>
                </c:pt>
                <c:pt idx="148">
                  <c:v>0.17883453886377174</c:v>
                </c:pt>
                <c:pt idx="149">
                  <c:v>0.17883453886377174</c:v>
                </c:pt>
                <c:pt idx="150">
                  <c:v>0.17883453886377174</c:v>
                </c:pt>
                <c:pt idx="151">
                  <c:v>0.17883453886377174</c:v>
                </c:pt>
                <c:pt idx="152">
                  <c:v>0.17304694334456563</c:v>
                </c:pt>
                <c:pt idx="153">
                  <c:v>0.17304694334456563</c:v>
                </c:pt>
                <c:pt idx="154">
                  <c:v>0.17304694334456563</c:v>
                </c:pt>
                <c:pt idx="155">
                  <c:v>0.17304694334456563</c:v>
                </c:pt>
                <c:pt idx="156">
                  <c:v>0.16759693988889501</c:v>
                </c:pt>
                <c:pt idx="157">
                  <c:v>0.16759693988889501</c:v>
                </c:pt>
                <c:pt idx="158">
                  <c:v>0.16759693988889501</c:v>
                </c:pt>
                <c:pt idx="159">
                  <c:v>0.16759693988889501</c:v>
                </c:pt>
                <c:pt idx="160">
                  <c:v>0.16759693988889501</c:v>
                </c:pt>
                <c:pt idx="161">
                  <c:v>0.16289271949515696</c:v>
                </c:pt>
                <c:pt idx="162">
                  <c:v>0.16289271949515696</c:v>
                </c:pt>
                <c:pt idx="163">
                  <c:v>0.16289271949515696</c:v>
                </c:pt>
                <c:pt idx="164">
                  <c:v>0.16289271949515696</c:v>
                </c:pt>
                <c:pt idx="165">
                  <c:v>0.15916451584686789</c:v>
                </c:pt>
                <c:pt idx="166">
                  <c:v>0.15916451584686789</c:v>
                </c:pt>
                <c:pt idx="167">
                  <c:v>0.15916451584686789</c:v>
                </c:pt>
                <c:pt idx="168">
                  <c:v>0.15916451584686789</c:v>
                </c:pt>
                <c:pt idx="169">
                  <c:v>0.15484742317936076</c:v>
                </c:pt>
                <c:pt idx="170">
                  <c:v>0.15484742317936076</c:v>
                </c:pt>
                <c:pt idx="171">
                  <c:v>0.15484742317936076</c:v>
                </c:pt>
                <c:pt idx="172">
                  <c:v>0.15484742317936076</c:v>
                </c:pt>
                <c:pt idx="173">
                  <c:v>0.15068828465006784</c:v>
                </c:pt>
                <c:pt idx="174">
                  <c:v>0.15068828465006784</c:v>
                </c:pt>
                <c:pt idx="175">
                  <c:v>0.15068828465006784</c:v>
                </c:pt>
                <c:pt idx="176">
                  <c:v>0.15068828465006784</c:v>
                </c:pt>
                <c:pt idx="177">
                  <c:v>0.15068828465006784</c:v>
                </c:pt>
                <c:pt idx="178">
                  <c:v>0.14633606054432916</c:v>
                </c:pt>
                <c:pt idx="179">
                  <c:v>0.14633606054432916</c:v>
                </c:pt>
                <c:pt idx="180">
                  <c:v>0.14633606054432916</c:v>
                </c:pt>
                <c:pt idx="181">
                  <c:v>0.14633606054432916</c:v>
                </c:pt>
                <c:pt idx="182">
                  <c:v>0.14217128811914262</c:v>
                </c:pt>
                <c:pt idx="183">
                  <c:v>0.14217128811914262</c:v>
                </c:pt>
                <c:pt idx="184">
                  <c:v>0.14217128811914262</c:v>
                </c:pt>
                <c:pt idx="185">
                  <c:v>0.14217128811914262</c:v>
                </c:pt>
                <c:pt idx="186">
                  <c:v>0.14217128811914262</c:v>
                </c:pt>
                <c:pt idx="187">
                  <c:v>0.13726921649283416</c:v>
                </c:pt>
                <c:pt idx="188">
                  <c:v>0.13726921649283416</c:v>
                </c:pt>
                <c:pt idx="189">
                  <c:v>0.13726921649283416</c:v>
                </c:pt>
                <c:pt idx="190">
                  <c:v>0.13726921649283416</c:v>
                </c:pt>
                <c:pt idx="191">
                  <c:v>0.13290290240855962</c:v>
                </c:pt>
                <c:pt idx="192">
                  <c:v>0.13290290240855962</c:v>
                </c:pt>
                <c:pt idx="193">
                  <c:v>0.13290290240855962</c:v>
                </c:pt>
                <c:pt idx="194">
                  <c:v>0.13290290240855962</c:v>
                </c:pt>
                <c:pt idx="195">
                  <c:v>0.12860098490544827</c:v>
                </c:pt>
                <c:pt idx="196">
                  <c:v>0.12860098490544827</c:v>
                </c:pt>
                <c:pt idx="197">
                  <c:v>0.12860098490544827</c:v>
                </c:pt>
                <c:pt idx="198">
                  <c:v>0.12860098490544827</c:v>
                </c:pt>
                <c:pt idx="199">
                  <c:v>0.12860098490544827</c:v>
                </c:pt>
                <c:pt idx="200">
                  <c:v>0.12465486337646373</c:v>
                </c:pt>
                <c:pt idx="201">
                  <c:v>0.12465486337646373</c:v>
                </c:pt>
                <c:pt idx="202">
                  <c:v>0.12465486337646373</c:v>
                </c:pt>
                <c:pt idx="203">
                  <c:v>0.12465486337646373</c:v>
                </c:pt>
                <c:pt idx="204">
                  <c:v>0.12139425827709796</c:v>
                </c:pt>
                <c:pt idx="205">
                  <c:v>0.12139425827709796</c:v>
                </c:pt>
                <c:pt idx="206">
                  <c:v>0.12139425827709796</c:v>
                </c:pt>
                <c:pt idx="207">
                  <c:v>0.12139425827709796</c:v>
                </c:pt>
                <c:pt idx="208">
                  <c:v>0.12139425827709796</c:v>
                </c:pt>
                <c:pt idx="209">
                  <c:v>0.11801270464106903</c:v>
                </c:pt>
                <c:pt idx="210">
                  <c:v>0.11801270464106903</c:v>
                </c:pt>
                <c:pt idx="211">
                  <c:v>0.11801270464106903</c:v>
                </c:pt>
                <c:pt idx="212">
                  <c:v>0.11801270464106903</c:v>
                </c:pt>
                <c:pt idx="213">
                  <c:v>0.11418005242057283</c:v>
                </c:pt>
                <c:pt idx="214">
                  <c:v>0.11418005242057283</c:v>
                </c:pt>
                <c:pt idx="215">
                  <c:v>0.11418005242057283</c:v>
                </c:pt>
                <c:pt idx="216">
                  <c:v>0.11418005242057283</c:v>
                </c:pt>
                <c:pt idx="217">
                  <c:v>0.11138179926193666</c:v>
                </c:pt>
                <c:pt idx="218">
                  <c:v>0.11138179926193666</c:v>
                </c:pt>
                <c:pt idx="219">
                  <c:v>0.11138179926193666</c:v>
                </c:pt>
                <c:pt idx="220">
                  <c:v>0.11138179926193666</c:v>
                </c:pt>
                <c:pt idx="221">
                  <c:v>0.10752283550041125</c:v>
                </c:pt>
                <c:pt idx="222">
                  <c:v>0.10752283550041125</c:v>
                </c:pt>
                <c:pt idx="223">
                  <c:v>0.10752283550041125</c:v>
                </c:pt>
                <c:pt idx="224">
                  <c:v>0.10752283550041125</c:v>
                </c:pt>
                <c:pt idx="225">
                  <c:v>0.10752283550041125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003072"/>
        <c:axId val="209997184"/>
      </c:lineChart>
      <c:dateAx>
        <c:axId val="2099937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9995264"/>
        <c:crosses val="autoZero"/>
        <c:auto val="1"/>
        <c:lblOffset val="100"/>
        <c:baseTimeUnit val="days"/>
        <c:majorUnit val="6"/>
        <c:majorTimeUnit val="months"/>
      </c:dateAx>
      <c:valAx>
        <c:axId val="209995264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out"/>
        <c:minorTickMark val="none"/>
        <c:tickLblPos val="nextTo"/>
        <c:crossAx val="209993728"/>
        <c:crosses val="autoZero"/>
        <c:crossBetween val="between"/>
        <c:dispUnits>
          <c:builtInUnit val="billions"/>
          <c:dispUnitsLbl>
            <c:layout/>
          </c:dispUnitsLbl>
        </c:dispUnits>
      </c:valAx>
      <c:valAx>
        <c:axId val="209997184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210003072"/>
        <c:crosses val="max"/>
        <c:crossBetween val="between"/>
      </c:valAx>
      <c:dateAx>
        <c:axId val="21000307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9997184"/>
        <c:crosses val="autoZero"/>
        <c:auto val="1"/>
        <c:lblOffset val="100"/>
        <c:baseTimeUnit val="days"/>
      </c:dateAx>
      <c:spPr>
        <a:ln>
          <a:solidFill>
            <a:schemeClr val="tx1"/>
          </a:solidFill>
        </a:ln>
      </c:spPr>
    </c:plotArea>
    <c:legend>
      <c:legendPos val="b"/>
      <c:legendEntry>
        <c:idx val="2"/>
        <c:delete val="1"/>
      </c:legendEntry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6"/>
          <c:order val="0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1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14048"/>
        <c:axId val="210115584"/>
      </c:lineChart>
      <c:dateAx>
        <c:axId val="210114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115584"/>
        <c:crosses val="autoZero"/>
        <c:auto val="1"/>
        <c:lblOffset val="100"/>
        <c:baseTimeUnit val="days"/>
        <c:majorUnit val="6"/>
        <c:majorTimeUnit val="months"/>
      </c:dateAx>
      <c:valAx>
        <c:axId val="2101155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011404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55008"/>
        <c:axId val="21015654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72160"/>
        <c:axId val="210170624"/>
      </c:lineChart>
      <c:dateAx>
        <c:axId val="2101550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156544"/>
        <c:crosses val="autoZero"/>
        <c:auto val="1"/>
        <c:lblOffset val="100"/>
        <c:baseTimeUnit val="days"/>
        <c:majorUnit val="6"/>
        <c:majorTimeUnit val="months"/>
      </c:dateAx>
      <c:valAx>
        <c:axId val="210156544"/>
        <c:scaling>
          <c:orientation val="minMax"/>
          <c:max val="1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0155008"/>
        <c:crosses val="autoZero"/>
        <c:crossBetween val="between"/>
      </c:valAx>
      <c:valAx>
        <c:axId val="21017062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210172160"/>
        <c:crosses val="max"/>
        <c:crossBetween val="between"/>
      </c:valAx>
      <c:dateAx>
        <c:axId val="2101721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17062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6273577440957497E-2"/>
          <c:y val="4.103239004183673E-2"/>
          <c:w val="0.82832390448197313"/>
          <c:h val="0.77048847154975197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738560"/>
        <c:axId val="210744448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752640"/>
        <c:axId val="210746368"/>
      </c:lineChart>
      <c:dateAx>
        <c:axId val="2107385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744448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1074444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b="1" i="0" baseline="0" dirty="0" smtClean="0">
                    <a:effectLst/>
                  </a:rPr>
                  <a:t>Pool Level Model</a:t>
                </a:r>
                <a:endParaRPr lang="en-US" sz="11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738560"/>
        <c:crosses val="autoZero"/>
        <c:crossBetween val="between"/>
      </c:valAx>
      <c:valAx>
        <c:axId val="21074636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 err="1" smtClean="0"/>
                  <a:t>Refi</a:t>
                </a:r>
                <a:r>
                  <a:rPr lang="en-US" sz="1100" dirty="0" smtClean="0"/>
                  <a:t> Index</a:t>
                </a:r>
                <a:endParaRPr lang="en-US" sz="11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752640"/>
        <c:crosses val="max"/>
        <c:crossBetween val="between"/>
      </c:valAx>
      <c:dateAx>
        <c:axId val="2107526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746368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1143387291413382"/>
          <c:y val="0.91154620165232969"/>
          <c:w val="0.57713225417173231"/>
          <c:h val="8.0654696581234336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14903309795535"/>
          <c:y val="5.1400554097404488E-2"/>
          <c:w val="0.79470010024988658"/>
          <c:h val="0.72112459900845727"/>
        </c:manualLayout>
      </c:layout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472960"/>
        <c:axId val="210474496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482688"/>
        <c:axId val="210476416"/>
      </c:lineChart>
      <c:dateAx>
        <c:axId val="2104729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474496"/>
        <c:crosses val="autoZero"/>
        <c:auto val="1"/>
        <c:lblOffset val="100"/>
        <c:baseTimeUnit val="days"/>
        <c:majorUnit val="6"/>
        <c:majorTimeUnit val="months"/>
      </c:dateAx>
      <c:valAx>
        <c:axId val="210474496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472960"/>
        <c:crosses val="autoZero"/>
        <c:crossBetween val="between"/>
        <c:majorUnit val="0.2"/>
      </c:valAx>
      <c:valAx>
        <c:axId val="21047641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482688"/>
        <c:crosses val="max"/>
        <c:crossBetween val="between"/>
      </c:valAx>
      <c:dateAx>
        <c:axId val="2104826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47641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514688"/>
        <c:axId val="21051622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524416"/>
        <c:axId val="210522496"/>
      </c:lineChart>
      <c:dateAx>
        <c:axId val="2105146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516224"/>
        <c:crosses val="autoZero"/>
        <c:auto val="1"/>
        <c:lblOffset val="100"/>
        <c:baseTimeUnit val="days"/>
        <c:majorUnit val="6"/>
        <c:majorTimeUnit val="months"/>
      </c:dateAx>
      <c:valAx>
        <c:axId val="21051622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514688"/>
        <c:crosses val="autoZero"/>
        <c:crossBetween val="between"/>
        <c:majorUnit val="0.2"/>
      </c:valAx>
      <c:valAx>
        <c:axId val="21052249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524416"/>
        <c:crosses val="max"/>
        <c:crossBetween val="between"/>
      </c:valAx>
      <c:dateAx>
        <c:axId val="21052441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52249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606336"/>
        <c:axId val="21082931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33408"/>
        <c:axId val="210831232"/>
      </c:lineChart>
      <c:dateAx>
        <c:axId val="2106063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829312"/>
        <c:crosses val="autoZero"/>
        <c:auto val="1"/>
        <c:lblOffset val="100"/>
        <c:baseTimeUnit val="days"/>
        <c:majorUnit val="6"/>
        <c:majorTimeUnit val="months"/>
      </c:dateAx>
      <c:valAx>
        <c:axId val="21082931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606336"/>
        <c:crosses val="autoZero"/>
        <c:crossBetween val="between"/>
        <c:majorUnit val="0.2"/>
      </c:valAx>
      <c:valAx>
        <c:axId val="21083123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833408"/>
        <c:crosses val="max"/>
        <c:crossBetween val="between"/>
      </c:valAx>
      <c:dateAx>
        <c:axId val="21083340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831232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74912"/>
        <c:axId val="21117644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92832"/>
        <c:axId val="211190912"/>
      </c:lineChart>
      <c:dateAx>
        <c:axId val="21117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176448"/>
        <c:crosses val="autoZero"/>
        <c:auto val="1"/>
        <c:lblOffset val="100"/>
        <c:baseTimeUnit val="days"/>
        <c:majorUnit val="6"/>
        <c:majorTimeUnit val="months"/>
      </c:dateAx>
      <c:valAx>
        <c:axId val="21117644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174912"/>
        <c:crosses val="autoZero"/>
        <c:crossBetween val="between"/>
        <c:majorUnit val="0.2"/>
      </c:valAx>
      <c:valAx>
        <c:axId val="21119091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192832"/>
        <c:crosses val="max"/>
        <c:crossBetween val="between"/>
      </c:valAx>
      <c:dateAx>
        <c:axId val="21119283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190912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6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40832"/>
        <c:axId val="21124236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71040"/>
        <c:axId val="211269120"/>
      </c:lineChart>
      <c:dateAx>
        <c:axId val="2112408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242368"/>
        <c:crosses val="autoZero"/>
        <c:auto val="1"/>
        <c:lblOffset val="100"/>
        <c:baseTimeUnit val="days"/>
        <c:majorUnit val="6"/>
        <c:majorTimeUnit val="months"/>
      </c:dateAx>
      <c:valAx>
        <c:axId val="21124236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240832"/>
        <c:crosses val="autoZero"/>
        <c:crossBetween val="between"/>
        <c:majorUnit val="0.2"/>
      </c:valAx>
      <c:valAx>
        <c:axId val="21126912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271040"/>
        <c:crosses val="max"/>
        <c:crossBetween val="between"/>
      </c:valAx>
      <c:dateAx>
        <c:axId val="2112710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269120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57344"/>
        <c:axId val="211285120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54752"/>
        <c:axId val="211287040"/>
      </c:lineChart>
      <c:dateAx>
        <c:axId val="2108573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285120"/>
        <c:crosses val="autoZero"/>
        <c:auto val="1"/>
        <c:lblOffset val="100"/>
        <c:baseTimeUnit val="days"/>
        <c:majorUnit val="6"/>
        <c:majorTimeUnit val="months"/>
      </c:dateAx>
      <c:valAx>
        <c:axId val="211285120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857344"/>
        <c:crosses val="autoZero"/>
        <c:crossBetween val="between"/>
        <c:majorUnit val="0.2"/>
      </c:valAx>
      <c:valAx>
        <c:axId val="21128704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354752"/>
        <c:crosses val="max"/>
        <c:crossBetween val="between"/>
      </c:valAx>
      <c:dateAx>
        <c:axId val="2113547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287040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'Current Paying PMI'!$O$2</c:f>
              <c:strCache>
                <c:ptCount val="1"/>
                <c:pt idx="0">
                  <c:v>Diff(New-HARP)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PMI'!$O$3:$O$227</c:f>
              <c:numCache>
                <c:formatCode>0%</c:formatCode>
                <c:ptCount val="225"/>
                <c:pt idx="0">
                  <c:v>9.3495241385430083E-3</c:v>
                </c:pt>
                <c:pt idx="1">
                  <c:v>9.7764953835769997E-3</c:v>
                </c:pt>
                <c:pt idx="2">
                  <c:v>1.0318153007277009E-2</c:v>
                </c:pt>
                <c:pt idx="3">
                  <c:v>9.3339138419399892E-3</c:v>
                </c:pt>
                <c:pt idx="4">
                  <c:v>8.475346466158995E-3</c:v>
                </c:pt>
                <c:pt idx="5">
                  <c:v>9.2530243339870033E-3</c:v>
                </c:pt>
                <c:pt idx="6">
                  <c:v>7.5123916485980158E-3</c:v>
                </c:pt>
                <c:pt idx="7">
                  <c:v>8.4254797116330438E-3</c:v>
                </c:pt>
                <c:pt idx="8">
                  <c:v>7.2636580526129757E-3</c:v>
                </c:pt>
                <c:pt idx="9">
                  <c:v>7.2671544618709838E-3</c:v>
                </c:pt>
                <c:pt idx="10">
                  <c:v>8.5764331301529939E-3</c:v>
                </c:pt>
                <c:pt idx="11">
                  <c:v>8.3215869708520018E-3</c:v>
                </c:pt>
                <c:pt idx="12">
                  <c:v>7.5233280501109667E-3</c:v>
                </c:pt>
                <c:pt idx="13">
                  <c:v>7.3718362209940214E-3</c:v>
                </c:pt>
                <c:pt idx="14">
                  <c:v>7.3236168429789972E-3</c:v>
                </c:pt>
                <c:pt idx="15">
                  <c:v>8.9599073183029843E-3</c:v>
                </c:pt>
                <c:pt idx="16">
                  <c:v>9.1440288694429883E-3</c:v>
                </c:pt>
                <c:pt idx="17">
                  <c:v>1.0089053710369E-2</c:v>
                </c:pt>
                <c:pt idx="18">
                  <c:v>1.1604541103639954E-2</c:v>
                </c:pt>
                <c:pt idx="19">
                  <c:v>1.1736471472792998E-2</c:v>
                </c:pt>
                <c:pt idx="20">
                  <c:v>1.2194486948020999E-2</c:v>
                </c:pt>
                <c:pt idx="21">
                  <c:v>1.4666242077077007E-2</c:v>
                </c:pt>
                <c:pt idx="22">
                  <c:v>1.4801730708252026E-2</c:v>
                </c:pt>
                <c:pt idx="23">
                  <c:v>1.4719262800910016E-2</c:v>
                </c:pt>
                <c:pt idx="24">
                  <c:v>1.4666242077077007E-2</c:v>
                </c:pt>
                <c:pt idx="25">
                  <c:v>1.4604701783771989E-2</c:v>
                </c:pt>
                <c:pt idx="26">
                  <c:v>1.3429700826978974E-2</c:v>
                </c:pt>
                <c:pt idx="27">
                  <c:v>1.5049871557931971E-2</c:v>
                </c:pt>
                <c:pt idx="28">
                  <c:v>1.5205300219296003E-2</c:v>
                </c:pt>
                <c:pt idx="29">
                  <c:v>1.3799936595487006E-2</c:v>
                </c:pt>
                <c:pt idx="30">
                  <c:v>1.7408259272822968E-2</c:v>
                </c:pt>
                <c:pt idx="31">
                  <c:v>1.8418134978159029E-2</c:v>
                </c:pt>
                <c:pt idx="32">
                  <c:v>1.9647746254231047E-2</c:v>
                </c:pt>
                <c:pt idx="33">
                  <c:v>1.7430095710167959E-2</c:v>
                </c:pt>
                <c:pt idx="34">
                  <c:v>1.8215036501237014E-2</c:v>
                </c:pt>
                <c:pt idx="35">
                  <c:v>2.0206441572086065E-2</c:v>
                </c:pt>
                <c:pt idx="36">
                  <c:v>1.9247265884268949E-2</c:v>
                </c:pt>
                <c:pt idx="37">
                  <c:v>1.9247265884268949E-2</c:v>
                </c:pt>
                <c:pt idx="38">
                  <c:v>2.0028947162988975E-2</c:v>
                </c:pt>
                <c:pt idx="39">
                  <c:v>1.8573776239296014E-2</c:v>
                </c:pt>
                <c:pt idx="40">
                  <c:v>1.9709494658493032E-2</c:v>
                </c:pt>
                <c:pt idx="41">
                  <c:v>1.9647685019433037E-2</c:v>
                </c:pt>
                <c:pt idx="42">
                  <c:v>1.9293741162645039E-2</c:v>
                </c:pt>
                <c:pt idx="43">
                  <c:v>1.8904364698372089E-2</c:v>
                </c:pt>
                <c:pt idx="44">
                  <c:v>1.8929213469001005E-2</c:v>
                </c:pt>
                <c:pt idx="45">
                  <c:v>1.8904364698372089E-2</c:v>
                </c:pt>
                <c:pt idx="46">
                  <c:v>1.7936046178664955E-2</c:v>
                </c:pt>
                <c:pt idx="47">
                  <c:v>1.8382652160383928E-2</c:v>
                </c:pt>
                <c:pt idx="48">
                  <c:v>1.8408175809995986E-2</c:v>
                </c:pt>
                <c:pt idx="49">
                  <c:v>1.7583763647146977E-2</c:v>
                </c:pt>
                <c:pt idx="50">
                  <c:v>1.8559332718324995E-2</c:v>
                </c:pt>
                <c:pt idx="51">
                  <c:v>1.7981692797587101E-2</c:v>
                </c:pt>
                <c:pt idx="52">
                  <c:v>1.8600258976843032E-2</c:v>
                </c:pt>
                <c:pt idx="53">
                  <c:v>1.8665984509633082E-2</c:v>
                </c:pt>
                <c:pt idx="54">
                  <c:v>1.8547178324596958E-2</c:v>
                </c:pt>
                <c:pt idx="55">
                  <c:v>1.7308349356765951E-2</c:v>
                </c:pt>
                <c:pt idx="56">
                  <c:v>1.8243782482877058E-2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1.693489903586598E-2</c:v>
                </c:pt>
                <c:pt idx="60">
                  <c:v>1.8326113974864944E-2</c:v>
                </c:pt>
                <c:pt idx="61">
                  <c:v>1.7934817450554918E-2</c:v>
                </c:pt>
                <c:pt idx="62">
                  <c:v>1.7797705219311011E-2</c:v>
                </c:pt>
                <c:pt idx="63">
                  <c:v>1.5990790065342986E-2</c:v>
                </c:pt>
                <c:pt idx="64">
                  <c:v>1.746434616697301E-2</c:v>
                </c:pt>
                <c:pt idx="65">
                  <c:v>1.9564630295097918E-2</c:v>
                </c:pt>
                <c:pt idx="66">
                  <c:v>1.991736462615501E-2</c:v>
                </c:pt>
                <c:pt idx="67">
                  <c:v>2.1602036666818036E-2</c:v>
                </c:pt>
                <c:pt idx="68">
                  <c:v>1.991736462615501E-2</c:v>
                </c:pt>
                <c:pt idx="69">
                  <c:v>2.1714787323291018E-2</c:v>
                </c:pt>
                <c:pt idx="70">
                  <c:v>2.0728347991117002E-2</c:v>
                </c:pt>
                <c:pt idx="71">
                  <c:v>2.2740230821109986E-2</c:v>
                </c:pt>
                <c:pt idx="72">
                  <c:v>2.3102469259690062E-2</c:v>
                </c:pt>
                <c:pt idx="73">
                  <c:v>2.2230821022807934E-2</c:v>
                </c:pt>
                <c:pt idx="74">
                  <c:v>2.2843554143903044E-2</c:v>
                </c:pt>
                <c:pt idx="75">
                  <c:v>2.130927465103194E-2</c:v>
                </c:pt>
                <c:pt idx="76">
                  <c:v>2.2115915769991945E-2</c:v>
                </c:pt>
                <c:pt idx="77">
                  <c:v>2.2115915769991945E-2</c:v>
                </c:pt>
                <c:pt idx="78">
                  <c:v>2.2677880181799948E-2</c:v>
                </c:pt>
                <c:pt idx="79">
                  <c:v>2.3080661909188005E-2</c:v>
                </c:pt>
                <c:pt idx="80">
                  <c:v>2.1594538110413009E-2</c:v>
                </c:pt>
                <c:pt idx="81">
                  <c:v>2.1243881609642967E-2</c:v>
                </c:pt>
                <c:pt idx="82">
                  <c:v>2.3646964380398927E-2</c:v>
                </c:pt>
                <c:pt idx="83">
                  <c:v>2.3511077421998983E-2</c:v>
                </c:pt>
                <c:pt idx="84">
                  <c:v>2.1865379268423912E-2</c:v>
                </c:pt>
                <c:pt idx="85">
                  <c:v>2.3011168931345027E-2</c:v>
                </c:pt>
                <c:pt idx="86">
                  <c:v>2.3511077421998983E-2</c:v>
                </c:pt>
                <c:pt idx="87">
                  <c:v>2.3879648060012082E-2</c:v>
                </c:pt>
                <c:pt idx="88">
                  <c:v>2.2185781271320981E-2</c:v>
                </c:pt>
                <c:pt idx="89">
                  <c:v>2.1499852763206984E-2</c:v>
                </c:pt>
                <c:pt idx="90">
                  <c:v>2.2623213265619002E-2</c:v>
                </c:pt>
                <c:pt idx="91">
                  <c:v>2.2028660134635003E-2</c:v>
                </c:pt>
                <c:pt idx="92">
                  <c:v>2.323860005587397E-2</c:v>
                </c:pt>
                <c:pt idx="93">
                  <c:v>2.3045104413206952E-2</c:v>
                </c:pt>
                <c:pt idx="94">
                  <c:v>2.3281195485508999E-2</c:v>
                </c:pt>
                <c:pt idx="95">
                  <c:v>2.3045894514512999E-2</c:v>
                </c:pt>
                <c:pt idx="96">
                  <c:v>2.3116433002183912E-2</c:v>
                </c:pt>
                <c:pt idx="97">
                  <c:v>2.1940207735437034E-2</c:v>
                </c:pt>
                <c:pt idx="98">
                  <c:v>2.5474221239196959E-2</c:v>
                </c:pt>
                <c:pt idx="99">
                  <c:v>2.192245353908695E-2</c:v>
                </c:pt>
                <c:pt idx="100">
                  <c:v>2.2006042072019949E-2</c:v>
                </c:pt>
                <c:pt idx="101">
                  <c:v>2.5400728001473971E-2</c:v>
                </c:pt>
                <c:pt idx="102">
                  <c:v>2.2933742337526986E-2</c:v>
                </c:pt>
                <c:pt idx="103">
                  <c:v>2.2159728908155985E-2</c:v>
                </c:pt>
                <c:pt idx="104">
                  <c:v>2.2334868622206017E-2</c:v>
                </c:pt>
                <c:pt idx="105">
                  <c:v>2.3285771323386051E-2</c:v>
                </c:pt>
                <c:pt idx="106">
                  <c:v>2.3012611082431023E-2</c:v>
                </c:pt>
                <c:pt idx="107">
                  <c:v>2.395908768709798E-2</c:v>
                </c:pt>
                <c:pt idx="108">
                  <c:v>2.182584852505598E-2</c:v>
                </c:pt>
                <c:pt idx="109">
                  <c:v>2.3138061689571998E-2</c:v>
                </c:pt>
                <c:pt idx="110">
                  <c:v>2.3138061689571998E-2</c:v>
                </c:pt>
                <c:pt idx="111">
                  <c:v>2.1574399682273038E-2</c:v>
                </c:pt>
                <c:pt idx="112">
                  <c:v>2.2049529166050075E-2</c:v>
                </c:pt>
                <c:pt idx="113">
                  <c:v>2.1712951748458997E-2</c:v>
                </c:pt>
                <c:pt idx="114">
                  <c:v>2.1006711837945002E-2</c:v>
                </c:pt>
                <c:pt idx="115">
                  <c:v>2.2718223243017976E-2</c:v>
                </c:pt>
                <c:pt idx="116">
                  <c:v>2.1336673395858985E-2</c:v>
                </c:pt>
                <c:pt idx="117">
                  <c:v>2.3934707665684951E-2</c:v>
                </c:pt>
                <c:pt idx="118">
                  <c:v>2.3885746565118993E-2</c:v>
                </c:pt>
                <c:pt idx="119">
                  <c:v>2.4636886181579998E-2</c:v>
                </c:pt>
                <c:pt idx="120">
                  <c:v>2.5954770465140942E-2</c:v>
                </c:pt>
                <c:pt idx="121">
                  <c:v>2.7387624846188063E-2</c:v>
                </c:pt>
                <c:pt idx="122">
                  <c:v>2.7396846707897993E-2</c:v>
                </c:pt>
                <c:pt idx="123">
                  <c:v>2.4356249349563042E-2</c:v>
                </c:pt>
                <c:pt idx="124">
                  <c:v>2.4748707436991979E-2</c:v>
                </c:pt>
                <c:pt idx="125">
                  <c:v>2.3721983966421001E-2</c:v>
                </c:pt>
                <c:pt idx="126">
                  <c:v>2.4015035680918007E-2</c:v>
                </c:pt>
                <c:pt idx="127">
                  <c:v>2.4586657410025969E-2</c:v>
                </c:pt>
                <c:pt idx="128">
                  <c:v>2.5020140115835976E-2</c:v>
                </c:pt>
                <c:pt idx="129">
                  <c:v>2.448780499499198E-2</c:v>
                </c:pt>
                <c:pt idx="130">
                  <c:v>2.5234444143474033E-2</c:v>
                </c:pt>
                <c:pt idx="131">
                  <c:v>2.3436581748615015E-2</c:v>
                </c:pt>
                <c:pt idx="132">
                  <c:v>2.4698216777366E-2</c:v>
                </c:pt>
                <c:pt idx="133">
                  <c:v>2.5923790087743037E-2</c:v>
                </c:pt>
                <c:pt idx="134">
                  <c:v>2.5579483137793013E-2</c:v>
                </c:pt>
                <c:pt idx="135">
                  <c:v>2.5253844188383001E-2</c:v>
                </c:pt>
                <c:pt idx="136">
                  <c:v>2.5253844188383001E-2</c:v>
                </c:pt>
                <c:pt idx="137">
                  <c:v>2.2354680914343006E-2</c:v>
                </c:pt>
                <c:pt idx="138">
                  <c:v>2.3237239610985033E-2</c:v>
                </c:pt>
                <c:pt idx="139">
                  <c:v>2.2833508159864985E-2</c:v>
                </c:pt>
                <c:pt idx="140">
                  <c:v>2.2826442408018011E-2</c:v>
                </c:pt>
                <c:pt idx="141">
                  <c:v>2.3657600623909009E-2</c:v>
                </c:pt>
                <c:pt idx="142">
                  <c:v>2.4411442429122021E-2</c:v>
                </c:pt>
                <c:pt idx="143">
                  <c:v>2.4521120670748964E-2</c:v>
                </c:pt>
                <c:pt idx="144">
                  <c:v>2.4364301177299985E-2</c:v>
                </c:pt>
                <c:pt idx="145">
                  <c:v>2.4726941736278041E-2</c:v>
                </c:pt>
                <c:pt idx="146">
                  <c:v>2.442832455333499E-2</c:v>
                </c:pt>
                <c:pt idx="147">
                  <c:v>2.5445593911785969E-2</c:v>
                </c:pt>
                <c:pt idx="148">
                  <c:v>2.4544578239795001E-2</c:v>
                </c:pt>
                <c:pt idx="149">
                  <c:v>2.4962760610098E-2</c:v>
                </c:pt>
                <c:pt idx="150">
                  <c:v>2.4443345160808039E-2</c:v>
                </c:pt>
                <c:pt idx="151">
                  <c:v>2.4714769010983018E-2</c:v>
                </c:pt>
                <c:pt idx="152">
                  <c:v>2.4132577762210977E-2</c:v>
                </c:pt>
                <c:pt idx="153">
                  <c:v>2.3910182191404006E-2</c:v>
                </c:pt>
                <c:pt idx="154">
                  <c:v>2.0677936525821006E-2</c:v>
                </c:pt>
                <c:pt idx="155">
                  <c:v>2.0405939315742999E-2</c:v>
                </c:pt>
                <c:pt idx="156">
                  <c:v>1.9012181649803006E-2</c:v>
                </c:pt>
                <c:pt idx="157">
                  <c:v>2.1725041379872995E-2</c:v>
                </c:pt>
                <c:pt idx="158">
                  <c:v>2.385631641094299E-2</c:v>
                </c:pt>
                <c:pt idx="159">
                  <c:v>2.4133376864509004E-2</c:v>
                </c:pt>
                <c:pt idx="160">
                  <c:v>2.3490582878840982E-2</c:v>
                </c:pt>
                <c:pt idx="161">
                  <c:v>2.3734404029613021E-2</c:v>
                </c:pt>
                <c:pt idx="162">
                  <c:v>2.4015377742685973E-2</c:v>
                </c:pt>
                <c:pt idx="163">
                  <c:v>2.4006639656241002E-2</c:v>
                </c:pt>
                <c:pt idx="164">
                  <c:v>2.2864760551051022E-2</c:v>
                </c:pt>
                <c:pt idx="165">
                  <c:v>2.4163207379861051E-2</c:v>
                </c:pt>
                <c:pt idx="166">
                  <c:v>2.4001956463504004E-2</c:v>
                </c:pt>
                <c:pt idx="167">
                  <c:v>2.4129946993109996E-2</c:v>
                </c:pt>
                <c:pt idx="168">
                  <c:v>2.2717125856637987E-2</c:v>
                </c:pt>
                <c:pt idx="169">
                  <c:v>2.4922595095405009E-2</c:v>
                </c:pt>
                <c:pt idx="170">
                  <c:v>2.5262059710907003E-2</c:v>
                </c:pt>
                <c:pt idx="171">
                  <c:v>2.5789543754646038E-2</c:v>
                </c:pt>
                <c:pt idx="172">
                  <c:v>2.5282717803924992E-2</c:v>
                </c:pt>
                <c:pt idx="173">
                  <c:v>2.7081223449143044E-2</c:v>
                </c:pt>
                <c:pt idx="174">
                  <c:v>2.9228013361092986E-2</c:v>
                </c:pt>
                <c:pt idx="175">
                  <c:v>2.9583398933585969E-2</c:v>
                </c:pt>
                <c:pt idx="176">
                  <c:v>3.0650699740589982E-2</c:v>
                </c:pt>
                <c:pt idx="177">
                  <c:v>3.189345616816297E-2</c:v>
                </c:pt>
                <c:pt idx="178">
                  <c:v>3.5124617247681011E-2</c:v>
                </c:pt>
                <c:pt idx="179">
                  <c:v>3.1810678137463022E-2</c:v>
                </c:pt>
                <c:pt idx="180">
                  <c:v>3.2199345902175991E-2</c:v>
                </c:pt>
                <c:pt idx="181">
                  <c:v>3.5124617247681011E-2</c:v>
                </c:pt>
                <c:pt idx="182">
                  <c:v>4.0894418191104953E-2</c:v>
                </c:pt>
                <c:pt idx="183">
                  <c:v>3.3218408855878012E-2</c:v>
                </c:pt>
                <c:pt idx="184">
                  <c:v>3.560048076730099E-2</c:v>
                </c:pt>
                <c:pt idx="185">
                  <c:v>3.560048076730099E-2</c:v>
                </c:pt>
                <c:pt idx="186">
                  <c:v>3.6682465672604025E-2</c:v>
                </c:pt>
                <c:pt idx="187">
                  <c:v>3.4538022001328994E-2</c:v>
                </c:pt>
                <c:pt idx="188">
                  <c:v>3.7848045871507974E-2</c:v>
                </c:pt>
                <c:pt idx="189">
                  <c:v>4.311865390370101E-2</c:v>
                </c:pt>
                <c:pt idx="190">
                  <c:v>4.311865390370101E-2</c:v>
                </c:pt>
                <c:pt idx="191">
                  <c:v>4.4396531936435002E-2</c:v>
                </c:pt>
                <c:pt idx="192">
                  <c:v>4.3202912888349987E-2</c:v>
                </c:pt>
                <c:pt idx="193">
                  <c:v>3.3927986103489016E-2</c:v>
                </c:pt>
                <c:pt idx="194">
                  <c:v>3.4664119688267991E-2</c:v>
                </c:pt>
                <c:pt idx="195">
                  <c:v>3.6299018885005974E-2</c:v>
                </c:pt>
                <c:pt idx="196">
                  <c:v>4.320778348878801E-2</c:v>
                </c:pt>
                <c:pt idx="197">
                  <c:v>5.5767371436922009E-2</c:v>
                </c:pt>
                <c:pt idx="198">
                  <c:v>5.7854243434436015E-2</c:v>
                </c:pt>
                <c:pt idx="199">
                  <c:v>5.5119685426901988E-2</c:v>
                </c:pt>
                <c:pt idx="200">
                  <c:v>4.9176612529252983E-2</c:v>
                </c:pt>
                <c:pt idx="201">
                  <c:v>4.922814110974999E-2</c:v>
                </c:pt>
                <c:pt idx="202">
                  <c:v>5.4910159185180996E-2</c:v>
                </c:pt>
                <c:pt idx="203">
                  <c:v>5.5879986587148045E-2</c:v>
                </c:pt>
                <c:pt idx="204">
                  <c:v>6.0133306816469001E-2</c:v>
                </c:pt>
                <c:pt idx="205">
                  <c:v>5.7371946942211982E-2</c:v>
                </c:pt>
                <c:pt idx="206">
                  <c:v>6.5990729484909971E-2</c:v>
                </c:pt>
                <c:pt idx="207">
                  <c:v>6.5567374115548971E-2</c:v>
                </c:pt>
                <c:pt idx="208">
                  <c:v>6.0112688684925975E-2</c:v>
                </c:pt>
                <c:pt idx="209">
                  <c:v>6.9436754868894002E-2</c:v>
                </c:pt>
                <c:pt idx="210">
                  <c:v>7.7699256329745059E-2</c:v>
                </c:pt>
                <c:pt idx="211">
                  <c:v>7.6952677594411045E-2</c:v>
                </c:pt>
                <c:pt idx="212">
                  <c:v>7.7699256329745059E-2</c:v>
                </c:pt>
                <c:pt idx="213">
                  <c:v>7.8919066492824985E-2</c:v>
                </c:pt>
                <c:pt idx="214">
                  <c:v>7.8500810862844106E-2</c:v>
                </c:pt>
                <c:pt idx="215">
                  <c:v>6.8989937785272015E-2</c:v>
                </c:pt>
                <c:pt idx="216">
                  <c:v>6.7065716502306971E-2</c:v>
                </c:pt>
                <c:pt idx="217">
                  <c:v>6.9638092828048004E-2</c:v>
                </c:pt>
                <c:pt idx="218">
                  <c:v>6.058929716573902E-2</c:v>
                </c:pt>
                <c:pt idx="219">
                  <c:v>6.8121076713101969E-2</c:v>
                </c:pt>
                <c:pt idx="220">
                  <c:v>7.8989527008370031E-2</c:v>
                </c:pt>
                <c:pt idx="221">
                  <c:v>7.8781843340151037E-2</c:v>
                </c:pt>
                <c:pt idx="222">
                  <c:v>7.9865453436108957E-2</c:v>
                </c:pt>
                <c:pt idx="223">
                  <c:v>7.8117664757740013E-2</c:v>
                </c:pt>
                <c:pt idx="224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0991744"/>
        <c:axId val="210989824"/>
      </c:barChart>
      <c:lineChart>
        <c:grouping val="standard"/>
        <c:varyColors val="0"/>
        <c:ser>
          <c:idx val="0"/>
          <c:order val="0"/>
          <c:tx>
            <c:strRef>
              <c:f>'Current Paying PMI'!$L$2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PMI'!$L$3:$L$227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'Current Paying PMI'!$M$2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6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PMI'!$M$3:$M$227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'Current Paying PMI'!$N$2</c:f>
              <c:strCache>
                <c:ptCount val="1"/>
                <c:pt idx="0">
                  <c:v>Currnet PMI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PMI'!$N$3:$N$227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969728"/>
        <c:axId val="210971264"/>
      </c:lineChart>
      <c:dateAx>
        <c:axId val="2109697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971264"/>
        <c:crosses val="autoZero"/>
        <c:auto val="1"/>
        <c:lblOffset val="100"/>
        <c:baseTimeUnit val="days"/>
        <c:majorUnit val="6"/>
        <c:majorTimeUnit val="months"/>
      </c:dateAx>
      <c:valAx>
        <c:axId val="2109712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969728"/>
        <c:crosses val="autoZero"/>
        <c:crossBetween val="between"/>
      </c:valAx>
      <c:valAx>
        <c:axId val="21098982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991744"/>
        <c:crosses val="max"/>
        <c:crossBetween val="between"/>
      </c:valAx>
      <c:dateAx>
        <c:axId val="2109917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98982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4"/>
          <c:order val="4"/>
          <c:tx>
            <c:strRef>
              <c:f>'Pre 2005'!$F$2</c:f>
              <c:strCache>
                <c:ptCount val="1"/>
                <c:pt idx="0">
                  <c:v>Diff(Pre2005,Current PMI)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2005'!$F$3:$F$227</c:f>
              <c:numCache>
                <c:formatCode>0%</c:formatCode>
                <c:ptCount val="225"/>
                <c:pt idx="0">
                  <c:v>4.9488456440996975E-2</c:v>
                </c:pt>
                <c:pt idx="1">
                  <c:v>5.0529009845269979E-2</c:v>
                </c:pt>
                <c:pt idx="2">
                  <c:v>5.0546699661463024E-2</c:v>
                </c:pt>
                <c:pt idx="3">
                  <c:v>4.8767644715451031E-2</c:v>
                </c:pt>
                <c:pt idx="4">
                  <c:v>3.7274322494333989E-2</c:v>
                </c:pt>
                <c:pt idx="5">
                  <c:v>-4.9719580842720323E-3</c:v>
                </c:pt>
                <c:pt idx="6">
                  <c:v>5.0476470251930028E-3</c:v>
                </c:pt>
                <c:pt idx="7">
                  <c:v>3.2825350518134955E-2</c:v>
                </c:pt>
                <c:pt idx="8">
                  <c:v>3.6813860082698047E-2</c:v>
                </c:pt>
                <c:pt idx="9">
                  <c:v>3.5950712025775045E-2</c:v>
                </c:pt>
                <c:pt idx="10">
                  <c:v>5.1589604250593002E-2</c:v>
                </c:pt>
                <c:pt idx="11">
                  <c:v>5.0290414917454007E-2</c:v>
                </c:pt>
                <c:pt idx="12">
                  <c:v>3.721530510323301E-2</c:v>
                </c:pt>
                <c:pt idx="13">
                  <c:v>3.7457763566616009E-2</c:v>
                </c:pt>
                <c:pt idx="14">
                  <c:v>3.6257887269480982E-2</c:v>
                </c:pt>
                <c:pt idx="15">
                  <c:v>5.1072383269261001E-2</c:v>
                </c:pt>
                <c:pt idx="16">
                  <c:v>5.2243683774188032E-2</c:v>
                </c:pt>
                <c:pt idx="17">
                  <c:v>5.3984413383515006E-2</c:v>
                </c:pt>
                <c:pt idx="18">
                  <c:v>5.8039897980984023E-2</c:v>
                </c:pt>
                <c:pt idx="19">
                  <c:v>6.1849900700826965E-2</c:v>
                </c:pt>
                <c:pt idx="20">
                  <c:v>6.2394039017361014E-2</c:v>
                </c:pt>
                <c:pt idx="21">
                  <c:v>6.6510290528073002E-2</c:v>
                </c:pt>
                <c:pt idx="22">
                  <c:v>6.4573996342679019E-2</c:v>
                </c:pt>
                <c:pt idx="23">
                  <c:v>6.4567263438161937E-2</c:v>
                </c:pt>
                <c:pt idx="24">
                  <c:v>6.6510290528073002E-2</c:v>
                </c:pt>
                <c:pt idx="25">
                  <c:v>6.4624827880668034E-2</c:v>
                </c:pt>
                <c:pt idx="26">
                  <c:v>6.3195305185586026E-2</c:v>
                </c:pt>
                <c:pt idx="27">
                  <c:v>6.5126800513053029E-2</c:v>
                </c:pt>
                <c:pt idx="28">
                  <c:v>6.7079509913499979E-2</c:v>
                </c:pt>
                <c:pt idx="29">
                  <c:v>6.5537296441114057E-2</c:v>
                </c:pt>
                <c:pt idx="30">
                  <c:v>6.3591139526474993E-2</c:v>
                </c:pt>
                <c:pt idx="31">
                  <c:v>5.2057630346825978E-2</c:v>
                </c:pt>
                <c:pt idx="32">
                  <c:v>3.8951638571517955E-2</c:v>
                </c:pt>
                <c:pt idx="33">
                  <c:v>4.5294805526842064E-2</c:v>
                </c:pt>
                <c:pt idx="34">
                  <c:v>4.6220894550596969E-2</c:v>
                </c:pt>
                <c:pt idx="35">
                  <c:v>3.6878644744590017E-2</c:v>
                </c:pt>
                <c:pt idx="36">
                  <c:v>3.6785544229373968E-2</c:v>
                </c:pt>
                <c:pt idx="37">
                  <c:v>3.6785544229373968E-2</c:v>
                </c:pt>
                <c:pt idx="38">
                  <c:v>2.9693556256539022E-2</c:v>
                </c:pt>
                <c:pt idx="39">
                  <c:v>3.2762412228043991E-2</c:v>
                </c:pt>
                <c:pt idx="40">
                  <c:v>4.3083053506789981E-2</c:v>
                </c:pt>
                <c:pt idx="41">
                  <c:v>4.0210659018677042E-2</c:v>
                </c:pt>
                <c:pt idx="42">
                  <c:v>4.0115291049296897E-2</c:v>
                </c:pt>
                <c:pt idx="43">
                  <c:v>3.6348287748072972E-2</c:v>
                </c:pt>
                <c:pt idx="44">
                  <c:v>3.6348340333054896E-2</c:v>
                </c:pt>
                <c:pt idx="45">
                  <c:v>3.6348287748072972E-2</c:v>
                </c:pt>
                <c:pt idx="46">
                  <c:v>3.6233635685232968E-2</c:v>
                </c:pt>
                <c:pt idx="47">
                  <c:v>3.9233634631533065E-2</c:v>
                </c:pt>
                <c:pt idx="48">
                  <c:v>3.9234233124342044E-2</c:v>
                </c:pt>
                <c:pt idx="49">
                  <c:v>3.9028523797270953E-2</c:v>
                </c:pt>
                <c:pt idx="50">
                  <c:v>3.4417521071716028E-2</c:v>
                </c:pt>
                <c:pt idx="51">
                  <c:v>3.6105612625122907E-2</c:v>
                </c:pt>
                <c:pt idx="52">
                  <c:v>3.7980473320500918E-2</c:v>
                </c:pt>
                <c:pt idx="53">
                  <c:v>3.6034383654450997E-2</c:v>
                </c:pt>
                <c:pt idx="54">
                  <c:v>3.6319305572277027E-2</c:v>
                </c:pt>
                <c:pt idx="55">
                  <c:v>4.1036450555448023E-2</c:v>
                </c:pt>
                <c:pt idx="56">
                  <c:v>4.0633581612559921E-2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4.5202405422087089E-2</c:v>
                </c:pt>
                <c:pt idx="60">
                  <c:v>4.4742778993690058E-2</c:v>
                </c:pt>
                <c:pt idx="61">
                  <c:v>4.3282630975394087E-2</c:v>
                </c:pt>
                <c:pt idx="62">
                  <c:v>4.4795379028260918E-2</c:v>
                </c:pt>
                <c:pt idx="63">
                  <c:v>5.3551743735012924E-2</c:v>
                </c:pt>
                <c:pt idx="64">
                  <c:v>4.7729777133123985E-2</c:v>
                </c:pt>
                <c:pt idx="65">
                  <c:v>4.6230751755233057E-2</c:v>
                </c:pt>
                <c:pt idx="66">
                  <c:v>3.876739323121503E-2</c:v>
                </c:pt>
                <c:pt idx="67">
                  <c:v>4.3347220427047972E-2</c:v>
                </c:pt>
                <c:pt idx="68">
                  <c:v>3.876739323121503E-2</c:v>
                </c:pt>
                <c:pt idx="69">
                  <c:v>3.8235216702937946E-2</c:v>
                </c:pt>
                <c:pt idx="70">
                  <c:v>3.7782157100558988E-2</c:v>
                </c:pt>
                <c:pt idx="71">
                  <c:v>3.361365324163601E-2</c:v>
                </c:pt>
                <c:pt idx="72">
                  <c:v>3.4018441049064929E-2</c:v>
                </c:pt>
                <c:pt idx="73">
                  <c:v>3.3425996908618028E-2</c:v>
                </c:pt>
                <c:pt idx="74">
                  <c:v>2.818740320962998E-2</c:v>
                </c:pt>
                <c:pt idx="75">
                  <c:v>3.1210474704000069E-2</c:v>
                </c:pt>
                <c:pt idx="76">
                  <c:v>2.8064402067171978E-2</c:v>
                </c:pt>
                <c:pt idx="77">
                  <c:v>2.8064402067171978E-2</c:v>
                </c:pt>
                <c:pt idx="78">
                  <c:v>2.9828629688043007E-2</c:v>
                </c:pt>
                <c:pt idx="79">
                  <c:v>2.5037759970937046E-2</c:v>
                </c:pt>
                <c:pt idx="80">
                  <c:v>2.4491110063175947E-2</c:v>
                </c:pt>
                <c:pt idx="81">
                  <c:v>2.1258233706140106E-2</c:v>
                </c:pt>
                <c:pt idx="82">
                  <c:v>2.7560694347372072E-2</c:v>
                </c:pt>
                <c:pt idx="83">
                  <c:v>2.759443364625902E-2</c:v>
                </c:pt>
                <c:pt idx="84">
                  <c:v>2.995858920101202E-2</c:v>
                </c:pt>
                <c:pt idx="85">
                  <c:v>3.2553690221043929E-2</c:v>
                </c:pt>
                <c:pt idx="86">
                  <c:v>2.759443364625902E-2</c:v>
                </c:pt>
                <c:pt idx="87">
                  <c:v>3.0833346629270952E-2</c:v>
                </c:pt>
                <c:pt idx="88">
                  <c:v>3.0198179232183042E-2</c:v>
                </c:pt>
                <c:pt idx="89">
                  <c:v>2.6416282755001075E-2</c:v>
                </c:pt>
                <c:pt idx="90">
                  <c:v>1.6789578275939965E-2</c:v>
                </c:pt>
                <c:pt idx="91">
                  <c:v>2.0539413776172966E-2</c:v>
                </c:pt>
                <c:pt idx="92">
                  <c:v>2.5246369690445025E-2</c:v>
                </c:pt>
                <c:pt idx="93">
                  <c:v>2.0858176637501002E-2</c:v>
                </c:pt>
                <c:pt idx="94">
                  <c:v>2.5485123480433969E-2</c:v>
                </c:pt>
                <c:pt idx="95">
                  <c:v>3.0038729094662986E-2</c:v>
                </c:pt>
                <c:pt idx="96">
                  <c:v>3.0088094020416012E-2</c:v>
                </c:pt>
                <c:pt idx="97">
                  <c:v>2.5268754293864992E-2</c:v>
                </c:pt>
                <c:pt idx="98">
                  <c:v>2.146683552441897E-2</c:v>
                </c:pt>
                <c:pt idx="99">
                  <c:v>2.5271305523286047E-2</c:v>
                </c:pt>
                <c:pt idx="100">
                  <c:v>2.8154041154201059E-2</c:v>
                </c:pt>
                <c:pt idx="101">
                  <c:v>2.4466251303879027E-2</c:v>
                </c:pt>
                <c:pt idx="102">
                  <c:v>2.8433364285112006E-2</c:v>
                </c:pt>
                <c:pt idx="103">
                  <c:v>2.8225145378202976E-2</c:v>
                </c:pt>
                <c:pt idx="104">
                  <c:v>3.025049587679296E-2</c:v>
                </c:pt>
                <c:pt idx="105">
                  <c:v>3.5120493781590989E-2</c:v>
                </c:pt>
                <c:pt idx="106">
                  <c:v>3.0628607676109976E-2</c:v>
                </c:pt>
                <c:pt idx="107">
                  <c:v>3.5419437422880007E-2</c:v>
                </c:pt>
                <c:pt idx="108">
                  <c:v>4.3689415312084035E-2</c:v>
                </c:pt>
                <c:pt idx="109">
                  <c:v>4.6960323059720088E-2</c:v>
                </c:pt>
                <c:pt idx="110">
                  <c:v>4.6960323059720088E-2</c:v>
                </c:pt>
                <c:pt idx="111">
                  <c:v>4.8662520111955931E-2</c:v>
                </c:pt>
                <c:pt idx="112">
                  <c:v>4.6576931045634984E-2</c:v>
                </c:pt>
                <c:pt idx="113">
                  <c:v>5.052698100511499E-2</c:v>
                </c:pt>
                <c:pt idx="114">
                  <c:v>5.4410855549770987E-2</c:v>
                </c:pt>
                <c:pt idx="115">
                  <c:v>5.1083938454940081E-2</c:v>
                </c:pt>
                <c:pt idx="116">
                  <c:v>5.2575710085431049E-2</c:v>
                </c:pt>
                <c:pt idx="117">
                  <c:v>5.2744679384570059E-2</c:v>
                </c:pt>
                <c:pt idx="118">
                  <c:v>4.8626460775928915E-2</c:v>
                </c:pt>
                <c:pt idx="119">
                  <c:v>4.4892163890073E-2</c:v>
                </c:pt>
                <c:pt idx="120">
                  <c:v>4.5098589299104042E-2</c:v>
                </c:pt>
                <c:pt idx="121">
                  <c:v>4.1474698827229983E-2</c:v>
                </c:pt>
                <c:pt idx="122">
                  <c:v>4.6578866937930008E-2</c:v>
                </c:pt>
                <c:pt idx="123">
                  <c:v>5.1274156130255988E-2</c:v>
                </c:pt>
                <c:pt idx="124">
                  <c:v>5.5797008121089009E-2</c:v>
                </c:pt>
                <c:pt idx="125">
                  <c:v>6.2139047694143024E-2</c:v>
                </c:pt>
                <c:pt idx="126">
                  <c:v>6.5479569488400946E-2</c:v>
                </c:pt>
                <c:pt idx="127">
                  <c:v>6.6036682564467986E-2</c:v>
                </c:pt>
                <c:pt idx="128">
                  <c:v>6.5996550581632007E-2</c:v>
                </c:pt>
                <c:pt idx="129">
                  <c:v>6.6911349645386975E-2</c:v>
                </c:pt>
                <c:pt idx="130">
                  <c:v>7.0250779646390982E-2</c:v>
                </c:pt>
                <c:pt idx="131">
                  <c:v>6.6310756504361024E-2</c:v>
                </c:pt>
                <c:pt idx="132">
                  <c:v>6.9292572156613996E-2</c:v>
                </c:pt>
                <c:pt idx="133">
                  <c:v>6.9243099374504957E-2</c:v>
                </c:pt>
                <c:pt idx="134">
                  <c:v>6.9566028791875012E-2</c:v>
                </c:pt>
                <c:pt idx="135">
                  <c:v>6.9525282365491992E-2</c:v>
                </c:pt>
                <c:pt idx="136">
                  <c:v>6.9525282365491992E-2</c:v>
                </c:pt>
                <c:pt idx="137">
                  <c:v>6.0902813060101008E-2</c:v>
                </c:pt>
                <c:pt idx="138">
                  <c:v>6.675880378310195E-2</c:v>
                </c:pt>
                <c:pt idx="139">
                  <c:v>6.4842764347872006E-2</c:v>
                </c:pt>
                <c:pt idx="140">
                  <c:v>6.1627169670443016E-2</c:v>
                </c:pt>
                <c:pt idx="141">
                  <c:v>6.6532780323222962E-2</c:v>
                </c:pt>
                <c:pt idx="142">
                  <c:v>7.0643469398236014E-2</c:v>
                </c:pt>
                <c:pt idx="143">
                  <c:v>6.9543356172970028E-2</c:v>
                </c:pt>
                <c:pt idx="144">
                  <c:v>6.9580721937717027E-2</c:v>
                </c:pt>
                <c:pt idx="145">
                  <c:v>7.0264682596682948E-2</c:v>
                </c:pt>
                <c:pt idx="146">
                  <c:v>6.955294320580202E-2</c:v>
                </c:pt>
                <c:pt idx="147">
                  <c:v>6.9094261587319017E-2</c:v>
                </c:pt>
                <c:pt idx="148">
                  <c:v>6.9584037029775003E-2</c:v>
                </c:pt>
                <c:pt idx="149">
                  <c:v>6.8873603348620027E-2</c:v>
                </c:pt>
                <c:pt idx="150">
                  <c:v>6.9524971726296958E-2</c:v>
                </c:pt>
                <c:pt idx="151">
                  <c:v>7.0214615639454026E-2</c:v>
                </c:pt>
                <c:pt idx="152">
                  <c:v>6.8549496640635033E-2</c:v>
                </c:pt>
                <c:pt idx="153">
                  <c:v>6.8549696091667001E-2</c:v>
                </c:pt>
                <c:pt idx="154">
                  <c:v>6.5675926422710973E-2</c:v>
                </c:pt>
                <c:pt idx="155">
                  <c:v>6.5654039814543985E-2</c:v>
                </c:pt>
                <c:pt idx="156">
                  <c:v>6.386319183307701E-2</c:v>
                </c:pt>
                <c:pt idx="157">
                  <c:v>6.519609415053601E-2</c:v>
                </c:pt>
                <c:pt idx="158">
                  <c:v>6.8237475223827004E-2</c:v>
                </c:pt>
                <c:pt idx="159">
                  <c:v>6.8310701881455993E-2</c:v>
                </c:pt>
                <c:pt idx="160">
                  <c:v>7.038382341578403E-2</c:v>
                </c:pt>
                <c:pt idx="161">
                  <c:v>6.9562813525740008E-2</c:v>
                </c:pt>
                <c:pt idx="162">
                  <c:v>6.9927603367712032E-2</c:v>
                </c:pt>
                <c:pt idx="163">
                  <c:v>6.8421267467149993E-2</c:v>
                </c:pt>
                <c:pt idx="164">
                  <c:v>6.8468498471188965E-2</c:v>
                </c:pt>
                <c:pt idx="165">
                  <c:v>6.9682368532728967E-2</c:v>
                </c:pt>
                <c:pt idx="166">
                  <c:v>6.8148423828393978E-2</c:v>
                </c:pt>
                <c:pt idx="167">
                  <c:v>6.9752488875226004E-2</c:v>
                </c:pt>
                <c:pt idx="168">
                  <c:v>6.8186977948739014E-2</c:v>
                </c:pt>
                <c:pt idx="169">
                  <c:v>6.6971934363424995E-2</c:v>
                </c:pt>
                <c:pt idx="170">
                  <c:v>6.7718352338000998E-2</c:v>
                </c:pt>
                <c:pt idx="171">
                  <c:v>6.9328627830211986E-2</c:v>
                </c:pt>
                <c:pt idx="172">
                  <c:v>6.9392352340676033E-2</c:v>
                </c:pt>
                <c:pt idx="173">
                  <c:v>6.8953329924895002E-2</c:v>
                </c:pt>
                <c:pt idx="174">
                  <c:v>6.8557021928585982E-2</c:v>
                </c:pt>
                <c:pt idx="175">
                  <c:v>6.8519034523828015E-2</c:v>
                </c:pt>
                <c:pt idx="176">
                  <c:v>6.762055725039301E-2</c:v>
                </c:pt>
                <c:pt idx="177">
                  <c:v>6.7445814951733019E-2</c:v>
                </c:pt>
                <c:pt idx="178">
                  <c:v>6.6728124753439977E-2</c:v>
                </c:pt>
                <c:pt idx="179">
                  <c:v>6.8140227470597003E-2</c:v>
                </c:pt>
                <c:pt idx="180">
                  <c:v>6.807194787383003E-2</c:v>
                </c:pt>
                <c:pt idx="181">
                  <c:v>6.6728124753439977E-2</c:v>
                </c:pt>
                <c:pt idx="182">
                  <c:v>6.5819452115320032E-2</c:v>
                </c:pt>
                <c:pt idx="183">
                  <c:v>6.8099162508510003E-2</c:v>
                </c:pt>
                <c:pt idx="184">
                  <c:v>6.6801160894580991E-2</c:v>
                </c:pt>
                <c:pt idx="185">
                  <c:v>6.6801160894580991E-2</c:v>
                </c:pt>
                <c:pt idx="186">
                  <c:v>6.6636023073536998E-2</c:v>
                </c:pt>
                <c:pt idx="187">
                  <c:v>6.7985608018208965E-2</c:v>
                </c:pt>
                <c:pt idx="188">
                  <c:v>6.6542448381609998E-2</c:v>
                </c:pt>
                <c:pt idx="189">
                  <c:v>6.577732328977498E-2</c:v>
                </c:pt>
                <c:pt idx="190">
                  <c:v>6.577732328977498E-2</c:v>
                </c:pt>
                <c:pt idx="191">
                  <c:v>6.5909708911317977E-2</c:v>
                </c:pt>
                <c:pt idx="192">
                  <c:v>6.6021288994640992E-2</c:v>
                </c:pt>
                <c:pt idx="193">
                  <c:v>6.8130050660738017E-2</c:v>
                </c:pt>
                <c:pt idx="194">
                  <c:v>6.8039839537685998E-2</c:v>
                </c:pt>
                <c:pt idx="195">
                  <c:v>6.6998766162890022E-2</c:v>
                </c:pt>
                <c:pt idx="196">
                  <c:v>6.6162240542234019E-2</c:v>
                </c:pt>
                <c:pt idx="197">
                  <c:v>6.1182965277842061E-2</c:v>
                </c:pt>
                <c:pt idx="198">
                  <c:v>5.8261376461104963E-2</c:v>
                </c:pt>
                <c:pt idx="199">
                  <c:v>6.1278701980569061E-2</c:v>
                </c:pt>
                <c:pt idx="200">
                  <c:v>6.3769573862266005E-2</c:v>
                </c:pt>
                <c:pt idx="201">
                  <c:v>6.3762118135569978E-2</c:v>
                </c:pt>
                <c:pt idx="202">
                  <c:v>6.1671006284792051E-2</c:v>
                </c:pt>
                <c:pt idx="203">
                  <c:v>6.1529881744163017E-2</c:v>
                </c:pt>
                <c:pt idx="204">
                  <c:v>5.8761992353357995E-2</c:v>
                </c:pt>
                <c:pt idx="205">
                  <c:v>5.9253467735875975E-2</c:v>
                </c:pt>
                <c:pt idx="206">
                  <c:v>5.5613366791851027E-2</c:v>
                </c:pt>
                <c:pt idx="207">
                  <c:v>5.5983802061876031E-2</c:v>
                </c:pt>
                <c:pt idx="208">
                  <c:v>5.8771468512184066E-2</c:v>
                </c:pt>
                <c:pt idx="209">
                  <c:v>5.2598399374692018E-2</c:v>
                </c:pt>
                <c:pt idx="210">
                  <c:v>4.5372682738245018E-2</c:v>
                </c:pt>
                <c:pt idx="211">
                  <c:v>4.522601271544191E-2</c:v>
                </c:pt>
                <c:pt idx="212">
                  <c:v>4.5372682738245018E-2</c:v>
                </c:pt>
                <c:pt idx="213">
                  <c:v>4.5658771685404997E-2</c:v>
                </c:pt>
                <c:pt idx="214">
                  <c:v>4.9285486863871908E-2</c:v>
                </c:pt>
                <c:pt idx="215">
                  <c:v>5.4029424500717904E-2</c:v>
                </c:pt>
                <c:pt idx="216">
                  <c:v>5.7652986793638061E-2</c:v>
                </c:pt>
                <c:pt idx="217">
                  <c:v>5.5813968399360037E-2</c:v>
                </c:pt>
                <c:pt idx="218">
                  <c:v>6.2014271980531999E-2</c:v>
                </c:pt>
                <c:pt idx="219">
                  <c:v>5.6129496748115959E-2</c:v>
                </c:pt>
                <c:pt idx="220">
                  <c:v>5.1286975989614958E-2</c:v>
                </c:pt>
                <c:pt idx="221">
                  <c:v>5.4109360502346937E-2</c:v>
                </c:pt>
                <c:pt idx="222">
                  <c:v>5.0881743975076055E-2</c:v>
                </c:pt>
                <c:pt idx="223">
                  <c:v>5.4033523305923037E-2</c:v>
                </c:pt>
                <c:pt idx="224">
                  <c:v>5.0697906606040011E-2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698432"/>
        <c:axId val="211692160"/>
      </c:barChart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0.00%</c:formatCode>
                <c:ptCount val="225"/>
                <c:pt idx="0">
                  <c:v>0.6255950207246429</c:v>
                </c:pt>
                <c:pt idx="1">
                  <c:v>0.63000788176738898</c:v>
                </c:pt>
                <c:pt idx="2">
                  <c:v>0.6274107117936687</c:v>
                </c:pt>
                <c:pt idx="3">
                  <c:v>0.62506508170892505</c:v>
                </c:pt>
                <c:pt idx="4">
                  <c:v>0.59973806040791378</c:v>
                </c:pt>
                <c:pt idx="5">
                  <c:v>0.48908058292459539</c:v>
                </c:pt>
                <c:pt idx="6">
                  <c:v>0.50758567670351107</c:v>
                </c:pt>
                <c:pt idx="7">
                  <c:v>0.56804474997330101</c:v>
                </c:pt>
                <c:pt idx="8">
                  <c:v>0.58663499506814298</c:v>
                </c:pt>
                <c:pt idx="9">
                  <c:v>0.5845791305589787</c:v>
                </c:pt>
                <c:pt idx="10">
                  <c:v>0.60527953850446525</c:v>
                </c:pt>
                <c:pt idx="11">
                  <c:v>0.60223580840398516</c:v>
                </c:pt>
                <c:pt idx="12">
                  <c:v>0.58766164015506672</c:v>
                </c:pt>
                <c:pt idx="13">
                  <c:v>0.57929953045895977</c:v>
                </c:pt>
                <c:pt idx="14">
                  <c:v>0.57522538646897203</c:v>
                </c:pt>
                <c:pt idx="15">
                  <c:v>0.59615160279512802</c:v>
                </c:pt>
                <c:pt idx="16">
                  <c:v>0.5974089494257403</c:v>
                </c:pt>
                <c:pt idx="17">
                  <c:v>0.59724544574376981</c:v>
                </c:pt>
                <c:pt idx="18">
                  <c:v>0.61082990045260388</c:v>
                </c:pt>
                <c:pt idx="19">
                  <c:v>0.61849820952818579</c:v>
                </c:pt>
                <c:pt idx="20">
                  <c:v>0.62365510807241908</c:v>
                </c:pt>
                <c:pt idx="21">
                  <c:v>0.68061413057737541</c:v>
                </c:pt>
                <c:pt idx="22">
                  <c:v>0.7307446198335974</c:v>
                </c:pt>
                <c:pt idx="23">
                  <c:v>0.71119905794276284</c:v>
                </c:pt>
                <c:pt idx="24">
                  <c:v>0.68061413057737541</c:v>
                </c:pt>
                <c:pt idx="25">
                  <c:v>0.69873775780573066</c:v>
                </c:pt>
                <c:pt idx="26">
                  <c:v>0.61259135853963087</c:v>
                </c:pt>
                <c:pt idx="27">
                  <c:v>0.69302456737828066</c:v>
                </c:pt>
                <c:pt idx="28">
                  <c:v>0.67956391613327316</c:v>
                </c:pt>
                <c:pt idx="29">
                  <c:v>0.6276351058238383</c:v>
                </c:pt>
                <c:pt idx="30">
                  <c:v>0.82203491250504035</c:v>
                </c:pt>
                <c:pt idx="31">
                  <c:v>0.86615921529099282</c:v>
                </c:pt>
                <c:pt idx="32">
                  <c:v>0.89405364982066748</c:v>
                </c:pt>
                <c:pt idx="33">
                  <c:v>0.88245505880803987</c:v>
                </c:pt>
                <c:pt idx="34">
                  <c:v>0.87705195212425147</c:v>
                </c:pt>
                <c:pt idx="35">
                  <c:v>0.89913652458151405</c:v>
                </c:pt>
                <c:pt idx="36">
                  <c:v>0.91573810007808687</c:v>
                </c:pt>
                <c:pt idx="37">
                  <c:v>0.91573810007808687</c:v>
                </c:pt>
                <c:pt idx="38">
                  <c:v>0.95119204448607597</c:v>
                </c:pt>
                <c:pt idx="39">
                  <c:v>0.9606311457825103</c:v>
                </c:pt>
                <c:pt idx="40">
                  <c:v>0.88319294867091491</c:v>
                </c:pt>
                <c:pt idx="41">
                  <c:v>0.88612166598921127</c:v>
                </c:pt>
                <c:pt idx="42">
                  <c:v>0.89034422301999483</c:v>
                </c:pt>
                <c:pt idx="43">
                  <c:v>0.94066080506408445</c:v>
                </c:pt>
                <c:pt idx="44">
                  <c:v>0.94307267216913626</c:v>
                </c:pt>
                <c:pt idx="45">
                  <c:v>0.94066080506408445</c:v>
                </c:pt>
                <c:pt idx="46">
                  <c:v>0.94548210621178497</c:v>
                </c:pt>
                <c:pt idx="47">
                  <c:v>0.93350677700053231</c:v>
                </c:pt>
                <c:pt idx="48">
                  <c:v>0.9360479648360801</c:v>
                </c:pt>
                <c:pt idx="49">
                  <c:v>0.94651897141040553</c:v>
                </c:pt>
                <c:pt idx="50">
                  <c:v>0.96812599238425934</c:v>
                </c:pt>
                <c:pt idx="51">
                  <c:v>0.95812187386283387</c:v>
                </c:pt>
                <c:pt idx="52">
                  <c:v>0.95589794777414239</c:v>
                </c:pt>
                <c:pt idx="53">
                  <c:v>0.96253398235989307</c:v>
                </c:pt>
                <c:pt idx="54">
                  <c:v>0.96144007933003084</c:v>
                </c:pt>
                <c:pt idx="55">
                  <c:v>0.92928464922708942</c:v>
                </c:pt>
                <c:pt idx="56">
                  <c:v>0.94780035153366171</c:v>
                </c:pt>
                <c:pt idx="57">
                  <c:v>0.94780035153366171</c:v>
                </c:pt>
                <c:pt idx="58">
                  <c:v>0.94780035153366171</c:v>
                </c:pt>
                <c:pt idx="59">
                  <c:v>0.9162603145709336</c:v>
                </c:pt>
                <c:pt idx="60">
                  <c:v>0.93168768578717942</c:v>
                </c:pt>
                <c:pt idx="61">
                  <c:v>0.93565091374934095</c:v>
                </c:pt>
                <c:pt idx="62">
                  <c:v>0.9253574941172088</c:v>
                </c:pt>
                <c:pt idx="63">
                  <c:v>0.84016392200752299</c:v>
                </c:pt>
                <c:pt idx="64">
                  <c:v>0.89961658130696354</c:v>
                </c:pt>
                <c:pt idx="65">
                  <c:v>0.89066045096691271</c:v>
                </c:pt>
                <c:pt idx="66">
                  <c:v>0.92489295272966243</c:v>
                </c:pt>
                <c:pt idx="67">
                  <c:v>0.91943111271663436</c:v>
                </c:pt>
                <c:pt idx="68">
                  <c:v>0.92489295272966243</c:v>
                </c:pt>
                <c:pt idx="69">
                  <c:v>0.9184275299690029</c:v>
                </c:pt>
                <c:pt idx="70">
                  <c:v>0.92108968175982231</c:v>
                </c:pt>
                <c:pt idx="71">
                  <c:v>0.9251386776980256</c:v>
                </c:pt>
                <c:pt idx="72">
                  <c:v>0.92490784089213363</c:v>
                </c:pt>
                <c:pt idx="73">
                  <c:v>0.92737244747575076</c:v>
                </c:pt>
                <c:pt idx="74">
                  <c:v>0.92420561533920875</c:v>
                </c:pt>
                <c:pt idx="75">
                  <c:v>0.91572705192015491</c:v>
                </c:pt>
                <c:pt idx="76">
                  <c:v>0.92561973142284837</c:v>
                </c:pt>
                <c:pt idx="77">
                  <c:v>0.92561973142284837</c:v>
                </c:pt>
                <c:pt idx="78">
                  <c:v>0.91777188154396527</c:v>
                </c:pt>
                <c:pt idx="79">
                  <c:v>0.95771777043064987</c:v>
                </c:pt>
                <c:pt idx="80">
                  <c:v>0.97173459822761488</c:v>
                </c:pt>
                <c:pt idx="81">
                  <c:v>0.9879859476046281</c:v>
                </c:pt>
                <c:pt idx="82">
                  <c:v>0.94860016725439644</c:v>
                </c:pt>
                <c:pt idx="83">
                  <c:v>0.93912504488962867</c:v>
                </c:pt>
                <c:pt idx="84">
                  <c:v>0.91585834932586352</c:v>
                </c:pt>
                <c:pt idx="85">
                  <c:v>0.89726467039347879</c:v>
                </c:pt>
                <c:pt idx="86">
                  <c:v>0.93912504488962867</c:v>
                </c:pt>
                <c:pt idx="87">
                  <c:v>0.93507497659257821</c:v>
                </c:pt>
                <c:pt idx="88">
                  <c:v>0.95218594305554205</c:v>
                </c:pt>
                <c:pt idx="89">
                  <c:v>0.97677569556161481</c:v>
                </c:pt>
                <c:pt idx="90">
                  <c:v>0.98215736625125771</c:v>
                </c:pt>
                <c:pt idx="91">
                  <c:v>0.9656367235551897</c:v>
                </c:pt>
                <c:pt idx="92">
                  <c:v>0.96496302153371782</c:v>
                </c:pt>
                <c:pt idx="93">
                  <c:v>0.96513273767789598</c:v>
                </c:pt>
                <c:pt idx="94">
                  <c:v>0.96430526526940574</c:v>
                </c:pt>
                <c:pt idx="95">
                  <c:v>0.9417870827834891</c:v>
                </c:pt>
                <c:pt idx="96">
                  <c:v>0.94144507517949372</c:v>
                </c:pt>
                <c:pt idx="97">
                  <c:v>0.94302774958051128</c:v>
                </c:pt>
                <c:pt idx="98">
                  <c:v>0.94449503233862075</c:v>
                </c:pt>
                <c:pt idx="99">
                  <c:v>0.94301120100798697</c:v>
                </c:pt>
                <c:pt idx="100">
                  <c:v>0.93075358283087861</c:v>
                </c:pt>
                <c:pt idx="101">
                  <c:v>0.93208248912063707</c:v>
                </c:pt>
                <c:pt idx="102">
                  <c:v>0.92997912524281168</c:v>
                </c:pt>
                <c:pt idx="103">
                  <c:v>0.93054356216073064</c:v>
                </c:pt>
                <c:pt idx="104">
                  <c:v>0.91144412210822534</c:v>
                </c:pt>
                <c:pt idx="105">
                  <c:v>0.90823329404202158</c:v>
                </c:pt>
                <c:pt idx="106">
                  <c:v>0.9101068245904016</c:v>
                </c:pt>
                <c:pt idx="107">
                  <c:v>0.90718629343553325</c:v>
                </c:pt>
                <c:pt idx="108">
                  <c:v>0.87062322481214993</c:v>
                </c:pt>
                <c:pt idx="109">
                  <c:v>0.83260800876880436</c:v>
                </c:pt>
                <c:pt idx="110">
                  <c:v>0.83260800876880436</c:v>
                </c:pt>
                <c:pt idx="111">
                  <c:v>0.80439090654511258</c:v>
                </c:pt>
                <c:pt idx="112">
                  <c:v>0.84718356345388168</c:v>
                </c:pt>
                <c:pt idx="113">
                  <c:v>0.83402921086925264</c:v>
                </c:pt>
                <c:pt idx="114">
                  <c:v>0.75039921033204837</c:v>
                </c:pt>
                <c:pt idx="115">
                  <c:v>0.79786665858318839</c:v>
                </c:pt>
                <c:pt idx="116">
                  <c:v>0.77419688278908672</c:v>
                </c:pt>
                <c:pt idx="117">
                  <c:v>0.77632411843120308</c:v>
                </c:pt>
                <c:pt idx="118">
                  <c:v>0.83647062776494652</c:v>
                </c:pt>
                <c:pt idx="119">
                  <c:v>0.84326459833377376</c:v>
                </c:pt>
                <c:pt idx="120">
                  <c:v>0.84251881732270073</c:v>
                </c:pt>
                <c:pt idx="121">
                  <c:v>0.83592695906500303</c:v>
                </c:pt>
                <c:pt idx="122">
                  <c:v>0.82847793276947834</c:v>
                </c:pt>
                <c:pt idx="123">
                  <c:v>0.80144782202367137</c:v>
                </c:pt>
                <c:pt idx="124">
                  <c:v>0.73856242915400727</c:v>
                </c:pt>
                <c:pt idx="125">
                  <c:v>0.67369650735217201</c:v>
                </c:pt>
                <c:pt idx="126">
                  <c:v>0.64286297380273072</c:v>
                </c:pt>
                <c:pt idx="127">
                  <c:v>0.61407900191108244</c:v>
                </c:pt>
                <c:pt idx="128">
                  <c:v>0.62890082024771521</c:v>
                </c:pt>
                <c:pt idx="129">
                  <c:v>0.42759723325368659</c:v>
                </c:pt>
                <c:pt idx="130">
                  <c:v>0.49671929032153261</c:v>
                </c:pt>
                <c:pt idx="131">
                  <c:v>0.37039238508200317</c:v>
                </c:pt>
                <c:pt idx="132">
                  <c:v>0.48324024921027042</c:v>
                </c:pt>
                <c:pt idx="133">
                  <c:v>0.48940474844938586</c:v>
                </c:pt>
                <c:pt idx="134">
                  <c:v>0.46118442865629727</c:v>
                </c:pt>
                <c:pt idx="135">
                  <c:v>0.45809430423750058</c:v>
                </c:pt>
                <c:pt idx="136">
                  <c:v>0.45809430423750058</c:v>
                </c:pt>
                <c:pt idx="137">
                  <c:v>0.32155455767019431</c:v>
                </c:pt>
                <c:pt idx="138">
                  <c:v>0.36837711159380437</c:v>
                </c:pt>
                <c:pt idx="139">
                  <c:v>0.32270862091389874</c:v>
                </c:pt>
                <c:pt idx="140">
                  <c:v>0.31397185155832891</c:v>
                </c:pt>
                <c:pt idx="141">
                  <c:v>0.36676284815642968</c:v>
                </c:pt>
                <c:pt idx="142">
                  <c:v>0.4642436748645592</c:v>
                </c:pt>
                <c:pt idx="143">
                  <c:v>0.46846408937290757</c:v>
                </c:pt>
                <c:pt idx="144">
                  <c:v>0.46604163075436117</c:v>
                </c:pt>
                <c:pt idx="145">
                  <c:v>0.45882942996224085</c:v>
                </c:pt>
                <c:pt idx="146">
                  <c:v>0.48819793986705451</c:v>
                </c:pt>
                <c:pt idx="147">
                  <c:v>0.51686237282085756</c:v>
                </c:pt>
                <c:pt idx="148">
                  <c:v>0.47659235222796992</c:v>
                </c:pt>
                <c:pt idx="149">
                  <c:v>0.43809899693344728</c:v>
                </c:pt>
                <c:pt idx="150">
                  <c:v>0.46646655511873347</c:v>
                </c:pt>
                <c:pt idx="151">
                  <c:v>0.45035714868846971</c:v>
                </c:pt>
                <c:pt idx="152">
                  <c:v>0.41435742347941557</c:v>
                </c:pt>
                <c:pt idx="153">
                  <c:v>0.40946577691320324</c:v>
                </c:pt>
                <c:pt idx="154">
                  <c:v>0.37314562604747809</c:v>
                </c:pt>
                <c:pt idx="155">
                  <c:v>0.36311039029163023</c:v>
                </c:pt>
                <c:pt idx="156">
                  <c:v>0.30222062844184339</c:v>
                </c:pt>
                <c:pt idx="157">
                  <c:v>0.32771934161884003</c:v>
                </c:pt>
                <c:pt idx="158">
                  <c:v>0.40641511694283672</c:v>
                </c:pt>
                <c:pt idx="159">
                  <c:v>0.41373446472520986</c:v>
                </c:pt>
                <c:pt idx="160">
                  <c:v>0.43082638628918513</c:v>
                </c:pt>
                <c:pt idx="161">
                  <c:v>0.44229187681125864</c:v>
                </c:pt>
                <c:pt idx="162">
                  <c:v>0.42867877923273462</c:v>
                </c:pt>
                <c:pt idx="163">
                  <c:v>0.4190960023934181</c:v>
                </c:pt>
                <c:pt idx="164">
                  <c:v>0.41087729858311572</c:v>
                </c:pt>
                <c:pt idx="165">
                  <c:v>0.42373437747114012</c:v>
                </c:pt>
                <c:pt idx="166">
                  <c:v>0.40957194544715148</c:v>
                </c:pt>
                <c:pt idx="167">
                  <c:v>0.42118721507933182</c:v>
                </c:pt>
                <c:pt idx="168">
                  <c:v>0.40398876534854189</c:v>
                </c:pt>
                <c:pt idx="169">
                  <c:v>0.38842204575632649</c:v>
                </c:pt>
                <c:pt idx="170">
                  <c:v>0.40452869269282377</c:v>
                </c:pt>
                <c:pt idx="171">
                  <c:v>0.41899770903391403</c:v>
                </c:pt>
                <c:pt idx="172">
                  <c:v>0.41427601525024443</c:v>
                </c:pt>
                <c:pt idx="173">
                  <c:v>0.40922673931396869</c:v>
                </c:pt>
                <c:pt idx="174">
                  <c:v>0.45351225783810156</c:v>
                </c:pt>
                <c:pt idx="175">
                  <c:v>0.45691985970382054</c:v>
                </c:pt>
                <c:pt idx="176">
                  <c:v>0.50044950670899591</c:v>
                </c:pt>
                <c:pt idx="177">
                  <c:v>0.51691546049332004</c:v>
                </c:pt>
                <c:pt idx="178">
                  <c:v>0.52106283427340949</c:v>
                </c:pt>
                <c:pt idx="179">
                  <c:v>0.45425380803935078</c:v>
                </c:pt>
                <c:pt idx="180">
                  <c:v>0.47647398145844211</c:v>
                </c:pt>
                <c:pt idx="181">
                  <c:v>0.52106283427340949</c:v>
                </c:pt>
                <c:pt idx="182">
                  <c:v>0.53301594192210267</c:v>
                </c:pt>
                <c:pt idx="183">
                  <c:v>0.46861230622739936</c:v>
                </c:pt>
                <c:pt idx="184">
                  <c:v>0.5093660772692542</c:v>
                </c:pt>
                <c:pt idx="185">
                  <c:v>0.5093660772692542</c:v>
                </c:pt>
                <c:pt idx="186">
                  <c:v>0.51665823055209925</c:v>
                </c:pt>
                <c:pt idx="187">
                  <c:v>0.47024534644528793</c:v>
                </c:pt>
                <c:pt idx="188">
                  <c:v>0.51309051805748795</c:v>
                </c:pt>
                <c:pt idx="189">
                  <c:v>0.53891273072782475</c:v>
                </c:pt>
                <c:pt idx="190">
                  <c:v>0.53891273072782475</c:v>
                </c:pt>
                <c:pt idx="191">
                  <c:v>0.53504897285947772</c:v>
                </c:pt>
                <c:pt idx="192">
                  <c:v>0.5257779345197845</c:v>
                </c:pt>
                <c:pt idx="193">
                  <c:v>0.43411017798804036</c:v>
                </c:pt>
                <c:pt idx="194">
                  <c:v>0.45486909993325186</c:v>
                </c:pt>
                <c:pt idx="195">
                  <c:v>0.47865989263762543</c:v>
                </c:pt>
                <c:pt idx="196">
                  <c:v>0.5223034520698695</c:v>
                </c:pt>
                <c:pt idx="197">
                  <c:v>0.58710562488184848</c:v>
                </c:pt>
                <c:pt idx="198">
                  <c:v>0.59748600290895393</c:v>
                </c:pt>
                <c:pt idx="199">
                  <c:v>0.58498315146570623</c:v>
                </c:pt>
                <c:pt idx="200">
                  <c:v>0.56191456736441669</c:v>
                </c:pt>
                <c:pt idx="201">
                  <c:v>0.56913286805662044</c:v>
                </c:pt>
                <c:pt idx="202">
                  <c:v>0.57641640154379037</c:v>
                </c:pt>
                <c:pt idx="203">
                  <c:v>0.5815584292290823</c:v>
                </c:pt>
                <c:pt idx="204">
                  <c:v>0.5930900951939968</c:v>
                </c:pt>
                <c:pt idx="205">
                  <c:v>0.58486417412482083</c:v>
                </c:pt>
                <c:pt idx="206">
                  <c:v>0.63917571751743196</c:v>
                </c:pt>
                <c:pt idx="207">
                  <c:v>0.62652977193512516</c:v>
                </c:pt>
                <c:pt idx="208">
                  <c:v>0.59248885396328499</c:v>
                </c:pt>
                <c:pt idx="209">
                  <c:v>0.66856647147593873</c:v>
                </c:pt>
                <c:pt idx="210">
                  <c:v>0.69441513932723864</c:v>
                </c:pt>
                <c:pt idx="211">
                  <c:v>0.69625439745521622</c:v>
                </c:pt>
                <c:pt idx="212">
                  <c:v>0.69441513932723864</c:v>
                </c:pt>
                <c:pt idx="213">
                  <c:v>0.71728615544957119</c:v>
                </c:pt>
                <c:pt idx="214">
                  <c:v>0.67961908546991245</c:v>
                </c:pt>
                <c:pt idx="215">
                  <c:v>0.65477542416340195</c:v>
                </c:pt>
                <c:pt idx="216">
                  <c:v>0.62665384357251297</c:v>
                </c:pt>
                <c:pt idx="217">
                  <c:v>0.64879793947367048</c:v>
                </c:pt>
                <c:pt idx="218">
                  <c:v>0.56709086833409406</c:v>
                </c:pt>
                <c:pt idx="219">
                  <c:v>0.62625017100514624</c:v>
                </c:pt>
                <c:pt idx="220">
                  <c:v>0.67177281536533184</c:v>
                </c:pt>
                <c:pt idx="221">
                  <c:v>0.6565095101369548</c:v>
                </c:pt>
                <c:pt idx="222">
                  <c:v>0.67417257610562109</c:v>
                </c:pt>
                <c:pt idx="223">
                  <c:v>0.65857343754719777</c:v>
                </c:pt>
                <c:pt idx="224">
                  <c:v>0.68053352147964996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'Pre 2005'!$D$2</c:f>
              <c:strCache>
                <c:ptCount val="1"/>
                <c:pt idx="0">
                  <c:v>Currnet PMI</c:v>
                </c:pt>
              </c:strCache>
            </c:strRef>
          </c:tx>
          <c:spPr>
            <a:ln w="19050">
              <a:solidFill>
                <a:schemeClr val="tx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2005'!$D$3:$D$227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82240"/>
        <c:axId val="211690240"/>
      </c:lineChart>
      <c:dateAx>
        <c:axId val="2110822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690240"/>
        <c:crosses val="autoZero"/>
        <c:auto val="1"/>
        <c:lblOffset val="100"/>
        <c:baseTimeUnit val="days"/>
        <c:majorUnit val="6"/>
        <c:majorTimeUnit val="months"/>
      </c:dateAx>
      <c:valAx>
        <c:axId val="2116902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.00%" sourceLinked="1"/>
        <c:majorTickMark val="out"/>
        <c:minorTickMark val="none"/>
        <c:tickLblPos val="nextTo"/>
        <c:crossAx val="211082240"/>
        <c:crosses val="autoZero"/>
        <c:crossBetween val="between"/>
      </c:valAx>
      <c:valAx>
        <c:axId val="211692160"/>
        <c:scaling>
          <c:orientation val="minMax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698432"/>
        <c:crosses val="max"/>
        <c:crossBetween val="between"/>
      </c:valAx>
      <c:dateAx>
        <c:axId val="21169843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692160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cked"/>
        <c:varyColors val="0"/>
        <c:ser>
          <c:idx val="4"/>
          <c:order val="0"/>
          <c:tx>
            <c:v>Current PMI</c:v>
          </c:tx>
          <c:spPr>
            <a:solidFill>
              <a:srgbClr val="AD275C">
                <a:alpha val="65000"/>
              </a:srgbClr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2005'!$F$2:$F$227</c:f>
              <c:numCache>
                <c:formatCode>0%</c:formatCode>
                <c:ptCount val="226"/>
                <c:pt idx="0" formatCode="General">
                  <c:v>0</c:v>
                </c:pt>
                <c:pt idx="1">
                  <c:v>4.9488456440996975E-2</c:v>
                </c:pt>
                <c:pt idx="2">
                  <c:v>5.0529009845269979E-2</c:v>
                </c:pt>
                <c:pt idx="3">
                  <c:v>5.0546699661463024E-2</c:v>
                </c:pt>
                <c:pt idx="4">
                  <c:v>4.8767644715451031E-2</c:v>
                </c:pt>
                <c:pt idx="5">
                  <c:v>3.7274322494333989E-2</c:v>
                </c:pt>
                <c:pt idx="6">
                  <c:v>-4.9719580842720323E-3</c:v>
                </c:pt>
                <c:pt idx="7">
                  <c:v>5.0476470251930028E-3</c:v>
                </c:pt>
                <c:pt idx="8">
                  <c:v>3.2825350518134955E-2</c:v>
                </c:pt>
                <c:pt idx="9">
                  <c:v>3.6813860082698047E-2</c:v>
                </c:pt>
                <c:pt idx="10">
                  <c:v>3.5950712025775045E-2</c:v>
                </c:pt>
                <c:pt idx="11">
                  <c:v>5.1589604250593002E-2</c:v>
                </c:pt>
                <c:pt idx="12">
                  <c:v>5.0290414917454007E-2</c:v>
                </c:pt>
                <c:pt idx="13">
                  <c:v>3.721530510323301E-2</c:v>
                </c:pt>
                <c:pt idx="14">
                  <c:v>3.7457763566616009E-2</c:v>
                </c:pt>
                <c:pt idx="15">
                  <c:v>3.6257887269480982E-2</c:v>
                </c:pt>
                <c:pt idx="16">
                  <c:v>5.1072383269261001E-2</c:v>
                </c:pt>
                <c:pt idx="17">
                  <c:v>5.2243683774188032E-2</c:v>
                </c:pt>
                <c:pt idx="18">
                  <c:v>5.3984413383515006E-2</c:v>
                </c:pt>
                <c:pt idx="19">
                  <c:v>5.8039897980984023E-2</c:v>
                </c:pt>
                <c:pt idx="20">
                  <c:v>6.1849900700826965E-2</c:v>
                </c:pt>
                <c:pt idx="21">
                  <c:v>6.2394039017361014E-2</c:v>
                </c:pt>
                <c:pt idx="22">
                  <c:v>6.6510290528073002E-2</c:v>
                </c:pt>
                <c:pt idx="23">
                  <c:v>6.4573996342679019E-2</c:v>
                </c:pt>
                <c:pt idx="24">
                  <c:v>6.4567263438161937E-2</c:v>
                </c:pt>
                <c:pt idx="25">
                  <c:v>6.6510290528073002E-2</c:v>
                </c:pt>
                <c:pt idx="26">
                  <c:v>6.4624827880668034E-2</c:v>
                </c:pt>
                <c:pt idx="27">
                  <c:v>6.3195305185586026E-2</c:v>
                </c:pt>
                <c:pt idx="28">
                  <c:v>6.5126800513053029E-2</c:v>
                </c:pt>
                <c:pt idx="29">
                  <c:v>6.7079509913499979E-2</c:v>
                </c:pt>
                <c:pt idx="30">
                  <c:v>6.5537296441114057E-2</c:v>
                </c:pt>
                <c:pt idx="31">
                  <c:v>6.3591139526474993E-2</c:v>
                </c:pt>
                <c:pt idx="32">
                  <c:v>5.2057630346825978E-2</c:v>
                </c:pt>
                <c:pt idx="33">
                  <c:v>3.8951638571517955E-2</c:v>
                </c:pt>
                <c:pt idx="34">
                  <c:v>4.5294805526842064E-2</c:v>
                </c:pt>
                <c:pt idx="35">
                  <c:v>4.6220894550596969E-2</c:v>
                </c:pt>
                <c:pt idx="36">
                  <c:v>3.6878644744590017E-2</c:v>
                </c:pt>
                <c:pt idx="37">
                  <c:v>3.6785544229373968E-2</c:v>
                </c:pt>
                <c:pt idx="38">
                  <c:v>3.6785544229373968E-2</c:v>
                </c:pt>
                <c:pt idx="39">
                  <c:v>2.9693556256539022E-2</c:v>
                </c:pt>
                <c:pt idx="40">
                  <c:v>3.2762412228043991E-2</c:v>
                </c:pt>
                <c:pt idx="41">
                  <c:v>4.3083053506789981E-2</c:v>
                </c:pt>
                <c:pt idx="42">
                  <c:v>4.0210659018677042E-2</c:v>
                </c:pt>
                <c:pt idx="43">
                  <c:v>4.0115291049296897E-2</c:v>
                </c:pt>
                <c:pt idx="44">
                  <c:v>3.6348287748072972E-2</c:v>
                </c:pt>
                <c:pt idx="45">
                  <c:v>3.6348340333054896E-2</c:v>
                </c:pt>
                <c:pt idx="46">
                  <c:v>3.6348287748072972E-2</c:v>
                </c:pt>
                <c:pt idx="47">
                  <c:v>3.6233635685232968E-2</c:v>
                </c:pt>
                <c:pt idx="48">
                  <c:v>3.9233634631533065E-2</c:v>
                </c:pt>
                <c:pt idx="49">
                  <c:v>3.9234233124342044E-2</c:v>
                </c:pt>
                <c:pt idx="50">
                  <c:v>3.9028523797270953E-2</c:v>
                </c:pt>
                <c:pt idx="51">
                  <c:v>3.4417521071716028E-2</c:v>
                </c:pt>
                <c:pt idx="52">
                  <c:v>3.6105612625122907E-2</c:v>
                </c:pt>
                <c:pt idx="53">
                  <c:v>3.7980473320500918E-2</c:v>
                </c:pt>
                <c:pt idx="54">
                  <c:v>3.6034383654450997E-2</c:v>
                </c:pt>
                <c:pt idx="55">
                  <c:v>3.6319305572277027E-2</c:v>
                </c:pt>
                <c:pt idx="56">
                  <c:v>4.1036450555448023E-2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4.0633581612559921E-2</c:v>
                </c:pt>
                <c:pt idx="60">
                  <c:v>4.5202405422087089E-2</c:v>
                </c:pt>
                <c:pt idx="61">
                  <c:v>4.4742778993690058E-2</c:v>
                </c:pt>
                <c:pt idx="62">
                  <c:v>4.3282630975394087E-2</c:v>
                </c:pt>
                <c:pt idx="63">
                  <c:v>4.4795379028260918E-2</c:v>
                </c:pt>
                <c:pt idx="64">
                  <c:v>5.3551743735012924E-2</c:v>
                </c:pt>
                <c:pt idx="65">
                  <c:v>4.7729777133123985E-2</c:v>
                </c:pt>
                <c:pt idx="66">
                  <c:v>4.6230751755233057E-2</c:v>
                </c:pt>
                <c:pt idx="67">
                  <c:v>3.876739323121503E-2</c:v>
                </c:pt>
                <c:pt idx="68">
                  <c:v>4.3347220427047972E-2</c:v>
                </c:pt>
                <c:pt idx="69">
                  <c:v>3.876739323121503E-2</c:v>
                </c:pt>
                <c:pt idx="70">
                  <c:v>3.8235216702937946E-2</c:v>
                </c:pt>
                <c:pt idx="71">
                  <c:v>3.7782157100558988E-2</c:v>
                </c:pt>
                <c:pt idx="72">
                  <c:v>3.361365324163601E-2</c:v>
                </c:pt>
                <c:pt idx="73">
                  <c:v>3.4018441049064929E-2</c:v>
                </c:pt>
                <c:pt idx="74">
                  <c:v>3.3425996908618028E-2</c:v>
                </c:pt>
                <c:pt idx="75">
                  <c:v>2.818740320962998E-2</c:v>
                </c:pt>
                <c:pt idx="76">
                  <c:v>3.1210474704000069E-2</c:v>
                </c:pt>
                <c:pt idx="77">
                  <c:v>2.8064402067171978E-2</c:v>
                </c:pt>
                <c:pt idx="78">
                  <c:v>2.8064402067171978E-2</c:v>
                </c:pt>
                <c:pt idx="79">
                  <c:v>2.9828629688043007E-2</c:v>
                </c:pt>
                <c:pt idx="80">
                  <c:v>2.5037759970937046E-2</c:v>
                </c:pt>
                <c:pt idx="81">
                  <c:v>2.4491110063175947E-2</c:v>
                </c:pt>
                <c:pt idx="82">
                  <c:v>2.1258233706140106E-2</c:v>
                </c:pt>
                <c:pt idx="83">
                  <c:v>2.7560694347372072E-2</c:v>
                </c:pt>
                <c:pt idx="84">
                  <c:v>2.759443364625902E-2</c:v>
                </c:pt>
                <c:pt idx="85">
                  <c:v>2.995858920101202E-2</c:v>
                </c:pt>
                <c:pt idx="86">
                  <c:v>3.2553690221043929E-2</c:v>
                </c:pt>
                <c:pt idx="87">
                  <c:v>2.759443364625902E-2</c:v>
                </c:pt>
                <c:pt idx="88">
                  <c:v>3.0833346629270952E-2</c:v>
                </c:pt>
                <c:pt idx="89">
                  <c:v>3.0198179232183042E-2</c:v>
                </c:pt>
                <c:pt idx="90">
                  <c:v>2.6416282755001075E-2</c:v>
                </c:pt>
                <c:pt idx="91">
                  <c:v>1.6789578275939965E-2</c:v>
                </c:pt>
                <c:pt idx="92">
                  <c:v>2.0539413776172966E-2</c:v>
                </c:pt>
                <c:pt idx="93">
                  <c:v>2.5246369690445025E-2</c:v>
                </c:pt>
                <c:pt idx="94">
                  <c:v>2.0858176637501002E-2</c:v>
                </c:pt>
                <c:pt idx="95">
                  <c:v>2.5485123480433969E-2</c:v>
                </c:pt>
                <c:pt idx="96">
                  <c:v>3.0038729094662986E-2</c:v>
                </c:pt>
                <c:pt idx="97">
                  <c:v>3.0088094020416012E-2</c:v>
                </c:pt>
                <c:pt idx="98">
                  <c:v>2.5268754293864992E-2</c:v>
                </c:pt>
                <c:pt idx="99">
                  <c:v>2.146683552441897E-2</c:v>
                </c:pt>
                <c:pt idx="100">
                  <c:v>2.5271305523286047E-2</c:v>
                </c:pt>
                <c:pt idx="101">
                  <c:v>2.8154041154201059E-2</c:v>
                </c:pt>
                <c:pt idx="102">
                  <c:v>2.4466251303879027E-2</c:v>
                </c:pt>
                <c:pt idx="103">
                  <c:v>2.8433364285112006E-2</c:v>
                </c:pt>
                <c:pt idx="104">
                  <c:v>2.8225145378202976E-2</c:v>
                </c:pt>
                <c:pt idx="105">
                  <c:v>3.025049587679296E-2</c:v>
                </c:pt>
                <c:pt idx="106">
                  <c:v>3.5120493781590989E-2</c:v>
                </c:pt>
                <c:pt idx="107">
                  <c:v>3.0628607676109976E-2</c:v>
                </c:pt>
                <c:pt idx="108">
                  <c:v>3.5419437422880007E-2</c:v>
                </c:pt>
                <c:pt idx="109">
                  <c:v>4.3689415312084035E-2</c:v>
                </c:pt>
                <c:pt idx="110">
                  <c:v>4.6960323059720088E-2</c:v>
                </c:pt>
                <c:pt idx="111">
                  <c:v>4.6960323059720088E-2</c:v>
                </c:pt>
                <c:pt idx="112">
                  <c:v>4.8662520111955931E-2</c:v>
                </c:pt>
                <c:pt idx="113">
                  <c:v>4.6576931045634984E-2</c:v>
                </c:pt>
                <c:pt idx="114">
                  <c:v>5.052698100511499E-2</c:v>
                </c:pt>
                <c:pt idx="115">
                  <c:v>5.4410855549770987E-2</c:v>
                </c:pt>
                <c:pt idx="116">
                  <c:v>5.1083938454940081E-2</c:v>
                </c:pt>
                <c:pt idx="117">
                  <c:v>5.2575710085431049E-2</c:v>
                </c:pt>
                <c:pt idx="118">
                  <c:v>5.2744679384570059E-2</c:v>
                </c:pt>
                <c:pt idx="119">
                  <c:v>4.8626460775928915E-2</c:v>
                </c:pt>
                <c:pt idx="120">
                  <c:v>4.4892163890073E-2</c:v>
                </c:pt>
                <c:pt idx="121">
                  <c:v>4.5098589299104042E-2</c:v>
                </c:pt>
                <c:pt idx="122">
                  <c:v>4.1474698827229983E-2</c:v>
                </c:pt>
                <c:pt idx="123">
                  <c:v>4.6578866937930008E-2</c:v>
                </c:pt>
                <c:pt idx="124">
                  <c:v>5.1274156130255988E-2</c:v>
                </c:pt>
                <c:pt idx="125">
                  <c:v>5.5797008121089009E-2</c:v>
                </c:pt>
                <c:pt idx="126">
                  <c:v>6.2139047694143024E-2</c:v>
                </c:pt>
                <c:pt idx="127">
                  <c:v>6.5479569488400946E-2</c:v>
                </c:pt>
                <c:pt idx="128">
                  <c:v>6.6036682564467986E-2</c:v>
                </c:pt>
                <c:pt idx="129">
                  <c:v>6.5996550581632007E-2</c:v>
                </c:pt>
                <c:pt idx="130">
                  <c:v>6.6911349645386975E-2</c:v>
                </c:pt>
                <c:pt idx="131">
                  <c:v>7.0250779646390982E-2</c:v>
                </c:pt>
                <c:pt idx="132">
                  <c:v>6.6310756504361024E-2</c:v>
                </c:pt>
                <c:pt idx="133">
                  <c:v>6.9292572156613996E-2</c:v>
                </c:pt>
                <c:pt idx="134">
                  <c:v>6.9243099374504957E-2</c:v>
                </c:pt>
                <c:pt idx="135">
                  <c:v>6.9566028791875012E-2</c:v>
                </c:pt>
                <c:pt idx="136">
                  <c:v>6.9525282365491992E-2</c:v>
                </c:pt>
                <c:pt idx="137">
                  <c:v>6.9525282365491992E-2</c:v>
                </c:pt>
                <c:pt idx="138">
                  <c:v>6.0902813060101008E-2</c:v>
                </c:pt>
                <c:pt idx="139">
                  <c:v>6.675880378310195E-2</c:v>
                </c:pt>
                <c:pt idx="140">
                  <c:v>6.4842764347872006E-2</c:v>
                </c:pt>
                <c:pt idx="141">
                  <c:v>6.1627169670443016E-2</c:v>
                </c:pt>
                <c:pt idx="142">
                  <c:v>6.6532780323222962E-2</c:v>
                </c:pt>
                <c:pt idx="143">
                  <c:v>7.0643469398236014E-2</c:v>
                </c:pt>
                <c:pt idx="144">
                  <c:v>6.9543356172970028E-2</c:v>
                </c:pt>
                <c:pt idx="145">
                  <c:v>6.9580721937717027E-2</c:v>
                </c:pt>
                <c:pt idx="146">
                  <c:v>7.0264682596682948E-2</c:v>
                </c:pt>
                <c:pt idx="147">
                  <c:v>6.955294320580202E-2</c:v>
                </c:pt>
                <c:pt idx="148">
                  <c:v>6.9094261587319017E-2</c:v>
                </c:pt>
                <c:pt idx="149">
                  <c:v>6.9584037029775003E-2</c:v>
                </c:pt>
                <c:pt idx="150">
                  <c:v>6.8873603348620027E-2</c:v>
                </c:pt>
                <c:pt idx="151">
                  <c:v>6.9524971726296958E-2</c:v>
                </c:pt>
                <c:pt idx="152">
                  <c:v>7.0214615639454026E-2</c:v>
                </c:pt>
                <c:pt idx="153">
                  <c:v>6.8549496640635033E-2</c:v>
                </c:pt>
                <c:pt idx="154">
                  <c:v>6.8549696091667001E-2</c:v>
                </c:pt>
                <c:pt idx="155">
                  <c:v>6.5675926422710973E-2</c:v>
                </c:pt>
                <c:pt idx="156">
                  <c:v>6.5654039814543985E-2</c:v>
                </c:pt>
                <c:pt idx="157">
                  <c:v>6.386319183307701E-2</c:v>
                </c:pt>
                <c:pt idx="158">
                  <c:v>6.519609415053601E-2</c:v>
                </c:pt>
                <c:pt idx="159">
                  <c:v>6.8237475223827004E-2</c:v>
                </c:pt>
                <c:pt idx="160">
                  <c:v>6.8310701881455993E-2</c:v>
                </c:pt>
                <c:pt idx="161">
                  <c:v>7.038382341578403E-2</c:v>
                </c:pt>
                <c:pt idx="162">
                  <c:v>6.9562813525740008E-2</c:v>
                </c:pt>
                <c:pt idx="163">
                  <c:v>6.9927603367712032E-2</c:v>
                </c:pt>
                <c:pt idx="164">
                  <c:v>6.8421267467149993E-2</c:v>
                </c:pt>
                <c:pt idx="165">
                  <c:v>6.8468498471188965E-2</c:v>
                </c:pt>
                <c:pt idx="166">
                  <c:v>6.9682368532728967E-2</c:v>
                </c:pt>
                <c:pt idx="167">
                  <c:v>6.8148423828393978E-2</c:v>
                </c:pt>
                <c:pt idx="168">
                  <c:v>6.9752488875226004E-2</c:v>
                </c:pt>
                <c:pt idx="169">
                  <c:v>6.8186977948739014E-2</c:v>
                </c:pt>
                <c:pt idx="170">
                  <c:v>6.6971934363424995E-2</c:v>
                </c:pt>
                <c:pt idx="171">
                  <c:v>6.7718352338000998E-2</c:v>
                </c:pt>
                <c:pt idx="172">
                  <c:v>6.9328627830211986E-2</c:v>
                </c:pt>
                <c:pt idx="173">
                  <c:v>6.9392352340676033E-2</c:v>
                </c:pt>
                <c:pt idx="174">
                  <c:v>6.8953329924895002E-2</c:v>
                </c:pt>
                <c:pt idx="175">
                  <c:v>6.8557021928585982E-2</c:v>
                </c:pt>
                <c:pt idx="176">
                  <c:v>6.8519034523828015E-2</c:v>
                </c:pt>
                <c:pt idx="177">
                  <c:v>6.762055725039301E-2</c:v>
                </c:pt>
                <c:pt idx="178">
                  <c:v>6.7445814951733019E-2</c:v>
                </c:pt>
                <c:pt idx="179">
                  <c:v>6.6728124753439977E-2</c:v>
                </c:pt>
                <c:pt idx="180">
                  <c:v>6.8140227470597003E-2</c:v>
                </c:pt>
                <c:pt idx="181">
                  <c:v>6.807194787383003E-2</c:v>
                </c:pt>
                <c:pt idx="182">
                  <c:v>6.6728124753439977E-2</c:v>
                </c:pt>
                <c:pt idx="183">
                  <c:v>6.5819452115320032E-2</c:v>
                </c:pt>
                <c:pt idx="184">
                  <c:v>6.8099162508510003E-2</c:v>
                </c:pt>
                <c:pt idx="185">
                  <c:v>6.6801160894580991E-2</c:v>
                </c:pt>
                <c:pt idx="186">
                  <c:v>6.6801160894580991E-2</c:v>
                </c:pt>
                <c:pt idx="187">
                  <c:v>6.6636023073536998E-2</c:v>
                </c:pt>
                <c:pt idx="188">
                  <c:v>6.7985608018208965E-2</c:v>
                </c:pt>
                <c:pt idx="189">
                  <c:v>6.6542448381609998E-2</c:v>
                </c:pt>
                <c:pt idx="190">
                  <c:v>6.577732328977498E-2</c:v>
                </c:pt>
                <c:pt idx="191">
                  <c:v>6.577732328977498E-2</c:v>
                </c:pt>
                <c:pt idx="192">
                  <c:v>6.5909708911317977E-2</c:v>
                </c:pt>
                <c:pt idx="193">
                  <c:v>6.6021288994640992E-2</c:v>
                </c:pt>
                <c:pt idx="194">
                  <c:v>6.8130050660738017E-2</c:v>
                </c:pt>
                <c:pt idx="195">
                  <c:v>6.8039839537685998E-2</c:v>
                </c:pt>
                <c:pt idx="196">
                  <c:v>6.6998766162890022E-2</c:v>
                </c:pt>
                <c:pt idx="197">
                  <c:v>6.6162240542234019E-2</c:v>
                </c:pt>
                <c:pt idx="198">
                  <c:v>6.1182965277842061E-2</c:v>
                </c:pt>
                <c:pt idx="199">
                  <c:v>5.8261376461104963E-2</c:v>
                </c:pt>
                <c:pt idx="200">
                  <c:v>6.1278701980569061E-2</c:v>
                </c:pt>
                <c:pt idx="201">
                  <c:v>6.3769573862266005E-2</c:v>
                </c:pt>
                <c:pt idx="202">
                  <c:v>6.3762118135569978E-2</c:v>
                </c:pt>
                <c:pt idx="203">
                  <c:v>6.1671006284792051E-2</c:v>
                </c:pt>
                <c:pt idx="204">
                  <c:v>6.1529881744163017E-2</c:v>
                </c:pt>
                <c:pt idx="205">
                  <c:v>5.8761992353357995E-2</c:v>
                </c:pt>
                <c:pt idx="206">
                  <c:v>5.9253467735875975E-2</c:v>
                </c:pt>
                <c:pt idx="207">
                  <c:v>5.5613366791851027E-2</c:v>
                </c:pt>
                <c:pt idx="208">
                  <c:v>5.5983802061876031E-2</c:v>
                </c:pt>
                <c:pt idx="209">
                  <c:v>5.8771468512184066E-2</c:v>
                </c:pt>
                <c:pt idx="210">
                  <c:v>5.2598399374692018E-2</c:v>
                </c:pt>
                <c:pt idx="211">
                  <c:v>4.5372682738245018E-2</c:v>
                </c:pt>
                <c:pt idx="212">
                  <c:v>4.522601271544191E-2</c:v>
                </c:pt>
                <c:pt idx="213">
                  <c:v>4.5372682738245018E-2</c:v>
                </c:pt>
                <c:pt idx="214">
                  <c:v>4.5658771685404997E-2</c:v>
                </c:pt>
                <c:pt idx="215">
                  <c:v>4.9285486863871908E-2</c:v>
                </c:pt>
                <c:pt idx="216">
                  <c:v>5.4029424500717904E-2</c:v>
                </c:pt>
                <c:pt idx="217">
                  <c:v>5.7652986793638061E-2</c:v>
                </c:pt>
                <c:pt idx="218">
                  <c:v>5.5813968399360037E-2</c:v>
                </c:pt>
                <c:pt idx="219">
                  <c:v>6.2014271980531999E-2</c:v>
                </c:pt>
                <c:pt idx="220">
                  <c:v>5.6129496748115959E-2</c:v>
                </c:pt>
                <c:pt idx="221">
                  <c:v>5.1286975989614958E-2</c:v>
                </c:pt>
                <c:pt idx="222">
                  <c:v>5.4109360502346937E-2</c:v>
                </c:pt>
                <c:pt idx="223">
                  <c:v>5.0881743975076055E-2</c:v>
                </c:pt>
                <c:pt idx="224">
                  <c:v>5.4033523305923037E-2</c:v>
                </c:pt>
                <c:pt idx="225">
                  <c:v>5.0697906606040011E-2</c:v>
                </c:pt>
              </c:numCache>
            </c:numRef>
          </c:val>
        </c:ser>
        <c:ser>
          <c:idx val="5"/>
          <c:order val="1"/>
          <c:tx>
            <c:v>Pre 2005</c:v>
          </c:tx>
          <c:spPr>
            <a:solidFill>
              <a:schemeClr val="accent1">
                <a:alpha val="65000"/>
              </a:schemeClr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2005'!$G$2:$G$227</c:f>
              <c:numCache>
                <c:formatCode>0%</c:formatCode>
                <c:ptCount val="226"/>
                <c:pt idx="1">
                  <c:v>9.3495241385430083E-3</c:v>
                </c:pt>
                <c:pt idx="2">
                  <c:v>9.7764953835769997E-3</c:v>
                </c:pt>
                <c:pt idx="3">
                  <c:v>1.0318153007277009E-2</c:v>
                </c:pt>
                <c:pt idx="4">
                  <c:v>9.3339138419399892E-3</c:v>
                </c:pt>
                <c:pt idx="5">
                  <c:v>8.475346466158995E-3</c:v>
                </c:pt>
                <c:pt idx="6">
                  <c:v>9.2530243339870033E-3</c:v>
                </c:pt>
                <c:pt idx="7">
                  <c:v>7.5123916485980158E-3</c:v>
                </c:pt>
                <c:pt idx="8">
                  <c:v>8.4254797116330438E-3</c:v>
                </c:pt>
                <c:pt idx="9">
                  <c:v>7.2636580526129757E-3</c:v>
                </c:pt>
                <c:pt idx="10">
                  <c:v>7.2671544618709838E-3</c:v>
                </c:pt>
                <c:pt idx="11">
                  <c:v>8.5764331301529939E-3</c:v>
                </c:pt>
                <c:pt idx="12">
                  <c:v>8.3215869708520018E-3</c:v>
                </c:pt>
                <c:pt idx="13">
                  <c:v>7.5233280501109667E-3</c:v>
                </c:pt>
                <c:pt idx="14">
                  <c:v>7.3718362209940214E-3</c:v>
                </c:pt>
                <c:pt idx="15">
                  <c:v>7.3236168429789972E-3</c:v>
                </c:pt>
                <c:pt idx="16">
                  <c:v>8.9599073183029843E-3</c:v>
                </c:pt>
                <c:pt idx="17">
                  <c:v>9.1440288694429883E-3</c:v>
                </c:pt>
                <c:pt idx="18">
                  <c:v>1.0089053710369E-2</c:v>
                </c:pt>
                <c:pt idx="19">
                  <c:v>1.1604541103639954E-2</c:v>
                </c:pt>
                <c:pt idx="20">
                  <c:v>1.1736471472792998E-2</c:v>
                </c:pt>
                <c:pt idx="21">
                  <c:v>1.2194486948020999E-2</c:v>
                </c:pt>
                <c:pt idx="22">
                  <c:v>1.4666242077077007E-2</c:v>
                </c:pt>
                <c:pt idx="23">
                  <c:v>1.4801730708252026E-2</c:v>
                </c:pt>
                <c:pt idx="24">
                  <c:v>1.4719262800910016E-2</c:v>
                </c:pt>
                <c:pt idx="25">
                  <c:v>1.4666242077077007E-2</c:v>
                </c:pt>
                <c:pt idx="26">
                  <c:v>1.4604701783771989E-2</c:v>
                </c:pt>
                <c:pt idx="27">
                  <c:v>1.3429700826978974E-2</c:v>
                </c:pt>
                <c:pt idx="28">
                  <c:v>1.5049871557931971E-2</c:v>
                </c:pt>
                <c:pt idx="29">
                  <c:v>1.5205300219296003E-2</c:v>
                </c:pt>
                <c:pt idx="30">
                  <c:v>1.3799936595487006E-2</c:v>
                </c:pt>
                <c:pt idx="31">
                  <c:v>1.7408259272822968E-2</c:v>
                </c:pt>
                <c:pt idx="32">
                  <c:v>1.8418134978159029E-2</c:v>
                </c:pt>
                <c:pt idx="33">
                  <c:v>1.9647746254231047E-2</c:v>
                </c:pt>
                <c:pt idx="34">
                  <c:v>1.7430095710167959E-2</c:v>
                </c:pt>
                <c:pt idx="35">
                  <c:v>1.8215036501237014E-2</c:v>
                </c:pt>
                <c:pt idx="36">
                  <c:v>2.0206441572086065E-2</c:v>
                </c:pt>
                <c:pt idx="37">
                  <c:v>1.9247265884268949E-2</c:v>
                </c:pt>
                <c:pt idx="38">
                  <c:v>1.9247265884268949E-2</c:v>
                </c:pt>
                <c:pt idx="39">
                  <c:v>2.0028947162988975E-2</c:v>
                </c:pt>
                <c:pt idx="40">
                  <c:v>1.8573776239296014E-2</c:v>
                </c:pt>
                <c:pt idx="41">
                  <c:v>1.9709494658493032E-2</c:v>
                </c:pt>
                <c:pt idx="42">
                  <c:v>1.9647685019433037E-2</c:v>
                </c:pt>
                <c:pt idx="43">
                  <c:v>1.9293741162645039E-2</c:v>
                </c:pt>
                <c:pt idx="44">
                  <c:v>1.8904364698372089E-2</c:v>
                </c:pt>
                <c:pt idx="45">
                  <c:v>1.8929213469001005E-2</c:v>
                </c:pt>
                <c:pt idx="46">
                  <c:v>1.8904364698372089E-2</c:v>
                </c:pt>
                <c:pt idx="47">
                  <c:v>1.7936046178664955E-2</c:v>
                </c:pt>
                <c:pt idx="48">
                  <c:v>1.8382652160383928E-2</c:v>
                </c:pt>
                <c:pt idx="49">
                  <c:v>1.8408175809995986E-2</c:v>
                </c:pt>
                <c:pt idx="50">
                  <c:v>1.7583763647146977E-2</c:v>
                </c:pt>
                <c:pt idx="51">
                  <c:v>1.8559332718324995E-2</c:v>
                </c:pt>
                <c:pt idx="52">
                  <c:v>1.7981692797587101E-2</c:v>
                </c:pt>
                <c:pt idx="53">
                  <c:v>1.8600258976843032E-2</c:v>
                </c:pt>
                <c:pt idx="54">
                  <c:v>1.8665984509633082E-2</c:v>
                </c:pt>
                <c:pt idx="55">
                  <c:v>1.8547178324596958E-2</c:v>
                </c:pt>
                <c:pt idx="56">
                  <c:v>1.7308349356765951E-2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1.8243782482877058E-2</c:v>
                </c:pt>
                <c:pt idx="60">
                  <c:v>1.693489903586598E-2</c:v>
                </c:pt>
                <c:pt idx="61">
                  <c:v>1.8326113974864944E-2</c:v>
                </c:pt>
                <c:pt idx="62">
                  <c:v>1.7934817450554918E-2</c:v>
                </c:pt>
                <c:pt idx="63">
                  <c:v>1.7797705219311011E-2</c:v>
                </c:pt>
                <c:pt idx="64">
                  <c:v>1.5990790065342986E-2</c:v>
                </c:pt>
                <c:pt idx="65">
                  <c:v>1.746434616697301E-2</c:v>
                </c:pt>
                <c:pt idx="66">
                  <c:v>1.9564630295097918E-2</c:v>
                </c:pt>
                <c:pt idx="67">
                  <c:v>1.991736462615501E-2</c:v>
                </c:pt>
                <c:pt idx="68">
                  <c:v>2.1602036666818036E-2</c:v>
                </c:pt>
                <c:pt idx="69">
                  <c:v>1.991736462615501E-2</c:v>
                </c:pt>
                <c:pt idx="70">
                  <c:v>2.1714787323291018E-2</c:v>
                </c:pt>
                <c:pt idx="71">
                  <c:v>2.0728347991117002E-2</c:v>
                </c:pt>
                <c:pt idx="72">
                  <c:v>2.2740230821109986E-2</c:v>
                </c:pt>
                <c:pt idx="73">
                  <c:v>2.3102469259690062E-2</c:v>
                </c:pt>
                <c:pt idx="74">
                  <c:v>2.2230821022807934E-2</c:v>
                </c:pt>
                <c:pt idx="75">
                  <c:v>2.2843554143903044E-2</c:v>
                </c:pt>
                <c:pt idx="76">
                  <c:v>2.130927465103194E-2</c:v>
                </c:pt>
                <c:pt idx="77">
                  <c:v>2.2115915769991945E-2</c:v>
                </c:pt>
                <c:pt idx="78">
                  <c:v>2.2115915769991945E-2</c:v>
                </c:pt>
                <c:pt idx="79">
                  <c:v>2.2677880181799948E-2</c:v>
                </c:pt>
                <c:pt idx="80">
                  <c:v>2.3080661909188005E-2</c:v>
                </c:pt>
                <c:pt idx="81">
                  <c:v>2.1594538110413009E-2</c:v>
                </c:pt>
                <c:pt idx="82">
                  <c:v>2.1243881609642967E-2</c:v>
                </c:pt>
                <c:pt idx="83">
                  <c:v>2.3646964380398927E-2</c:v>
                </c:pt>
                <c:pt idx="84">
                  <c:v>2.3511077421998983E-2</c:v>
                </c:pt>
                <c:pt idx="85">
                  <c:v>2.1865379268423912E-2</c:v>
                </c:pt>
                <c:pt idx="86">
                  <c:v>2.3011168931345027E-2</c:v>
                </c:pt>
                <c:pt idx="87">
                  <c:v>2.3511077421998983E-2</c:v>
                </c:pt>
                <c:pt idx="88">
                  <c:v>2.3879648060012082E-2</c:v>
                </c:pt>
                <c:pt idx="89">
                  <c:v>2.2185781271320981E-2</c:v>
                </c:pt>
                <c:pt idx="90">
                  <c:v>2.1499852763206984E-2</c:v>
                </c:pt>
                <c:pt idx="91">
                  <c:v>2.2623213265619002E-2</c:v>
                </c:pt>
                <c:pt idx="92">
                  <c:v>2.2028660134635003E-2</c:v>
                </c:pt>
                <c:pt idx="93">
                  <c:v>2.323860005587397E-2</c:v>
                </c:pt>
                <c:pt idx="94">
                  <c:v>2.3045104413206952E-2</c:v>
                </c:pt>
                <c:pt idx="95">
                  <c:v>2.3281195485508999E-2</c:v>
                </c:pt>
                <c:pt idx="96">
                  <c:v>2.3045894514512999E-2</c:v>
                </c:pt>
                <c:pt idx="97">
                  <c:v>2.3116433002183912E-2</c:v>
                </c:pt>
                <c:pt idx="98">
                  <c:v>2.1940207735437034E-2</c:v>
                </c:pt>
                <c:pt idx="99">
                  <c:v>2.5474221239196959E-2</c:v>
                </c:pt>
                <c:pt idx="100">
                  <c:v>2.192245353908695E-2</c:v>
                </c:pt>
                <c:pt idx="101">
                  <c:v>2.2006042072019949E-2</c:v>
                </c:pt>
                <c:pt idx="102">
                  <c:v>2.5400728001473971E-2</c:v>
                </c:pt>
                <c:pt idx="103">
                  <c:v>2.2933742337526986E-2</c:v>
                </c:pt>
                <c:pt idx="104">
                  <c:v>2.2159728908155985E-2</c:v>
                </c:pt>
                <c:pt idx="105">
                  <c:v>2.2334868622206017E-2</c:v>
                </c:pt>
                <c:pt idx="106">
                  <c:v>2.3285771323386051E-2</c:v>
                </c:pt>
                <c:pt idx="107">
                  <c:v>2.3012611082431023E-2</c:v>
                </c:pt>
                <c:pt idx="108">
                  <c:v>2.395908768709798E-2</c:v>
                </c:pt>
                <c:pt idx="109">
                  <c:v>2.182584852505598E-2</c:v>
                </c:pt>
                <c:pt idx="110">
                  <c:v>2.3138061689571998E-2</c:v>
                </c:pt>
                <c:pt idx="111">
                  <c:v>2.3138061689571998E-2</c:v>
                </c:pt>
                <c:pt idx="112">
                  <c:v>2.1574399682273038E-2</c:v>
                </c:pt>
                <c:pt idx="113">
                  <c:v>2.2049529166050075E-2</c:v>
                </c:pt>
                <c:pt idx="114">
                  <c:v>2.1712951748458997E-2</c:v>
                </c:pt>
                <c:pt idx="115">
                  <c:v>2.1006711837945002E-2</c:v>
                </c:pt>
                <c:pt idx="116">
                  <c:v>2.2718223243017976E-2</c:v>
                </c:pt>
                <c:pt idx="117">
                  <c:v>2.1336673395858985E-2</c:v>
                </c:pt>
                <c:pt idx="118">
                  <c:v>2.3934707665684951E-2</c:v>
                </c:pt>
                <c:pt idx="119">
                  <c:v>2.3885746565118993E-2</c:v>
                </c:pt>
                <c:pt idx="120">
                  <c:v>2.4636886181579998E-2</c:v>
                </c:pt>
                <c:pt idx="121">
                  <c:v>2.5954770465140942E-2</c:v>
                </c:pt>
                <c:pt idx="122">
                  <c:v>2.7387624846188063E-2</c:v>
                </c:pt>
                <c:pt idx="123">
                  <c:v>2.7396846707897993E-2</c:v>
                </c:pt>
                <c:pt idx="124">
                  <c:v>2.4356249349563042E-2</c:v>
                </c:pt>
                <c:pt idx="125">
                  <c:v>2.4748707436991979E-2</c:v>
                </c:pt>
                <c:pt idx="126">
                  <c:v>2.3721983966421001E-2</c:v>
                </c:pt>
                <c:pt idx="127">
                  <c:v>2.4015035680918007E-2</c:v>
                </c:pt>
                <c:pt idx="128">
                  <c:v>2.4586657410025969E-2</c:v>
                </c:pt>
                <c:pt idx="129">
                  <c:v>2.5020140115835976E-2</c:v>
                </c:pt>
                <c:pt idx="130">
                  <c:v>2.448780499499198E-2</c:v>
                </c:pt>
                <c:pt idx="131">
                  <c:v>2.5234444143474033E-2</c:v>
                </c:pt>
                <c:pt idx="132">
                  <c:v>2.3436581748615015E-2</c:v>
                </c:pt>
                <c:pt idx="133">
                  <c:v>2.4698216777366E-2</c:v>
                </c:pt>
                <c:pt idx="134">
                  <c:v>2.5923790087743037E-2</c:v>
                </c:pt>
                <c:pt idx="135">
                  <c:v>2.5579483137793013E-2</c:v>
                </c:pt>
                <c:pt idx="136">
                  <c:v>2.5253844188383001E-2</c:v>
                </c:pt>
                <c:pt idx="137">
                  <c:v>2.5253844188383001E-2</c:v>
                </c:pt>
                <c:pt idx="138">
                  <c:v>2.2354680914343006E-2</c:v>
                </c:pt>
                <c:pt idx="139">
                  <c:v>2.3237239610985033E-2</c:v>
                </c:pt>
                <c:pt idx="140">
                  <c:v>2.2833508159864985E-2</c:v>
                </c:pt>
                <c:pt idx="141">
                  <c:v>2.2826442408018011E-2</c:v>
                </c:pt>
                <c:pt idx="142">
                  <c:v>2.3657600623909009E-2</c:v>
                </c:pt>
                <c:pt idx="143">
                  <c:v>2.4411442429122021E-2</c:v>
                </c:pt>
                <c:pt idx="144">
                  <c:v>2.4521120670748964E-2</c:v>
                </c:pt>
                <c:pt idx="145">
                  <c:v>2.4364301177299985E-2</c:v>
                </c:pt>
                <c:pt idx="146">
                  <c:v>2.4726941736278041E-2</c:v>
                </c:pt>
                <c:pt idx="147">
                  <c:v>2.442832455333499E-2</c:v>
                </c:pt>
                <c:pt idx="148">
                  <c:v>2.5445593911785969E-2</c:v>
                </c:pt>
                <c:pt idx="149">
                  <c:v>2.4544578239795001E-2</c:v>
                </c:pt>
                <c:pt idx="150">
                  <c:v>2.4962760610098E-2</c:v>
                </c:pt>
                <c:pt idx="151">
                  <c:v>2.4443345160808039E-2</c:v>
                </c:pt>
                <c:pt idx="152">
                  <c:v>2.4714769010983018E-2</c:v>
                </c:pt>
                <c:pt idx="153">
                  <c:v>2.4132577762210977E-2</c:v>
                </c:pt>
                <c:pt idx="154">
                  <c:v>2.3910182191404006E-2</c:v>
                </c:pt>
                <c:pt idx="155">
                  <c:v>2.0677936525821006E-2</c:v>
                </c:pt>
                <c:pt idx="156">
                  <c:v>2.0405939315742999E-2</c:v>
                </c:pt>
                <c:pt idx="157">
                  <c:v>1.9012181649803006E-2</c:v>
                </c:pt>
                <c:pt idx="158">
                  <c:v>2.1725041379872995E-2</c:v>
                </c:pt>
                <c:pt idx="159">
                  <c:v>2.385631641094299E-2</c:v>
                </c:pt>
                <c:pt idx="160">
                  <c:v>2.4133376864509004E-2</c:v>
                </c:pt>
                <c:pt idx="161">
                  <c:v>2.3490582878840982E-2</c:v>
                </c:pt>
                <c:pt idx="162">
                  <c:v>2.3734404029613021E-2</c:v>
                </c:pt>
                <c:pt idx="163">
                  <c:v>2.4015377742685973E-2</c:v>
                </c:pt>
                <c:pt idx="164">
                  <c:v>2.4006639656241002E-2</c:v>
                </c:pt>
                <c:pt idx="165">
                  <c:v>2.2864760551051022E-2</c:v>
                </c:pt>
                <c:pt idx="166">
                  <c:v>2.4163207379861051E-2</c:v>
                </c:pt>
                <c:pt idx="167">
                  <c:v>2.4001956463504004E-2</c:v>
                </c:pt>
                <c:pt idx="168">
                  <c:v>2.4129946993109996E-2</c:v>
                </c:pt>
                <c:pt idx="169">
                  <c:v>2.2717125856637987E-2</c:v>
                </c:pt>
                <c:pt idx="170">
                  <c:v>2.4922595095405009E-2</c:v>
                </c:pt>
                <c:pt idx="171">
                  <c:v>2.5262059710907003E-2</c:v>
                </c:pt>
                <c:pt idx="172">
                  <c:v>2.5789543754646038E-2</c:v>
                </c:pt>
                <c:pt idx="173">
                  <c:v>2.5282717803924992E-2</c:v>
                </c:pt>
                <c:pt idx="174">
                  <c:v>2.7081223449143044E-2</c:v>
                </c:pt>
                <c:pt idx="175">
                  <c:v>2.9228013361092986E-2</c:v>
                </c:pt>
                <c:pt idx="176">
                  <c:v>2.9583398933585969E-2</c:v>
                </c:pt>
                <c:pt idx="177">
                  <c:v>3.0650699740589982E-2</c:v>
                </c:pt>
                <c:pt idx="178">
                  <c:v>3.189345616816297E-2</c:v>
                </c:pt>
                <c:pt idx="179">
                  <c:v>3.5124617247681011E-2</c:v>
                </c:pt>
                <c:pt idx="180">
                  <c:v>3.1810678137463022E-2</c:v>
                </c:pt>
                <c:pt idx="181">
                  <c:v>3.2199345902175991E-2</c:v>
                </c:pt>
                <c:pt idx="182">
                  <c:v>3.5124617247681011E-2</c:v>
                </c:pt>
                <c:pt idx="183">
                  <c:v>4.0894418191104953E-2</c:v>
                </c:pt>
                <c:pt idx="184">
                  <c:v>3.3218408855878012E-2</c:v>
                </c:pt>
                <c:pt idx="185">
                  <c:v>3.560048076730099E-2</c:v>
                </c:pt>
                <c:pt idx="186">
                  <c:v>3.560048076730099E-2</c:v>
                </c:pt>
                <c:pt idx="187">
                  <c:v>3.6682465672604025E-2</c:v>
                </c:pt>
                <c:pt idx="188">
                  <c:v>3.4538022001328994E-2</c:v>
                </c:pt>
                <c:pt idx="189">
                  <c:v>3.7848045871507974E-2</c:v>
                </c:pt>
                <c:pt idx="190">
                  <c:v>4.311865390370101E-2</c:v>
                </c:pt>
                <c:pt idx="191">
                  <c:v>4.311865390370101E-2</c:v>
                </c:pt>
                <c:pt idx="192">
                  <c:v>4.4396531936435002E-2</c:v>
                </c:pt>
                <c:pt idx="193">
                  <c:v>4.3202912888349987E-2</c:v>
                </c:pt>
                <c:pt idx="194">
                  <c:v>3.3927986103489016E-2</c:v>
                </c:pt>
                <c:pt idx="195">
                  <c:v>3.4664119688267991E-2</c:v>
                </c:pt>
                <c:pt idx="196">
                  <c:v>3.6299018885005974E-2</c:v>
                </c:pt>
                <c:pt idx="197">
                  <c:v>4.320778348878801E-2</c:v>
                </c:pt>
                <c:pt idx="198">
                  <c:v>5.5767371436922009E-2</c:v>
                </c:pt>
                <c:pt idx="199">
                  <c:v>5.7854243434436015E-2</c:v>
                </c:pt>
                <c:pt idx="200">
                  <c:v>5.5119685426901988E-2</c:v>
                </c:pt>
                <c:pt idx="201">
                  <c:v>4.9176612529252983E-2</c:v>
                </c:pt>
                <c:pt idx="202">
                  <c:v>4.922814110974999E-2</c:v>
                </c:pt>
                <c:pt idx="203">
                  <c:v>5.4910159185180996E-2</c:v>
                </c:pt>
                <c:pt idx="204">
                  <c:v>5.5879986587148045E-2</c:v>
                </c:pt>
                <c:pt idx="205">
                  <c:v>6.0133306816469001E-2</c:v>
                </c:pt>
                <c:pt idx="206">
                  <c:v>5.7371946942211982E-2</c:v>
                </c:pt>
                <c:pt idx="207">
                  <c:v>6.5990729484909971E-2</c:v>
                </c:pt>
                <c:pt idx="208">
                  <c:v>6.5567374115548971E-2</c:v>
                </c:pt>
                <c:pt idx="209">
                  <c:v>6.0112688684925975E-2</c:v>
                </c:pt>
                <c:pt idx="210">
                  <c:v>6.9436754868894002E-2</c:v>
                </c:pt>
                <c:pt idx="211">
                  <c:v>7.7699256329745059E-2</c:v>
                </c:pt>
                <c:pt idx="212">
                  <c:v>7.6952677594411045E-2</c:v>
                </c:pt>
                <c:pt idx="213">
                  <c:v>7.7699256329745059E-2</c:v>
                </c:pt>
                <c:pt idx="214">
                  <c:v>7.8919066492824985E-2</c:v>
                </c:pt>
                <c:pt idx="215">
                  <c:v>7.8500810862844106E-2</c:v>
                </c:pt>
                <c:pt idx="216">
                  <c:v>6.8989937785272015E-2</c:v>
                </c:pt>
                <c:pt idx="217">
                  <c:v>6.7065716502306971E-2</c:v>
                </c:pt>
                <c:pt idx="218">
                  <c:v>6.9638092828048004E-2</c:v>
                </c:pt>
                <c:pt idx="219">
                  <c:v>6.058929716573902E-2</c:v>
                </c:pt>
                <c:pt idx="220">
                  <c:v>6.8121076713101969E-2</c:v>
                </c:pt>
                <c:pt idx="221">
                  <c:v>7.8989527008370031E-2</c:v>
                </c:pt>
                <c:pt idx="222">
                  <c:v>7.8781843340151037E-2</c:v>
                </c:pt>
                <c:pt idx="223">
                  <c:v>7.9865453436108957E-2</c:v>
                </c:pt>
                <c:pt idx="224">
                  <c:v>7.8117664757740013E-2</c:v>
                </c:pt>
                <c:pt idx="225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424768"/>
        <c:axId val="211426304"/>
      </c:areaChart>
      <c:dateAx>
        <c:axId val="211424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426304"/>
        <c:crosses val="autoZero"/>
        <c:auto val="1"/>
        <c:lblOffset val="100"/>
        <c:baseTimeUnit val="days"/>
        <c:majorUnit val="6"/>
        <c:majorTimeUnit val="months"/>
      </c:dateAx>
      <c:valAx>
        <c:axId val="211426304"/>
        <c:scaling>
          <c:orientation val="minMax"/>
          <c:min val="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211424768"/>
        <c:crosses val="autoZero"/>
        <c:crossBetween val="midCat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0.00%</c:formatCode>
                <c:ptCount val="225"/>
                <c:pt idx="0">
                  <c:v>0.6255950207246429</c:v>
                </c:pt>
                <c:pt idx="1">
                  <c:v>0.63000788176738898</c:v>
                </c:pt>
                <c:pt idx="2">
                  <c:v>0.6274107117936687</c:v>
                </c:pt>
                <c:pt idx="3">
                  <c:v>0.62506508170892505</c:v>
                </c:pt>
                <c:pt idx="4">
                  <c:v>0.59973806040791378</c:v>
                </c:pt>
                <c:pt idx="5">
                  <c:v>0.48908058292459539</c:v>
                </c:pt>
                <c:pt idx="6">
                  <c:v>0.50758567670351107</c:v>
                </c:pt>
                <c:pt idx="7">
                  <c:v>0.56804474997330101</c:v>
                </c:pt>
                <c:pt idx="8">
                  <c:v>0.58663499506814298</c:v>
                </c:pt>
                <c:pt idx="9">
                  <c:v>0.5845791305589787</c:v>
                </c:pt>
                <c:pt idx="10">
                  <c:v>0.60527953850446525</c:v>
                </c:pt>
                <c:pt idx="11">
                  <c:v>0.60223580840398516</c:v>
                </c:pt>
                <c:pt idx="12">
                  <c:v>0.58766164015506672</c:v>
                </c:pt>
                <c:pt idx="13">
                  <c:v>0.57929953045895977</c:v>
                </c:pt>
                <c:pt idx="14">
                  <c:v>0.57522538646897203</c:v>
                </c:pt>
                <c:pt idx="15">
                  <c:v>0.59615160279512802</c:v>
                </c:pt>
                <c:pt idx="16">
                  <c:v>0.5974089494257403</c:v>
                </c:pt>
                <c:pt idx="17">
                  <c:v>0.59724544574376981</c:v>
                </c:pt>
                <c:pt idx="18">
                  <c:v>0.61082990045260388</c:v>
                </c:pt>
                <c:pt idx="19">
                  <c:v>0.61849820952818579</c:v>
                </c:pt>
                <c:pt idx="20">
                  <c:v>0.62365510807241908</c:v>
                </c:pt>
                <c:pt idx="21">
                  <c:v>0.68061413057737541</c:v>
                </c:pt>
                <c:pt idx="22">
                  <c:v>0.7307446198335974</c:v>
                </c:pt>
                <c:pt idx="23">
                  <c:v>0.71119905794276284</c:v>
                </c:pt>
                <c:pt idx="24">
                  <c:v>0.68061413057737541</c:v>
                </c:pt>
                <c:pt idx="25">
                  <c:v>0.69873775780573066</c:v>
                </c:pt>
                <c:pt idx="26">
                  <c:v>0.61259135853963087</c:v>
                </c:pt>
                <c:pt idx="27">
                  <c:v>0.69302456737828066</c:v>
                </c:pt>
                <c:pt idx="28">
                  <c:v>0.67956391613327316</c:v>
                </c:pt>
                <c:pt idx="29">
                  <c:v>0.6276351058238383</c:v>
                </c:pt>
                <c:pt idx="30">
                  <c:v>0.82203491250504035</c:v>
                </c:pt>
                <c:pt idx="31">
                  <c:v>0.86615921529099282</c:v>
                </c:pt>
                <c:pt idx="32">
                  <c:v>0.89405364982066748</c:v>
                </c:pt>
                <c:pt idx="33">
                  <c:v>0.88245505880803987</c:v>
                </c:pt>
                <c:pt idx="34">
                  <c:v>0.87705195212425147</c:v>
                </c:pt>
                <c:pt idx="35">
                  <c:v>0.89913652458151405</c:v>
                </c:pt>
                <c:pt idx="36">
                  <c:v>0.91573810007808687</c:v>
                </c:pt>
                <c:pt idx="37">
                  <c:v>0.91573810007808687</c:v>
                </c:pt>
                <c:pt idx="38">
                  <c:v>0.95119204448607597</c:v>
                </c:pt>
                <c:pt idx="39">
                  <c:v>0.9606311457825103</c:v>
                </c:pt>
                <c:pt idx="40">
                  <c:v>0.88319294867091491</c:v>
                </c:pt>
                <c:pt idx="41">
                  <c:v>0.88612166598921127</c:v>
                </c:pt>
                <c:pt idx="42">
                  <c:v>0.89034422301999483</c:v>
                </c:pt>
                <c:pt idx="43">
                  <c:v>0.94066080506408445</c:v>
                </c:pt>
                <c:pt idx="44">
                  <c:v>0.94307267216913626</c:v>
                </c:pt>
                <c:pt idx="45">
                  <c:v>0.94066080506408445</c:v>
                </c:pt>
                <c:pt idx="46">
                  <c:v>0.94548210621178497</c:v>
                </c:pt>
                <c:pt idx="47">
                  <c:v>0.93350677700053231</c:v>
                </c:pt>
                <c:pt idx="48">
                  <c:v>0.9360479648360801</c:v>
                </c:pt>
                <c:pt idx="49">
                  <c:v>0.94651897141040553</c:v>
                </c:pt>
                <c:pt idx="50">
                  <c:v>0.96812599238425934</c:v>
                </c:pt>
                <c:pt idx="51">
                  <c:v>0.95812187386283387</c:v>
                </c:pt>
                <c:pt idx="52">
                  <c:v>0.95589794777414239</c:v>
                </c:pt>
                <c:pt idx="53">
                  <c:v>0.96253398235989307</c:v>
                </c:pt>
                <c:pt idx="54">
                  <c:v>0.96144007933003084</c:v>
                </c:pt>
                <c:pt idx="55">
                  <c:v>0.92928464922708942</c:v>
                </c:pt>
                <c:pt idx="56">
                  <c:v>0.94780035153366171</c:v>
                </c:pt>
                <c:pt idx="57">
                  <c:v>0.94780035153366171</c:v>
                </c:pt>
                <c:pt idx="58">
                  <c:v>0.94780035153366171</c:v>
                </c:pt>
                <c:pt idx="59">
                  <c:v>0.9162603145709336</c:v>
                </c:pt>
                <c:pt idx="60">
                  <c:v>0.93168768578717942</c:v>
                </c:pt>
                <c:pt idx="61">
                  <c:v>0.93565091374934095</c:v>
                </c:pt>
                <c:pt idx="62">
                  <c:v>0.9253574941172088</c:v>
                </c:pt>
                <c:pt idx="63">
                  <c:v>0.84016392200752299</c:v>
                </c:pt>
                <c:pt idx="64">
                  <c:v>0.89961658130696354</c:v>
                </c:pt>
                <c:pt idx="65">
                  <c:v>0.89066045096691271</c:v>
                </c:pt>
                <c:pt idx="66">
                  <c:v>0.92489295272966243</c:v>
                </c:pt>
                <c:pt idx="67">
                  <c:v>0.91943111271663436</c:v>
                </c:pt>
                <c:pt idx="68">
                  <c:v>0.92489295272966243</c:v>
                </c:pt>
                <c:pt idx="69">
                  <c:v>0.9184275299690029</c:v>
                </c:pt>
                <c:pt idx="70">
                  <c:v>0.92108968175982231</c:v>
                </c:pt>
                <c:pt idx="71">
                  <c:v>0.9251386776980256</c:v>
                </c:pt>
                <c:pt idx="72">
                  <c:v>0.92490784089213363</c:v>
                </c:pt>
                <c:pt idx="73">
                  <c:v>0.92737244747575076</c:v>
                </c:pt>
                <c:pt idx="74">
                  <c:v>0.92420561533920875</c:v>
                </c:pt>
                <c:pt idx="75">
                  <c:v>0.91572705192015491</c:v>
                </c:pt>
                <c:pt idx="76">
                  <c:v>0.92561973142284837</c:v>
                </c:pt>
                <c:pt idx="77">
                  <c:v>0.92561973142284837</c:v>
                </c:pt>
                <c:pt idx="78">
                  <c:v>0.91777188154396527</c:v>
                </c:pt>
                <c:pt idx="79">
                  <c:v>0.95771777043064987</c:v>
                </c:pt>
                <c:pt idx="80">
                  <c:v>0.97173459822761488</c:v>
                </c:pt>
                <c:pt idx="81">
                  <c:v>0.9879859476046281</c:v>
                </c:pt>
                <c:pt idx="82">
                  <c:v>0.94860016725439644</c:v>
                </c:pt>
                <c:pt idx="83">
                  <c:v>0.93912504488962867</c:v>
                </c:pt>
                <c:pt idx="84">
                  <c:v>0.91585834932586352</c:v>
                </c:pt>
                <c:pt idx="85">
                  <c:v>0.89726467039347879</c:v>
                </c:pt>
                <c:pt idx="86">
                  <c:v>0.93912504488962867</c:v>
                </c:pt>
                <c:pt idx="87">
                  <c:v>0.93507497659257821</c:v>
                </c:pt>
                <c:pt idx="88">
                  <c:v>0.95218594305554205</c:v>
                </c:pt>
                <c:pt idx="89">
                  <c:v>0.97677569556161481</c:v>
                </c:pt>
                <c:pt idx="90">
                  <c:v>0.98215736625125771</c:v>
                </c:pt>
                <c:pt idx="91">
                  <c:v>0.9656367235551897</c:v>
                </c:pt>
                <c:pt idx="92">
                  <c:v>0.96496302153371782</c:v>
                </c:pt>
                <c:pt idx="93">
                  <c:v>0.96513273767789598</c:v>
                </c:pt>
                <c:pt idx="94">
                  <c:v>0.96430526526940574</c:v>
                </c:pt>
                <c:pt idx="95">
                  <c:v>0.9417870827834891</c:v>
                </c:pt>
                <c:pt idx="96">
                  <c:v>0.94144507517949372</c:v>
                </c:pt>
                <c:pt idx="97">
                  <c:v>0.94302774958051128</c:v>
                </c:pt>
                <c:pt idx="98">
                  <c:v>0.94449503233862075</c:v>
                </c:pt>
                <c:pt idx="99">
                  <c:v>0.94301120100798697</c:v>
                </c:pt>
                <c:pt idx="100">
                  <c:v>0.93075358283087861</c:v>
                </c:pt>
                <c:pt idx="101">
                  <c:v>0.93208248912063707</c:v>
                </c:pt>
                <c:pt idx="102">
                  <c:v>0.92997912524281168</c:v>
                </c:pt>
                <c:pt idx="103">
                  <c:v>0.93054356216073064</c:v>
                </c:pt>
                <c:pt idx="104">
                  <c:v>0.91144412210822534</c:v>
                </c:pt>
                <c:pt idx="105">
                  <c:v>0.90823329404202158</c:v>
                </c:pt>
                <c:pt idx="106">
                  <c:v>0.9101068245904016</c:v>
                </c:pt>
                <c:pt idx="107">
                  <c:v>0.90718629343553325</c:v>
                </c:pt>
                <c:pt idx="108">
                  <c:v>0.87062322481214993</c:v>
                </c:pt>
                <c:pt idx="109">
                  <c:v>0.83260800876880436</c:v>
                </c:pt>
                <c:pt idx="110">
                  <c:v>0.83260800876880436</c:v>
                </c:pt>
                <c:pt idx="111">
                  <c:v>0.80439090654511258</c:v>
                </c:pt>
                <c:pt idx="112">
                  <c:v>0.84718356345388168</c:v>
                </c:pt>
                <c:pt idx="113">
                  <c:v>0.83402921086925264</c:v>
                </c:pt>
                <c:pt idx="114">
                  <c:v>0.75039921033204837</c:v>
                </c:pt>
                <c:pt idx="115">
                  <c:v>0.79786665858318839</c:v>
                </c:pt>
                <c:pt idx="116">
                  <c:v>0.77419688278908672</c:v>
                </c:pt>
                <c:pt idx="117">
                  <c:v>0.77632411843120308</c:v>
                </c:pt>
                <c:pt idx="118">
                  <c:v>0.83647062776494652</c:v>
                </c:pt>
                <c:pt idx="119">
                  <c:v>0.84326459833377376</c:v>
                </c:pt>
                <c:pt idx="120">
                  <c:v>0.84251881732270073</c:v>
                </c:pt>
                <c:pt idx="121">
                  <c:v>0.83592695906500303</c:v>
                </c:pt>
                <c:pt idx="122">
                  <c:v>0.82847793276947834</c:v>
                </c:pt>
                <c:pt idx="123">
                  <c:v>0.80144782202367137</c:v>
                </c:pt>
                <c:pt idx="124">
                  <c:v>0.73856242915400727</c:v>
                </c:pt>
                <c:pt idx="125">
                  <c:v>0.67369650735217201</c:v>
                </c:pt>
                <c:pt idx="126">
                  <c:v>0.64286297380273072</c:v>
                </c:pt>
                <c:pt idx="127">
                  <c:v>0.61407900191108244</c:v>
                </c:pt>
                <c:pt idx="128">
                  <c:v>0.62890082024771521</c:v>
                </c:pt>
                <c:pt idx="129">
                  <c:v>0.42759723325368659</c:v>
                </c:pt>
                <c:pt idx="130">
                  <c:v>0.49671929032153261</c:v>
                </c:pt>
                <c:pt idx="131">
                  <c:v>0.37039238508200317</c:v>
                </c:pt>
                <c:pt idx="132">
                  <c:v>0.48324024921027042</c:v>
                </c:pt>
                <c:pt idx="133">
                  <c:v>0.48940474844938586</c:v>
                </c:pt>
                <c:pt idx="134">
                  <c:v>0.46118442865629727</c:v>
                </c:pt>
                <c:pt idx="135">
                  <c:v>0.45809430423750058</c:v>
                </c:pt>
                <c:pt idx="136">
                  <c:v>0.45809430423750058</c:v>
                </c:pt>
                <c:pt idx="137">
                  <c:v>0.32155455767019431</c:v>
                </c:pt>
                <c:pt idx="138">
                  <c:v>0.36837711159380437</c:v>
                </c:pt>
                <c:pt idx="139">
                  <c:v>0.32270862091389874</c:v>
                </c:pt>
                <c:pt idx="140">
                  <c:v>0.31397185155832891</c:v>
                </c:pt>
                <c:pt idx="141">
                  <c:v>0.36676284815642968</c:v>
                </c:pt>
                <c:pt idx="142">
                  <c:v>0.4642436748645592</c:v>
                </c:pt>
                <c:pt idx="143">
                  <c:v>0.46846408937290757</c:v>
                </c:pt>
                <c:pt idx="144">
                  <c:v>0.46604163075436117</c:v>
                </c:pt>
                <c:pt idx="145">
                  <c:v>0.45882942996224085</c:v>
                </c:pt>
                <c:pt idx="146">
                  <c:v>0.48819793986705451</c:v>
                </c:pt>
                <c:pt idx="147">
                  <c:v>0.51686237282085756</c:v>
                </c:pt>
                <c:pt idx="148">
                  <c:v>0.47659235222796992</c:v>
                </c:pt>
                <c:pt idx="149">
                  <c:v>0.43809899693344728</c:v>
                </c:pt>
                <c:pt idx="150">
                  <c:v>0.46646655511873347</c:v>
                </c:pt>
                <c:pt idx="151">
                  <c:v>0.45035714868846971</c:v>
                </c:pt>
                <c:pt idx="152">
                  <c:v>0.41435742347941557</c:v>
                </c:pt>
                <c:pt idx="153">
                  <c:v>0.40946577691320324</c:v>
                </c:pt>
                <c:pt idx="154">
                  <c:v>0.37314562604747809</c:v>
                </c:pt>
                <c:pt idx="155">
                  <c:v>0.36311039029163023</c:v>
                </c:pt>
                <c:pt idx="156">
                  <c:v>0.30222062844184339</c:v>
                </c:pt>
                <c:pt idx="157">
                  <c:v>0.32771934161884003</c:v>
                </c:pt>
                <c:pt idx="158">
                  <c:v>0.40641511694283672</c:v>
                </c:pt>
                <c:pt idx="159">
                  <c:v>0.41373446472520986</c:v>
                </c:pt>
                <c:pt idx="160">
                  <c:v>0.43082638628918513</c:v>
                </c:pt>
                <c:pt idx="161">
                  <c:v>0.44229187681125864</c:v>
                </c:pt>
                <c:pt idx="162">
                  <c:v>0.42867877923273462</c:v>
                </c:pt>
                <c:pt idx="163">
                  <c:v>0.4190960023934181</c:v>
                </c:pt>
                <c:pt idx="164">
                  <c:v>0.41087729858311572</c:v>
                </c:pt>
                <c:pt idx="165">
                  <c:v>0.42373437747114012</c:v>
                </c:pt>
                <c:pt idx="166">
                  <c:v>0.40957194544715148</c:v>
                </c:pt>
                <c:pt idx="167">
                  <c:v>0.42118721507933182</c:v>
                </c:pt>
                <c:pt idx="168">
                  <c:v>0.40398876534854189</c:v>
                </c:pt>
                <c:pt idx="169">
                  <c:v>0.38842204575632649</c:v>
                </c:pt>
                <c:pt idx="170">
                  <c:v>0.40452869269282377</c:v>
                </c:pt>
                <c:pt idx="171">
                  <c:v>0.41899770903391403</c:v>
                </c:pt>
                <c:pt idx="172">
                  <c:v>0.41427601525024443</c:v>
                </c:pt>
                <c:pt idx="173">
                  <c:v>0.40922673931396869</c:v>
                </c:pt>
                <c:pt idx="174">
                  <c:v>0.45351225783810156</c:v>
                </c:pt>
                <c:pt idx="175">
                  <c:v>0.45691985970382054</c:v>
                </c:pt>
                <c:pt idx="176">
                  <c:v>0.50044950670899591</c:v>
                </c:pt>
                <c:pt idx="177">
                  <c:v>0.51691546049332004</c:v>
                </c:pt>
                <c:pt idx="178">
                  <c:v>0.52106283427340949</c:v>
                </c:pt>
                <c:pt idx="179">
                  <c:v>0.45425380803935078</c:v>
                </c:pt>
                <c:pt idx="180">
                  <c:v>0.47647398145844211</c:v>
                </c:pt>
                <c:pt idx="181">
                  <c:v>0.52106283427340949</c:v>
                </c:pt>
                <c:pt idx="182">
                  <c:v>0.53301594192210267</c:v>
                </c:pt>
                <c:pt idx="183">
                  <c:v>0.46861230622739936</c:v>
                </c:pt>
                <c:pt idx="184">
                  <c:v>0.5093660772692542</c:v>
                </c:pt>
                <c:pt idx="185">
                  <c:v>0.5093660772692542</c:v>
                </c:pt>
                <c:pt idx="186">
                  <c:v>0.51665823055209925</c:v>
                </c:pt>
                <c:pt idx="187">
                  <c:v>0.47024534644528793</c:v>
                </c:pt>
                <c:pt idx="188">
                  <c:v>0.51309051805748795</c:v>
                </c:pt>
                <c:pt idx="189">
                  <c:v>0.53891273072782475</c:v>
                </c:pt>
                <c:pt idx="190">
                  <c:v>0.53891273072782475</c:v>
                </c:pt>
                <c:pt idx="191">
                  <c:v>0.53504897285947772</c:v>
                </c:pt>
                <c:pt idx="192">
                  <c:v>0.5257779345197845</c:v>
                </c:pt>
                <c:pt idx="193">
                  <c:v>0.43411017798804036</c:v>
                </c:pt>
                <c:pt idx="194">
                  <c:v>0.45486909993325186</c:v>
                </c:pt>
                <c:pt idx="195">
                  <c:v>0.47865989263762543</c:v>
                </c:pt>
                <c:pt idx="196">
                  <c:v>0.5223034520698695</c:v>
                </c:pt>
                <c:pt idx="197">
                  <c:v>0.58710562488184848</c:v>
                </c:pt>
                <c:pt idx="198">
                  <c:v>0.59748600290895393</c:v>
                </c:pt>
                <c:pt idx="199">
                  <c:v>0.58498315146570623</c:v>
                </c:pt>
                <c:pt idx="200">
                  <c:v>0.56191456736441669</c:v>
                </c:pt>
                <c:pt idx="201">
                  <c:v>0.56913286805662044</c:v>
                </c:pt>
                <c:pt idx="202">
                  <c:v>0.57641640154379037</c:v>
                </c:pt>
                <c:pt idx="203">
                  <c:v>0.5815584292290823</c:v>
                </c:pt>
                <c:pt idx="204">
                  <c:v>0.5930900951939968</c:v>
                </c:pt>
                <c:pt idx="205">
                  <c:v>0.58486417412482083</c:v>
                </c:pt>
                <c:pt idx="206">
                  <c:v>0.63917571751743196</c:v>
                </c:pt>
                <c:pt idx="207">
                  <c:v>0.62652977193512516</c:v>
                </c:pt>
                <c:pt idx="208">
                  <c:v>0.59248885396328499</c:v>
                </c:pt>
                <c:pt idx="209">
                  <c:v>0.66856647147593873</c:v>
                </c:pt>
                <c:pt idx="210">
                  <c:v>0.69441513932723864</c:v>
                </c:pt>
                <c:pt idx="211">
                  <c:v>0.69625439745521622</c:v>
                </c:pt>
                <c:pt idx="212">
                  <c:v>0.69441513932723864</c:v>
                </c:pt>
                <c:pt idx="213">
                  <c:v>0.71728615544957119</c:v>
                </c:pt>
                <c:pt idx="214">
                  <c:v>0.67961908546991245</c:v>
                </c:pt>
                <c:pt idx="215">
                  <c:v>0.65477542416340195</c:v>
                </c:pt>
                <c:pt idx="216">
                  <c:v>0.62665384357251297</c:v>
                </c:pt>
                <c:pt idx="217">
                  <c:v>0.64879793947367048</c:v>
                </c:pt>
                <c:pt idx="218">
                  <c:v>0.56709086833409406</c:v>
                </c:pt>
                <c:pt idx="219">
                  <c:v>0.62625017100514624</c:v>
                </c:pt>
                <c:pt idx="220">
                  <c:v>0.67177281536533184</c:v>
                </c:pt>
                <c:pt idx="221">
                  <c:v>0.6565095101369548</c:v>
                </c:pt>
                <c:pt idx="222">
                  <c:v>0.67417257610562109</c:v>
                </c:pt>
                <c:pt idx="223">
                  <c:v>0.65857343754719777</c:v>
                </c:pt>
                <c:pt idx="224">
                  <c:v>0.68053352147964996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72768"/>
        <c:axId val="211474304"/>
      </c:lineChart>
      <c:dateAx>
        <c:axId val="211472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474304"/>
        <c:crosses val="autoZero"/>
        <c:auto val="1"/>
        <c:lblOffset val="100"/>
        <c:baseTimeUnit val="days"/>
        <c:majorUnit val="6"/>
        <c:majorTimeUnit val="months"/>
      </c:dateAx>
      <c:valAx>
        <c:axId val="2114743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.00%" sourceLinked="1"/>
        <c:majorTickMark val="out"/>
        <c:minorTickMark val="none"/>
        <c:tickLblPos val="nextTo"/>
        <c:crossAx val="21147276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'720-740'!$C$3</c:f>
              <c:strCache>
                <c:ptCount val="1"/>
                <c:pt idx="0">
                  <c:v>Big Bank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'720-740'!$C$4:$C$126</c:f>
              <c:numCache>
                <c:formatCode>0.00</c:formatCode>
                <c:ptCount val="123"/>
                <c:pt idx="0">
                  <c:v>4.0689393591656504</c:v>
                </c:pt>
                <c:pt idx="1">
                  <c:v>3.9976524486584601</c:v>
                </c:pt>
                <c:pt idx="2">
                  <c:v>3.97046600040062</c:v>
                </c:pt>
                <c:pt idx="3">
                  <c:v>4.1857772515696601</c:v>
                </c:pt>
                <c:pt idx="4">
                  <c:v>4.2958063329140002</c:v>
                </c:pt>
                <c:pt idx="5">
                  <c:v>4.3368509144195402</c:v>
                </c:pt>
                <c:pt idx="6">
                  <c:v>4.4254316423178803</c:v>
                </c:pt>
                <c:pt idx="7">
                  <c:v>4.43335328399401</c:v>
                </c:pt>
                <c:pt idx="8">
                  <c:v>4.4820873699267203</c:v>
                </c:pt>
                <c:pt idx="9">
                  <c:v>4.4507518381226703</c:v>
                </c:pt>
                <c:pt idx="10">
                  <c:v>4.5076739593115596</c:v>
                </c:pt>
                <c:pt idx="11">
                  <c:v>4.6304775558386702</c:v>
                </c:pt>
                <c:pt idx="12">
                  <c:v>4.67145006934508</c:v>
                </c:pt>
                <c:pt idx="13">
                  <c:v>4.6416755834097003</c:v>
                </c:pt>
                <c:pt idx="14">
                  <c:v>4.7285457104419804</c:v>
                </c:pt>
                <c:pt idx="15">
                  <c:v>4.7102598455324296</c:v>
                </c:pt>
                <c:pt idx="16">
                  <c:v>4.6029708100676903</c:v>
                </c:pt>
                <c:pt idx="17">
                  <c:v>4.5855443469827897</c:v>
                </c:pt>
                <c:pt idx="18">
                  <c:v>4.6746403637074501</c:v>
                </c:pt>
                <c:pt idx="19">
                  <c:v>4.6416736209021296</c:v>
                </c:pt>
                <c:pt idx="20">
                  <c:v>4.4624334410396003</c:v>
                </c:pt>
                <c:pt idx="21">
                  <c:v>4.1189687376384398</c:v>
                </c:pt>
                <c:pt idx="22">
                  <c:v>3.8684499724059802</c:v>
                </c:pt>
                <c:pt idx="23">
                  <c:v>3.8001340988241998</c:v>
                </c:pt>
                <c:pt idx="24">
                  <c:v>3.8128568174961002</c:v>
                </c:pt>
                <c:pt idx="25">
                  <c:v>3.7962667328789701</c:v>
                </c:pt>
                <c:pt idx="26">
                  <c:v>3.75190639957412</c:v>
                </c:pt>
                <c:pt idx="27">
                  <c:v>3.6747127603708698</c:v>
                </c:pt>
                <c:pt idx="28">
                  <c:v>3.6739784771944199</c:v>
                </c:pt>
                <c:pt idx="29">
                  <c:v>3.7092114441848301</c:v>
                </c:pt>
                <c:pt idx="30">
                  <c:v>3.7816307250292001</c:v>
                </c:pt>
                <c:pt idx="31">
                  <c:v>3.85813493498723</c:v>
                </c:pt>
                <c:pt idx="32">
                  <c:v>3.8561537915181598</c:v>
                </c:pt>
                <c:pt idx="33">
                  <c:v>3.9615395172642001</c:v>
                </c:pt>
                <c:pt idx="34">
                  <c:v>4.0560861088501099</c:v>
                </c:pt>
                <c:pt idx="35">
                  <c:v>4.2229438029429502</c:v>
                </c:pt>
                <c:pt idx="36">
                  <c:v>4.2242301782795497</c:v>
                </c:pt>
                <c:pt idx="37">
                  <c:v>4.1620115578010397</c:v>
                </c:pt>
                <c:pt idx="38">
                  <c:v>4.1614549776736496</c:v>
                </c:pt>
                <c:pt idx="39">
                  <c:v>4.24191259357237</c:v>
                </c:pt>
                <c:pt idx="40">
                  <c:v>4.3220030191500598</c:v>
                </c:pt>
                <c:pt idx="41">
                  <c:v>4.3164000211197502</c:v>
                </c:pt>
                <c:pt idx="42">
                  <c:v>4.3517907750955702</c:v>
                </c:pt>
                <c:pt idx="43">
                  <c:v>4.4936991444587298</c:v>
                </c:pt>
                <c:pt idx="44">
                  <c:v>4.7513287199012098</c:v>
                </c:pt>
                <c:pt idx="45">
                  <c:v>4.8443902053957197</c:v>
                </c:pt>
                <c:pt idx="46">
                  <c:v>4.9274514094050899</c:v>
                </c:pt>
                <c:pt idx="47">
                  <c:v>5.0862044938779798</c:v>
                </c:pt>
                <c:pt idx="48">
                  <c:v>5.1135709914424803</c:v>
                </c:pt>
                <c:pt idx="49">
                  <c:v>5.0463244306028896</c:v>
                </c:pt>
                <c:pt idx="50">
                  <c:v>4.8590088635726802</c:v>
                </c:pt>
                <c:pt idx="51">
                  <c:v>4.6867208007411403</c:v>
                </c:pt>
                <c:pt idx="52">
                  <c:v>4.5060439423599803</c:v>
                </c:pt>
                <c:pt idx="53">
                  <c:v>4.4668878031957302</c:v>
                </c:pt>
                <c:pt idx="54">
                  <c:v>4.5632678855802196</c:v>
                </c:pt>
                <c:pt idx="55">
                  <c:v>4.62159046475906</c:v>
                </c:pt>
                <c:pt idx="56">
                  <c:v>4.7337347464183299</c:v>
                </c:pt>
                <c:pt idx="57">
                  <c:v>4.8841833025523602</c:v>
                </c:pt>
                <c:pt idx="58">
                  <c:v>5.0912604595516804</c:v>
                </c:pt>
                <c:pt idx="59">
                  <c:v>5.1929510813334598</c:v>
                </c:pt>
                <c:pt idx="60">
                  <c:v>5.1906864043967502</c:v>
                </c:pt>
                <c:pt idx="61">
                  <c:v>5.1334162100121601</c:v>
                </c:pt>
                <c:pt idx="62">
                  <c:v>5.1218708199179099</c:v>
                </c:pt>
                <c:pt idx="63">
                  <c:v>5.0451855856974497</c:v>
                </c:pt>
                <c:pt idx="64">
                  <c:v>5.0541375220457798</c:v>
                </c:pt>
                <c:pt idx="65">
                  <c:v>5.0606226136860402</c:v>
                </c:pt>
                <c:pt idx="66">
                  <c:v>5.0792960555141597</c:v>
                </c:pt>
                <c:pt idx="67">
                  <c:v>5.0794393502392197</c:v>
                </c:pt>
                <c:pt idx="68">
                  <c:v>5.0403811867557602</c:v>
                </c:pt>
                <c:pt idx="69">
                  <c:v>4.95289064212876</c:v>
                </c:pt>
                <c:pt idx="70">
                  <c:v>4.8531831313021501</c:v>
                </c:pt>
                <c:pt idx="71">
                  <c:v>4.8013301791594998</c:v>
                </c:pt>
                <c:pt idx="72">
                  <c:v>4.83085603281208</c:v>
                </c:pt>
                <c:pt idx="73">
                  <c:v>4.9015203325948198</c:v>
                </c:pt>
                <c:pt idx="74">
                  <c:v>4.8974683582280196</c:v>
                </c:pt>
                <c:pt idx="75">
                  <c:v>4.9541864872638604</c:v>
                </c:pt>
                <c:pt idx="76">
                  <c:v>5.2947982635891897</c:v>
                </c:pt>
                <c:pt idx="77">
                  <c:v>6.0649705930269899</c:v>
                </c:pt>
                <c:pt idx="78">
                  <c:v>5.9900204688987104</c:v>
                </c:pt>
                <c:pt idx="79">
                  <c:v>6.1484174192605998</c:v>
                </c:pt>
                <c:pt idx="80">
                  <c:v>6.4856183951072603</c:v>
                </c:pt>
                <c:pt idx="81">
                  <c:v>6.3591256852606399</c:v>
                </c:pt>
                <c:pt idx="82">
                  <c:v>6.0484189133711102</c:v>
                </c:pt>
                <c:pt idx="83">
                  <c:v>5.9490656753503997</c:v>
                </c:pt>
                <c:pt idx="84">
                  <c:v>5.8709125862445397</c:v>
                </c:pt>
                <c:pt idx="85">
                  <c:v>5.82697218078021</c:v>
                </c:pt>
                <c:pt idx="86">
                  <c:v>5.6725998227856396</c:v>
                </c:pt>
                <c:pt idx="87">
                  <c:v>5.9368201254584196</c:v>
                </c:pt>
                <c:pt idx="88">
                  <c:v>6.1621115539224602</c:v>
                </c:pt>
                <c:pt idx="89">
                  <c:v>6.3670015649257197</c:v>
                </c:pt>
                <c:pt idx="90">
                  <c:v>6.4626502175327998</c:v>
                </c:pt>
                <c:pt idx="91">
                  <c:v>6.5736722230756799</c:v>
                </c:pt>
                <c:pt idx="92">
                  <c:v>6.68794966830552</c:v>
                </c:pt>
                <c:pt idx="93">
                  <c:v>6.6878406795120302</c:v>
                </c:pt>
                <c:pt idx="94">
                  <c:v>6.44762831174772</c:v>
                </c:pt>
                <c:pt idx="95">
                  <c:v>6.2879742061793698</c:v>
                </c:pt>
                <c:pt idx="96">
                  <c:v>6.2124059144915798</c:v>
                </c:pt>
                <c:pt idx="97">
                  <c:v>6.23761516654523</c:v>
                </c:pt>
                <c:pt idx="98">
                  <c:v>6.3132558185377601</c:v>
                </c:pt>
                <c:pt idx="99">
                  <c:v>6.1846410401025196</c:v>
                </c:pt>
                <c:pt idx="100">
                  <c:v>6.1745789167584499</c:v>
                </c:pt>
                <c:pt idx="101">
                  <c:v>6.3086560461892303</c:v>
                </c:pt>
                <c:pt idx="102">
                  <c:v>6.3835165775400098</c:v>
                </c:pt>
                <c:pt idx="103">
                  <c:v>6.5397896504485598</c:v>
                </c:pt>
                <c:pt idx="104">
                  <c:v>6.7270773617175603</c:v>
                </c:pt>
                <c:pt idx="105">
                  <c:v>6.7861004506661304</c:v>
                </c:pt>
                <c:pt idx="106">
                  <c:v>6.7377690562517101</c:v>
                </c:pt>
                <c:pt idx="107">
                  <c:v>6.6115562688266802</c:v>
                </c:pt>
                <c:pt idx="108">
                  <c:v>6.4459277178819496</c:v>
                </c:pt>
                <c:pt idx="109">
                  <c:v>6.3128981059995501</c:v>
                </c:pt>
                <c:pt idx="110">
                  <c:v>6.2157144905538297</c:v>
                </c:pt>
                <c:pt idx="111">
                  <c:v>6.2357266069911601</c:v>
                </c:pt>
                <c:pt idx="112">
                  <c:v>6.3473811801315003</c:v>
                </c:pt>
                <c:pt idx="113">
                  <c:v>6.1673540956550603</c:v>
                </c:pt>
                <c:pt idx="114">
                  <c:v>5.9141874379719903</c:v>
                </c:pt>
                <c:pt idx="115">
                  <c:v>5.8543116543895799</c:v>
                </c:pt>
                <c:pt idx="116">
                  <c:v>5.82241982647023</c:v>
                </c:pt>
                <c:pt idx="117">
                  <c:v>5.6954046826918798</c:v>
                </c:pt>
                <c:pt idx="118">
                  <c:v>5.7168911097827904</c:v>
                </c:pt>
                <c:pt idx="119">
                  <c:v>5.9000072008811104</c:v>
                </c:pt>
                <c:pt idx="120">
                  <c:v>5.9681465165062102</c:v>
                </c:pt>
                <c:pt idx="121">
                  <c:v>5.7242981301406601</c:v>
                </c:pt>
                <c:pt idx="122">
                  <c:v>5.6966162120592401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'720-740'!$D$3</c:f>
              <c:strCache>
                <c:ptCount val="1"/>
                <c:pt idx="0">
                  <c:v>Big Non-Bank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'720-740'!$D$4:$D$126</c:f>
              <c:numCache>
                <c:formatCode>General</c:formatCode>
                <c:ptCount val="123"/>
                <c:pt idx="0">
                  <c:v>4.0719586588286099</c:v>
                </c:pt>
                <c:pt idx="1">
                  <c:v>4.0313600244512697</c:v>
                </c:pt>
                <c:pt idx="2">
                  <c:v>4.0348045515276798</c:v>
                </c:pt>
                <c:pt idx="3">
                  <c:v>4.1603901773313199</c:v>
                </c:pt>
                <c:pt idx="4">
                  <c:v>4.29626321133735</c:v>
                </c:pt>
                <c:pt idx="5">
                  <c:v>4.3096221072099699</c:v>
                </c:pt>
                <c:pt idx="6">
                  <c:v>4.4544775134761201</c:v>
                </c:pt>
                <c:pt idx="7">
                  <c:v>4.47837851549001</c:v>
                </c:pt>
                <c:pt idx="8">
                  <c:v>4.5098579289704901</c:v>
                </c:pt>
                <c:pt idx="9">
                  <c:v>4.4958143533653496</c:v>
                </c:pt>
                <c:pt idx="10">
                  <c:v>4.5322410201994696</c:v>
                </c:pt>
                <c:pt idx="11">
                  <c:v>4.6320107480218997</c:v>
                </c:pt>
                <c:pt idx="12">
                  <c:v>4.6738707472454397</c:v>
                </c:pt>
                <c:pt idx="13">
                  <c:v>4.6972976843399001</c:v>
                </c:pt>
                <c:pt idx="14">
                  <c:v>4.7474262999647099</c:v>
                </c:pt>
                <c:pt idx="15">
                  <c:v>4.7351571841974804</c:v>
                </c:pt>
                <c:pt idx="16">
                  <c:v>4.6177308088013103</c:v>
                </c:pt>
                <c:pt idx="17">
                  <c:v>4.5742505732750001</c:v>
                </c:pt>
                <c:pt idx="18">
                  <c:v>4.66396996329701</c:v>
                </c:pt>
                <c:pt idx="19">
                  <c:v>4.7062133797163801</c:v>
                </c:pt>
                <c:pt idx="20">
                  <c:v>4.5584944166345096</c:v>
                </c:pt>
                <c:pt idx="21">
                  <c:v>4.2848380957352301</c:v>
                </c:pt>
                <c:pt idx="22">
                  <c:v>3.9094243014008501</c:v>
                </c:pt>
                <c:pt idx="23">
                  <c:v>3.7620643916695902</c:v>
                </c:pt>
                <c:pt idx="24">
                  <c:v>3.8290037998644002</c:v>
                </c:pt>
                <c:pt idx="25">
                  <c:v>3.8052897825242402</c:v>
                </c:pt>
                <c:pt idx="26">
                  <c:v>3.7308096511395199</c:v>
                </c:pt>
                <c:pt idx="27">
                  <c:v>3.60014636592464</c:v>
                </c:pt>
                <c:pt idx="28">
                  <c:v>3.6156120301058601</c:v>
                </c:pt>
                <c:pt idx="29">
                  <c:v>3.65069482603315</c:v>
                </c:pt>
                <c:pt idx="30">
                  <c:v>3.7299985361179</c:v>
                </c:pt>
                <c:pt idx="31">
                  <c:v>3.8130126157432098</c:v>
                </c:pt>
                <c:pt idx="32">
                  <c:v>3.8413669662350398</c:v>
                </c:pt>
                <c:pt idx="33">
                  <c:v>3.8900717900123398</c:v>
                </c:pt>
                <c:pt idx="34">
                  <c:v>4.03634091987613</c:v>
                </c:pt>
                <c:pt idx="35">
                  <c:v>4.1271152608226904</c:v>
                </c:pt>
                <c:pt idx="36">
                  <c:v>4.1548872677278599</c:v>
                </c:pt>
                <c:pt idx="37">
                  <c:v>4.1441064432031398</c:v>
                </c:pt>
                <c:pt idx="38">
                  <c:v>4.1455110258129597</c:v>
                </c:pt>
                <c:pt idx="39">
                  <c:v>4.1966378860258597</c:v>
                </c:pt>
                <c:pt idx="40">
                  <c:v>4.3132290953588202</c:v>
                </c:pt>
                <c:pt idx="41">
                  <c:v>4.2494279574347003</c:v>
                </c:pt>
                <c:pt idx="42">
                  <c:v>4.3590115972600501</c:v>
                </c:pt>
                <c:pt idx="43">
                  <c:v>4.4692320389657896</c:v>
                </c:pt>
                <c:pt idx="44">
                  <c:v>4.7682766893492499</c:v>
                </c:pt>
                <c:pt idx="45">
                  <c:v>4.7478207371416996</c:v>
                </c:pt>
                <c:pt idx="46">
                  <c:v>4.8540062875858103</c:v>
                </c:pt>
                <c:pt idx="47">
                  <c:v>5.1320761173384204</c:v>
                </c:pt>
                <c:pt idx="48">
                  <c:v>5.1404464653703004</c:v>
                </c:pt>
                <c:pt idx="49">
                  <c:v>5.1431101979326899</c:v>
                </c:pt>
                <c:pt idx="50">
                  <c:v>4.9838555740272001</c:v>
                </c:pt>
                <c:pt idx="51">
                  <c:v>4.8381941388271796</c:v>
                </c:pt>
                <c:pt idx="52">
                  <c:v>4.5285699349956499</c:v>
                </c:pt>
                <c:pt idx="53">
                  <c:v>4.41486435815</c:v>
                </c:pt>
                <c:pt idx="54">
                  <c:v>4.5248692631361402</c:v>
                </c:pt>
                <c:pt idx="55">
                  <c:v>4.6459202205859498</c:v>
                </c:pt>
                <c:pt idx="56">
                  <c:v>4.6956358076668696</c:v>
                </c:pt>
                <c:pt idx="57">
                  <c:v>4.7923556922189396</c:v>
                </c:pt>
                <c:pt idx="58">
                  <c:v>5.15253596141266</c:v>
                </c:pt>
                <c:pt idx="59">
                  <c:v>5.2257018601174998</c:v>
                </c:pt>
                <c:pt idx="60">
                  <c:v>5.18999616870392</c:v>
                </c:pt>
                <c:pt idx="61">
                  <c:v>5.15649723080237</c:v>
                </c:pt>
                <c:pt idx="62">
                  <c:v>5.1392350295749196</c:v>
                </c:pt>
                <c:pt idx="63">
                  <c:v>5.0826725728041504</c:v>
                </c:pt>
                <c:pt idx="64">
                  <c:v>5.01553747306742</c:v>
                </c:pt>
                <c:pt idx="65">
                  <c:v>5.0692140548758804</c:v>
                </c:pt>
                <c:pt idx="66">
                  <c:v>5.1110662126140003</c:v>
                </c:pt>
                <c:pt idx="67">
                  <c:v>5.2066374282189702</c:v>
                </c:pt>
                <c:pt idx="68">
                  <c:v>5.2410154532508004</c:v>
                </c:pt>
                <c:pt idx="69">
                  <c:v>5.1608810161246303</c:v>
                </c:pt>
                <c:pt idx="70">
                  <c:v>4.9337656945362198</c:v>
                </c:pt>
                <c:pt idx="71">
                  <c:v>4.8296981876890097</c:v>
                </c:pt>
                <c:pt idx="72">
                  <c:v>4.7321125394413901</c:v>
                </c:pt>
                <c:pt idx="73">
                  <c:v>5.0453954113090296</c:v>
                </c:pt>
                <c:pt idx="74">
                  <c:v>4.8706495255193598</c:v>
                </c:pt>
                <c:pt idx="75">
                  <c:v>4.8809365572121903</c:v>
                </c:pt>
                <c:pt idx="76">
                  <c:v>5.1927871563640897</c:v>
                </c:pt>
                <c:pt idx="77">
                  <c:v>6.3089393939393901</c:v>
                </c:pt>
                <c:pt idx="78">
                  <c:v>6.2426661779757104</c:v>
                </c:pt>
                <c:pt idx="79">
                  <c:v>6.2653710219975798</c:v>
                </c:pt>
                <c:pt idx="80">
                  <c:v>6.77872078231833</c:v>
                </c:pt>
                <c:pt idx="81">
                  <c:v>6.4961146375177297</c:v>
                </c:pt>
                <c:pt idx="82">
                  <c:v>6.74425361570247</c:v>
                </c:pt>
                <c:pt idx="83">
                  <c:v>6.13041500949483</c:v>
                </c:pt>
                <c:pt idx="84">
                  <c:v>5.8818859715578196</c:v>
                </c:pt>
                <c:pt idx="85">
                  <c:v>6.0711712797387598</c:v>
                </c:pt>
                <c:pt idx="86">
                  <c:v>5.9094713572857396</c:v>
                </c:pt>
                <c:pt idx="87">
                  <c:v>6.2657227994725702</c:v>
                </c:pt>
                <c:pt idx="88">
                  <c:v>6.2047273506931599</c:v>
                </c:pt>
                <c:pt idx="89">
                  <c:v>6.4455360585926096</c:v>
                </c:pt>
                <c:pt idx="90">
                  <c:v>6.4460130074284097</c:v>
                </c:pt>
                <c:pt idx="91">
                  <c:v>6.4806838179321797</c:v>
                </c:pt>
                <c:pt idx="92">
                  <c:v>6.8480330658584396</c:v>
                </c:pt>
                <c:pt idx="93">
                  <c:v>6.7909830074830202</c:v>
                </c:pt>
                <c:pt idx="94">
                  <c:v>6.5061749935438096</c:v>
                </c:pt>
                <c:pt idx="95">
                  <c:v>6.4476167158406197</c:v>
                </c:pt>
                <c:pt idx="96">
                  <c:v>6.2562115571055896</c:v>
                </c:pt>
                <c:pt idx="97">
                  <c:v>6.41565533980582</c:v>
                </c:pt>
                <c:pt idx="98">
                  <c:v>6.3135727478877799</c:v>
                </c:pt>
                <c:pt idx="99">
                  <c:v>6.4864569252648101</c:v>
                </c:pt>
                <c:pt idx="100">
                  <c:v>6.4846732601905899</c:v>
                </c:pt>
                <c:pt idx="101">
                  <c:v>6.5206353197789397</c:v>
                </c:pt>
                <c:pt idx="102">
                  <c:v>6.5009247962203398</c:v>
                </c:pt>
                <c:pt idx="103">
                  <c:v>6.6004411481018899</c:v>
                </c:pt>
                <c:pt idx="104">
                  <c:v>6.8959293262598997</c:v>
                </c:pt>
                <c:pt idx="105">
                  <c:v>6.8734356454199004</c:v>
                </c:pt>
                <c:pt idx="106">
                  <c:v>6.7120036389501596</c:v>
                </c:pt>
                <c:pt idx="107">
                  <c:v>6.9856142948480597</c:v>
                </c:pt>
                <c:pt idx="108">
                  <c:v>6.72159167680043</c:v>
                </c:pt>
                <c:pt idx="109">
                  <c:v>6.5683962038516297</c:v>
                </c:pt>
                <c:pt idx="110">
                  <c:v>6.5794126536369104</c:v>
                </c:pt>
                <c:pt idx="111">
                  <c:v>6.5631565273953001</c:v>
                </c:pt>
                <c:pt idx="112">
                  <c:v>6.7027050764620704</c:v>
                </c:pt>
                <c:pt idx="113">
                  <c:v>6.4531733183431497</c:v>
                </c:pt>
                <c:pt idx="114">
                  <c:v>5.98055583239789</c:v>
                </c:pt>
                <c:pt idx="115">
                  <c:v>6.2062093798403097</c:v>
                </c:pt>
                <c:pt idx="116">
                  <c:v>6.0950914691990397</c:v>
                </c:pt>
                <c:pt idx="117">
                  <c:v>5.9763357879472299</c:v>
                </c:pt>
                <c:pt idx="118">
                  <c:v>6.0711545112906897</c:v>
                </c:pt>
                <c:pt idx="119">
                  <c:v>6.0188668235951202</c:v>
                </c:pt>
                <c:pt idx="120">
                  <c:v>6.0742266642546996</c:v>
                </c:pt>
                <c:pt idx="121">
                  <c:v>5.9648053804427503</c:v>
                </c:pt>
                <c:pt idx="122">
                  <c:v>5.9041327318682804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'720-740'!$E$3</c:f>
              <c:strCache>
                <c:ptCount val="1"/>
                <c:pt idx="0">
                  <c:v>Small Lender</c:v>
                </c:pt>
              </c:strCache>
            </c:strRef>
          </c:tx>
          <c:spPr>
            <a:ln w="19050">
              <a:solidFill>
                <a:srgbClr val="74B629"/>
              </a:solidFill>
            </a:ln>
          </c:spPr>
          <c:marker>
            <c:symbol val="none"/>
          </c:marker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'720-740'!$E$4:$E$125</c:f>
              <c:numCache>
                <c:formatCode>General</c:formatCode>
                <c:ptCount val="122"/>
                <c:pt idx="0">
                  <c:v>3.97713138735201</c:v>
                </c:pt>
                <c:pt idx="1">
                  <c:v>3.9219230985515399</c:v>
                </c:pt>
                <c:pt idx="2">
                  <c:v>3.9101116946891401</c:v>
                </c:pt>
                <c:pt idx="3">
                  <c:v>4.0616224510773202</c:v>
                </c:pt>
                <c:pt idx="4">
                  <c:v>4.2035925329350299</c:v>
                </c:pt>
                <c:pt idx="5">
                  <c:v>4.24547163341082</c:v>
                </c:pt>
                <c:pt idx="6">
                  <c:v>4.36266314046786</c:v>
                </c:pt>
                <c:pt idx="7">
                  <c:v>4.3810720759169799</c:v>
                </c:pt>
                <c:pt idx="8">
                  <c:v>4.3867961308868697</c:v>
                </c:pt>
                <c:pt idx="9">
                  <c:v>4.4035912196688596</c:v>
                </c:pt>
                <c:pt idx="10">
                  <c:v>4.4398829908248096</c:v>
                </c:pt>
                <c:pt idx="11">
                  <c:v>4.5615067756429903</c:v>
                </c:pt>
                <c:pt idx="12">
                  <c:v>4.5867072940713403</c:v>
                </c:pt>
                <c:pt idx="13">
                  <c:v>4.5800211736701897</c:v>
                </c:pt>
                <c:pt idx="14">
                  <c:v>4.6251769295862903</c:v>
                </c:pt>
                <c:pt idx="15">
                  <c:v>4.6666769229860003</c:v>
                </c:pt>
                <c:pt idx="16">
                  <c:v>4.5276861139919902</c:v>
                </c:pt>
                <c:pt idx="17">
                  <c:v>4.4553409894740197</c:v>
                </c:pt>
                <c:pt idx="18">
                  <c:v>4.5991024139660599</c:v>
                </c:pt>
                <c:pt idx="19">
                  <c:v>4.6925873103717803</c:v>
                </c:pt>
                <c:pt idx="20">
                  <c:v>4.5221097863415096</c:v>
                </c:pt>
                <c:pt idx="21">
                  <c:v>4.2132551040084101</c:v>
                </c:pt>
                <c:pt idx="22">
                  <c:v>3.85865337276537</c:v>
                </c:pt>
                <c:pt idx="23">
                  <c:v>3.7173696208711</c:v>
                </c:pt>
                <c:pt idx="24">
                  <c:v>3.7766944812508201</c:v>
                </c:pt>
                <c:pt idx="25">
                  <c:v>3.7362667087817099</c:v>
                </c:pt>
                <c:pt idx="26">
                  <c:v>3.6440738703311002</c:v>
                </c:pt>
                <c:pt idx="27">
                  <c:v>3.5685381071400699</c:v>
                </c:pt>
                <c:pt idx="28">
                  <c:v>3.5514853983081598</c:v>
                </c:pt>
                <c:pt idx="29">
                  <c:v>3.5589988988784702</c:v>
                </c:pt>
                <c:pt idx="30">
                  <c:v>3.6321561803875602</c:v>
                </c:pt>
                <c:pt idx="31">
                  <c:v>3.7302332995987002</c:v>
                </c:pt>
                <c:pt idx="32">
                  <c:v>3.7650546115730301</c:v>
                </c:pt>
                <c:pt idx="33">
                  <c:v>3.8586885517722802</c:v>
                </c:pt>
                <c:pt idx="34">
                  <c:v>3.9854005126601701</c:v>
                </c:pt>
                <c:pt idx="35">
                  <c:v>4.0790577022444499</c:v>
                </c:pt>
                <c:pt idx="36">
                  <c:v>4.1002426486852297</c:v>
                </c:pt>
                <c:pt idx="37">
                  <c:v>4.0409267494320904</c:v>
                </c:pt>
                <c:pt idx="38">
                  <c:v>4.0478975932306902</c:v>
                </c:pt>
                <c:pt idx="39">
                  <c:v>4.14067326449545</c:v>
                </c:pt>
                <c:pt idx="40">
                  <c:v>4.2029500818676899</c:v>
                </c:pt>
                <c:pt idx="41">
                  <c:v>4.1968989041731799</c:v>
                </c:pt>
                <c:pt idx="42">
                  <c:v>4.2568355281352401</c:v>
                </c:pt>
                <c:pt idx="43">
                  <c:v>4.3721467352298697</c:v>
                </c:pt>
                <c:pt idx="44">
                  <c:v>4.6169836264769701</c:v>
                </c:pt>
                <c:pt idx="45">
                  <c:v>4.7634430385864599</c:v>
                </c:pt>
                <c:pt idx="46">
                  <c:v>4.8578892695632803</c:v>
                </c:pt>
                <c:pt idx="47">
                  <c:v>4.9746655987343598</c:v>
                </c:pt>
                <c:pt idx="48">
                  <c:v>4.98657502357407</c:v>
                </c:pt>
                <c:pt idx="49">
                  <c:v>5.0076603184377104</c:v>
                </c:pt>
                <c:pt idx="50">
                  <c:v>4.8635280911523404</c:v>
                </c:pt>
                <c:pt idx="51">
                  <c:v>4.6860354061875897</c:v>
                </c:pt>
                <c:pt idx="52">
                  <c:v>4.4712870485772704</c:v>
                </c:pt>
                <c:pt idx="53">
                  <c:v>4.3905111947707098</c:v>
                </c:pt>
                <c:pt idx="54">
                  <c:v>4.4457385281480803</c:v>
                </c:pt>
                <c:pt idx="55">
                  <c:v>4.5067790047825698</c:v>
                </c:pt>
                <c:pt idx="56">
                  <c:v>4.6261150227303398</c:v>
                </c:pt>
                <c:pt idx="57">
                  <c:v>4.7830777715130903</c:v>
                </c:pt>
                <c:pt idx="58">
                  <c:v>5.0003167718385599</c:v>
                </c:pt>
                <c:pt idx="59">
                  <c:v>5.1788543495760999</c:v>
                </c:pt>
                <c:pt idx="60">
                  <c:v>5.1537176584331696</c:v>
                </c:pt>
                <c:pt idx="61">
                  <c:v>5.1034148368661603</c:v>
                </c:pt>
                <c:pt idx="62">
                  <c:v>5.1248070318258598</c:v>
                </c:pt>
                <c:pt idx="63">
                  <c:v>5.0159530210018897</c:v>
                </c:pt>
                <c:pt idx="64">
                  <c:v>4.9632501085597696</c:v>
                </c:pt>
                <c:pt idx="65">
                  <c:v>5.0386489726051797</c:v>
                </c:pt>
                <c:pt idx="66">
                  <c:v>5.0933463421058596</c:v>
                </c:pt>
                <c:pt idx="67">
                  <c:v>5.2601486428783</c:v>
                </c:pt>
                <c:pt idx="68">
                  <c:v>5.2443473252374604</c:v>
                </c:pt>
                <c:pt idx="69">
                  <c:v>5.1367781373208299</c:v>
                </c:pt>
                <c:pt idx="70">
                  <c:v>4.9548477572333702</c:v>
                </c:pt>
                <c:pt idx="71">
                  <c:v>4.8762927677469801</c:v>
                </c:pt>
                <c:pt idx="72">
                  <c:v>4.9061086591673604</c:v>
                </c:pt>
                <c:pt idx="73">
                  <c:v>4.9618112606563001</c:v>
                </c:pt>
                <c:pt idx="74">
                  <c:v>4.9168539619839802</c:v>
                </c:pt>
                <c:pt idx="75">
                  <c:v>4.9044960873686003</c:v>
                </c:pt>
                <c:pt idx="76">
                  <c:v>5.3851185930571397</c:v>
                </c:pt>
                <c:pt idx="77">
                  <c:v>6.0465042807308897</c:v>
                </c:pt>
                <c:pt idx="78">
                  <c:v>5.9455455189351198</c:v>
                </c:pt>
                <c:pt idx="79">
                  <c:v>6.2270523177524097</c:v>
                </c:pt>
                <c:pt idx="80">
                  <c:v>6.5487943440293304</c:v>
                </c:pt>
                <c:pt idx="81">
                  <c:v>6.3851911659739802</c:v>
                </c:pt>
                <c:pt idx="82">
                  <c:v>6.0817121054058001</c:v>
                </c:pt>
                <c:pt idx="83">
                  <c:v>5.9845543707167197</c:v>
                </c:pt>
                <c:pt idx="84">
                  <c:v>5.8416271554180703</c:v>
                </c:pt>
                <c:pt idx="85">
                  <c:v>5.8010687746476099</c:v>
                </c:pt>
                <c:pt idx="86">
                  <c:v>5.6177361925074498</c:v>
                </c:pt>
                <c:pt idx="87">
                  <c:v>5.9391958753027501</c:v>
                </c:pt>
                <c:pt idx="88">
                  <c:v>6.1928349065561896</c:v>
                </c:pt>
                <c:pt idx="89">
                  <c:v>6.3312913191860698</c:v>
                </c:pt>
                <c:pt idx="90">
                  <c:v>6.4565271556229398</c:v>
                </c:pt>
                <c:pt idx="91">
                  <c:v>6.5510210587520801</c:v>
                </c:pt>
                <c:pt idx="92">
                  <c:v>6.7363018632088698</c:v>
                </c:pt>
                <c:pt idx="93">
                  <c:v>6.7185306976194301</c:v>
                </c:pt>
                <c:pt idx="94">
                  <c:v>6.4285620997334796</c:v>
                </c:pt>
                <c:pt idx="95">
                  <c:v>6.2500473521100499</c:v>
                </c:pt>
                <c:pt idx="96">
                  <c:v>6.2010581096000097</c:v>
                </c:pt>
                <c:pt idx="97">
                  <c:v>6.2839219804860296</c:v>
                </c:pt>
                <c:pt idx="98">
                  <c:v>6.3010042806805204</c:v>
                </c:pt>
                <c:pt idx="99">
                  <c:v>6.22149034510291</c:v>
                </c:pt>
                <c:pt idx="100">
                  <c:v>6.2356316093067399</c:v>
                </c:pt>
                <c:pt idx="101">
                  <c:v>6.4160889543961099</c:v>
                </c:pt>
                <c:pt idx="102">
                  <c:v>6.4350899196240796</c:v>
                </c:pt>
                <c:pt idx="103">
                  <c:v>6.5688917410928198</c:v>
                </c:pt>
                <c:pt idx="104">
                  <c:v>6.7557135558889403</c:v>
                </c:pt>
                <c:pt idx="105">
                  <c:v>6.78851696647176</c:v>
                </c:pt>
                <c:pt idx="106">
                  <c:v>6.7323401461611097</c:v>
                </c:pt>
                <c:pt idx="107">
                  <c:v>6.5945754003893899</c:v>
                </c:pt>
                <c:pt idx="108">
                  <c:v>6.4837690505805501</c:v>
                </c:pt>
                <c:pt idx="109">
                  <c:v>6.3244241649132098</c:v>
                </c:pt>
                <c:pt idx="110">
                  <c:v>6.3133519870323198</c:v>
                </c:pt>
                <c:pt idx="111">
                  <c:v>6.3020381714755302</c:v>
                </c:pt>
                <c:pt idx="112">
                  <c:v>6.3688659512085097</c:v>
                </c:pt>
                <c:pt idx="113">
                  <c:v>6.1792715631400998</c:v>
                </c:pt>
                <c:pt idx="114">
                  <c:v>5.9235117354922897</c:v>
                </c:pt>
                <c:pt idx="115">
                  <c:v>5.8798681255656797</c:v>
                </c:pt>
                <c:pt idx="116">
                  <c:v>5.8263223297909201</c:v>
                </c:pt>
                <c:pt idx="117">
                  <c:v>5.6918948960706102</c:v>
                </c:pt>
                <c:pt idx="118">
                  <c:v>5.7186343846975598</c:v>
                </c:pt>
                <c:pt idx="119">
                  <c:v>5.8804977991941501</c:v>
                </c:pt>
                <c:pt idx="120">
                  <c:v>5.9686410005855501</c:v>
                </c:pt>
                <c:pt idx="121">
                  <c:v>5.74786663541341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533824"/>
        <c:axId val="211535360"/>
      </c:lineChart>
      <c:dateAx>
        <c:axId val="2115338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535360"/>
        <c:crosses val="autoZero"/>
        <c:auto val="1"/>
        <c:lblOffset val="100"/>
        <c:baseTimeUnit val="months"/>
        <c:majorUnit val="12"/>
        <c:majorTimeUnit val="months"/>
      </c:dateAx>
      <c:valAx>
        <c:axId val="211535360"/>
        <c:scaling>
          <c:orientation val="minMax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Note Rate (%)</a:t>
                </a:r>
                <a:endParaRPr lang="en-US" dirty="0"/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53382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'720-740'!$F$4:$F$127</c:f>
              <c:numCache>
                <c:formatCode>0.00</c:formatCode>
                <c:ptCount val="124"/>
                <c:pt idx="0">
                  <c:v>-3.0192996629594404E-3</c:v>
                </c:pt>
                <c:pt idx="1">
                  <c:v>-3.3707575792809585E-2</c:v>
                </c:pt>
                <c:pt idx="2">
                  <c:v>-6.4338551127059773E-2</c:v>
                </c:pt>
                <c:pt idx="3">
                  <c:v>2.538707423834019E-2</c:v>
                </c:pt>
                <c:pt idx="4">
                  <c:v>-4.5687842334984907E-4</c:v>
                </c:pt>
                <c:pt idx="5">
                  <c:v>2.7228807209570327E-2</c:v>
                </c:pt>
                <c:pt idx="6">
                  <c:v>-2.9045871158239756E-2</c:v>
                </c:pt>
                <c:pt idx="7">
                  <c:v>-4.5025231496000018E-2</c:v>
                </c:pt>
                <c:pt idx="8">
                  <c:v>-2.7770559043769794E-2</c:v>
                </c:pt>
                <c:pt idx="9">
                  <c:v>-4.5062515242679346E-2</c:v>
                </c:pt>
                <c:pt idx="10">
                  <c:v>-2.4567060887910053E-2</c:v>
                </c:pt>
                <c:pt idx="11">
                  <c:v>-1.5331921832295592E-3</c:v>
                </c:pt>
                <c:pt idx="12">
                  <c:v>-2.4206779003597134E-3</c:v>
                </c:pt>
                <c:pt idx="13">
                  <c:v>-5.5622100930199814E-2</c:v>
                </c:pt>
                <c:pt idx="14">
                  <c:v>-1.888058952272953E-2</c:v>
                </c:pt>
                <c:pt idx="15">
                  <c:v>-2.4897338665050839E-2</c:v>
                </c:pt>
                <c:pt idx="16">
                  <c:v>-1.4759998733619994E-2</c:v>
                </c:pt>
                <c:pt idx="17">
                  <c:v>1.1293773707789612E-2</c:v>
                </c:pt>
                <c:pt idx="18">
                  <c:v>1.0670400410440095E-2</c:v>
                </c:pt>
                <c:pt idx="19">
                  <c:v>-6.4539758814250447E-2</c:v>
                </c:pt>
                <c:pt idx="20">
                  <c:v>-9.6060975594909337E-2</c:v>
                </c:pt>
                <c:pt idx="21">
                  <c:v>-0.16586935809679026</c:v>
                </c:pt>
                <c:pt idx="22">
                  <c:v>-4.0974328994869857E-2</c:v>
                </c:pt>
                <c:pt idx="23">
                  <c:v>3.8069707154609667E-2</c:v>
                </c:pt>
                <c:pt idx="24">
                  <c:v>-1.6146982368300034E-2</c:v>
                </c:pt>
                <c:pt idx="25">
                  <c:v>-9.0230496452701203E-3</c:v>
                </c:pt>
                <c:pt idx="26">
                  <c:v>2.1096748434600077E-2</c:v>
                </c:pt>
                <c:pt idx="27">
                  <c:v>7.4566394446229811E-2</c:v>
                </c:pt>
                <c:pt idx="28">
                  <c:v>5.836644708855987E-2</c:v>
                </c:pt>
                <c:pt idx="29">
                  <c:v>5.8516618151680078E-2</c:v>
                </c:pt>
                <c:pt idx="30">
                  <c:v>5.1632188911300059E-2</c:v>
                </c:pt>
                <c:pt idx="31">
                  <c:v>4.5122319244020215E-2</c:v>
                </c:pt>
                <c:pt idx="32">
                  <c:v>1.4786825283120031E-2</c:v>
                </c:pt>
                <c:pt idx="33">
                  <c:v>7.1467727251860236E-2</c:v>
                </c:pt>
                <c:pt idx="34">
                  <c:v>1.9745188973979921E-2</c:v>
                </c:pt>
                <c:pt idx="35">
                  <c:v>9.5828542120259819E-2</c:v>
                </c:pt>
                <c:pt idx="36">
                  <c:v>6.934291055168984E-2</c:v>
                </c:pt>
                <c:pt idx="37">
                  <c:v>1.7905114597899896E-2</c:v>
                </c:pt>
                <c:pt idx="38">
                  <c:v>1.5943951860689864E-2</c:v>
                </c:pt>
                <c:pt idx="39">
                  <c:v>4.5274707546510307E-2</c:v>
                </c:pt>
                <c:pt idx="40">
                  <c:v>8.7739237912396462E-3</c:v>
                </c:pt>
                <c:pt idx="41">
                  <c:v>6.6972063685049932E-2</c:v>
                </c:pt>
                <c:pt idx="42">
                  <c:v>-7.2208221644798343E-3</c:v>
                </c:pt>
                <c:pt idx="43">
                  <c:v>2.4467105492940178E-2</c:v>
                </c:pt>
                <c:pt idx="44">
                  <c:v>-1.6947969448040112E-2</c:v>
                </c:pt>
                <c:pt idx="45">
                  <c:v>9.656946825402013E-2</c:v>
                </c:pt>
                <c:pt idx="46">
                  <c:v>7.3445121819279535E-2</c:v>
                </c:pt>
                <c:pt idx="47">
                  <c:v>-4.5871623460440603E-2</c:v>
                </c:pt>
                <c:pt idx="48">
                  <c:v>-2.6875473927820082E-2</c:v>
                </c:pt>
                <c:pt idx="49">
                  <c:v>-9.6785767329800265E-2</c:v>
                </c:pt>
                <c:pt idx="50">
                  <c:v>-0.12484671045451989</c:v>
                </c:pt>
                <c:pt idx="51">
                  <c:v>-0.15147333808603936</c:v>
                </c:pt>
                <c:pt idx="52">
                  <c:v>-2.2525992635669567E-2</c:v>
                </c:pt>
                <c:pt idx="53">
                  <c:v>5.2023445045730199E-2</c:v>
                </c:pt>
                <c:pt idx="54">
                  <c:v>3.8398622444079322E-2</c:v>
                </c:pt>
                <c:pt idx="55">
                  <c:v>-2.4329755826889787E-2</c:v>
                </c:pt>
                <c:pt idx="56">
                  <c:v>3.809893875146031E-2</c:v>
                </c:pt>
                <c:pt idx="57">
                  <c:v>9.1827610333420573E-2</c:v>
                </c:pt>
                <c:pt idx="58">
                  <c:v>-6.1275501860979631E-2</c:v>
                </c:pt>
                <c:pt idx="59">
                  <c:v>-3.275077878403998E-2</c:v>
                </c:pt>
                <c:pt idx="60">
                  <c:v>6.9023569283022113E-4</c:v>
                </c:pt>
                <c:pt idx="61">
                  <c:v>-2.3081020790209905E-2</c:v>
                </c:pt>
                <c:pt idx="62">
                  <c:v>-1.7364209657009688E-2</c:v>
                </c:pt>
                <c:pt idx="63">
                  <c:v>-3.7486987106700731E-2</c:v>
                </c:pt>
                <c:pt idx="64">
                  <c:v>3.860004897835978E-2</c:v>
                </c:pt>
                <c:pt idx="65">
                  <c:v>-8.5914411898402321E-3</c:v>
                </c:pt>
                <c:pt idx="66">
                  <c:v>-3.1770157099840546E-2</c:v>
                </c:pt>
                <c:pt idx="67">
                  <c:v>-0.12719807797975058</c:v>
                </c:pt>
                <c:pt idx="68">
                  <c:v>-0.20063426649504024</c:v>
                </c:pt>
                <c:pt idx="69">
                  <c:v>-0.20799037399587039</c:v>
                </c:pt>
                <c:pt idx="70">
                  <c:v>-8.058256323406976E-2</c:v>
                </c:pt>
                <c:pt idx="71">
                  <c:v>-2.8368008529509936E-2</c:v>
                </c:pt>
                <c:pt idx="72">
                  <c:v>9.8743493370689883E-2</c:v>
                </c:pt>
                <c:pt idx="73">
                  <c:v>-0.14387507871420979</c:v>
                </c:pt>
                <c:pt idx="74">
                  <c:v>2.6818832708659812E-2</c:v>
                </c:pt>
                <c:pt idx="75">
                  <c:v>7.324993005167002E-2</c:v>
                </c:pt>
                <c:pt idx="76">
                  <c:v>0.10201110722509998</c:v>
                </c:pt>
                <c:pt idx="77">
                  <c:v>-0.24396880091240014</c:v>
                </c:pt>
                <c:pt idx="78">
                  <c:v>-0.25264570907700001</c:v>
                </c:pt>
                <c:pt idx="79">
                  <c:v>-0.11695360273697997</c:v>
                </c:pt>
                <c:pt idx="80">
                  <c:v>-0.29310238721106963</c:v>
                </c:pt>
                <c:pt idx="81">
                  <c:v>-0.13698895225708974</c:v>
                </c:pt>
                <c:pt idx="82">
                  <c:v>-0.6958347023313598</c:v>
                </c:pt>
                <c:pt idx="83">
                  <c:v>-0.18134933414443033</c:v>
                </c:pt>
                <c:pt idx="84">
                  <c:v>-1.0973385313279849E-2</c:v>
                </c:pt>
                <c:pt idx="85">
                  <c:v>-0.24419909895854985</c:v>
                </c:pt>
                <c:pt idx="86">
                  <c:v>-0.23687153450010001</c:v>
                </c:pt>
                <c:pt idx="87">
                  <c:v>-0.32890267401415052</c:v>
                </c:pt>
                <c:pt idx="88">
                  <c:v>-4.261579677069971E-2</c:v>
                </c:pt>
                <c:pt idx="89">
                  <c:v>-7.8534493666889915E-2</c:v>
                </c:pt>
                <c:pt idx="90">
                  <c:v>1.6637210104390121E-2</c:v>
                </c:pt>
                <c:pt idx="91">
                  <c:v>9.2988405143500152E-2</c:v>
                </c:pt>
                <c:pt idx="92">
                  <c:v>-0.16008339755291967</c:v>
                </c:pt>
                <c:pt idx="93">
                  <c:v>-0.10314232797098999</c:v>
                </c:pt>
                <c:pt idx="94">
                  <c:v>-5.8546681796089572E-2</c:v>
                </c:pt>
                <c:pt idx="95">
                  <c:v>-0.15964250966124993</c:v>
                </c:pt>
                <c:pt idx="96">
                  <c:v>-4.3805642614009876E-2</c:v>
                </c:pt>
                <c:pt idx="97">
                  <c:v>-0.17804017326059007</c:v>
                </c:pt>
                <c:pt idx="98">
                  <c:v>-3.1692935001981226E-4</c:v>
                </c:pt>
                <c:pt idx="99">
                  <c:v>-0.30181588516229052</c:v>
                </c:pt>
                <c:pt idx="100">
                  <c:v>-0.31009434343213993</c:v>
                </c:pt>
                <c:pt idx="101">
                  <c:v>-0.21197927358970947</c:v>
                </c:pt>
                <c:pt idx="102">
                  <c:v>-0.11740821868033002</c:v>
                </c:pt>
                <c:pt idx="103">
                  <c:v>-6.0651497653330111E-2</c:v>
                </c:pt>
                <c:pt idx="104">
                  <c:v>-0.16885196454233942</c:v>
                </c:pt>
                <c:pt idx="105">
                  <c:v>-8.733519475376994E-2</c:v>
                </c:pt>
                <c:pt idx="106">
                  <c:v>2.5765417301550464E-2</c:v>
                </c:pt>
                <c:pt idx="107">
                  <c:v>-0.3740580260213795</c:v>
                </c:pt>
                <c:pt idx="108">
                  <c:v>-0.27566395891848039</c:v>
                </c:pt>
                <c:pt idx="109">
                  <c:v>-0.25549809785207955</c:v>
                </c:pt>
                <c:pt idx="110">
                  <c:v>-0.36369816308308067</c:v>
                </c:pt>
                <c:pt idx="111">
                  <c:v>-0.32742992040413998</c:v>
                </c:pt>
                <c:pt idx="112">
                  <c:v>-0.35532389633057004</c:v>
                </c:pt>
                <c:pt idx="113">
                  <c:v>-0.28581922268808935</c:v>
                </c:pt>
                <c:pt idx="114">
                  <c:v>-6.6368394425899702E-2</c:v>
                </c:pt>
                <c:pt idx="115">
                  <c:v>-0.35189772545072984</c:v>
                </c:pt>
                <c:pt idx="116">
                  <c:v>-0.27267164272880962</c:v>
                </c:pt>
                <c:pt idx="117">
                  <c:v>-0.28093110525535003</c:v>
                </c:pt>
                <c:pt idx="118">
                  <c:v>-0.35426340150789937</c:v>
                </c:pt>
                <c:pt idx="119">
                  <c:v>-0.11885962271400974</c:v>
                </c:pt>
                <c:pt idx="120">
                  <c:v>-0.1060801477484894</c:v>
                </c:pt>
                <c:pt idx="121">
                  <c:v>-0.24050725030209019</c:v>
                </c:pt>
                <c:pt idx="122">
                  <c:v>-0.20751651980904029</c:v>
                </c:pt>
                <c:pt idx="123">
                  <c:v>-0.27987024526808923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568512"/>
        <c:axId val="211570048"/>
      </c:barChart>
      <c:dateAx>
        <c:axId val="2115685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570048"/>
        <c:crosses val="autoZero"/>
        <c:auto val="1"/>
        <c:lblOffset val="100"/>
        <c:baseTimeUnit val="months"/>
        <c:majorUnit val="12"/>
        <c:majorTimeUnit val="months"/>
      </c:dateAx>
      <c:valAx>
        <c:axId val="211570048"/>
        <c:scaling>
          <c:orientation val="minMax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568512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'720-740'!$G$4:$G$127</c:f>
              <c:numCache>
                <c:formatCode>0.00</c:formatCode>
                <c:ptCount val="124"/>
                <c:pt idx="0">
                  <c:v>9.1807971813640421E-2</c:v>
                </c:pt>
                <c:pt idx="1">
                  <c:v>7.5729350106920279E-2</c:v>
                </c:pt>
                <c:pt idx="2">
                  <c:v>6.0354305711479928E-2</c:v>
                </c:pt>
                <c:pt idx="3">
                  <c:v>0.12415480049233985</c:v>
                </c:pt>
                <c:pt idx="4">
                  <c:v>9.2213799978970279E-2</c:v>
                </c:pt>
                <c:pt idx="5">
                  <c:v>9.137928100872017E-2</c:v>
                </c:pt>
                <c:pt idx="6">
                  <c:v>6.2768501850020364E-2</c:v>
                </c:pt>
                <c:pt idx="7">
                  <c:v>5.2281208077030072E-2</c:v>
                </c:pt>
                <c:pt idx="8">
                  <c:v>9.5291239039850595E-2</c:v>
                </c:pt>
                <c:pt idx="9">
                  <c:v>4.7160618453810699E-2</c:v>
                </c:pt>
                <c:pt idx="10">
                  <c:v>6.7790968486749925E-2</c:v>
                </c:pt>
                <c:pt idx="11">
                  <c:v>6.8970780195679815E-2</c:v>
                </c:pt>
                <c:pt idx="12">
                  <c:v>8.4742775273739746E-2</c:v>
                </c:pt>
                <c:pt idx="13">
                  <c:v>6.1654409739510641E-2</c:v>
                </c:pt>
                <c:pt idx="14">
                  <c:v>0.10336878085569001</c:v>
                </c:pt>
                <c:pt idx="15">
                  <c:v>4.3582922546429259E-2</c:v>
                </c:pt>
                <c:pt idx="16">
                  <c:v>7.5284696075700097E-2</c:v>
                </c:pt>
                <c:pt idx="17">
                  <c:v>0.13020335750876999</c:v>
                </c:pt>
                <c:pt idx="18">
                  <c:v>7.5537949741390165E-2</c:v>
                </c:pt>
                <c:pt idx="19">
                  <c:v>-5.0913689469650691E-2</c:v>
                </c:pt>
                <c:pt idx="20">
                  <c:v>-5.967634530190935E-2</c:v>
                </c:pt>
                <c:pt idx="21">
                  <c:v>-9.4286366369970231E-2</c:v>
                </c:pt>
                <c:pt idx="22">
                  <c:v>9.7965996406101929E-3</c:v>
                </c:pt>
                <c:pt idx="23">
                  <c:v>8.2764477953099824E-2</c:v>
                </c:pt>
                <c:pt idx="24">
                  <c:v>3.6162336245280091E-2</c:v>
                </c:pt>
                <c:pt idx="25">
                  <c:v>6.0000024097260241E-2</c:v>
                </c:pt>
                <c:pt idx="26">
                  <c:v>0.10783252924301978</c:v>
                </c:pt>
                <c:pt idx="27">
                  <c:v>0.10617465323079989</c:v>
                </c:pt>
                <c:pt idx="28">
                  <c:v>0.12249307888626015</c:v>
                </c:pt>
                <c:pt idx="29">
                  <c:v>0.15021254530635986</c:v>
                </c:pt>
                <c:pt idx="30">
                  <c:v>0.14947454464163989</c:v>
                </c:pt>
                <c:pt idx="31">
                  <c:v>0.12790163538852983</c:v>
                </c:pt>
                <c:pt idx="32">
                  <c:v>9.1099179945129727E-2</c:v>
                </c:pt>
                <c:pt idx="33">
                  <c:v>0.10285096549191985</c:v>
                </c:pt>
                <c:pt idx="34">
                  <c:v>7.0685596189939748E-2</c:v>
                </c:pt>
                <c:pt idx="35">
                  <c:v>0.14388610069850039</c:v>
                </c:pt>
                <c:pt idx="36">
                  <c:v>0.12398752959432002</c:v>
                </c:pt>
                <c:pt idx="37">
                  <c:v>0.1210848083689493</c:v>
                </c:pt>
                <c:pt idx="38">
                  <c:v>0.11355738444295937</c:v>
                </c:pt>
                <c:pt idx="39">
                  <c:v>0.10123932907692001</c:v>
                </c:pt>
                <c:pt idx="40">
                  <c:v>0.11905293728236988</c:v>
                </c:pt>
                <c:pt idx="41">
                  <c:v>0.11950111694657028</c:v>
                </c:pt>
                <c:pt idx="42">
                  <c:v>9.4955246960330086E-2</c:v>
                </c:pt>
                <c:pt idx="43">
                  <c:v>0.12155240922886001</c:v>
                </c:pt>
                <c:pt idx="44">
                  <c:v>0.13434509342423961</c:v>
                </c:pt>
                <c:pt idx="45">
                  <c:v>8.0947166809259841E-2</c:v>
                </c:pt>
                <c:pt idx="46">
                  <c:v>6.9562139841809589E-2</c:v>
                </c:pt>
                <c:pt idx="47">
                  <c:v>0.11153889514362003</c:v>
                </c:pt>
                <c:pt idx="48">
                  <c:v>0.12699596786841028</c:v>
                </c:pt>
                <c:pt idx="49">
                  <c:v>3.8664112165179176E-2</c:v>
                </c:pt>
                <c:pt idx="50">
                  <c:v>-4.5192275796601677E-3</c:v>
                </c:pt>
                <c:pt idx="51">
                  <c:v>6.8539455355054457E-4</c:v>
                </c:pt>
                <c:pt idx="52">
                  <c:v>3.4756893782709852E-2</c:v>
                </c:pt>
                <c:pt idx="53">
                  <c:v>7.6376608425020365E-2</c:v>
                </c:pt>
                <c:pt idx="54">
                  <c:v>0.11752935743213921</c:v>
                </c:pt>
                <c:pt idx="55">
                  <c:v>0.11481145997649023</c:v>
                </c:pt>
                <c:pt idx="56">
                  <c:v>0.10761972368799011</c:v>
                </c:pt>
                <c:pt idx="57">
                  <c:v>0.10110553103926989</c:v>
                </c:pt>
                <c:pt idx="58">
                  <c:v>9.0943687713120447E-2</c:v>
                </c:pt>
                <c:pt idx="59">
                  <c:v>1.4096731757359926E-2</c:v>
                </c:pt>
                <c:pt idx="60">
                  <c:v>3.6968745963580574E-2</c:v>
                </c:pt>
                <c:pt idx="61">
                  <c:v>3.0001373145999821E-2</c:v>
                </c:pt>
                <c:pt idx="62">
                  <c:v>-2.9362119079499038E-3</c:v>
                </c:pt>
                <c:pt idx="63">
                  <c:v>2.9232564695560015E-2</c:v>
                </c:pt>
                <c:pt idx="64">
                  <c:v>9.088741348601026E-2</c:v>
                </c:pt>
                <c:pt idx="65">
                  <c:v>2.1973641080860418E-2</c:v>
                </c:pt>
                <c:pt idx="66">
                  <c:v>-1.4050286591699823E-2</c:v>
                </c:pt>
                <c:pt idx="67">
                  <c:v>-0.18070929263908031</c:v>
                </c:pt>
                <c:pt idx="68">
                  <c:v>-0.2039661384817002</c:v>
                </c:pt>
                <c:pt idx="69">
                  <c:v>-0.18388749519206993</c:v>
                </c:pt>
                <c:pt idx="70">
                  <c:v>-0.10166462593122017</c:v>
                </c:pt>
                <c:pt idx="71">
                  <c:v>-7.4962588587480283E-2</c:v>
                </c:pt>
                <c:pt idx="72">
                  <c:v>-7.5252626355280405E-2</c:v>
                </c:pt>
                <c:pt idx="73">
                  <c:v>-6.0290928061480287E-2</c:v>
                </c:pt>
                <c:pt idx="74">
                  <c:v>-1.9385603755960545E-2</c:v>
                </c:pt>
                <c:pt idx="75">
                  <c:v>4.9690399895260029E-2</c:v>
                </c:pt>
                <c:pt idx="76">
                  <c:v>-9.0320329467949989E-2</c:v>
                </c:pt>
                <c:pt idx="77">
                  <c:v>1.8466312296100185E-2</c:v>
                </c:pt>
                <c:pt idx="78">
                  <c:v>4.4474949963590582E-2</c:v>
                </c:pt>
                <c:pt idx="79">
                  <c:v>-7.8634898491809935E-2</c:v>
                </c:pt>
                <c:pt idx="80">
                  <c:v>-6.3175948922070013E-2</c:v>
                </c:pt>
                <c:pt idx="81">
                  <c:v>-2.606548071334025E-2</c:v>
                </c:pt>
                <c:pt idx="82">
                  <c:v>-3.3293192034689945E-2</c:v>
                </c:pt>
                <c:pt idx="83">
                  <c:v>-3.5488695366320044E-2</c:v>
                </c:pt>
                <c:pt idx="84">
                  <c:v>2.9285430826469394E-2</c:v>
                </c:pt>
                <c:pt idx="85">
                  <c:v>2.5903406132600004E-2</c:v>
                </c:pt>
                <c:pt idx="86">
                  <c:v>5.4863630278189746E-2</c:v>
                </c:pt>
                <c:pt idx="87">
                  <c:v>-2.3757498443304215E-3</c:v>
                </c:pt>
                <c:pt idx="88">
                  <c:v>-3.0723352633729384E-2</c:v>
                </c:pt>
                <c:pt idx="89">
                  <c:v>3.5710245739649871E-2</c:v>
                </c:pt>
                <c:pt idx="90">
                  <c:v>6.1230619098600059E-3</c:v>
                </c:pt>
                <c:pt idx="91">
                  <c:v>2.2651164323599815E-2</c:v>
                </c:pt>
                <c:pt idx="92">
                  <c:v>-4.8352194903349854E-2</c:v>
                </c:pt>
                <c:pt idx="93">
                  <c:v>-3.0690018107399908E-2</c:v>
                </c:pt>
                <c:pt idx="94">
                  <c:v>1.9066212014240413E-2</c:v>
                </c:pt>
                <c:pt idx="95">
                  <c:v>3.7926854069319837E-2</c:v>
                </c:pt>
                <c:pt idx="96">
                  <c:v>1.1347804891570057E-2</c:v>
                </c:pt>
                <c:pt idx="97">
                  <c:v>-4.6306813940799607E-2</c:v>
                </c:pt>
                <c:pt idx="98">
                  <c:v>1.2251537857239647E-2</c:v>
                </c:pt>
                <c:pt idx="99">
                  <c:v>-3.6849305000390409E-2</c:v>
                </c:pt>
                <c:pt idx="100">
                  <c:v>-6.1052692548289933E-2</c:v>
                </c:pt>
                <c:pt idx="101">
                  <c:v>-0.10743290820687967</c:v>
                </c:pt>
                <c:pt idx="102">
                  <c:v>-5.1573342084069829E-2</c:v>
                </c:pt>
                <c:pt idx="103">
                  <c:v>-2.9102090644260059E-2</c:v>
                </c:pt>
                <c:pt idx="104">
                  <c:v>-2.8636194171379969E-2</c:v>
                </c:pt>
                <c:pt idx="105">
                  <c:v>-2.4165158056295155E-3</c:v>
                </c:pt>
                <c:pt idx="106">
                  <c:v>5.4289100906004251E-3</c:v>
                </c:pt>
                <c:pt idx="107">
                  <c:v>1.6980868437290297E-2</c:v>
                </c:pt>
                <c:pt idx="108">
                  <c:v>-3.7841332698600461E-2</c:v>
                </c:pt>
                <c:pt idx="109">
                  <c:v>-1.1526058913659654E-2</c:v>
                </c:pt>
                <c:pt idx="110">
                  <c:v>-9.7637496478490071E-2</c:v>
                </c:pt>
                <c:pt idx="111">
                  <c:v>-6.6311564484370145E-2</c:v>
                </c:pt>
                <c:pt idx="112">
                  <c:v>-2.1484771077009412E-2</c:v>
                </c:pt>
                <c:pt idx="113">
                  <c:v>-1.1917467485039523E-2</c:v>
                </c:pt>
                <c:pt idx="114">
                  <c:v>-9.3242975202993961E-3</c:v>
                </c:pt>
                <c:pt idx="115">
                  <c:v>-2.5556471176099826E-2</c:v>
                </c:pt>
                <c:pt idx="116">
                  <c:v>-3.9025033206900872E-3</c:v>
                </c:pt>
                <c:pt idx="117">
                  <c:v>3.5097866212696616E-3</c:v>
                </c:pt>
                <c:pt idx="118">
                  <c:v>-1.7432749147694437E-3</c:v>
                </c:pt>
                <c:pt idx="119">
                  <c:v>1.9509401686960359E-2</c:v>
                </c:pt>
                <c:pt idx="120">
                  <c:v>-4.9448407933994076E-4</c:v>
                </c:pt>
                <c:pt idx="121">
                  <c:v>-2.3568505272749896E-2</c:v>
                </c:pt>
                <c:pt idx="122">
                  <c:v>1.8226054855150053E-2</c:v>
                </c:pt>
                <c:pt idx="123">
                  <c:v>-4.246206914799977E-2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594240"/>
        <c:axId val="211600128"/>
      </c:barChart>
      <c:dateAx>
        <c:axId val="2115942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600128"/>
        <c:crosses val="autoZero"/>
        <c:auto val="1"/>
        <c:lblOffset val="100"/>
        <c:baseTimeUnit val="months"/>
        <c:majorUnit val="12"/>
        <c:majorTimeUnit val="months"/>
      </c:dateAx>
      <c:valAx>
        <c:axId val="211600128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59424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'720-740'!$F$4:$F$127</c:f>
              <c:numCache>
                <c:formatCode>0.00</c:formatCode>
                <c:ptCount val="124"/>
                <c:pt idx="0">
                  <c:v>-3.0192996629594404E-3</c:v>
                </c:pt>
                <c:pt idx="1">
                  <c:v>-3.3707575792809585E-2</c:v>
                </c:pt>
                <c:pt idx="2">
                  <c:v>-6.4338551127059773E-2</c:v>
                </c:pt>
                <c:pt idx="3">
                  <c:v>2.538707423834019E-2</c:v>
                </c:pt>
                <c:pt idx="4">
                  <c:v>-4.5687842334984907E-4</c:v>
                </c:pt>
                <c:pt idx="5">
                  <c:v>2.7228807209570327E-2</c:v>
                </c:pt>
                <c:pt idx="6">
                  <c:v>-2.9045871158239756E-2</c:v>
                </c:pt>
                <c:pt idx="7">
                  <c:v>-4.5025231496000018E-2</c:v>
                </c:pt>
                <c:pt idx="8">
                  <c:v>-2.7770559043769794E-2</c:v>
                </c:pt>
                <c:pt idx="9">
                  <c:v>-4.5062515242679346E-2</c:v>
                </c:pt>
                <c:pt idx="10">
                  <c:v>-2.4567060887910053E-2</c:v>
                </c:pt>
                <c:pt idx="11">
                  <c:v>-1.5331921832295592E-3</c:v>
                </c:pt>
                <c:pt idx="12">
                  <c:v>-2.4206779003597134E-3</c:v>
                </c:pt>
                <c:pt idx="13">
                  <c:v>-5.5622100930199814E-2</c:v>
                </c:pt>
                <c:pt idx="14">
                  <c:v>-1.888058952272953E-2</c:v>
                </c:pt>
                <c:pt idx="15">
                  <c:v>-2.4897338665050839E-2</c:v>
                </c:pt>
                <c:pt idx="16">
                  <c:v>-1.4759998733619994E-2</c:v>
                </c:pt>
                <c:pt idx="17">
                  <c:v>1.1293773707789612E-2</c:v>
                </c:pt>
                <c:pt idx="18">
                  <c:v>1.0670400410440095E-2</c:v>
                </c:pt>
                <c:pt idx="19">
                  <c:v>-6.4539758814250447E-2</c:v>
                </c:pt>
                <c:pt idx="20">
                  <c:v>-9.6060975594909337E-2</c:v>
                </c:pt>
                <c:pt idx="21">
                  <c:v>-0.16586935809679026</c:v>
                </c:pt>
                <c:pt idx="22">
                  <c:v>-4.0974328994869857E-2</c:v>
                </c:pt>
                <c:pt idx="23">
                  <c:v>3.8069707154609667E-2</c:v>
                </c:pt>
                <c:pt idx="24">
                  <c:v>-1.6146982368300034E-2</c:v>
                </c:pt>
                <c:pt idx="25">
                  <c:v>-9.0230496452701203E-3</c:v>
                </c:pt>
                <c:pt idx="26">
                  <c:v>2.1096748434600077E-2</c:v>
                </c:pt>
                <c:pt idx="27">
                  <c:v>7.4566394446229811E-2</c:v>
                </c:pt>
                <c:pt idx="28">
                  <c:v>5.836644708855987E-2</c:v>
                </c:pt>
                <c:pt idx="29">
                  <c:v>5.8516618151680078E-2</c:v>
                </c:pt>
                <c:pt idx="30">
                  <c:v>5.1632188911300059E-2</c:v>
                </c:pt>
                <c:pt idx="31">
                  <c:v>4.5122319244020215E-2</c:v>
                </c:pt>
                <c:pt idx="32">
                  <c:v>1.4786825283120031E-2</c:v>
                </c:pt>
                <c:pt idx="33">
                  <c:v>7.1467727251860236E-2</c:v>
                </c:pt>
                <c:pt idx="34">
                  <c:v>1.9745188973979921E-2</c:v>
                </c:pt>
                <c:pt idx="35">
                  <c:v>9.5828542120259819E-2</c:v>
                </c:pt>
                <c:pt idx="36">
                  <c:v>6.934291055168984E-2</c:v>
                </c:pt>
                <c:pt idx="37">
                  <c:v>1.7905114597899896E-2</c:v>
                </c:pt>
                <c:pt idx="38">
                  <c:v>1.5943951860689864E-2</c:v>
                </c:pt>
                <c:pt idx="39">
                  <c:v>4.5274707546510307E-2</c:v>
                </c:pt>
                <c:pt idx="40">
                  <c:v>8.7739237912396462E-3</c:v>
                </c:pt>
                <c:pt idx="41">
                  <c:v>6.6972063685049932E-2</c:v>
                </c:pt>
                <c:pt idx="42">
                  <c:v>-7.2208221644798343E-3</c:v>
                </c:pt>
                <c:pt idx="43">
                  <c:v>2.4467105492940178E-2</c:v>
                </c:pt>
                <c:pt idx="44">
                  <c:v>-1.6947969448040112E-2</c:v>
                </c:pt>
                <c:pt idx="45">
                  <c:v>9.656946825402013E-2</c:v>
                </c:pt>
                <c:pt idx="46">
                  <c:v>7.3445121819279535E-2</c:v>
                </c:pt>
                <c:pt idx="47">
                  <c:v>-4.5871623460440603E-2</c:v>
                </c:pt>
                <c:pt idx="48">
                  <c:v>-2.6875473927820082E-2</c:v>
                </c:pt>
                <c:pt idx="49">
                  <c:v>-9.6785767329800265E-2</c:v>
                </c:pt>
                <c:pt idx="50">
                  <c:v>-0.12484671045451989</c:v>
                </c:pt>
                <c:pt idx="51">
                  <c:v>-0.15147333808603936</c:v>
                </c:pt>
                <c:pt idx="52">
                  <c:v>-2.2525992635669567E-2</c:v>
                </c:pt>
                <c:pt idx="53">
                  <c:v>5.2023445045730199E-2</c:v>
                </c:pt>
                <c:pt idx="54">
                  <c:v>3.8398622444079322E-2</c:v>
                </c:pt>
                <c:pt idx="55">
                  <c:v>-2.4329755826889787E-2</c:v>
                </c:pt>
                <c:pt idx="56">
                  <c:v>3.809893875146031E-2</c:v>
                </c:pt>
                <c:pt idx="57">
                  <c:v>9.1827610333420573E-2</c:v>
                </c:pt>
                <c:pt idx="58">
                  <c:v>-6.1275501860979631E-2</c:v>
                </c:pt>
                <c:pt idx="59">
                  <c:v>-3.275077878403998E-2</c:v>
                </c:pt>
                <c:pt idx="60">
                  <c:v>6.9023569283022113E-4</c:v>
                </c:pt>
                <c:pt idx="61">
                  <c:v>-2.3081020790209905E-2</c:v>
                </c:pt>
                <c:pt idx="62">
                  <c:v>-1.7364209657009688E-2</c:v>
                </c:pt>
                <c:pt idx="63">
                  <c:v>-3.7486987106700731E-2</c:v>
                </c:pt>
                <c:pt idx="64">
                  <c:v>3.860004897835978E-2</c:v>
                </c:pt>
                <c:pt idx="65">
                  <c:v>-8.5914411898402321E-3</c:v>
                </c:pt>
                <c:pt idx="66">
                  <c:v>-3.1770157099840546E-2</c:v>
                </c:pt>
                <c:pt idx="67">
                  <c:v>-0.12719807797975058</c:v>
                </c:pt>
                <c:pt idx="68">
                  <c:v>-0.20063426649504024</c:v>
                </c:pt>
                <c:pt idx="69">
                  <c:v>-0.20799037399587039</c:v>
                </c:pt>
                <c:pt idx="70">
                  <c:v>-8.058256323406976E-2</c:v>
                </c:pt>
                <c:pt idx="71">
                  <c:v>-2.8368008529509936E-2</c:v>
                </c:pt>
                <c:pt idx="72">
                  <c:v>9.8743493370689883E-2</c:v>
                </c:pt>
                <c:pt idx="73">
                  <c:v>-0.14387507871420979</c:v>
                </c:pt>
                <c:pt idx="74">
                  <c:v>2.6818832708659812E-2</c:v>
                </c:pt>
                <c:pt idx="75">
                  <c:v>7.324993005167002E-2</c:v>
                </c:pt>
                <c:pt idx="76">
                  <c:v>0.10201110722509998</c:v>
                </c:pt>
                <c:pt idx="77">
                  <c:v>-0.24396880091240014</c:v>
                </c:pt>
                <c:pt idx="78">
                  <c:v>-0.25264570907700001</c:v>
                </c:pt>
                <c:pt idx="79">
                  <c:v>-0.11695360273697997</c:v>
                </c:pt>
                <c:pt idx="80">
                  <c:v>-0.29310238721106963</c:v>
                </c:pt>
                <c:pt idx="81">
                  <c:v>-0.13698895225708974</c:v>
                </c:pt>
                <c:pt idx="82">
                  <c:v>-0.6958347023313598</c:v>
                </c:pt>
                <c:pt idx="83">
                  <c:v>-0.18134933414443033</c:v>
                </c:pt>
                <c:pt idx="84">
                  <c:v>-1.0973385313279849E-2</c:v>
                </c:pt>
                <c:pt idx="85">
                  <c:v>-0.24419909895854985</c:v>
                </c:pt>
                <c:pt idx="86">
                  <c:v>-0.23687153450010001</c:v>
                </c:pt>
                <c:pt idx="87">
                  <c:v>-0.32890267401415052</c:v>
                </c:pt>
                <c:pt idx="88">
                  <c:v>-4.261579677069971E-2</c:v>
                </c:pt>
                <c:pt idx="89">
                  <c:v>-7.8534493666889915E-2</c:v>
                </c:pt>
                <c:pt idx="90">
                  <c:v>1.6637210104390121E-2</c:v>
                </c:pt>
                <c:pt idx="91">
                  <c:v>9.2988405143500152E-2</c:v>
                </c:pt>
                <c:pt idx="92">
                  <c:v>-0.16008339755291967</c:v>
                </c:pt>
                <c:pt idx="93">
                  <c:v>-0.10314232797098999</c:v>
                </c:pt>
                <c:pt idx="94">
                  <c:v>-5.8546681796089572E-2</c:v>
                </c:pt>
                <c:pt idx="95">
                  <c:v>-0.15964250966124993</c:v>
                </c:pt>
                <c:pt idx="96">
                  <c:v>-4.3805642614009876E-2</c:v>
                </c:pt>
                <c:pt idx="97">
                  <c:v>-0.17804017326059007</c:v>
                </c:pt>
                <c:pt idx="98">
                  <c:v>-3.1692935001981226E-4</c:v>
                </c:pt>
                <c:pt idx="99">
                  <c:v>-0.30181588516229052</c:v>
                </c:pt>
                <c:pt idx="100">
                  <c:v>-0.31009434343213993</c:v>
                </c:pt>
                <c:pt idx="101">
                  <c:v>-0.21197927358970947</c:v>
                </c:pt>
                <c:pt idx="102">
                  <c:v>-0.11740821868033002</c:v>
                </c:pt>
                <c:pt idx="103">
                  <c:v>-6.0651497653330111E-2</c:v>
                </c:pt>
                <c:pt idx="104">
                  <c:v>-0.16885196454233942</c:v>
                </c:pt>
                <c:pt idx="105">
                  <c:v>-8.733519475376994E-2</c:v>
                </c:pt>
                <c:pt idx="106">
                  <c:v>2.5765417301550464E-2</c:v>
                </c:pt>
                <c:pt idx="107">
                  <c:v>-0.3740580260213795</c:v>
                </c:pt>
                <c:pt idx="108">
                  <c:v>-0.27566395891848039</c:v>
                </c:pt>
                <c:pt idx="109">
                  <c:v>-0.25549809785207955</c:v>
                </c:pt>
                <c:pt idx="110">
                  <c:v>-0.36369816308308067</c:v>
                </c:pt>
                <c:pt idx="111">
                  <c:v>-0.32742992040413998</c:v>
                </c:pt>
                <c:pt idx="112">
                  <c:v>-0.35532389633057004</c:v>
                </c:pt>
                <c:pt idx="113">
                  <c:v>-0.28581922268808935</c:v>
                </c:pt>
                <c:pt idx="114">
                  <c:v>-6.6368394425899702E-2</c:v>
                </c:pt>
                <c:pt idx="115">
                  <c:v>-0.35189772545072984</c:v>
                </c:pt>
                <c:pt idx="116">
                  <c:v>-0.27267164272880962</c:v>
                </c:pt>
                <c:pt idx="117">
                  <c:v>-0.28093110525535003</c:v>
                </c:pt>
                <c:pt idx="118">
                  <c:v>-0.35426340150789937</c:v>
                </c:pt>
                <c:pt idx="119">
                  <c:v>-0.11885962271400974</c:v>
                </c:pt>
                <c:pt idx="120">
                  <c:v>-0.1060801477484894</c:v>
                </c:pt>
                <c:pt idx="121">
                  <c:v>-0.24050725030209019</c:v>
                </c:pt>
                <c:pt idx="122">
                  <c:v>-0.20751651980904029</c:v>
                </c:pt>
                <c:pt idx="123">
                  <c:v>-0.27987024526808923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060416"/>
        <c:axId val="212066304"/>
      </c:barChart>
      <c:dateAx>
        <c:axId val="2120604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2066304"/>
        <c:crosses val="autoZero"/>
        <c:auto val="1"/>
        <c:lblOffset val="100"/>
        <c:baseTimeUnit val="months"/>
        <c:majorUnit val="12"/>
        <c:majorTimeUnit val="months"/>
      </c:dateAx>
      <c:valAx>
        <c:axId val="212066304"/>
        <c:scaling>
          <c:orientation val="minMax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060416"/>
        <c:crosses val="autoZero"/>
        <c:crossBetween val="between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'740-760'!$B$4:$B$127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'740-760'!$F$4:$F$127</c:f>
              <c:numCache>
                <c:formatCode>0.00</c:formatCode>
                <c:ptCount val="124"/>
                <c:pt idx="0">
                  <c:v>2.5577064637169578E-2</c:v>
                </c:pt>
                <c:pt idx="1">
                  <c:v>-1.397791456509978E-3</c:v>
                </c:pt>
                <c:pt idx="2">
                  <c:v>-5.1691697825099858E-2</c:v>
                </c:pt>
                <c:pt idx="3">
                  <c:v>-1.4577489542920041E-2</c:v>
                </c:pt>
                <c:pt idx="4">
                  <c:v>-3.5028242395593878E-3</c:v>
                </c:pt>
                <c:pt idx="5">
                  <c:v>-1.4193066826720724E-2</c:v>
                </c:pt>
                <c:pt idx="6">
                  <c:v>-2.8826954569109553E-2</c:v>
                </c:pt>
                <c:pt idx="7">
                  <c:v>-4.8026940843629795E-2</c:v>
                </c:pt>
                <c:pt idx="8">
                  <c:v>-2.2502563892579985E-2</c:v>
                </c:pt>
                <c:pt idx="9">
                  <c:v>-2.3470815832330238E-2</c:v>
                </c:pt>
                <c:pt idx="10">
                  <c:v>-4.2540451878780416E-2</c:v>
                </c:pt>
                <c:pt idx="11">
                  <c:v>-2.9154333334420635E-2</c:v>
                </c:pt>
                <c:pt idx="12">
                  <c:v>-1.1151441483679747E-2</c:v>
                </c:pt>
                <c:pt idx="13">
                  <c:v>-4.9896423026919656E-2</c:v>
                </c:pt>
                <c:pt idx="14">
                  <c:v>-1.4376557522299827E-2</c:v>
                </c:pt>
                <c:pt idx="15">
                  <c:v>-3.7269685930990448E-2</c:v>
                </c:pt>
                <c:pt idx="16">
                  <c:v>-2.4824120357250123E-2</c:v>
                </c:pt>
                <c:pt idx="17">
                  <c:v>3.5701093376990123E-2</c:v>
                </c:pt>
                <c:pt idx="18">
                  <c:v>-3.4861866552549969E-2</c:v>
                </c:pt>
                <c:pt idx="19">
                  <c:v>-3.44784896901702E-2</c:v>
                </c:pt>
                <c:pt idx="20">
                  <c:v>-8.9221699039269353E-2</c:v>
                </c:pt>
                <c:pt idx="21">
                  <c:v>-0.14967214429828957</c:v>
                </c:pt>
                <c:pt idx="22">
                  <c:v>-1.1183343475599905E-2</c:v>
                </c:pt>
                <c:pt idx="23">
                  <c:v>2.0550072108960205E-2</c:v>
                </c:pt>
                <c:pt idx="24">
                  <c:v>-1.6344115094530043E-2</c:v>
                </c:pt>
                <c:pt idx="25">
                  <c:v>-1.3633242960202629E-3</c:v>
                </c:pt>
                <c:pt idx="26">
                  <c:v>2.6346420694089989E-2</c:v>
                </c:pt>
                <c:pt idx="27">
                  <c:v>3.454292296747008E-2</c:v>
                </c:pt>
                <c:pt idx="28">
                  <c:v>2.8552070852569944E-2</c:v>
                </c:pt>
                <c:pt idx="29">
                  <c:v>2.0160392448539621E-2</c:v>
                </c:pt>
                <c:pt idx="30">
                  <c:v>5.3174807415229619E-2</c:v>
                </c:pt>
                <c:pt idx="31">
                  <c:v>1.155775915595969E-2</c:v>
                </c:pt>
                <c:pt idx="32">
                  <c:v>-1.6995042135869998E-2</c:v>
                </c:pt>
                <c:pt idx="33">
                  <c:v>1.2859178906500013E-2</c:v>
                </c:pt>
                <c:pt idx="34">
                  <c:v>2.8556562509729932E-2</c:v>
                </c:pt>
                <c:pt idx="35">
                  <c:v>7.0321590467430362E-2</c:v>
                </c:pt>
                <c:pt idx="36">
                  <c:v>2.2167428845439652E-2</c:v>
                </c:pt>
                <c:pt idx="37">
                  <c:v>1.6257619973820248E-2</c:v>
                </c:pt>
                <c:pt idx="38">
                  <c:v>3.8809339137610088E-2</c:v>
                </c:pt>
                <c:pt idx="39">
                  <c:v>2.1224710857070228E-2</c:v>
                </c:pt>
                <c:pt idx="40">
                  <c:v>4.7192819939629871E-2</c:v>
                </c:pt>
                <c:pt idx="41">
                  <c:v>3.5497404044930292E-2</c:v>
                </c:pt>
                <c:pt idx="42">
                  <c:v>3.5676816967010083E-2</c:v>
                </c:pt>
                <c:pt idx="43">
                  <c:v>4.8619092985210166E-2</c:v>
                </c:pt>
                <c:pt idx="44">
                  <c:v>5.7215534940449508E-2</c:v>
                </c:pt>
                <c:pt idx="45">
                  <c:v>2.392238273958025E-2</c:v>
                </c:pt>
                <c:pt idx="46">
                  <c:v>0.10185632876451045</c:v>
                </c:pt>
                <c:pt idx="47">
                  <c:v>0.13270152905725041</c:v>
                </c:pt>
                <c:pt idx="48">
                  <c:v>-4.4683722694019323E-2</c:v>
                </c:pt>
                <c:pt idx="49">
                  <c:v>-0.11310892427448938</c:v>
                </c:pt>
                <c:pt idx="50">
                  <c:v>-0.15961301810433959</c:v>
                </c:pt>
                <c:pt idx="51">
                  <c:v>-0.14133103938256042</c:v>
                </c:pt>
                <c:pt idx="52">
                  <c:v>1.9967270919698521E-3</c:v>
                </c:pt>
                <c:pt idx="53">
                  <c:v>5.4566811672009941E-2</c:v>
                </c:pt>
                <c:pt idx="54">
                  <c:v>2.799760966836029E-2</c:v>
                </c:pt>
                <c:pt idx="55">
                  <c:v>-4.2861737717601045E-3</c:v>
                </c:pt>
                <c:pt idx="56">
                  <c:v>8.8762165770269519E-2</c:v>
                </c:pt>
                <c:pt idx="57">
                  <c:v>7.3704959621140098E-2</c:v>
                </c:pt>
                <c:pt idx="58">
                  <c:v>0.10104620361501038</c:v>
                </c:pt>
                <c:pt idx="59">
                  <c:v>-2.4696409811042486E-4</c:v>
                </c:pt>
                <c:pt idx="60">
                  <c:v>2.1175619762120235E-2</c:v>
                </c:pt>
                <c:pt idx="61">
                  <c:v>-6.8936637068599538E-3</c:v>
                </c:pt>
                <c:pt idx="62">
                  <c:v>-6.2297558720159962E-2</c:v>
                </c:pt>
                <c:pt idx="63">
                  <c:v>-0.20358615651673961</c:v>
                </c:pt>
                <c:pt idx="64">
                  <c:v>-7.0652740948569992E-2</c:v>
                </c:pt>
                <c:pt idx="65">
                  <c:v>-2.4868804122419874E-2</c:v>
                </c:pt>
                <c:pt idx="66">
                  <c:v>-2.7095996346889528E-2</c:v>
                </c:pt>
                <c:pt idx="67">
                  <c:v>-5.7975776718369509E-2</c:v>
                </c:pt>
                <c:pt idx="68">
                  <c:v>-0.17127612619490051</c:v>
                </c:pt>
                <c:pt idx="69">
                  <c:v>-0.27969603983810032</c:v>
                </c:pt>
                <c:pt idx="70">
                  <c:v>-9.5867777233940465E-2</c:v>
                </c:pt>
                <c:pt idx="71">
                  <c:v>-2.5563418833800533E-2</c:v>
                </c:pt>
                <c:pt idx="72">
                  <c:v>0.17208566972739003</c:v>
                </c:pt>
                <c:pt idx="73">
                  <c:v>-0.11804239868842981</c:v>
                </c:pt>
                <c:pt idx="74">
                  <c:v>-0.13537179034865066</c:v>
                </c:pt>
                <c:pt idx="75">
                  <c:v>-2.6070503999870098E-2</c:v>
                </c:pt>
                <c:pt idx="76">
                  <c:v>5.8517038485479844E-2</c:v>
                </c:pt>
                <c:pt idx="77">
                  <c:v>-0.31071062988726972</c:v>
                </c:pt>
                <c:pt idx="78">
                  <c:v>-0.24894151421166999</c:v>
                </c:pt>
                <c:pt idx="79">
                  <c:v>-0.15567047014265967</c:v>
                </c:pt>
                <c:pt idx="80">
                  <c:v>-0.13583500364824985</c:v>
                </c:pt>
                <c:pt idx="81">
                  <c:v>-0.2023730951160001</c:v>
                </c:pt>
                <c:pt idx="82">
                  <c:v>1.4981547701800046E-2</c:v>
                </c:pt>
                <c:pt idx="83">
                  <c:v>-7.743686378003023E-2</c:v>
                </c:pt>
                <c:pt idx="84">
                  <c:v>-2.7317792974590027E-2</c:v>
                </c:pt>
                <c:pt idx="85">
                  <c:v>-0.10955556305503933</c:v>
                </c:pt>
                <c:pt idx="86">
                  <c:v>-7.0795575240030217E-2</c:v>
                </c:pt>
                <c:pt idx="87">
                  <c:v>-0.18627730067037973</c:v>
                </c:pt>
                <c:pt idx="88">
                  <c:v>-0.15426805572173041</c:v>
                </c:pt>
                <c:pt idx="89">
                  <c:v>-1.6874551807330107E-2</c:v>
                </c:pt>
                <c:pt idx="90">
                  <c:v>-5.8237295376570408E-2</c:v>
                </c:pt>
                <c:pt idx="91">
                  <c:v>3.9012660290490331E-2</c:v>
                </c:pt>
                <c:pt idx="92">
                  <c:v>-4.4607405767219888E-2</c:v>
                </c:pt>
                <c:pt idx="93">
                  <c:v>-3.6566719266109438E-2</c:v>
                </c:pt>
                <c:pt idx="94">
                  <c:v>-6.613919057620965E-2</c:v>
                </c:pt>
                <c:pt idx="95">
                  <c:v>-0.15224324118794019</c:v>
                </c:pt>
                <c:pt idx="96">
                  <c:v>-2.9917412344190097E-2</c:v>
                </c:pt>
                <c:pt idx="97">
                  <c:v>-0.16064395911632978</c:v>
                </c:pt>
                <c:pt idx="98">
                  <c:v>-0.1722268988650999</c:v>
                </c:pt>
                <c:pt idx="99">
                  <c:v>-5.9999717176870249E-2</c:v>
                </c:pt>
                <c:pt idx="100">
                  <c:v>-0.22753788441925948</c:v>
                </c:pt>
                <c:pt idx="101">
                  <c:v>-0.25762353420140016</c:v>
                </c:pt>
                <c:pt idx="102">
                  <c:v>-8.0830630751299815E-2</c:v>
                </c:pt>
                <c:pt idx="103">
                  <c:v>-0.10965398183885977</c:v>
                </c:pt>
                <c:pt idx="104">
                  <c:v>-5.2465092171409822E-2</c:v>
                </c:pt>
                <c:pt idx="105">
                  <c:v>-0.11660449825750963</c:v>
                </c:pt>
                <c:pt idx="106">
                  <c:v>-4.7273710950520353E-2</c:v>
                </c:pt>
                <c:pt idx="107">
                  <c:v>-9.1217925729810467E-2</c:v>
                </c:pt>
                <c:pt idx="108">
                  <c:v>-0.33384270367352986</c:v>
                </c:pt>
                <c:pt idx="109">
                  <c:v>-0.2999574438511603</c:v>
                </c:pt>
                <c:pt idx="110">
                  <c:v>-0.25205664962809937</c:v>
                </c:pt>
                <c:pt idx="111">
                  <c:v>-0.33409931813014015</c:v>
                </c:pt>
                <c:pt idx="112">
                  <c:v>-0.29272745097757991</c:v>
                </c:pt>
                <c:pt idx="113">
                  <c:v>-0.13221823718100012</c:v>
                </c:pt>
                <c:pt idx="114">
                  <c:v>-0.29011394656212008</c:v>
                </c:pt>
                <c:pt idx="115">
                  <c:v>-0.27535706387783954</c:v>
                </c:pt>
                <c:pt idx="116">
                  <c:v>-9.4154077889060162E-2</c:v>
                </c:pt>
                <c:pt idx="117">
                  <c:v>1.0821750345293424E-3</c:v>
                </c:pt>
                <c:pt idx="118">
                  <c:v>-0.16638892131090977</c:v>
                </c:pt>
                <c:pt idx="119">
                  <c:v>-7.3226215050349985E-2</c:v>
                </c:pt>
                <c:pt idx="120">
                  <c:v>-0.22542964506642971</c:v>
                </c:pt>
                <c:pt idx="121">
                  <c:v>-0.24565862568536012</c:v>
                </c:pt>
                <c:pt idx="122">
                  <c:v>-0.20430890161915993</c:v>
                </c:pt>
                <c:pt idx="123">
                  <c:v>-0.13162740038177034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073856"/>
        <c:axId val="211760256"/>
      </c:barChart>
      <c:dateAx>
        <c:axId val="21207385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760256"/>
        <c:crosses val="autoZero"/>
        <c:auto val="1"/>
        <c:lblOffset val="100"/>
        <c:baseTimeUnit val="months"/>
        <c:majorUnit val="12"/>
        <c:majorTimeUnit val="months"/>
      </c:dateAx>
      <c:valAx>
        <c:axId val="211760256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2073856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'760-780'!$B$4:$B$127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'760-780'!$F$4:$F$127</c:f>
              <c:numCache>
                <c:formatCode>0.00</c:formatCode>
                <c:ptCount val="124"/>
                <c:pt idx="0">
                  <c:v>3.4060441681800224E-2</c:v>
                </c:pt>
                <c:pt idx="1">
                  <c:v>-1.8872845000659666E-2</c:v>
                </c:pt>
                <c:pt idx="2">
                  <c:v>-4.0750506244170204E-2</c:v>
                </c:pt>
                <c:pt idx="3">
                  <c:v>-2.851615716049416E-3</c:v>
                </c:pt>
                <c:pt idx="4">
                  <c:v>-1.7742276719605599E-3</c:v>
                </c:pt>
                <c:pt idx="5">
                  <c:v>-3.5313917888119661E-2</c:v>
                </c:pt>
                <c:pt idx="6">
                  <c:v>-3.9798273578309562E-2</c:v>
                </c:pt>
                <c:pt idx="7">
                  <c:v>-2.7563085990060188E-2</c:v>
                </c:pt>
                <c:pt idx="8">
                  <c:v>-2.5994095143059504E-2</c:v>
                </c:pt>
                <c:pt idx="9">
                  <c:v>-2.2407861059807743E-3</c:v>
                </c:pt>
                <c:pt idx="10">
                  <c:v>-4.0820468548059985E-2</c:v>
                </c:pt>
                <c:pt idx="11">
                  <c:v>-6.970852127709648E-3</c:v>
                </c:pt>
                <c:pt idx="12">
                  <c:v>-1.3578635096830105E-2</c:v>
                </c:pt>
                <c:pt idx="13">
                  <c:v>5.6576926758200585E-3</c:v>
                </c:pt>
                <c:pt idx="14">
                  <c:v>1.5226044991479171E-2</c:v>
                </c:pt>
                <c:pt idx="15">
                  <c:v>-2.3725545668209946E-2</c:v>
                </c:pt>
                <c:pt idx="16">
                  <c:v>7.588792752989626E-3</c:v>
                </c:pt>
                <c:pt idx="17">
                  <c:v>1.8416757166789921E-2</c:v>
                </c:pt>
                <c:pt idx="18">
                  <c:v>1.4365925908119692E-2</c:v>
                </c:pt>
                <c:pt idx="19">
                  <c:v>-1.5990888740839537E-2</c:v>
                </c:pt>
                <c:pt idx="20">
                  <c:v>-7.4299522167009968E-2</c:v>
                </c:pt>
                <c:pt idx="21">
                  <c:v>-0.12736246268746942</c:v>
                </c:pt>
                <c:pt idx="22">
                  <c:v>-1.9281134798399879E-2</c:v>
                </c:pt>
                <c:pt idx="23">
                  <c:v>1.8351209924039935E-2</c:v>
                </c:pt>
                <c:pt idx="24">
                  <c:v>1.2911209490980013E-2</c:v>
                </c:pt>
                <c:pt idx="25">
                  <c:v>-4.8622424749598103E-3</c:v>
                </c:pt>
                <c:pt idx="26">
                  <c:v>3.1792157299869839E-2</c:v>
                </c:pt>
                <c:pt idx="27">
                  <c:v>3.4544149732260276E-2</c:v>
                </c:pt>
                <c:pt idx="28">
                  <c:v>1.1468031138050172E-2</c:v>
                </c:pt>
                <c:pt idx="29">
                  <c:v>-3.2773096324003603E-3</c:v>
                </c:pt>
                <c:pt idx="30">
                  <c:v>2.1479733091890107E-2</c:v>
                </c:pt>
                <c:pt idx="31">
                  <c:v>-1.4196243410260045E-2</c:v>
                </c:pt>
                <c:pt idx="32">
                  <c:v>-1.5039425199189882E-2</c:v>
                </c:pt>
                <c:pt idx="33">
                  <c:v>1.3017691854530167E-2</c:v>
                </c:pt>
                <c:pt idx="34">
                  <c:v>3.8253768990809789E-2</c:v>
                </c:pt>
                <c:pt idx="35">
                  <c:v>8.2789178326869717E-2</c:v>
                </c:pt>
                <c:pt idx="36">
                  <c:v>3.268279044916067E-2</c:v>
                </c:pt>
                <c:pt idx="37">
                  <c:v>2.0374990954800332E-2</c:v>
                </c:pt>
                <c:pt idx="38">
                  <c:v>2.6437012186093511E-3</c:v>
                </c:pt>
                <c:pt idx="39">
                  <c:v>4.0076727529359424E-2</c:v>
                </c:pt>
                <c:pt idx="40">
                  <c:v>6.3284940432289716E-2</c:v>
                </c:pt>
                <c:pt idx="41">
                  <c:v>5.6147926862560205E-2</c:v>
                </c:pt>
                <c:pt idx="42">
                  <c:v>5.6765896126769633E-2</c:v>
                </c:pt>
                <c:pt idx="43">
                  <c:v>0.10357743124523999</c:v>
                </c:pt>
                <c:pt idx="44">
                  <c:v>-2.9623501258440044E-2</c:v>
                </c:pt>
                <c:pt idx="45">
                  <c:v>7.4900684612460466E-2</c:v>
                </c:pt>
                <c:pt idx="46">
                  <c:v>3.5488947987680319E-2</c:v>
                </c:pt>
                <c:pt idx="47">
                  <c:v>3.1103451415930294E-2</c:v>
                </c:pt>
                <c:pt idx="48">
                  <c:v>-6.8390213005829814E-2</c:v>
                </c:pt>
                <c:pt idx="49">
                  <c:v>-7.5657288788280042E-2</c:v>
                </c:pt>
                <c:pt idx="50">
                  <c:v>-8.860051365575039E-2</c:v>
                </c:pt>
                <c:pt idx="51">
                  <c:v>-0.16808723854490992</c:v>
                </c:pt>
                <c:pt idx="52">
                  <c:v>-2.260095710595067E-2</c:v>
                </c:pt>
                <c:pt idx="53">
                  <c:v>0.11146845150267026</c:v>
                </c:pt>
                <c:pt idx="54">
                  <c:v>5.3295377744150052E-2</c:v>
                </c:pt>
                <c:pt idx="55">
                  <c:v>4.2794671025830233E-2</c:v>
                </c:pt>
                <c:pt idx="56">
                  <c:v>4.7698763052889781E-2</c:v>
                </c:pt>
                <c:pt idx="57">
                  <c:v>6.9094955909900335E-2</c:v>
                </c:pt>
                <c:pt idx="58">
                  <c:v>9.8651060276839786E-2</c:v>
                </c:pt>
                <c:pt idx="59">
                  <c:v>1.6930295695519959E-2</c:v>
                </c:pt>
                <c:pt idx="60">
                  <c:v>7.0347758078899147E-3</c:v>
                </c:pt>
                <c:pt idx="61">
                  <c:v>-1.8423367318201045E-3</c:v>
                </c:pt>
                <c:pt idx="62">
                  <c:v>5.1019619174049957E-2</c:v>
                </c:pt>
                <c:pt idx="63">
                  <c:v>-3.8856054097530013E-2</c:v>
                </c:pt>
                <c:pt idx="64">
                  <c:v>3.4787011994559691E-2</c:v>
                </c:pt>
                <c:pt idx="65">
                  <c:v>-4.6514109781919721E-2</c:v>
                </c:pt>
                <c:pt idx="66">
                  <c:v>5.8190927647830293E-2</c:v>
                </c:pt>
                <c:pt idx="67">
                  <c:v>-0.16023662466310018</c:v>
                </c:pt>
                <c:pt idx="68">
                  <c:v>-0.2643154660314897</c:v>
                </c:pt>
                <c:pt idx="69">
                  <c:v>-0.25550133506083039</c:v>
                </c:pt>
                <c:pt idx="70">
                  <c:v>-8.4680162026479877E-2</c:v>
                </c:pt>
                <c:pt idx="71">
                  <c:v>5.2141658708600325E-2</c:v>
                </c:pt>
                <c:pt idx="72">
                  <c:v>0.2073105496095895</c:v>
                </c:pt>
                <c:pt idx="73">
                  <c:v>-0.13812896614404924</c:v>
                </c:pt>
                <c:pt idx="74">
                  <c:v>-6.1119761538670048E-2</c:v>
                </c:pt>
                <c:pt idx="75">
                  <c:v>-3.61127028040098E-2</c:v>
                </c:pt>
                <c:pt idx="76">
                  <c:v>9.2383357317689985E-2</c:v>
                </c:pt>
                <c:pt idx="77">
                  <c:v>8.6996343066349624E-2</c:v>
                </c:pt>
                <c:pt idx="78">
                  <c:v>-7.0671065424230406E-2</c:v>
                </c:pt>
                <c:pt idx="79">
                  <c:v>-0.15466469216520995</c:v>
                </c:pt>
                <c:pt idx="80">
                  <c:v>6.0210626707899451E-3</c:v>
                </c:pt>
                <c:pt idx="81">
                  <c:v>-0.24059517384563023</c:v>
                </c:pt>
                <c:pt idx="82">
                  <c:v>-0.13258049202085953</c:v>
                </c:pt>
                <c:pt idx="83">
                  <c:v>-0.11794353969890015</c:v>
                </c:pt>
                <c:pt idx="84">
                  <c:v>2.2321588795430003E-2</c:v>
                </c:pt>
                <c:pt idx="85">
                  <c:v>-0.18334124229745985</c:v>
                </c:pt>
                <c:pt idx="86">
                  <c:v>-6.2931956705729597E-2</c:v>
                </c:pt>
                <c:pt idx="87">
                  <c:v>-7.0704374360060385E-2</c:v>
                </c:pt>
                <c:pt idx="88">
                  <c:v>-0.22276653318438022</c:v>
                </c:pt>
                <c:pt idx="89">
                  <c:v>-0.15966426984427962</c:v>
                </c:pt>
                <c:pt idx="90">
                  <c:v>-1.1325781262879531E-2</c:v>
                </c:pt>
                <c:pt idx="91">
                  <c:v>5.2173863927770014E-2</c:v>
                </c:pt>
                <c:pt idx="92">
                  <c:v>3.1641332609090078E-2</c:v>
                </c:pt>
                <c:pt idx="93">
                  <c:v>-7.9761184923199835E-2</c:v>
                </c:pt>
                <c:pt idx="94">
                  <c:v>-0.14208793010853071</c:v>
                </c:pt>
                <c:pt idx="95">
                  <c:v>-6.7742393483239738E-2</c:v>
                </c:pt>
                <c:pt idx="96">
                  <c:v>-0.19266694744481949</c:v>
                </c:pt>
                <c:pt idx="97">
                  <c:v>2.6735486909929662E-2</c:v>
                </c:pt>
                <c:pt idx="98">
                  <c:v>-0.21828101603695949</c:v>
                </c:pt>
                <c:pt idx="99">
                  <c:v>-0.11245283553919005</c:v>
                </c:pt>
                <c:pt idx="100">
                  <c:v>-0.37972426263748993</c:v>
                </c:pt>
                <c:pt idx="101">
                  <c:v>-0.31383501291147997</c:v>
                </c:pt>
                <c:pt idx="102">
                  <c:v>-0.32084991617676994</c:v>
                </c:pt>
                <c:pt idx="103">
                  <c:v>-0.2281774542183399</c:v>
                </c:pt>
                <c:pt idx="104">
                  <c:v>-0.29449947014250988</c:v>
                </c:pt>
                <c:pt idx="105">
                  <c:v>-8.4892651245009887E-2</c:v>
                </c:pt>
                <c:pt idx="106">
                  <c:v>-0.34995034302203987</c:v>
                </c:pt>
                <c:pt idx="107">
                  <c:v>-0.15554726782342065</c:v>
                </c:pt>
                <c:pt idx="108">
                  <c:v>-7.6291733469690648E-2</c:v>
                </c:pt>
                <c:pt idx="109">
                  <c:v>-0.41149830926231967</c:v>
                </c:pt>
                <c:pt idx="110">
                  <c:v>-0.35133543682420054</c:v>
                </c:pt>
                <c:pt idx="111">
                  <c:v>-0.55072561156605992</c:v>
                </c:pt>
                <c:pt idx="112">
                  <c:v>-0.19174389669798941</c:v>
                </c:pt>
                <c:pt idx="113">
                  <c:v>-0.34478849310375015</c:v>
                </c:pt>
                <c:pt idx="114">
                  <c:v>-4.0425366663496831E-3</c:v>
                </c:pt>
                <c:pt idx="115">
                  <c:v>-0.17243422159079991</c:v>
                </c:pt>
                <c:pt idx="116">
                  <c:v>-0.10275335616746073</c:v>
                </c:pt>
                <c:pt idx="117">
                  <c:v>-1.9261176564997484E-3</c:v>
                </c:pt>
                <c:pt idx="118">
                  <c:v>-0.12710994303925016</c:v>
                </c:pt>
                <c:pt idx="119">
                  <c:v>-0.42961774640151074</c:v>
                </c:pt>
                <c:pt idx="120">
                  <c:v>-0.10652016094130001</c:v>
                </c:pt>
                <c:pt idx="121">
                  <c:v>-0.2776592457493301</c:v>
                </c:pt>
                <c:pt idx="122">
                  <c:v>-0.11917901799009023</c:v>
                </c:pt>
                <c:pt idx="123">
                  <c:v>-1.5562231503440493E-2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800832"/>
        <c:axId val="211802368"/>
      </c:barChart>
      <c:dateAx>
        <c:axId val="2118008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802368"/>
        <c:crosses val="autoZero"/>
        <c:auto val="1"/>
        <c:lblOffset val="100"/>
        <c:baseTimeUnit val="months"/>
        <c:majorUnit val="12"/>
        <c:majorTimeUnit val="months"/>
      </c:dateAx>
      <c:valAx>
        <c:axId val="211802368"/>
        <c:scaling>
          <c:orientation val="minMax"/>
          <c:max val="0.2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00832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v>Bank vs Non-Bank</c:v>
          </c:tx>
          <c:spPr>
            <a:solidFill>
              <a:srgbClr val="AD275C"/>
            </a:solidFill>
            <a:ln>
              <a:noFill/>
            </a:ln>
          </c:spPr>
          <c:invertIfNegative val="0"/>
          <c:cat>
            <c:numRef>
              <c:f>'&gt;780'!$B$4:$B$127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'&gt;780'!$F$4:$F$127</c:f>
              <c:numCache>
                <c:formatCode>0.00</c:formatCode>
                <c:ptCount val="124"/>
                <c:pt idx="0">
                  <c:v>5.683131390371976E-2</c:v>
                </c:pt>
                <c:pt idx="1">
                  <c:v>-1.5777648135610001E-2</c:v>
                </c:pt>
                <c:pt idx="2">
                  <c:v>-3.6672144894869696E-2</c:v>
                </c:pt>
                <c:pt idx="3">
                  <c:v>1.0657351564070439E-2</c:v>
                </c:pt>
                <c:pt idx="4">
                  <c:v>-6.5055811482599424E-3</c:v>
                </c:pt>
                <c:pt idx="5">
                  <c:v>-5.5897200596701779E-3</c:v>
                </c:pt>
                <c:pt idx="6">
                  <c:v>-5.1955942222409845E-2</c:v>
                </c:pt>
                <c:pt idx="7">
                  <c:v>-4.1711464360219885E-2</c:v>
                </c:pt>
                <c:pt idx="8">
                  <c:v>-8.2176429915898908E-3</c:v>
                </c:pt>
                <c:pt idx="9">
                  <c:v>-1.8894918943789918E-2</c:v>
                </c:pt>
                <c:pt idx="10">
                  <c:v>1.2339923991840251E-2</c:v>
                </c:pt>
                <c:pt idx="11">
                  <c:v>1.9458229445939779E-2</c:v>
                </c:pt>
                <c:pt idx="12">
                  <c:v>-5.6614342750602731E-3</c:v>
                </c:pt>
                <c:pt idx="13">
                  <c:v>9.066567371729839E-3</c:v>
                </c:pt>
                <c:pt idx="14">
                  <c:v>2.0031621530959498E-2</c:v>
                </c:pt>
                <c:pt idx="15">
                  <c:v>-5.8889805053179423E-2</c:v>
                </c:pt>
                <c:pt idx="16">
                  <c:v>-1.8038721562459337E-2</c:v>
                </c:pt>
                <c:pt idx="17">
                  <c:v>1.2817245694350277E-2</c:v>
                </c:pt>
                <c:pt idx="18">
                  <c:v>-4.3446952310249642E-2</c:v>
                </c:pt>
                <c:pt idx="19">
                  <c:v>-1.5387154127049385E-2</c:v>
                </c:pt>
                <c:pt idx="20">
                  <c:v>-7.8335148785920516E-2</c:v>
                </c:pt>
                <c:pt idx="21">
                  <c:v>-0.12748919994465968</c:v>
                </c:pt>
                <c:pt idx="22">
                  <c:v>-2.7635210700740043E-2</c:v>
                </c:pt>
                <c:pt idx="23">
                  <c:v>1.4244117288920055E-2</c:v>
                </c:pt>
                <c:pt idx="24">
                  <c:v>1.4019738972609996E-2</c:v>
                </c:pt>
                <c:pt idx="25">
                  <c:v>1.144519982120995E-2</c:v>
                </c:pt>
                <c:pt idx="26">
                  <c:v>5.2601917333229942E-2</c:v>
                </c:pt>
                <c:pt idx="27">
                  <c:v>1.7428581154649958E-2</c:v>
                </c:pt>
                <c:pt idx="28">
                  <c:v>2.3046807687149951E-2</c:v>
                </c:pt>
                <c:pt idx="29">
                  <c:v>2.7135909200501906E-3</c:v>
                </c:pt>
                <c:pt idx="30">
                  <c:v>2.3232180986580087E-2</c:v>
                </c:pt>
                <c:pt idx="31">
                  <c:v>2.1096333815870061E-2</c:v>
                </c:pt>
                <c:pt idx="32">
                  <c:v>6.5886337993403821E-3</c:v>
                </c:pt>
                <c:pt idx="33">
                  <c:v>2.8222255841400035E-2</c:v>
                </c:pt>
                <c:pt idx="34">
                  <c:v>6.1079296301000063E-2</c:v>
                </c:pt>
                <c:pt idx="35">
                  <c:v>6.760401796351978E-2</c:v>
                </c:pt>
                <c:pt idx="36">
                  <c:v>6.9078692643019579E-2</c:v>
                </c:pt>
                <c:pt idx="37">
                  <c:v>5.7299312719650164E-2</c:v>
                </c:pt>
                <c:pt idx="38">
                  <c:v>2.7180200212149508E-2</c:v>
                </c:pt>
                <c:pt idx="39">
                  <c:v>3.2196686194870594E-2</c:v>
                </c:pt>
                <c:pt idx="40">
                  <c:v>6.6299196441290675E-2</c:v>
                </c:pt>
                <c:pt idx="41">
                  <c:v>4.2864406737439964E-2</c:v>
                </c:pt>
                <c:pt idx="42">
                  <c:v>6.8354277263959595E-2</c:v>
                </c:pt>
                <c:pt idx="43">
                  <c:v>0.10710140605980989</c:v>
                </c:pt>
                <c:pt idx="44">
                  <c:v>5.1299968236560467E-2</c:v>
                </c:pt>
                <c:pt idx="45">
                  <c:v>4.5010708825780732E-2</c:v>
                </c:pt>
                <c:pt idx="46">
                  <c:v>5.8966609991910168E-2</c:v>
                </c:pt>
                <c:pt idx="47">
                  <c:v>5.12147768515403E-2</c:v>
                </c:pt>
                <c:pt idx="48">
                  <c:v>2.0572212478070284E-2</c:v>
                </c:pt>
                <c:pt idx="49">
                  <c:v>-5.2848634405130213E-2</c:v>
                </c:pt>
                <c:pt idx="50">
                  <c:v>-0.17640404177414037</c:v>
                </c:pt>
                <c:pt idx="51">
                  <c:v>-0.13752724330872024</c:v>
                </c:pt>
                <c:pt idx="52">
                  <c:v>-1.8504336329999482E-2</c:v>
                </c:pt>
                <c:pt idx="53">
                  <c:v>0.1040277281641302</c:v>
                </c:pt>
                <c:pt idx="54">
                  <c:v>4.7749932915150062E-2</c:v>
                </c:pt>
                <c:pt idx="55">
                  <c:v>1.7355348694610306E-2</c:v>
                </c:pt>
                <c:pt idx="56">
                  <c:v>2.3441072635470128E-2</c:v>
                </c:pt>
                <c:pt idx="57">
                  <c:v>-8.5700085965294548E-3</c:v>
                </c:pt>
                <c:pt idx="58">
                  <c:v>-2.0221059986759826E-2</c:v>
                </c:pt>
                <c:pt idx="59">
                  <c:v>-1.352863358183054E-2</c:v>
                </c:pt>
                <c:pt idx="60">
                  <c:v>-0.13048262939097999</c:v>
                </c:pt>
                <c:pt idx="61">
                  <c:v>9.4192027333710016E-2</c:v>
                </c:pt>
                <c:pt idx="62">
                  <c:v>-0.13136776533414007</c:v>
                </c:pt>
                <c:pt idx="63">
                  <c:v>-3.6479806783740187E-2</c:v>
                </c:pt>
                <c:pt idx="64">
                  <c:v>3.4029979473729988E-2</c:v>
                </c:pt>
                <c:pt idx="65">
                  <c:v>-1.8062764059689762E-2</c:v>
                </c:pt>
                <c:pt idx="66">
                  <c:v>2.111307494804926E-2</c:v>
                </c:pt>
                <c:pt idx="67">
                  <c:v>-0.10533345625423962</c:v>
                </c:pt>
                <c:pt idx="68">
                  <c:v>-0.19954616477051079</c:v>
                </c:pt>
                <c:pt idx="69">
                  <c:v>-0.2408748716990301</c:v>
                </c:pt>
                <c:pt idx="70">
                  <c:v>-4.7640103758100238E-2</c:v>
                </c:pt>
                <c:pt idx="71">
                  <c:v>5.3759277880909728E-2</c:v>
                </c:pt>
                <c:pt idx="72">
                  <c:v>0.13452320030202003</c:v>
                </c:pt>
                <c:pt idx="73">
                  <c:v>-7.6552562443610306E-2</c:v>
                </c:pt>
                <c:pt idx="74">
                  <c:v>5.0056685421759894E-2</c:v>
                </c:pt>
                <c:pt idx="75">
                  <c:v>-2.5867698038360309E-2</c:v>
                </c:pt>
                <c:pt idx="76">
                  <c:v>0.16962235763033995</c:v>
                </c:pt>
                <c:pt idx="77">
                  <c:v>-0.14013289293434017</c:v>
                </c:pt>
                <c:pt idx="78">
                  <c:v>-0.11423074182023019</c:v>
                </c:pt>
                <c:pt idx="79">
                  <c:v>-0.33032111148078958</c:v>
                </c:pt>
                <c:pt idx="80">
                  <c:v>-0.32096976305809033</c:v>
                </c:pt>
                <c:pt idx="81">
                  <c:v>-2.3112856898399592E-2</c:v>
                </c:pt>
                <c:pt idx="82">
                  <c:v>-0.3760642901090403</c:v>
                </c:pt>
                <c:pt idx="83">
                  <c:v>-2.3965590700959716E-2</c:v>
                </c:pt>
                <c:pt idx="84">
                  <c:v>2.1632535116709484E-2</c:v>
                </c:pt>
                <c:pt idx="85">
                  <c:v>-0.22942307094047987</c:v>
                </c:pt>
                <c:pt idx="86">
                  <c:v>-4.3744219160589459E-2</c:v>
                </c:pt>
                <c:pt idx="87">
                  <c:v>-1.3876145456429789E-2</c:v>
                </c:pt>
                <c:pt idx="88">
                  <c:v>-0.24726652210295974</c:v>
                </c:pt>
                <c:pt idx="89">
                  <c:v>-6.5284193708079918E-2</c:v>
                </c:pt>
                <c:pt idx="90">
                  <c:v>-2.4863404417519774E-2</c:v>
                </c:pt>
                <c:pt idx="91">
                  <c:v>-7.6613020277980226E-2</c:v>
                </c:pt>
                <c:pt idx="92">
                  <c:v>-3.784857324636981E-2</c:v>
                </c:pt>
                <c:pt idx="93">
                  <c:v>-0.12048653302715984</c:v>
                </c:pt>
                <c:pt idx="94">
                  <c:v>-0.36183017626919067</c:v>
                </c:pt>
                <c:pt idx="95">
                  <c:v>-3.9310024985840464E-2</c:v>
                </c:pt>
                <c:pt idx="96">
                  <c:v>1.9509307751640392E-2</c:v>
                </c:pt>
                <c:pt idx="97">
                  <c:v>3.7189813716249631E-2</c:v>
                </c:pt>
                <c:pt idx="98">
                  <c:v>-0.4285785052831903</c:v>
                </c:pt>
                <c:pt idx="99">
                  <c:v>-0.19048918958411054</c:v>
                </c:pt>
                <c:pt idx="100">
                  <c:v>-6.7035824316840298E-2</c:v>
                </c:pt>
                <c:pt idx="101">
                  <c:v>-0.1781102654058806</c:v>
                </c:pt>
                <c:pt idx="102">
                  <c:v>-0.18291805131135064</c:v>
                </c:pt>
                <c:pt idx="103">
                  <c:v>-3.1218694616309328E-2</c:v>
                </c:pt>
                <c:pt idx="104">
                  <c:v>-0.33350617370762059</c:v>
                </c:pt>
                <c:pt idx="105">
                  <c:v>-9.7352836289839928E-2</c:v>
                </c:pt>
                <c:pt idx="106">
                  <c:v>7.7234379272780096E-2</c:v>
                </c:pt>
                <c:pt idx="107">
                  <c:v>-0.18089557186913918</c:v>
                </c:pt>
                <c:pt idx="108">
                  <c:v>-0.11134373049141022</c:v>
                </c:pt>
                <c:pt idx="109">
                  <c:v>-0.29340527259201998</c:v>
                </c:pt>
                <c:pt idx="110">
                  <c:v>-0.37295472976653077</c:v>
                </c:pt>
                <c:pt idx="111">
                  <c:v>-0.10133042429611017</c:v>
                </c:pt>
                <c:pt idx="112">
                  <c:v>-0.11370730303997956</c:v>
                </c:pt>
                <c:pt idx="113">
                  <c:v>-9.8187210901279798E-2</c:v>
                </c:pt>
                <c:pt idx="114">
                  <c:v>0.12783664072517986</c:v>
                </c:pt>
                <c:pt idx="115">
                  <c:v>-5.6999535620209762E-2</c:v>
                </c:pt>
                <c:pt idx="116">
                  <c:v>-0.11933732308101952</c:v>
                </c:pt>
                <c:pt idx="117">
                  <c:v>-0.18429730332954986</c:v>
                </c:pt>
                <c:pt idx="118">
                  <c:v>1.4646968806510507E-2</c:v>
                </c:pt>
                <c:pt idx="119">
                  <c:v>-0.43319988076369942</c:v>
                </c:pt>
                <c:pt idx="120">
                  <c:v>-0.32402629711351949</c:v>
                </c:pt>
                <c:pt idx="121">
                  <c:v>-0.45820599581165045</c:v>
                </c:pt>
                <c:pt idx="122">
                  <c:v>-0.12156338055290927</c:v>
                </c:pt>
                <c:pt idx="123">
                  <c:v>-0.10715462790673946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810176"/>
        <c:axId val="211811712"/>
      </c:barChart>
      <c:dateAx>
        <c:axId val="2118101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811712"/>
        <c:crosses val="autoZero"/>
        <c:auto val="1"/>
        <c:lblOffset val="100"/>
        <c:baseTimeUnit val="months"/>
        <c:majorUnit val="12"/>
        <c:majorTimeUnit val="months"/>
      </c:dateAx>
      <c:valAx>
        <c:axId val="211811712"/>
        <c:scaling>
          <c:orientation val="minMax"/>
          <c:max val="0.2"/>
          <c:min val="-0.4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10176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'720-740'!$B$4:$B$127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'720-740'!$G$4:$G$127</c:f>
              <c:numCache>
                <c:formatCode>0.00</c:formatCode>
                <c:ptCount val="124"/>
                <c:pt idx="0">
                  <c:v>9.1807971813640421E-2</c:v>
                </c:pt>
                <c:pt idx="1">
                  <c:v>7.5729350106920279E-2</c:v>
                </c:pt>
                <c:pt idx="2">
                  <c:v>6.0354305711479928E-2</c:v>
                </c:pt>
                <c:pt idx="3">
                  <c:v>0.12415480049233985</c:v>
                </c:pt>
                <c:pt idx="4">
                  <c:v>9.2213799978970279E-2</c:v>
                </c:pt>
                <c:pt idx="5">
                  <c:v>9.137928100872017E-2</c:v>
                </c:pt>
                <c:pt idx="6">
                  <c:v>6.2768501850020364E-2</c:v>
                </c:pt>
                <c:pt idx="7">
                  <c:v>5.2281208077030072E-2</c:v>
                </c:pt>
                <c:pt idx="8">
                  <c:v>9.5291239039850595E-2</c:v>
                </c:pt>
                <c:pt idx="9">
                  <c:v>4.7160618453810699E-2</c:v>
                </c:pt>
                <c:pt idx="10">
                  <c:v>6.7790968486749925E-2</c:v>
                </c:pt>
                <c:pt idx="11">
                  <c:v>6.8970780195679815E-2</c:v>
                </c:pt>
                <c:pt idx="12">
                  <c:v>8.4742775273739746E-2</c:v>
                </c:pt>
                <c:pt idx="13">
                  <c:v>6.1654409739510641E-2</c:v>
                </c:pt>
                <c:pt idx="14">
                  <c:v>0.10336878085569001</c:v>
                </c:pt>
                <c:pt idx="15">
                  <c:v>4.3582922546429259E-2</c:v>
                </c:pt>
                <c:pt idx="16">
                  <c:v>7.5284696075700097E-2</c:v>
                </c:pt>
                <c:pt idx="17">
                  <c:v>0.13020335750876999</c:v>
                </c:pt>
                <c:pt idx="18">
                  <c:v>7.5537949741390165E-2</c:v>
                </c:pt>
                <c:pt idx="19">
                  <c:v>-5.0913689469650691E-2</c:v>
                </c:pt>
                <c:pt idx="20">
                  <c:v>-5.967634530190935E-2</c:v>
                </c:pt>
                <c:pt idx="21">
                  <c:v>-9.4286366369970231E-2</c:v>
                </c:pt>
                <c:pt idx="22">
                  <c:v>9.7965996406101929E-3</c:v>
                </c:pt>
                <c:pt idx="23">
                  <c:v>8.2764477953099824E-2</c:v>
                </c:pt>
                <c:pt idx="24">
                  <c:v>3.6162336245280091E-2</c:v>
                </c:pt>
                <c:pt idx="25">
                  <c:v>6.0000024097260241E-2</c:v>
                </c:pt>
                <c:pt idx="26">
                  <c:v>0.10783252924301978</c:v>
                </c:pt>
                <c:pt idx="27">
                  <c:v>0.10617465323079989</c:v>
                </c:pt>
                <c:pt idx="28">
                  <c:v>0.12249307888626015</c:v>
                </c:pt>
                <c:pt idx="29">
                  <c:v>0.15021254530635986</c:v>
                </c:pt>
                <c:pt idx="30">
                  <c:v>0.14947454464163989</c:v>
                </c:pt>
                <c:pt idx="31">
                  <c:v>0.12790163538852983</c:v>
                </c:pt>
                <c:pt idx="32">
                  <c:v>9.1099179945129727E-2</c:v>
                </c:pt>
                <c:pt idx="33">
                  <c:v>0.10285096549191985</c:v>
                </c:pt>
                <c:pt idx="34">
                  <c:v>7.0685596189939748E-2</c:v>
                </c:pt>
                <c:pt idx="35">
                  <c:v>0.14388610069850039</c:v>
                </c:pt>
                <c:pt idx="36">
                  <c:v>0.12398752959432002</c:v>
                </c:pt>
                <c:pt idx="37">
                  <c:v>0.1210848083689493</c:v>
                </c:pt>
                <c:pt idx="38">
                  <c:v>0.11355738444295937</c:v>
                </c:pt>
                <c:pt idx="39">
                  <c:v>0.10123932907692001</c:v>
                </c:pt>
                <c:pt idx="40">
                  <c:v>0.11905293728236988</c:v>
                </c:pt>
                <c:pt idx="41">
                  <c:v>0.11950111694657028</c:v>
                </c:pt>
                <c:pt idx="42">
                  <c:v>9.4955246960330086E-2</c:v>
                </c:pt>
                <c:pt idx="43">
                  <c:v>0.12155240922886001</c:v>
                </c:pt>
                <c:pt idx="44">
                  <c:v>0.13434509342423961</c:v>
                </c:pt>
                <c:pt idx="45">
                  <c:v>8.0947166809259841E-2</c:v>
                </c:pt>
                <c:pt idx="46">
                  <c:v>6.9562139841809589E-2</c:v>
                </c:pt>
                <c:pt idx="47">
                  <c:v>0.11153889514362003</c:v>
                </c:pt>
                <c:pt idx="48">
                  <c:v>0.12699596786841028</c:v>
                </c:pt>
                <c:pt idx="49">
                  <c:v>3.8664112165179176E-2</c:v>
                </c:pt>
                <c:pt idx="50">
                  <c:v>-4.5192275796601677E-3</c:v>
                </c:pt>
                <c:pt idx="51">
                  <c:v>6.8539455355054457E-4</c:v>
                </c:pt>
                <c:pt idx="52">
                  <c:v>3.4756893782709852E-2</c:v>
                </c:pt>
                <c:pt idx="53">
                  <c:v>7.6376608425020365E-2</c:v>
                </c:pt>
                <c:pt idx="54">
                  <c:v>0.11752935743213921</c:v>
                </c:pt>
                <c:pt idx="55">
                  <c:v>0.11481145997649023</c:v>
                </c:pt>
                <c:pt idx="56">
                  <c:v>0.10761972368799011</c:v>
                </c:pt>
                <c:pt idx="57">
                  <c:v>0.10110553103926989</c:v>
                </c:pt>
                <c:pt idx="58">
                  <c:v>9.0943687713120447E-2</c:v>
                </c:pt>
                <c:pt idx="59">
                  <c:v>1.4096731757359926E-2</c:v>
                </c:pt>
                <c:pt idx="60">
                  <c:v>3.6968745963580574E-2</c:v>
                </c:pt>
                <c:pt idx="61">
                  <c:v>3.0001373145999821E-2</c:v>
                </c:pt>
                <c:pt idx="62">
                  <c:v>-2.9362119079499038E-3</c:v>
                </c:pt>
                <c:pt idx="63">
                  <c:v>2.9232564695560015E-2</c:v>
                </c:pt>
                <c:pt idx="64">
                  <c:v>9.088741348601026E-2</c:v>
                </c:pt>
                <c:pt idx="65">
                  <c:v>2.1973641080860418E-2</c:v>
                </c:pt>
                <c:pt idx="66">
                  <c:v>-1.4050286591699823E-2</c:v>
                </c:pt>
                <c:pt idx="67">
                  <c:v>-0.18070929263908031</c:v>
                </c:pt>
                <c:pt idx="68">
                  <c:v>-0.2039661384817002</c:v>
                </c:pt>
                <c:pt idx="69">
                  <c:v>-0.18388749519206993</c:v>
                </c:pt>
                <c:pt idx="70">
                  <c:v>-0.10166462593122017</c:v>
                </c:pt>
                <c:pt idx="71">
                  <c:v>-7.4962588587480283E-2</c:v>
                </c:pt>
                <c:pt idx="72">
                  <c:v>-7.5252626355280405E-2</c:v>
                </c:pt>
                <c:pt idx="73">
                  <c:v>-6.0290928061480287E-2</c:v>
                </c:pt>
                <c:pt idx="74">
                  <c:v>-1.9385603755960545E-2</c:v>
                </c:pt>
                <c:pt idx="75">
                  <c:v>4.9690399895260029E-2</c:v>
                </c:pt>
                <c:pt idx="76">
                  <c:v>-9.0320329467949989E-2</c:v>
                </c:pt>
                <c:pt idx="77">
                  <c:v>1.8466312296100185E-2</c:v>
                </c:pt>
                <c:pt idx="78">
                  <c:v>4.4474949963590582E-2</c:v>
                </c:pt>
                <c:pt idx="79">
                  <c:v>-7.8634898491809935E-2</c:v>
                </c:pt>
                <c:pt idx="80">
                  <c:v>-6.3175948922070013E-2</c:v>
                </c:pt>
                <c:pt idx="81">
                  <c:v>-2.606548071334025E-2</c:v>
                </c:pt>
                <c:pt idx="82">
                  <c:v>-3.3293192034689945E-2</c:v>
                </c:pt>
                <c:pt idx="83">
                  <c:v>-3.5488695366320044E-2</c:v>
                </c:pt>
                <c:pt idx="84">
                  <c:v>2.9285430826469394E-2</c:v>
                </c:pt>
                <c:pt idx="85">
                  <c:v>2.5903406132600004E-2</c:v>
                </c:pt>
                <c:pt idx="86">
                  <c:v>5.4863630278189746E-2</c:v>
                </c:pt>
                <c:pt idx="87">
                  <c:v>-2.3757498443304215E-3</c:v>
                </c:pt>
                <c:pt idx="88">
                  <c:v>-3.0723352633729384E-2</c:v>
                </c:pt>
                <c:pt idx="89">
                  <c:v>3.5710245739649871E-2</c:v>
                </c:pt>
                <c:pt idx="90">
                  <c:v>6.1230619098600059E-3</c:v>
                </c:pt>
                <c:pt idx="91">
                  <c:v>2.2651164323599815E-2</c:v>
                </c:pt>
                <c:pt idx="92">
                  <c:v>-4.8352194903349854E-2</c:v>
                </c:pt>
                <c:pt idx="93">
                  <c:v>-3.0690018107399908E-2</c:v>
                </c:pt>
                <c:pt idx="94">
                  <c:v>1.9066212014240413E-2</c:v>
                </c:pt>
                <c:pt idx="95">
                  <c:v>3.7926854069319837E-2</c:v>
                </c:pt>
                <c:pt idx="96">
                  <c:v>1.1347804891570057E-2</c:v>
                </c:pt>
                <c:pt idx="97">
                  <c:v>-4.6306813940799607E-2</c:v>
                </c:pt>
                <c:pt idx="98">
                  <c:v>1.2251537857239647E-2</c:v>
                </c:pt>
                <c:pt idx="99">
                  <c:v>-3.6849305000390409E-2</c:v>
                </c:pt>
                <c:pt idx="100">
                  <c:v>-6.1052692548289933E-2</c:v>
                </c:pt>
                <c:pt idx="101">
                  <c:v>-0.10743290820687967</c:v>
                </c:pt>
                <c:pt idx="102">
                  <c:v>-5.1573342084069829E-2</c:v>
                </c:pt>
                <c:pt idx="103">
                  <c:v>-2.9102090644260059E-2</c:v>
                </c:pt>
                <c:pt idx="104">
                  <c:v>-2.8636194171379969E-2</c:v>
                </c:pt>
                <c:pt idx="105">
                  <c:v>-2.4165158056295155E-3</c:v>
                </c:pt>
                <c:pt idx="106">
                  <c:v>5.4289100906004251E-3</c:v>
                </c:pt>
                <c:pt idx="107">
                  <c:v>1.6980868437290297E-2</c:v>
                </c:pt>
                <c:pt idx="108">
                  <c:v>-3.7841332698600461E-2</c:v>
                </c:pt>
                <c:pt idx="109">
                  <c:v>-1.1526058913659654E-2</c:v>
                </c:pt>
                <c:pt idx="110">
                  <c:v>-9.7637496478490071E-2</c:v>
                </c:pt>
                <c:pt idx="111">
                  <c:v>-6.6311564484370145E-2</c:v>
                </c:pt>
                <c:pt idx="112">
                  <c:v>-2.1484771077009412E-2</c:v>
                </c:pt>
                <c:pt idx="113">
                  <c:v>-1.1917467485039523E-2</c:v>
                </c:pt>
                <c:pt idx="114">
                  <c:v>-9.3242975202993961E-3</c:v>
                </c:pt>
                <c:pt idx="115">
                  <c:v>-2.5556471176099826E-2</c:v>
                </c:pt>
                <c:pt idx="116">
                  <c:v>-3.9025033206900872E-3</c:v>
                </c:pt>
                <c:pt idx="117">
                  <c:v>3.5097866212696616E-3</c:v>
                </c:pt>
                <c:pt idx="118">
                  <c:v>-1.7432749147694437E-3</c:v>
                </c:pt>
                <c:pt idx="119">
                  <c:v>1.9509401686960359E-2</c:v>
                </c:pt>
                <c:pt idx="120">
                  <c:v>-4.9448407933994076E-4</c:v>
                </c:pt>
                <c:pt idx="121">
                  <c:v>-2.3568505272749896E-2</c:v>
                </c:pt>
                <c:pt idx="122">
                  <c:v>1.8226054855150053E-2</c:v>
                </c:pt>
                <c:pt idx="123">
                  <c:v>-4.246206914799977E-2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936000"/>
        <c:axId val="211937536"/>
      </c:barChart>
      <c:dateAx>
        <c:axId val="2119360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937536"/>
        <c:crosses val="autoZero"/>
        <c:auto val="1"/>
        <c:lblOffset val="100"/>
        <c:baseTimeUnit val="months"/>
        <c:majorUnit val="12"/>
        <c:majorTimeUnit val="months"/>
      </c:dateAx>
      <c:valAx>
        <c:axId val="211937536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93600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'740-760'!$B$4:$B$127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'740-760'!$G$4:$G$127</c:f>
              <c:numCache>
                <c:formatCode>0.00</c:formatCode>
                <c:ptCount val="124"/>
                <c:pt idx="0">
                  <c:v>0.13951807184661957</c:v>
                </c:pt>
                <c:pt idx="1">
                  <c:v>9.2149460471429911E-2</c:v>
                </c:pt>
                <c:pt idx="2">
                  <c:v>6.7759171120460149E-2</c:v>
                </c:pt>
                <c:pt idx="3">
                  <c:v>7.9487844120879725E-2</c:v>
                </c:pt>
                <c:pt idx="4">
                  <c:v>8.7555866110080594E-2</c:v>
                </c:pt>
                <c:pt idx="5">
                  <c:v>7.4144982554919636E-2</c:v>
                </c:pt>
                <c:pt idx="6">
                  <c:v>5.9455276263940426E-2</c:v>
                </c:pt>
                <c:pt idx="7">
                  <c:v>3.938211954073001E-2</c:v>
                </c:pt>
                <c:pt idx="8">
                  <c:v>9.0341675213689854E-2</c:v>
                </c:pt>
                <c:pt idx="9">
                  <c:v>5.6117062487699876E-2</c:v>
                </c:pt>
                <c:pt idx="10">
                  <c:v>7.7088675192969802E-2</c:v>
                </c:pt>
                <c:pt idx="11">
                  <c:v>8.2817570875529434E-2</c:v>
                </c:pt>
                <c:pt idx="12">
                  <c:v>7.7501634063670721E-2</c:v>
                </c:pt>
                <c:pt idx="13">
                  <c:v>5.8043904843340322E-2</c:v>
                </c:pt>
                <c:pt idx="14">
                  <c:v>9.0330605754060045E-2</c:v>
                </c:pt>
                <c:pt idx="15">
                  <c:v>6.3335679208630147E-2</c:v>
                </c:pt>
                <c:pt idx="16">
                  <c:v>5.7078741946090084E-2</c:v>
                </c:pt>
                <c:pt idx="17">
                  <c:v>8.0027640212410489E-2</c:v>
                </c:pt>
                <c:pt idx="18">
                  <c:v>5.2655711381380144E-2</c:v>
                </c:pt>
                <c:pt idx="19">
                  <c:v>-3.9858727784110037E-2</c:v>
                </c:pt>
                <c:pt idx="20">
                  <c:v>-7.4603247387859284E-2</c:v>
                </c:pt>
                <c:pt idx="21">
                  <c:v>-6.5275810398589762E-2</c:v>
                </c:pt>
                <c:pt idx="22">
                  <c:v>3.3031327022809975E-2</c:v>
                </c:pt>
                <c:pt idx="23">
                  <c:v>6.1787526731559961E-2</c:v>
                </c:pt>
                <c:pt idx="24">
                  <c:v>4.2289806527000096E-2</c:v>
                </c:pt>
                <c:pt idx="25">
                  <c:v>6.8692059458220101E-2</c:v>
                </c:pt>
                <c:pt idx="26">
                  <c:v>9.8924356874739772E-2</c:v>
                </c:pt>
                <c:pt idx="27">
                  <c:v>9.3482174972700172E-2</c:v>
                </c:pt>
                <c:pt idx="28">
                  <c:v>7.175961088454974E-2</c:v>
                </c:pt>
                <c:pt idx="29">
                  <c:v>0.10608794893517981</c:v>
                </c:pt>
                <c:pt idx="30">
                  <c:v>0.12443961389034985</c:v>
                </c:pt>
                <c:pt idx="31">
                  <c:v>8.3470538661839733E-2</c:v>
                </c:pt>
                <c:pt idx="32">
                  <c:v>6.7138197707509839E-2</c:v>
                </c:pt>
                <c:pt idx="33">
                  <c:v>8.2888719570600067E-2</c:v>
                </c:pt>
                <c:pt idx="34">
                  <c:v>7.8905879396530043E-2</c:v>
                </c:pt>
                <c:pt idx="35">
                  <c:v>0.13027522019153004</c:v>
                </c:pt>
                <c:pt idx="36">
                  <c:v>0.11212903089380966</c:v>
                </c:pt>
                <c:pt idx="37">
                  <c:v>9.8775500472280342E-2</c:v>
                </c:pt>
                <c:pt idx="38">
                  <c:v>0.11366363279066016</c:v>
                </c:pt>
                <c:pt idx="39">
                  <c:v>8.8240948602090086E-2</c:v>
                </c:pt>
                <c:pt idx="40">
                  <c:v>0.10063953216145016</c:v>
                </c:pt>
                <c:pt idx="41">
                  <c:v>9.9607167155419951E-2</c:v>
                </c:pt>
                <c:pt idx="42">
                  <c:v>8.6822716567610314E-2</c:v>
                </c:pt>
                <c:pt idx="43">
                  <c:v>0.10224741835692974</c:v>
                </c:pt>
                <c:pt idx="44">
                  <c:v>0.13475387657773918</c:v>
                </c:pt>
                <c:pt idx="45">
                  <c:v>8.7887052775149854E-2</c:v>
                </c:pt>
                <c:pt idx="46">
                  <c:v>7.589323821011984E-2</c:v>
                </c:pt>
                <c:pt idx="47">
                  <c:v>0.10777562179392053</c:v>
                </c:pt>
                <c:pt idx="48">
                  <c:v>5.9259058890880567E-2</c:v>
                </c:pt>
                <c:pt idx="49">
                  <c:v>5.498528584731055E-2</c:v>
                </c:pt>
                <c:pt idx="50">
                  <c:v>1.0274943661670477E-2</c:v>
                </c:pt>
                <c:pt idx="51">
                  <c:v>4.1784601655630027E-2</c:v>
                </c:pt>
                <c:pt idx="52">
                  <c:v>3.4184946786879777E-2</c:v>
                </c:pt>
                <c:pt idx="53">
                  <c:v>6.9073363821980038E-2</c:v>
                </c:pt>
                <c:pt idx="54">
                  <c:v>0.10470589395792018</c:v>
                </c:pt>
                <c:pt idx="55">
                  <c:v>0.10983557973743974</c:v>
                </c:pt>
                <c:pt idx="56">
                  <c:v>0.1020768481308103</c:v>
                </c:pt>
                <c:pt idx="57">
                  <c:v>9.9745712884200088E-2</c:v>
                </c:pt>
                <c:pt idx="58">
                  <c:v>0.10653225183235993</c:v>
                </c:pt>
                <c:pt idx="59">
                  <c:v>3.2266695177010085E-2</c:v>
                </c:pt>
                <c:pt idx="60">
                  <c:v>2.8884194876840574E-2</c:v>
                </c:pt>
                <c:pt idx="61">
                  <c:v>4.8790102029980353E-2</c:v>
                </c:pt>
                <c:pt idx="62">
                  <c:v>-7.2320122140023813E-4</c:v>
                </c:pt>
                <c:pt idx="63">
                  <c:v>2.9662699541180615E-2</c:v>
                </c:pt>
                <c:pt idx="64">
                  <c:v>5.7472803535329575E-2</c:v>
                </c:pt>
                <c:pt idx="65">
                  <c:v>-8.2311604354998735E-3</c:v>
                </c:pt>
                <c:pt idx="66">
                  <c:v>-6.7833072788801019E-3</c:v>
                </c:pt>
                <c:pt idx="67">
                  <c:v>-0.14411586712922997</c:v>
                </c:pt>
                <c:pt idx="68">
                  <c:v>-0.21385216485928016</c:v>
                </c:pt>
                <c:pt idx="69">
                  <c:v>-0.17333462478107986</c:v>
                </c:pt>
                <c:pt idx="70">
                  <c:v>-0.11358031800851975</c:v>
                </c:pt>
                <c:pt idx="71">
                  <c:v>-6.8496278124970722E-2</c:v>
                </c:pt>
                <c:pt idx="72">
                  <c:v>-6.3292195372480542E-2</c:v>
                </c:pt>
                <c:pt idx="73">
                  <c:v>-6.7288176575000413E-2</c:v>
                </c:pt>
                <c:pt idx="74">
                  <c:v>-3.5788730202300556E-2</c:v>
                </c:pt>
                <c:pt idx="75">
                  <c:v>2.9419563948499317E-2</c:v>
                </c:pt>
                <c:pt idx="76">
                  <c:v>-6.325779071050075E-2</c:v>
                </c:pt>
                <c:pt idx="77">
                  <c:v>-4.0502785716229894E-2</c:v>
                </c:pt>
                <c:pt idx="78">
                  <c:v>-5.6887501014140085E-2</c:v>
                </c:pt>
                <c:pt idx="79">
                  <c:v>-5.968163851288022E-2</c:v>
                </c:pt>
                <c:pt idx="80">
                  <c:v>-1.3390255514989846E-2</c:v>
                </c:pt>
                <c:pt idx="81">
                  <c:v>4.5541973119150647E-2</c:v>
                </c:pt>
                <c:pt idx="82">
                  <c:v>2.1578302311802133E-3</c:v>
                </c:pt>
                <c:pt idx="83">
                  <c:v>5.4415479525999899E-3</c:v>
                </c:pt>
                <c:pt idx="84">
                  <c:v>5.04860043310984E-3</c:v>
                </c:pt>
                <c:pt idx="85">
                  <c:v>-6.9441991928989921E-2</c:v>
                </c:pt>
                <c:pt idx="86">
                  <c:v>3.1373348559520231E-2</c:v>
                </c:pt>
                <c:pt idx="87">
                  <c:v>-6.499847616700194E-3</c:v>
                </c:pt>
                <c:pt idx="88">
                  <c:v>-1.1257086892050516E-2</c:v>
                </c:pt>
                <c:pt idx="89">
                  <c:v>-2.8104875173890598E-2</c:v>
                </c:pt>
                <c:pt idx="90">
                  <c:v>7.6235721840891557E-3</c:v>
                </c:pt>
                <c:pt idx="91">
                  <c:v>-5.1028135331696589E-3</c:v>
                </c:pt>
                <c:pt idx="92">
                  <c:v>-3.7637212397719999E-2</c:v>
                </c:pt>
                <c:pt idx="93">
                  <c:v>-3.1346370832070036E-2</c:v>
                </c:pt>
                <c:pt idx="94">
                  <c:v>-4.1417673829196033E-3</c:v>
                </c:pt>
                <c:pt idx="95">
                  <c:v>4.8260026076990314E-2</c:v>
                </c:pt>
                <c:pt idx="96">
                  <c:v>1.4486177688570301E-2</c:v>
                </c:pt>
                <c:pt idx="97">
                  <c:v>-6.9969518050509549E-2</c:v>
                </c:pt>
                <c:pt idx="98">
                  <c:v>-1.6828333777000104E-2</c:v>
                </c:pt>
                <c:pt idx="99">
                  <c:v>-2.5875984881039926E-2</c:v>
                </c:pt>
                <c:pt idx="100">
                  <c:v>-7.0463522284580193E-2</c:v>
                </c:pt>
                <c:pt idx="101">
                  <c:v>-4.7072033680859882E-2</c:v>
                </c:pt>
                <c:pt idx="102">
                  <c:v>-4.0247041470769851E-2</c:v>
                </c:pt>
                <c:pt idx="103">
                  <c:v>-2.3571045237850363E-2</c:v>
                </c:pt>
                <c:pt idx="104">
                  <c:v>-4.9581550372430172E-2</c:v>
                </c:pt>
                <c:pt idx="105">
                  <c:v>0.10880207446684054</c:v>
                </c:pt>
                <c:pt idx="106">
                  <c:v>-5.3058464406650074E-2</c:v>
                </c:pt>
                <c:pt idx="107">
                  <c:v>4.2089175489079977E-2</c:v>
                </c:pt>
                <c:pt idx="108">
                  <c:v>-8.4369609745579943E-2</c:v>
                </c:pt>
                <c:pt idx="109">
                  <c:v>-8.9044257624397716E-3</c:v>
                </c:pt>
                <c:pt idx="110">
                  <c:v>-1.9673059037059737E-2</c:v>
                </c:pt>
                <c:pt idx="111">
                  <c:v>-2.9411068063540213E-2</c:v>
                </c:pt>
                <c:pt idx="112">
                  <c:v>-3.6605065534920378E-2</c:v>
                </c:pt>
                <c:pt idx="113">
                  <c:v>6.8496343233297452E-3</c:v>
                </c:pt>
                <c:pt idx="114">
                  <c:v>-2.9342498360240832E-2</c:v>
                </c:pt>
                <c:pt idx="115">
                  <c:v>-7.3799734716759602E-2</c:v>
                </c:pt>
                <c:pt idx="116">
                  <c:v>2.3141318616629825E-2</c:v>
                </c:pt>
                <c:pt idx="117">
                  <c:v>8.735188867429855E-3</c:v>
                </c:pt>
                <c:pt idx="118">
                  <c:v>-1.1841244158140363E-2</c:v>
                </c:pt>
                <c:pt idx="119">
                  <c:v>1.7656976119369894E-2</c:v>
                </c:pt>
                <c:pt idx="120">
                  <c:v>3.4058023910910507E-2</c:v>
                </c:pt>
                <c:pt idx="121">
                  <c:v>2.1730064073720357E-2</c:v>
                </c:pt>
                <c:pt idx="122">
                  <c:v>-2.9595420710379905E-2</c:v>
                </c:pt>
                <c:pt idx="123">
                  <c:v>-4.7697619104569711E-2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886144"/>
        <c:axId val="200887680"/>
      </c:barChart>
      <c:dateAx>
        <c:axId val="2008861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00887680"/>
        <c:crosses val="autoZero"/>
        <c:auto val="1"/>
        <c:lblOffset val="100"/>
        <c:baseTimeUnit val="months"/>
        <c:majorUnit val="12"/>
        <c:majorTimeUnit val="months"/>
      </c:dateAx>
      <c:valAx>
        <c:axId val="200887680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00886144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'760-780'!$B$4:$B$127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'760-780'!$G$4:$G$127</c:f>
              <c:numCache>
                <c:formatCode>0.00</c:formatCode>
                <c:ptCount val="124"/>
                <c:pt idx="0">
                  <c:v>0.12062991629545028</c:v>
                </c:pt>
                <c:pt idx="1">
                  <c:v>8.0027725329620214E-2</c:v>
                </c:pt>
                <c:pt idx="2">
                  <c:v>7.695451871610981E-2</c:v>
                </c:pt>
                <c:pt idx="3">
                  <c:v>0.1232793667178802</c:v>
                </c:pt>
                <c:pt idx="4">
                  <c:v>0.1047323653996699</c:v>
                </c:pt>
                <c:pt idx="5">
                  <c:v>4.8145435162950001E-2</c:v>
                </c:pt>
                <c:pt idx="6">
                  <c:v>8.2430590039019869E-2</c:v>
                </c:pt>
                <c:pt idx="7">
                  <c:v>5.5683295126519816E-2</c:v>
                </c:pt>
                <c:pt idx="8">
                  <c:v>8.7079732012620426E-2</c:v>
                </c:pt>
                <c:pt idx="9">
                  <c:v>7.9235799347749492E-2</c:v>
                </c:pt>
                <c:pt idx="10">
                  <c:v>6.9105511365259886E-2</c:v>
                </c:pt>
                <c:pt idx="11">
                  <c:v>8.8661879924620379E-2</c:v>
                </c:pt>
                <c:pt idx="12">
                  <c:v>0.10252549907754016</c:v>
                </c:pt>
                <c:pt idx="13">
                  <c:v>7.2786040649769568E-2</c:v>
                </c:pt>
                <c:pt idx="14">
                  <c:v>9.5149028340269837E-2</c:v>
                </c:pt>
                <c:pt idx="15">
                  <c:v>7.1893256399589767E-2</c:v>
                </c:pt>
                <c:pt idx="16">
                  <c:v>9.7882633895289395E-2</c:v>
                </c:pt>
                <c:pt idx="17">
                  <c:v>7.3489756443749776E-2</c:v>
                </c:pt>
                <c:pt idx="18">
                  <c:v>6.3770952541510439E-2</c:v>
                </c:pt>
                <c:pt idx="19">
                  <c:v>-3.1281405208719804E-2</c:v>
                </c:pt>
                <c:pt idx="20">
                  <c:v>-7.5679969228409583E-2</c:v>
                </c:pt>
                <c:pt idx="21">
                  <c:v>-8.8990305875030096E-2</c:v>
                </c:pt>
                <c:pt idx="22">
                  <c:v>4.6861914626650236E-2</c:v>
                </c:pt>
                <c:pt idx="23">
                  <c:v>6.1324338825699876E-2</c:v>
                </c:pt>
                <c:pt idx="24">
                  <c:v>5.9209600266969975E-2</c:v>
                </c:pt>
                <c:pt idx="25">
                  <c:v>4.8349683945080102E-2</c:v>
                </c:pt>
                <c:pt idx="26">
                  <c:v>0.10187785733175003</c:v>
                </c:pt>
                <c:pt idx="27">
                  <c:v>8.4659109484600314E-2</c:v>
                </c:pt>
                <c:pt idx="28">
                  <c:v>6.3987332511210138E-2</c:v>
                </c:pt>
                <c:pt idx="29">
                  <c:v>6.7536393826869823E-2</c:v>
                </c:pt>
                <c:pt idx="30">
                  <c:v>9.5131568725410176E-2</c:v>
                </c:pt>
                <c:pt idx="31">
                  <c:v>6.3638652099709869E-2</c:v>
                </c:pt>
                <c:pt idx="32">
                  <c:v>5.6879281036350093E-2</c:v>
                </c:pt>
                <c:pt idx="33">
                  <c:v>4.9994027373669869E-2</c:v>
                </c:pt>
                <c:pt idx="34">
                  <c:v>6.8196830939589947E-2</c:v>
                </c:pt>
                <c:pt idx="35">
                  <c:v>0.10466516149993055</c:v>
                </c:pt>
                <c:pt idx="36">
                  <c:v>9.7296449393350137E-2</c:v>
                </c:pt>
                <c:pt idx="37">
                  <c:v>0.10274128151594031</c:v>
                </c:pt>
                <c:pt idx="38">
                  <c:v>8.8660480754259918E-2</c:v>
                </c:pt>
                <c:pt idx="39">
                  <c:v>7.9492186941750198E-2</c:v>
                </c:pt>
                <c:pt idx="40">
                  <c:v>9.456580812323967E-2</c:v>
                </c:pt>
                <c:pt idx="41">
                  <c:v>0.10069859161338002</c:v>
                </c:pt>
                <c:pt idx="42">
                  <c:v>9.0340985380420236E-2</c:v>
                </c:pt>
                <c:pt idx="43">
                  <c:v>0.11986168122992069</c:v>
                </c:pt>
                <c:pt idx="44">
                  <c:v>0.10235485725020954</c:v>
                </c:pt>
                <c:pt idx="45">
                  <c:v>7.1534802140690523E-2</c:v>
                </c:pt>
                <c:pt idx="46">
                  <c:v>5.4805839685170277E-2</c:v>
                </c:pt>
                <c:pt idx="47">
                  <c:v>9.4574660880450523E-2</c:v>
                </c:pt>
                <c:pt idx="48">
                  <c:v>0.1101853723947297</c:v>
                </c:pt>
                <c:pt idx="49">
                  <c:v>2.623594505136051E-2</c:v>
                </c:pt>
                <c:pt idx="50">
                  <c:v>1.8695689048429998E-2</c:v>
                </c:pt>
                <c:pt idx="51">
                  <c:v>1.4363387675819794E-2</c:v>
                </c:pt>
                <c:pt idx="52">
                  <c:v>5.0880733007129919E-2</c:v>
                </c:pt>
                <c:pt idx="53">
                  <c:v>6.0777005154210251E-2</c:v>
                </c:pt>
                <c:pt idx="54">
                  <c:v>9.0635662140090112E-2</c:v>
                </c:pt>
                <c:pt idx="55">
                  <c:v>9.4732058132209751E-2</c:v>
                </c:pt>
                <c:pt idx="56">
                  <c:v>0.11039045339119014</c:v>
                </c:pt>
                <c:pt idx="57">
                  <c:v>0.10656706335814015</c:v>
                </c:pt>
                <c:pt idx="58">
                  <c:v>9.4519356320169834E-2</c:v>
                </c:pt>
                <c:pt idx="59">
                  <c:v>2.7120678821540345E-2</c:v>
                </c:pt>
                <c:pt idx="60">
                  <c:v>3.5078922972919813E-2</c:v>
                </c:pt>
                <c:pt idx="61">
                  <c:v>4.2255123077969969E-2</c:v>
                </c:pt>
                <c:pt idx="62">
                  <c:v>-6.7216959017013522E-4</c:v>
                </c:pt>
                <c:pt idx="63">
                  <c:v>2.634240260223919E-2</c:v>
                </c:pt>
                <c:pt idx="64">
                  <c:v>4.0091631954709328E-2</c:v>
                </c:pt>
                <c:pt idx="65">
                  <c:v>2.385905882371997E-2</c:v>
                </c:pt>
                <c:pt idx="66">
                  <c:v>-1.3879668603090423E-2</c:v>
                </c:pt>
                <c:pt idx="67">
                  <c:v>-0.13214353255628009</c:v>
                </c:pt>
                <c:pt idx="68">
                  <c:v>-0.20050108240255948</c:v>
                </c:pt>
                <c:pt idx="69">
                  <c:v>-0.17316468227338966</c:v>
                </c:pt>
                <c:pt idx="70">
                  <c:v>-9.9662946924989448E-2</c:v>
                </c:pt>
                <c:pt idx="71">
                  <c:v>-7.675826872317959E-2</c:v>
                </c:pt>
                <c:pt idx="72">
                  <c:v>-7.3639609472739842E-2</c:v>
                </c:pt>
                <c:pt idx="73">
                  <c:v>-7.2919841939759422E-2</c:v>
                </c:pt>
                <c:pt idx="74">
                  <c:v>-3.0838740951140586E-2</c:v>
                </c:pt>
                <c:pt idx="75">
                  <c:v>1.5575736532499995E-2</c:v>
                </c:pt>
                <c:pt idx="76">
                  <c:v>-7.0327308970394853E-3</c:v>
                </c:pt>
                <c:pt idx="77">
                  <c:v>-3.337998635167061E-2</c:v>
                </c:pt>
                <c:pt idx="78">
                  <c:v>-2.4848204040810451E-2</c:v>
                </c:pt>
                <c:pt idx="79">
                  <c:v>-7.4133137164000829E-3</c:v>
                </c:pt>
                <c:pt idx="80">
                  <c:v>-1.3350053492850122E-2</c:v>
                </c:pt>
                <c:pt idx="81">
                  <c:v>2.4041055756559793E-2</c:v>
                </c:pt>
                <c:pt idx="82">
                  <c:v>-3.6785020109009636E-2</c:v>
                </c:pt>
                <c:pt idx="83">
                  <c:v>7.766388046392958E-2</c:v>
                </c:pt>
                <c:pt idx="84">
                  <c:v>2.9787010859209317E-2</c:v>
                </c:pt>
                <c:pt idx="85">
                  <c:v>-5.8513287360000277E-3</c:v>
                </c:pt>
                <c:pt idx="86">
                  <c:v>1.6584311087250114E-2</c:v>
                </c:pt>
                <c:pt idx="87">
                  <c:v>1.0952271554280024E-2</c:v>
                </c:pt>
                <c:pt idx="88">
                  <c:v>-5.3445081594140298E-2</c:v>
                </c:pt>
                <c:pt idx="89">
                  <c:v>-2.097615020431931E-2</c:v>
                </c:pt>
                <c:pt idx="90">
                  <c:v>6.7084334993250394E-2</c:v>
                </c:pt>
                <c:pt idx="91">
                  <c:v>1.5097077386499791E-2</c:v>
                </c:pt>
                <c:pt idx="92">
                  <c:v>-3.6007193983804697E-3</c:v>
                </c:pt>
                <c:pt idx="93">
                  <c:v>-6.5782336169349698E-2</c:v>
                </c:pt>
                <c:pt idx="94">
                  <c:v>9.9222988966598535E-3</c:v>
                </c:pt>
                <c:pt idx="95">
                  <c:v>9.6115991698179748E-2</c:v>
                </c:pt>
                <c:pt idx="96">
                  <c:v>5.2163607345540264E-2</c:v>
                </c:pt>
                <c:pt idx="97">
                  <c:v>-3.1755065310419717E-2</c:v>
                </c:pt>
                <c:pt idx="98">
                  <c:v>5.0036893426110396E-2</c:v>
                </c:pt>
                <c:pt idx="99">
                  <c:v>-6.7395574177790074E-2</c:v>
                </c:pt>
                <c:pt idx="100">
                  <c:v>-3.2961900620419371E-2</c:v>
                </c:pt>
                <c:pt idx="101">
                  <c:v>-8.2255126487479124E-2</c:v>
                </c:pt>
                <c:pt idx="102">
                  <c:v>-0.10550348537744014</c:v>
                </c:pt>
                <c:pt idx="103">
                  <c:v>2.0877095520459577E-2</c:v>
                </c:pt>
                <c:pt idx="104">
                  <c:v>-6.8353343391519772E-2</c:v>
                </c:pt>
                <c:pt idx="105">
                  <c:v>9.6841645572160573E-2</c:v>
                </c:pt>
                <c:pt idx="106">
                  <c:v>-8.6033127756219407E-2</c:v>
                </c:pt>
                <c:pt idx="107">
                  <c:v>1.2588539196169535E-2</c:v>
                </c:pt>
                <c:pt idx="108">
                  <c:v>8.3472671343196581E-3</c:v>
                </c:pt>
                <c:pt idx="109">
                  <c:v>-7.2948485563209431E-2</c:v>
                </c:pt>
                <c:pt idx="110">
                  <c:v>-7.0448797365999738E-2</c:v>
                </c:pt>
                <c:pt idx="111">
                  <c:v>-0.10207964265412972</c:v>
                </c:pt>
                <c:pt idx="112">
                  <c:v>-9.2026252293999633E-2</c:v>
                </c:pt>
                <c:pt idx="113">
                  <c:v>2.8372556238129398E-2</c:v>
                </c:pt>
                <c:pt idx="114">
                  <c:v>-3.9916670554339895E-2</c:v>
                </c:pt>
                <c:pt idx="115">
                  <c:v>-4.3378572282990469E-2</c:v>
                </c:pt>
                <c:pt idx="116">
                  <c:v>4.6804299852096776E-3</c:v>
                </c:pt>
                <c:pt idx="117">
                  <c:v>2.0194085054630051E-2</c:v>
                </c:pt>
                <c:pt idx="118">
                  <c:v>-3.9646277689104892E-3</c:v>
                </c:pt>
                <c:pt idx="119">
                  <c:v>2.740077585171985E-2</c:v>
                </c:pt>
                <c:pt idx="120">
                  <c:v>4.9544102065910423E-2</c:v>
                </c:pt>
                <c:pt idx="121">
                  <c:v>8.9084834042910011E-2</c:v>
                </c:pt>
                <c:pt idx="122">
                  <c:v>9.8482262695398504E-3</c:v>
                </c:pt>
                <c:pt idx="123">
                  <c:v>-3.3950128377750133E-2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0570240"/>
        <c:axId val="211829504"/>
      </c:barChart>
      <c:dateAx>
        <c:axId val="2105702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829504"/>
        <c:crosses val="autoZero"/>
        <c:auto val="1"/>
        <c:lblOffset val="100"/>
        <c:baseTimeUnit val="months"/>
        <c:majorUnit val="12"/>
        <c:majorTimeUnit val="months"/>
      </c:dateAx>
      <c:valAx>
        <c:axId val="211829504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057024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4"/>
          <c:order val="0"/>
          <c:tx>
            <c:v>Bank vs Small</c:v>
          </c:tx>
          <c:spPr>
            <a:solidFill>
              <a:srgbClr val="74B629"/>
            </a:solidFill>
            <a:ln>
              <a:noFill/>
            </a:ln>
          </c:spPr>
          <c:invertIfNegative val="0"/>
          <c:cat>
            <c:numRef>
              <c:f>'&gt;780'!$B$4:$B$127</c:f>
              <c:numCache>
                <c:formatCode>m/d/yyyy</c:formatCode>
                <c:ptCount val="124"/>
                <c:pt idx="0">
                  <c:v>42125</c:v>
                </c:pt>
                <c:pt idx="1">
                  <c:v>42095</c:v>
                </c:pt>
                <c:pt idx="2">
                  <c:v>42064</c:v>
                </c:pt>
                <c:pt idx="3">
                  <c:v>42036</c:v>
                </c:pt>
                <c:pt idx="4">
                  <c:v>42005</c:v>
                </c:pt>
                <c:pt idx="5">
                  <c:v>41974</c:v>
                </c:pt>
                <c:pt idx="6">
                  <c:v>41944</c:v>
                </c:pt>
                <c:pt idx="7">
                  <c:v>41913</c:v>
                </c:pt>
                <c:pt idx="8">
                  <c:v>41883</c:v>
                </c:pt>
                <c:pt idx="9">
                  <c:v>41852</c:v>
                </c:pt>
                <c:pt idx="10">
                  <c:v>41821</c:v>
                </c:pt>
                <c:pt idx="11">
                  <c:v>41791</c:v>
                </c:pt>
                <c:pt idx="12">
                  <c:v>41760</c:v>
                </c:pt>
                <c:pt idx="13">
                  <c:v>41730</c:v>
                </c:pt>
                <c:pt idx="14">
                  <c:v>41699</c:v>
                </c:pt>
                <c:pt idx="15">
                  <c:v>41671</c:v>
                </c:pt>
                <c:pt idx="16">
                  <c:v>41640</c:v>
                </c:pt>
                <c:pt idx="17">
                  <c:v>41609</c:v>
                </c:pt>
                <c:pt idx="18">
                  <c:v>41579</c:v>
                </c:pt>
                <c:pt idx="19">
                  <c:v>41548</c:v>
                </c:pt>
                <c:pt idx="20">
                  <c:v>41518</c:v>
                </c:pt>
                <c:pt idx="21">
                  <c:v>41487</c:v>
                </c:pt>
                <c:pt idx="22">
                  <c:v>41456</c:v>
                </c:pt>
                <c:pt idx="23">
                  <c:v>41426</c:v>
                </c:pt>
                <c:pt idx="24">
                  <c:v>41395</c:v>
                </c:pt>
                <c:pt idx="25">
                  <c:v>41365</c:v>
                </c:pt>
                <c:pt idx="26">
                  <c:v>41334</c:v>
                </c:pt>
                <c:pt idx="27">
                  <c:v>41306</c:v>
                </c:pt>
                <c:pt idx="28">
                  <c:v>41275</c:v>
                </c:pt>
                <c:pt idx="29">
                  <c:v>41244</c:v>
                </c:pt>
                <c:pt idx="30">
                  <c:v>41214</c:v>
                </c:pt>
                <c:pt idx="31">
                  <c:v>41183</c:v>
                </c:pt>
                <c:pt idx="32">
                  <c:v>41153</c:v>
                </c:pt>
                <c:pt idx="33">
                  <c:v>41122</c:v>
                </c:pt>
                <c:pt idx="34">
                  <c:v>41091</c:v>
                </c:pt>
                <c:pt idx="35">
                  <c:v>41061</c:v>
                </c:pt>
                <c:pt idx="36">
                  <c:v>41030</c:v>
                </c:pt>
                <c:pt idx="37">
                  <c:v>41000</c:v>
                </c:pt>
                <c:pt idx="38">
                  <c:v>40969</c:v>
                </c:pt>
                <c:pt idx="39">
                  <c:v>40940</c:v>
                </c:pt>
                <c:pt idx="40">
                  <c:v>40909</c:v>
                </c:pt>
                <c:pt idx="41">
                  <c:v>40878</c:v>
                </c:pt>
                <c:pt idx="42">
                  <c:v>40848</c:v>
                </c:pt>
                <c:pt idx="43">
                  <c:v>40817</c:v>
                </c:pt>
                <c:pt idx="44">
                  <c:v>40787</c:v>
                </c:pt>
                <c:pt idx="45">
                  <c:v>40756</c:v>
                </c:pt>
                <c:pt idx="46">
                  <c:v>40725</c:v>
                </c:pt>
                <c:pt idx="47">
                  <c:v>40695</c:v>
                </c:pt>
                <c:pt idx="48">
                  <c:v>40664</c:v>
                </c:pt>
                <c:pt idx="49">
                  <c:v>40634</c:v>
                </c:pt>
                <c:pt idx="50">
                  <c:v>40603</c:v>
                </c:pt>
                <c:pt idx="51">
                  <c:v>40575</c:v>
                </c:pt>
                <c:pt idx="52">
                  <c:v>40544</c:v>
                </c:pt>
                <c:pt idx="53">
                  <c:v>40513</c:v>
                </c:pt>
                <c:pt idx="54">
                  <c:v>40483</c:v>
                </c:pt>
                <c:pt idx="55">
                  <c:v>40452</c:v>
                </c:pt>
                <c:pt idx="56">
                  <c:v>40422</c:v>
                </c:pt>
                <c:pt idx="57">
                  <c:v>40391</c:v>
                </c:pt>
                <c:pt idx="58">
                  <c:v>40360</c:v>
                </c:pt>
                <c:pt idx="59">
                  <c:v>40330</c:v>
                </c:pt>
                <c:pt idx="60">
                  <c:v>40299</c:v>
                </c:pt>
                <c:pt idx="61">
                  <c:v>40269</c:v>
                </c:pt>
                <c:pt idx="62">
                  <c:v>40238</c:v>
                </c:pt>
                <c:pt idx="63">
                  <c:v>40210</c:v>
                </c:pt>
                <c:pt idx="64">
                  <c:v>40179</c:v>
                </c:pt>
                <c:pt idx="65">
                  <c:v>40148</c:v>
                </c:pt>
                <c:pt idx="66">
                  <c:v>40118</c:v>
                </c:pt>
                <c:pt idx="67">
                  <c:v>40087</c:v>
                </c:pt>
                <c:pt idx="68">
                  <c:v>40057</c:v>
                </c:pt>
                <c:pt idx="69">
                  <c:v>40026</c:v>
                </c:pt>
                <c:pt idx="70">
                  <c:v>39995</c:v>
                </c:pt>
                <c:pt idx="71">
                  <c:v>39965</c:v>
                </c:pt>
                <c:pt idx="72">
                  <c:v>39934</c:v>
                </c:pt>
                <c:pt idx="73">
                  <c:v>39904</c:v>
                </c:pt>
                <c:pt idx="74">
                  <c:v>39873</c:v>
                </c:pt>
                <c:pt idx="75">
                  <c:v>39845</c:v>
                </c:pt>
                <c:pt idx="76">
                  <c:v>39814</c:v>
                </c:pt>
                <c:pt idx="77">
                  <c:v>39783</c:v>
                </c:pt>
                <c:pt idx="78">
                  <c:v>39753</c:v>
                </c:pt>
                <c:pt idx="79">
                  <c:v>39722</c:v>
                </c:pt>
                <c:pt idx="80">
                  <c:v>39692</c:v>
                </c:pt>
                <c:pt idx="81">
                  <c:v>39661</c:v>
                </c:pt>
                <c:pt idx="82">
                  <c:v>39630</c:v>
                </c:pt>
                <c:pt idx="83">
                  <c:v>39600</c:v>
                </c:pt>
                <c:pt idx="84">
                  <c:v>39569</c:v>
                </c:pt>
                <c:pt idx="85">
                  <c:v>39539</c:v>
                </c:pt>
                <c:pt idx="86">
                  <c:v>39508</c:v>
                </c:pt>
                <c:pt idx="87">
                  <c:v>39479</c:v>
                </c:pt>
                <c:pt idx="88">
                  <c:v>39448</c:v>
                </c:pt>
                <c:pt idx="89">
                  <c:v>39417</c:v>
                </c:pt>
                <c:pt idx="90">
                  <c:v>39387</c:v>
                </c:pt>
                <c:pt idx="91">
                  <c:v>39356</c:v>
                </c:pt>
                <c:pt idx="92">
                  <c:v>39326</c:v>
                </c:pt>
                <c:pt idx="93">
                  <c:v>39295</c:v>
                </c:pt>
                <c:pt idx="94">
                  <c:v>39264</c:v>
                </c:pt>
                <c:pt idx="95">
                  <c:v>39234</c:v>
                </c:pt>
                <c:pt idx="96">
                  <c:v>39203</c:v>
                </c:pt>
                <c:pt idx="97">
                  <c:v>39173</c:v>
                </c:pt>
                <c:pt idx="98">
                  <c:v>39142</c:v>
                </c:pt>
                <c:pt idx="99">
                  <c:v>39114</c:v>
                </c:pt>
                <c:pt idx="100">
                  <c:v>39083</c:v>
                </c:pt>
                <c:pt idx="101">
                  <c:v>39052</c:v>
                </c:pt>
                <c:pt idx="102">
                  <c:v>39022</c:v>
                </c:pt>
                <c:pt idx="103">
                  <c:v>38991</c:v>
                </c:pt>
                <c:pt idx="104">
                  <c:v>38961</c:v>
                </c:pt>
                <c:pt idx="105">
                  <c:v>38930</c:v>
                </c:pt>
                <c:pt idx="106">
                  <c:v>38899</c:v>
                </c:pt>
                <c:pt idx="107">
                  <c:v>38869</c:v>
                </c:pt>
                <c:pt idx="108">
                  <c:v>38838</c:v>
                </c:pt>
                <c:pt idx="109">
                  <c:v>38808</c:v>
                </c:pt>
                <c:pt idx="110">
                  <c:v>38777</c:v>
                </c:pt>
                <c:pt idx="111">
                  <c:v>38749</c:v>
                </c:pt>
                <c:pt idx="112">
                  <c:v>38718</c:v>
                </c:pt>
                <c:pt idx="113">
                  <c:v>38687</c:v>
                </c:pt>
                <c:pt idx="114">
                  <c:v>38657</c:v>
                </c:pt>
                <c:pt idx="115">
                  <c:v>38626</c:v>
                </c:pt>
                <c:pt idx="116">
                  <c:v>38596</c:v>
                </c:pt>
                <c:pt idx="117">
                  <c:v>38565</c:v>
                </c:pt>
                <c:pt idx="118">
                  <c:v>38534</c:v>
                </c:pt>
                <c:pt idx="119">
                  <c:v>38504</c:v>
                </c:pt>
                <c:pt idx="120">
                  <c:v>38473</c:v>
                </c:pt>
                <c:pt idx="121">
                  <c:v>38443</c:v>
                </c:pt>
                <c:pt idx="122">
                  <c:v>38412</c:v>
                </c:pt>
                <c:pt idx="123">
                  <c:v>38384</c:v>
                </c:pt>
              </c:numCache>
            </c:numRef>
          </c:cat>
          <c:val>
            <c:numRef>
              <c:f>'&gt;780'!$G$4:$G$127</c:f>
              <c:numCache>
                <c:formatCode>0.00</c:formatCode>
                <c:ptCount val="124"/>
                <c:pt idx="0">
                  <c:v>0.14474482635755948</c:v>
                </c:pt>
                <c:pt idx="1">
                  <c:v>9.1903596812859867E-2</c:v>
                </c:pt>
                <c:pt idx="2">
                  <c:v>8.8467381404560008E-2</c:v>
                </c:pt>
                <c:pt idx="3">
                  <c:v>0.10954084700514066</c:v>
                </c:pt>
                <c:pt idx="4">
                  <c:v>0.11234818831291982</c:v>
                </c:pt>
                <c:pt idx="5">
                  <c:v>8.9330841060019317E-2</c:v>
                </c:pt>
                <c:pt idx="6">
                  <c:v>6.8007576686219373E-2</c:v>
                </c:pt>
                <c:pt idx="7">
                  <c:v>5.4089437473129998E-2</c:v>
                </c:pt>
                <c:pt idx="8">
                  <c:v>0.10074159199951982</c:v>
                </c:pt>
                <c:pt idx="9">
                  <c:v>0.1041909102686196</c:v>
                </c:pt>
                <c:pt idx="10">
                  <c:v>8.8665928221829837E-2</c:v>
                </c:pt>
                <c:pt idx="11">
                  <c:v>0.11198910218823954</c:v>
                </c:pt>
                <c:pt idx="12">
                  <c:v>9.4383554406699766E-2</c:v>
                </c:pt>
                <c:pt idx="13">
                  <c:v>0.12994107068820959</c:v>
                </c:pt>
                <c:pt idx="14">
                  <c:v>0.13652215896985975</c:v>
                </c:pt>
                <c:pt idx="15">
                  <c:v>7.4175141574200687E-2</c:v>
                </c:pt>
                <c:pt idx="16">
                  <c:v>7.6424704119520293E-2</c:v>
                </c:pt>
                <c:pt idx="17">
                  <c:v>9.5458757305340036E-2</c:v>
                </c:pt>
                <c:pt idx="18">
                  <c:v>4.7559731578420639E-2</c:v>
                </c:pt>
                <c:pt idx="19">
                  <c:v>-2.1973823076269383E-2</c:v>
                </c:pt>
                <c:pt idx="20">
                  <c:v>-5.5810305418300565E-2</c:v>
                </c:pt>
                <c:pt idx="21">
                  <c:v>-4.974624346256018E-2</c:v>
                </c:pt>
                <c:pt idx="22">
                  <c:v>2.8622078025230202E-2</c:v>
                </c:pt>
                <c:pt idx="23">
                  <c:v>6.7825212530360002E-2</c:v>
                </c:pt>
                <c:pt idx="24">
                  <c:v>5.6917473328349732E-2</c:v>
                </c:pt>
                <c:pt idx="25">
                  <c:v>6.6106372131570001E-2</c:v>
                </c:pt>
                <c:pt idx="26">
                  <c:v>0.10933488477723996</c:v>
                </c:pt>
                <c:pt idx="27">
                  <c:v>7.3468517235539821E-2</c:v>
                </c:pt>
                <c:pt idx="28">
                  <c:v>6.8486605356929964E-2</c:v>
                </c:pt>
                <c:pt idx="29">
                  <c:v>7.4234549667360206E-2</c:v>
                </c:pt>
                <c:pt idx="30">
                  <c:v>0.10013751366758017</c:v>
                </c:pt>
                <c:pt idx="31">
                  <c:v>7.5149512851449884E-2</c:v>
                </c:pt>
                <c:pt idx="32">
                  <c:v>6.0848066788960153E-2</c:v>
                </c:pt>
                <c:pt idx="33">
                  <c:v>4.9985365385070146E-2</c:v>
                </c:pt>
                <c:pt idx="34">
                  <c:v>6.1868884611070207E-2</c:v>
                </c:pt>
                <c:pt idx="35">
                  <c:v>8.5209708750430213E-2</c:v>
                </c:pt>
                <c:pt idx="36">
                  <c:v>9.8605827684229652E-2</c:v>
                </c:pt>
                <c:pt idx="37">
                  <c:v>0.10469615242769992</c:v>
                </c:pt>
                <c:pt idx="38">
                  <c:v>9.1754168111899848E-2</c:v>
                </c:pt>
                <c:pt idx="39">
                  <c:v>6.8642746594810511E-2</c:v>
                </c:pt>
                <c:pt idx="40">
                  <c:v>8.796829919003013E-2</c:v>
                </c:pt>
                <c:pt idx="41">
                  <c:v>9.9438978437839332E-2</c:v>
                </c:pt>
                <c:pt idx="42">
                  <c:v>8.5225917271530172E-2</c:v>
                </c:pt>
                <c:pt idx="43">
                  <c:v>0.15440080981536042</c:v>
                </c:pt>
                <c:pt idx="44">
                  <c:v>0.12660389990092025</c:v>
                </c:pt>
                <c:pt idx="45">
                  <c:v>7.0170039047060762E-2</c:v>
                </c:pt>
                <c:pt idx="46">
                  <c:v>7.5388993758130241E-2</c:v>
                </c:pt>
                <c:pt idx="47">
                  <c:v>9.3959537839210405E-2</c:v>
                </c:pt>
                <c:pt idx="48">
                  <c:v>8.4199054445940114E-2</c:v>
                </c:pt>
                <c:pt idx="49">
                  <c:v>5.1294478837510482E-2</c:v>
                </c:pt>
                <c:pt idx="50">
                  <c:v>2.9491581293410007E-2</c:v>
                </c:pt>
                <c:pt idx="51">
                  <c:v>4.816051250205966E-2</c:v>
                </c:pt>
                <c:pt idx="52">
                  <c:v>4.7150497018700221E-2</c:v>
                </c:pt>
                <c:pt idx="53">
                  <c:v>6.5079601782939811E-2</c:v>
                </c:pt>
                <c:pt idx="54">
                  <c:v>8.7990099110230702E-2</c:v>
                </c:pt>
                <c:pt idx="55">
                  <c:v>8.7182580036480495E-2</c:v>
                </c:pt>
                <c:pt idx="56">
                  <c:v>9.5037761577490443E-2</c:v>
                </c:pt>
                <c:pt idx="57">
                  <c:v>9.0104358519639938E-2</c:v>
                </c:pt>
                <c:pt idx="58">
                  <c:v>8.5416149789760532E-2</c:v>
                </c:pt>
                <c:pt idx="59">
                  <c:v>2.7817345032319807E-2</c:v>
                </c:pt>
                <c:pt idx="60">
                  <c:v>5.7812517025870314E-2</c:v>
                </c:pt>
                <c:pt idx="61">
                  <c:v>4.3743801253199877E-2</c:v>
                </c:pt>
                <c:pt idx="62">
                  <c:v>7.9075823305201354E-3</c:v>
                </c:pt>
                <c:pt idx="63">
                  <c:v>5.7450038250980384E-2</c:v>
                </c:pt>
                <c:pt idx="64">
                  <c:v>5.7680389553570244E-2</c:v>
                </c:pt>
                <c:pt idx="65">
                  <c:v>2.5030876125209822E-2</c:v>
                </c:pt>
                <c:pt idx="66">
                  <c:v>-4.579487467510468E-3</c:v>
                </c:pt>
                <c:pt idx="67">
                  <c:v>-0.15434315191544012</c:v>
                </c:pt>
                <c:pt idx="68">
                  <c:v>-0.21616630539572057</c:v>
                </c:pt>
                <c:pt idx="69">
                  <c:v>-0.17506334430057979</c:v>
                </c:pt>
                <c:pt idx="70">
                  <c:v>-0.10491770914796028</c:v>
                </c:pt>
                <c:pt idx="71">
                  <c:v>-7.9756471617169922E-2</c:v>
                </c:pt>
                <c:pt idx="72">
                  <c:v>-7.3149576417899986E-2</c:v>
                </c:pt>
                <c:pt idx="73">
                  <c:v>-6.3898852221379698E-2</c:v>
                </c:pt>
                <c:pt idx="74">
                  <c:v>-2.841935774051052E-2</c:v>
                </c:pt>
                <c:pt idx="75">
                  <c:v>1.1666682529289929E-2</c:v>
                </c:pt>
                <c:pt idx="76">
                  <c:v>-5.7450897375669996E-2</c:v>
                </c:pt>
                <c:pt idx="77">
                  <c:v>-3.2902728830380035E-2</c:v>
                </c:pt>
                <c:pt idx="78">
                  <c:v>-3.6130649007120041E-2</c:v>
                </c:pt>
                <c:pt idx="79">
                  <c:v>-0.13633797945676029</c:v>
                </c:pt>
                <c:pt idx="80">
                  <c:v>1.2715298762969951E-2</c:v>
                </c:pt>
                <c:pt idx="81">
                  <c:v>9.3283753362310762E-2</c:v>
                </c:pt>
                <c:pt idx="82">
                  <c:v>-1.1775047284039886E-2</c:v>
                </c:pt>
                <c:pt idx="83">
                  <c:v>7.0320658606550346E-2</c:v>
                </c:pt>
                <c:pt idx="84">
                  <c:v>1.6504544413599831E-2</c:v>
                </c:pt>
                <c:pt idx="85">
                  <c:v>3.0235526472510266E-2</c:v>
                </c:pt>
                <c:pt idx="86">
                  <c:v>4.8458887393910466E-2</c:v>
                </c:pt>
                <c:pt idx="87">
                  <c:v>9.4164391231803535E-3</c:v>
                </c:pt>
                <c:pt idx="88">
                  <c:v>5.6491969028310329E-2</c:v>
                </c:pt>
                <c:pt idx="89">
                  <c:v>2.839148882007958E-2</c:v>
                </c:pt>
                <c:pt idx="90">
                  <c:v>0.11720260069666999</c:v>
                </c:pt>
                <c:pt idx="91">
                  <c:v>4.2470155812520005E-2</c:v>
                </c:pt>
                <c:pt idx="92">
                  <c:v>3.1888730173889712E-2</c:v>
                </c:pt>
                <c:pt idx="93">
                  <c:v>7.2335358884950018E-2</c:v>
                </c:pt>
                <c:pt idx="94">
                  <c:v>6.4128963017009433E-2</c:v>
                </c:pt>
                <c:pt idx="95">
                  <c:v>7.9035812867189748E-2</c:v>
                </c:pt>
                <c:pt idx="96">
                  <c:v>3.1419287687720399E-2</c:v>
                </c:pt>
                <c:pt idx="97">
                  <c:v>-4.9245080088160087E-2</c:v>
                </c:pt>
                <c:pt idx="98">
                  <c:v>7.1003084215099932E-3</c:v>
                </c:pt>
                <c:pt idx="99">
                  <c:v>-4.4049331291597937E-3</c:v>
                </c:pt>
                <c:pt idx="100">
                  <c:v>-3.8234236269659938E-2</c:v>
                </c:pt>
                <c:pt idx="101">
                  <c:v>-5.6731703763680308E-2</c:v>
                </c:pt>
                <c:pt idx="102">
                  <c:v>0.10419698368289954</c:v>
                </c:pt>
                <c:pt idx="103">
                  <c:v>3.6490471548990655E-2</c:v>
                </c:pt>
                <c:pt idx="104">
                  <c:v>-3.0907751500240721E-2</c:v>
                </c:pt>
                <c:pt idx="105">
                  <c:v>7.6609102924130035E-2</c:v>
                </c:pt>
                <c:pt idx="106">
                  <c:v>3.1526732947529723E-2</c:v>
                </c:pt>
                <c:pt idx="107">
                  <c:v>-5.7914542933970026E-2</c:v>
                </c:pt>
                <c:pt idx="108">
                  <c:v>-4.3701034031050412E-2</c:v>
                </c:pt>
                <c:pt idx="109">
                  <c:v>-1.031124627558988E-2</c:v>
                </c:pt>
                <c:pt idx="110">
                  <c:v>-7.7530344847405175E-3</c:v>
                </c:pt>
                <c:pt idx="111">
                  <c:v>-3.8410928579050818E-2</c:v>
                </c:pt>
                <c:pt idx="112">
                  <c:v>1.5977230890804606E-3</c:v>
                </c:pt>
                <c:pt idx="113">
                  <c:v>-1.7673707719379372E-2</c:v>
                </c:pt>
                <c:pt idx="114">
                  <c:v>1.4634129867060253E-2</c:v>
                </c:pt>
                <c:pt idx="115">
                  <c:v>-1.6281984073973632E-4</c:v>
                </c:pt>
                <c:pt idx="116">
                  <c:v>9.3781151552496667E-3</c:v>
                </c:pt>
                <c:pt idx="117">
                  <c:v>3.0575716343950177E-2</c:v>
                </c:pt>
                <c:pt idx="118">
                  <c:v>-1.2936486176499784E-2</c:v>
                </c:pt>
                <c:pt idx="119">
                  <c:v>-1.443718326055965E-2</c:v>
                </c:pt>
                <c:pt idx="120">
                  <c:v>-4.7463860883096842E-3</c:v>
                </c:pt>
                <c:pt idx="121">
                  <c:v>0.11434818708781957</c:v>
                </c:pt>
                <c:pt idx="122">
                  <c:v>4.061021295334033E-2</c:v>
                </c:pt>
                <c:pt idx="123">
                  <c:v>-1.0469155907180117E-2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857792"/>
        <c:axId val="211859328"/>
      </c:barChart>
      <c:dateAx>
        <c:axId val="21185779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txPr>
          <a:bodyPr/>
          <a:lstStyle/>
          <a:p>
            <a:pPr>
              <a:defRPr sz="900"/>
            </a:pPr>
            <a:endParaRPr lang="en-US"/>
          </a:p>
        </c:txPr>
        <c:crossAx val="211859328"/>
        <c:crosses val="autoZero"/>
        <c:auto val="1"/>
        <c:lblOffset val="100"/>
        <c:baseTimeUnit val="months"/>
        <c:majorUnit val="12"/>
        <c:majorTimeUnit val="months"/>
      </c:dateAx>
      <c:valAx>
        <c:axId val="211859328"/>
        <c:scaling>
          <c:orientation val="minMax"/>
          <c:min val="-0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57792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Number of Applications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'FICO Dist'!$C$2</c:f>
              <c:strCache>
                <c:ptCount val="1"/>
                <c:pt idx="0">
                  <c:v>Cnt</c:v>
                </c:pt>
              </c:strCache>
            </c:strRef>
          </c:tx>
          <c:invertIfNegative val="0"/>
          <c:cat>
            <c:numRef>
              <c:f>'FICO Dist'!$B$147:$B$361</c:f>
              <c:numCache>
                <c:formatCode>General</c:formatCode>
                <c:ptCount val="215"/>
                <c:pt idx="0">
                  <c:v>618</c:v>
                </c:pt>
                <c:pt idx="1">
                  <c:v>619</c:v>
                </c:pt>
                <c:pt idx="2">
                  <c:v>620</c:v>
                </c:pt>
                <c:pt idx="3">
                  <c:v>621</c:v>
                </c:pt>
                <c:pt idx="4">
                  <c:v>622</c:v>
                </c:pt>
                <c:pt idx="5">
                  <c:v>623</c:v>
                </c:pt>
                <c:pt idx="6">
                  <c:v>624</c:v>
                </c:pt>
                <c:pt idx="7">
                  <c:v>625</c:v>
                </c:pt>
                <c:pt idx="8">
                  <c:v>626</c:v>
                </c:pt>
                <c:pt idx="9">
                  <c:v>627</c:v>
                </c:pt>
                <c:pt idx="10">
                  <c:v>628</c:v>
                </c:pt>
                <c:pt idx="11">
                  <c:v>629</c:v>
                </c:pt>
                <c:pt idx="12">
                  <c:v>630</c:v>
                </c:pt>
                <c:pt idx="13">
                  <c:v>631</c:v>
                </c:pt>
                <c:pt idx="14">
                  <c:v>632</c:v>
                </c:pt>
                <c:pt idx="15">
                  <c:v>633</c:v>
                </c:pt>
                <c:pt idx="16">
                  <c:v>634</c:v>
                </c:pt>
                <c:pt idx="17">
                  <c:v>635</c:v>
                </c:pt>
                <c:pt idx="18">
                  <c:v>636</c:v>
                </c:pt>
                <c:pt idx="19">
                  <c:v>637</c:v>
                </c:pt>
                <c:pt idx="20">
                  <c:v>638</c:v>
                </c:pt>
                <c:pt idx="21">
                  <c:v>639</c:v>
                </c:pt>
                <c:pt idx="22">
                  <c:v>640</c:v>
                </c:pt>
                <c:pt idx="23">
                  <c:v>641</c:v>
                </c:pt>
                <c:pt idx="24">
                  <c:v>642</c:v>
                </c:pt>
                <c:pt idx="25">
                  <c:v>643</c:v>
                </c:pt>
                <c:pt idx="26">
                  <c:v>644</c:v>
                </c:pt>
                <c:pt idx="27">
                  <c:v>645</c:v>
                </c:pt>
                <c:pt idx="28">
                  <c:v>646</c:v>
                </c:pt>
                <c:pt idx="29">
                  <c:v>647</c:v>
                </c:pt>
                <c:pt idx="30">
                  <c:v>648</c:v>
                </c:pt>
                <c:pt idx="31">
                  <c:v>649</c:v>
                </c:pt>
                <c:pt idx="32">
                  <c:v>650</c:v>
                </c:pt>
                <c:pt idx="33">
                  <c:v>651</c:v>
                </c:pt>
                <c:pt idx="34">
                  <c:v>652</c:v>
                </c:pt>
                <c:pt idx="35">
                  <c:v>653</c:v>
                </c:pt>
                <c:pt idx="36">
                  <c:v>654</c:v>
                </c:pt>
                <c:pt idx="37">
                  <c:v>655</c:v>
                </c:pt>
                <c:pt idx="38">
                  <c:v>656</c:v>
                </c:pt>
                <c:pt idx="39">
                  <c:v>657</c:v>
                </c:pt>
                <c:pt idx="40">
                  <c:v>658</c:v>
                </c:pt>
                <c:pt idx="41">
                  <c:v>659</c:v>
                </c:pt>
                <c:pt idx="42">
                  <c:v>660</c:v>
                </c:pt>
                <c:pt idx="43">
                  <c:v>661</c:v>
                </c:pt>
                <c:pt idx="44">
                  <c:v>662</c:v>
                </c:pt>
                <c:pt idx="45">
                  <c:v>663</c:v>
                </c:pt>
                <c:pt idx="46">
                  <c:v>664</c:v>
                </c:pt>
                <c:pt idx="47">
                  <c:v>665</c:v>
                </c:pt>
                <c:pt idx="48">
                  <c:v>666</c:v>
                </c:pt>
                <c:pt idx="49">
                  <c:v>667</c:v>
                </c:pt>
                <c:pt idx="50">
                  <c:v>668</c:v>
                </c:pt>
                <c:pt idx="51">
                  <c:v>669</c:v>
                </c:pt>
                <c:pt idx="52">
                  <c:v>670</c:v>
                </c:pt>
                <c:pt idx="53">
                  <c:v>671</c:v>
                </c:pt>
                <c:pt idx="54">
                  <c:v>672</c:v>
                </c:pt>
                <c:pt idx="55">
                  <c:v>673</c:v>
                </c:pt>
                <c:pt idx="56">
                  <c:v>674</c:v>
                </c:pt>
                <c:pt idx="57">
                  <c:v>675</c:v>
                </c:pt>
                <c:pt idx="58">
                  <c:v>676</c:v>
                </c:pt>
                <c:pt idx="59">
                  <c:v>677</c:v>
                </c:pt>
                <c:pt idx="60">
                  <c:v>678</c:v>
                </c:pt>
                <c:pt idx="61">
                  <c:v>679</c:v>
                </c:pt>
                <c:pt idx="62">
                  <c:v>680</c:v>
                </c:pt>
                <c:pt idx="63">
                  <c:v>681</c:v>
                </c:pt>
                <c:pt idx="64">
                  <c:v>682</c:v>
                </c:pt>
                <c:pt idx="65">
                  <c:v>683</c:v>
                </c:pt>
                <c:pt idx="66">
                  <c:v>684</c:v>
                </c:pt>
                <c:pt idx="67">
                  <c:v>685</c:v>
                </c:pt>
                <c:pt idx="68">
                  <c:v>686</c:v>
                </c:pt>
                <c:pt idx="69">
                  <c:v>687</c:v>
                </c:pt>
                <c:pt idx="70">
                  <c:v>688</c:v>
                </c:pt>
                <c:pt idx="71">
                  <c:v>689</c:v>
                </c:pt>
                <c:pt idx="72">
                  <c:v>690</c:v>
                </c:pt>
                <c:pt idx="73">
                  <c:v>691</c:v>
                </c:pt>
                <c:pt idx="74">
                  <c:v>692</c:v>
                </c:pt>
                <c:pt idx="75">
                  <c:v>693</c:v>
                </c:pt>
                <c:pt idx="76">
                  <c:v>694</c:v>
                </c:pt>
                <c:pt idx="77">
                  <c:v>695</c:v>
                </c:pt>
                <c:pt idx="78">
                  <c:v>696</c:v>
                </c:pt>
                <c:pt idx="79">
                  <c:v>697</c:v>
                </c:pt>
                <c:pt idx="80">
                  <c:v>698</c:v>
                </c:pt>
                <c:pt idx="81">
                  <c:v>699</c:v>
                </c:pt>
                <c:pt idx="82">
                  <c:v>700</c:v>
                </c:pt>
                <c:pt idx="83">
                  <c:v>701</c:v>
                </c:pt>
                <c:pt idx="84">
                  <c:v>702</c:v>
                </c:pt>
                <c:pt idx="85">
                  <c:v>703</c:v>
                </c:pt>
                <c:pt idx="86">
                  <c:v>704</c:v>
                </c:pt>
                <c:pt idx="87">
                  <c:v>705</c:v>
                </c:pt>
                <c:pt idx="88">
                  <c:v>706</c:v>
                </c:pt>
                <c:pt idx="89">
                  <c:v>707</c:v>
                </c:pt>
                <c:pt idx="90">
                  <c:v>708</c:v>
                </c:pt>
                <c:pt idx="91">
                  <c:v>709</c:v>
                </c:pt>
                <c:pt idx="92">
                  <c:v>710</c:v>
                </c:pt>
                <c:pt idx="93">
                  <c:v>711</c:v>
                </c:pt>
                <c:pt idx="94">
                  <c:v>712</c:v>
                </c:pt>
                <c:pt idx="95">
                  <c:v>713</c:v>
                </c:pt>
                <c:pt idx="96">
                  <c:v>714</c:v>
                </c:pt>
                <c:pt idx="97">
                  <c:v>715</c:v>
                </c:pt>
                <c:pt idx="98">
                  <c:v>716</c:v>
                </c:pt>
                <c:pt idx="99">
                  <c:v>717</c:v>
                </c:pt>
                <c:pt idx="100">
                  <c:v>718</c:v>
                </c:pt>
                <c:pt idx="101">
                  <c:v>719</c:v>
                </c:pt>
                <c:pt idx="102">
                  <c:v>720</c:v>
                </c:pt>
                <c:pt idx="103">
                  <c:v>721</c:v>
                </c:pt>
                <c:pt idx="104">
                  <c:v>722</c:v>
                </c:pt>
                <c:pt idx="105">
                  <c:v>723</c:v>
                </c:pt>
                <c:pt idx="106">
                  <c:v>724</c:v>
                </c:pt>
                <c:pt idx="107">
                  <c:v>725</c:v>
                </c:pt>
                <c:pt idx="108">
                  <c:v>726</c:v>
                </c:pt>
                <c:pt idx="109">
                  <c:v>727</c:v>
                </c:pt>
                <c:pt idx="110">
                  <c:v>728</c:v>
                </c:pt>
                <c:pt idx="111">
                  <c:v>729</c:v>
                </c:pt>
                <c:pt idx="112">
                  <c:v>730</c:v>
                </c:pt>
                <c:pt idx="113">
                  <c:v>731</c:v>
                </c:pt>
                <c:pt idx="114">
                  <c:v>732</c:v>
                </c:pt>
                <c:pt idx="115">
                  <c:v>733</c:v>
                </c:pt>
                <c:pt idx="116">
                  <c:v>734</c:v>
                </c:pt>
                <c:pt idx="117">
                  <c:v>735</c:v>
                </c:pt>
                <c:pt idx="118">
                  <c:v>736</c:v>
                </c:pt>
                <c:pt idx="119">
                  <c:v>737</c:v>
                </c:pt>
                <c:pt idx="120">
                  <c:v>738</c:v>
                </c:pt>
                <c:pt idx="121">
                  <c:v>739</c:v>
                </c:pt>
                <c:pt idx="122">
                  <c:v>740</c:v>
                </c:pt>
                <c:pt idx="123">
                  <c:v>741</c:v>
                </c:pt>
                <c:pt idx="124">
                  <c:v>742</c:v>
                </c:pt>
                <c:pt idx="125">
                  <c:v>743</c:v>
                </c:pt>
                <c:pt idx="126">
                  <c:v>744</c:v>
                </c:pt>
                <c:pt idx="127">
                  <c:v>745</c:v>
                </c:pt>
                <c:pt idx="128">
                  <c:v>746</c:v>
                </c:pt>
                <c:pt idx="129">
                  <c:v>747</c:v>
                </c:pt>
                <c:pt idx="130">
                  <c:v>748</c:v>
                </c:pt>
                <c:pt idx="131">
                  <c:v>749</c:v>
                </c:pt>
                <c:pt idx="132">
                  <c:v>750</c:v>
                </c:pt>
                <c:pt idx="133">
                  <c:v>751</c:v>
                </c:pt>
                <c:pt idx="134">
                  <c:v>752</c:v>
                </c:pt>
                <c:pt idx="135">
                  <c:v>753</c:v>
                </c:pt>
                <c:pt idx="136">
                  <c:v>754</c:v>
                </c:pt>
                <c:pt idx="137">
                  <c:v>755</c:v>
                </c:pt>
                <c:pt idx="138">
                  <c:v>756</c:v>
                </c:pt>
                <c:pt idx="139">
                  <c:v>757</c:v>
                </c:pt>
                <c:pt idx="140">
                  <c:v>758</c:v>
                </c:pt>
                <c:pt idx="141">
                  <c:v>759</c:v>
                </c:pt>
                <c:pt idx="142">
                  <c:v>760</c:v>
                </c:pt>
                <c:pt idx="143">
                  <c:v>761</c:v>
                </c:pt>
                <c:pt idx="144">
                  <c:v>762</c:v>
                </c:pt>
                <c:pt idx="145">
                  <c:v>763</c:v>
                </c:pt>
                <c:pt idx="146">
                  <c:v>764</c:v>
                </c:pt>
                <c:pt idx="147">
                  <c:v>765</c:v>
                </c:pt>
                <c:pt idx="148">
                  <c:v>766</c:v>
                </c:pt>
                <c:pt idx="149">
                  <c:v>767</c:v>
                </c:pt>
                <c:pt idx="150">
                  <c:v>768</c:v>
                </c:pt>
                <c:pt idx="151">
                  <c:v>769</c:v>
                </c:pt>
                <c:pt idx="152">
                  <c:v>770</c:v>
                </c:pt>
                <c:pt idx="153">
                  <c:v>771</c:v>
                </c:pt>
                <c:pt idx="154">
                  <c:v>772</c:v>
                </c:pt>
                <c:pt idx="155">
                  <c:v>773</c:v>
                </c:pt>
                <c:pt idx="156">
                  <c:v>774</c:v>
                </c:pt>
                <c:pt idx="157">
                  <c:v>775</c:v>
                </c:pt>
                <c:pt idx="158">
                  <c:v>776</c:v>
                </c:pt>
                <c:pt idx="159">
                  <c:v>777</c:v>
                </c:pt>
                <c:pt idx="160">
                  <c:v>778</c:v>
                </c:pt>
                <c:pt idx="161">
                  <c:v>779</c:v>
                </c:pt>
                <c:pt idx="162">
                  <c:v>780</c:v>
                </c:pt>
                <c:pt idx="163">
                  <c:v>781</c:v>
                </c:pt>
                <c:pt idx="164">
                  <c:v>782</c:v>
                </c:pt>
                <c:pt idx="165">
                  <c:v>783</c:v>
                </c:pt>
                <c:pt idx="166">
                  <c:v>784</c:v>
                </c:pt>
                <c:pt idx="167">
                  <c:v>785</c:v>
                </c:pt>
                <c:pt idx="168">
                  <c:v>786</c:v>
                </c:pt>
                <c:pt idx="169">
                  <c:v>787</c:v>
                </c:pt>
                <c:pt idx="170">
                  <c:v>788</c:v>
                </c:pt>
                <c:pt idx="171">
                  <c:v>789</c:v>
                </c:pt>
                <c:pt idx="172">
                  <c:v>790</c:v>
                </c:pt>
                <c:pt idx="173">
                  <c:v>791</c:v>
                </c:pt>
                <c:pt idx="174">
                  <c:v>792</c:v>
                </c:pt>
                <c:pt idx="175">
                  <c:v>793</c:v>
                </c:pt>
                <c:pt idx="176">
                  <c:v>794</c:v>
                </c:pt>
                <c:pt idx="177">
                  <c:v>795</c:v>
                </c:pt>
                <c:pt idx="178">
                  <c:v>796</c:v>
                </c:pt>
                <c:pt idx="179">
                  <c:v>797</c:v>
                </c:pt>
                <c:pt idx="180">
                  <c:v>798</c:v>
                </c:pt>
                <c:pt idx="181">
                  <c:v>799</c:v>
                </c:pt>
                <c:pt idx="182">
                  <c:v>800</c:v>
                </c:pt>
                <c:pt idx="183">
                  <c:v>801</c:v>
                </c:pt>
                <c:pt idx="184">
                  <c:v>802</c:v>
                </c:pt>
                <c:pt idx="185">
                  <c:v>803</c:v>
                </c:pt>
                <c:pt idx="186">
                  <c:v>804</c:v>
                </c:pt>
                <c:pt idx="187">
                  <c:v>805</c:v>
                </c:pt>
                <c:pt idx="188">
                  <c:v>806</c:v>
                </c:pt>
                <c:pt idx="189">
                  <c:v>807</c:v>
                </c:pt>
                <c:pt idx="190">
                  <c:v>808</c:v>
                </c:pt>
                <c:pt idx="191">
                  <c:v>809</c:v>
                </c:pt>
                <c:pt idx="192">
                  <c:v>810</c:v>
                </c:pt>
                <c:pt idx="193">
                  <c:v>811</c:v>
                </c:pt>
                <c:pt idx="194">
                  <c:v>812</c:v>
                </c:pt>
                <c:pt idx="195">
                  <c:v>813</c:v>
                </c:pt>
                <c:pt idx="196">
                  <c:v>814</c:v>
                </c:pt>
                <c:pt idx="197">
                  <c:v>815</c:v>
                </c:pt>
                <c:pt idx="198">
                  <c:v>816</c:v>
                </c:pt>
                <c:pt idx="199">
                  <c:v>817</c:v>
                </c:pt>
                <c:pt idx="200">
                  <c:v>818</c:v>
                </c:pt>
                <c:pt idx="201">
                  <c:v>819</c:v>
                </c:pt>
                <c:pt idx="202">
                  <c:v>820</c:v>
                </c:pt>
                <c:pt idx="203">
                  <c:v>821</c:v>
                </c:pt>
                <c:pt idx="204">
                  <c:v>822</c:v>
                </c:pt>
                <c:pt idx="205">
                  <c:v>823</c:v>
                </c:pt>
                <c:pt idx="206">
                  <c:v>824</c:v>
                </c:pt>
                <c:pt idx="207">
                  <c:v>825</c:v>
                </c:pt>
                <c:pt idx="208">
                  <c:v>826</c:v>
                </c:pt>
                <c:pt idx="209">
                  <c:v>827</c:v>
                </c:pt>
                <c:pt idx="210">
                  <c:v>828</c:v>
                </c:pt>
                <c:pt idx="211">
                  <c:v>829</c:v>
                </c:pt>
                <c:pt idx="212">
                  <c:v>830</c:v>
                </c:pt>
                <c:pt idx="213">
                  <c:v>831</c:v>
                </c:pt>
                <c:pt idx="214">
                  <c:v>832</c:v>
                </c:pt>
              </c:numCache>
            </c:numRef>
          </c:cat>
          <c:val>
            <c:numRef>
              <c:f>'FICO Dist'!$C$147:$C$361</c:f>
              <c:numCache>
                <c:formatCode>General</c:formatCode>
                <c:ptCount val="215"/>
                <c:pt idx="0">
                  <c:v>35</c:v>
                </c:pt>
                <c:pt idx="1">
                  <c:v>38</c:v>
                </c:pt>
                <c:pt idx="2">
                  <c:v>151</c:v>
                </c:pt>
                <c:pt idx="3">
                  <c:v>144</c:v>
                </c:pt>
                <c:pt idx="4">
                  <c:v>135</c:v>
                </c:pt>
                <c:pt idx="5">
                  <c:v>131</c:v>
                </c:pt>
                <c:pt idx="6">
                  <c:v>125</c:v>
                </c:pt>
                <c:pt idx="7">
                  <c:v>141</c:v>
                </c:pt>
                <c:pt idx="8">
                  <c:v>188</c:v>
                </c:pt>
                <c:pt idx="9">
                  <c:v>170</c:v>
                </c:pt>
                <c:pt idx="10">
                  <c:v>182</c:v>
                </c:pt>
                <c:pt idx="11">
                  <c:v>174</c:v>
                </c:pt>
                <c:pt idx="12">
                  <c:v>159</c:v>
                </c:pt>
                <c:pt idx="13">
                  <c:v>177</c:v>
                </c:pt>
                <c:pt idx="14">
                  <c:v>207</c:v>
                </c:pt>
                <c:pt idx="15">
                  <c:v>180</c:v>
                </c:pt>
                <c:pt idx="16">
                  <c:v>176</c:v>
                </c:pt>
                <c:pt idx="17">
                  <c:v>205</c:v>
                </c:pt>
                <c:pt idx="18">
                  <c:v>187</c:v>
                </c:pt>
                <c:pt idx="19">
                  <c:v>190</c:v>
                </c:pt>
                <c:pt idx="20">
                  <c:v>229</c:v>
                </c:pt>
                <c:pt idx="21">
                  <c:v>212</c:v>
                </c:pt>
                <c:pt idx="22">
                  <c:v>251</c:v>
                </c:pt>
                <c:pt idx="23">
                  <c:v>228</c:v>
                </c:pt>
                <c:pt idx="24">
                  <c:v>277</c:v>
                </c:pt>
                <c:pt idx="25">
                  <c:v>253</c:v>
                </c:pt>
                <c:pt idx="26">
                  <c:v>265</c:v>
                </c:pt>
                <c:pt idx="27">
                  <c:v>243</c:v>
                </c:pt>
                <c:pt idx="28">
                  <c:v>305</c:v>
                </c:pt>
                <c:pt idx="29">
                  <c:v>344</c:v>
                </c:pt>
                <c:pt idx="30">
                  <c:v>258</c:v>
                </c:pt>
                <c:pt idx="31">
                  <c:v>318</c:v>
                </c:pt>
                <c:pt idx="32">
                  <c:v>292</c:v>
                </c:pt>
                <c:pt idx="33">
                  <c:v>340</c:v>
                </c:pt>
                <c:pt idx="34">
                  <c:v>306</c:v>
                </c:pt>
                <c:pt idx="35">
                  <c:v>326</c:v>
                </c:pt>
                <c:pt idx="36">
                  <c:v>328</c:v>
                </c:pt>
                <c:pt idx="37">
                  <c:v>314</c:v>
                </c:pt>
                <c:pt idx="38">
                  <c:v>322</c:v>
                </c:pt>
                <c:pt idx="39">
                  <c:v>317</c:v>
                </c:pt>
                <c:pt idx="40">
                  <c:v>315</c:v>
                </c:pt>
                <c:pt idx="41">
                  <c:v>341</c:v>
                </c:pt>
                <c:pt idx="42">
                  <c:v>418</c:v>
                </c:pt>
                <c:pt idx="43">
                  <c:v>432</c:v>
                </c:pt>
                <c:pt idx="44">
                  <c:v>423</c:v>
                </c:pt>
                <c:pt idx="45">
                  <c:v>430</c:v>
                </c:pt>
                <c:pt idx="46">
                  <c:v>449</c:v>
                </c:pt>
                <c:pt idx="47">
                  <c:v>394</c:v>
                </c:pt>
                <c:pt idx="48">
                  <c:v>409</c:v>
                </c:pt>
                <c:pt idx="49">
                  <c:v>418</c:v>
                </c:pt>
                <c:pt idx="50">
                  <c:v>445</c:v>
                </c:pt>
                <c:pt idx="51">
                  <c:v>455</c:v>
                </c:pt>
                <c:pt idx="52">
                  <c:v>464</c:v>
                </c:pt>
                <c:pt idx="53">
                  <c:v>450</c:v>
                </c:pt>
                <c:pt idx="54">
                  <c:v>488</c:v>
                </c:pt>
                <c:pt idx="55">
                  <c:v>496</c:v>
                </c:pt>
                <c:pt idx="56">
                  <c:v>482</c:v>
                </c:pt>
                <c:pt idx="57">
                  <c:v>525</c:v>
                </c:pt>
                <c:pt idx="58">
                  <c:v>530</c:v>
                </c:pt>
                <c:pt idx="59">
                  <c:v>511</c:v>
                </c:pt>
                <c:pt idx="60">
                  <c:v>521</c:v>
                </c:pt>
                <c:pt idx="61">
                  <c:v>493</c:v>
                </c:pt>
                <c:pt idx="62">
                  <c:v>638</c:v>
                </c:pt>
                <c:pt idx="63">
                  <c:v>594</c:v>
                </c:pt>
                <c:pt idx="64">
                  <c:v>668</c:v>
                </c:pt>
                <c:pt idx="65">
                  <c:v>645</c:v>
                </c:pt>
                <c:pt idx="66">
                  <c:v>682</c:v>
                </c:pt>
                <c:pt idx="67">
                  <c:v>663</c:v>
                </c:pt>
                <c:pt idx="68">
                  <c:v>651</c:v>
                </c:pt>
                <c:pt idx="69">
                  <c:v>626</c:v>
                </c:pt>
                <c:pt idx="70">
                  <c:v>692</c:v>
                </c:pt>
                <c:pt idx="71">
                  <c:v>653</c:v>
                </c:pt>
                <c:pt idx="72">
                  <c:v>666</c:v>
                </c:pt>
                <c:pt idx="73">
                  <c:v>655</c:v>
                </c:pt>
                <c:pt idx="74">
                  <c:v>716</c:v>
                </c:pt>
                <c:pt idx="75">
                  <c:v>731</c:v>
                </c:pt>
                <c:pt idx="76">
                  <c:v>688</c:v>
                </c:pt>
                <c:pt idx="77">
                  <c:v>712</c:v>
                </c:pt>
                <c:pt idx="78">
                  <c:v>673</c:v>
                </c:pt>
                <c:pt idx="79">
                  <c:v>731</c:v>
                </c:pt>
                <c:pt idx="80">
                  <c:v>719</c:v>
                </c:pt>
                <c:pt idx="81">
                  <c:v>698</c:v>
                </c:pt>
                <c:pt idx="82">
                  <c:v>865</c:v>
                </c:pt>
                <c:pt idx="83">
                  <c:v>838</c:v>
                </c:pt>
                <c:pt idx="84">
                  <c:v>890</c:v>
                </c:pt>
                <c:pt idx="85">
                  <c:v>990</c:v>
                </c:pt>
                <c:pt idx="86">
                  <c:v>830</c:v>
                </c:pt>
                <c:pt idx="87">
                  <c:v>918</c:v>
                </c:pt>
                <c:pt idx="88">
                  <c:v>860</c:v>
                </c:pt>
                <c:pt idx="89">
                  <c:v>851</c:v>
                </c:pt>
                <c:pt idx="90">
                  <c:v>865</c:v>
                </c:pt>
                <c:pt idx="91">
                  <c:v>894</c:v>
                </c:pt>
                <c:pt idx="92">
                  <c:v>763</c:v>
                </c:pt>
                <c:pt idx="93">
                  <c:v>886</c:v>
                </c:pt>
                <c:pt idx="94">
                  <c:v>894</c:v>
                </c:pt>
                <c:pt idx="95">
                  <c:v>844</c:v>
                </c:pt>
                <c:pt idx="96">
                  <c:v>899</c:v>
                </c:pt>
                <c:pt idx="97">
                  <c:v>830</c:v>
                </c:pt>
                <c:pt idx="98">
                  <c:v>982</c:v>
                </c:pt>
                <c:pt idx="99">
                  <c:v>812</c:v>
                </c:pt>
                <c:pt idx="100">
                  <c:v>760</c:v>
                </c:pt>
                <c:pt idx="101">
                  <c:v>847</c:v>
                </c:pt>
                <c:pt idx="102">
                  <c:v>988</c:v>
                </c:pt>
                <c:pt idx="103">
                  <c:v>1012</c:v>
                </c:pt>
                <c:pt idx="104">
                  <c:v>1075</c:v>
                </c:pt>
                <c:pt idx="105">
                  <c:v>952</c:v>
                </c:pt>
                <c:pt idx="106">
                  <c:v>1118</c:v>
                </c:pt>
                <c:pt idx="107">
                  <c:v>1141</c:v>
                </c:pt>
                <c:pt idx="108">
                  <c:v>1098</c:v>
                </c:pt>
                <c:pt idx="109">
                  <c:v>1181</c:v>
                </c:pt>
                <c:pt idx="110">
                  <c:v>924</c:v>
                </c:pt>
                <c:pt idx="111">
                  <c:v>1004</c:v>
                </c:pt>
                <c:pt idx="112">
                  <c:v>1023</c:v>
                </c:pt>
                <c:pt idx="113">
                  <c:v>991</c:v>
                </c:pt>
                <c:pt idx="114">
                  <c:v>1031</c:v>
                </c:pt>
                <c:pt idx="115">
                  <c:v>1025</c:v>
                </c:pt>
                <c:pt idx="116">
                  <c:v>1005</c:v>
                </c:pt>
                <c:pt idx="117">
                  <c:v>1014</c:v>
                </c:pt>
                <c:pt idx="118">
                  <c:v>999</c:v>
                </c:pt>
                <c:pt idx="119">
                  <c:v>1071</c:v>
                </c:pt>
                <c:pt idx="120">
                  <c:v>1148</c:v>
                </c:pt>
                <c:pt idx="121">
                  <c:v>1087</c:v>
                </c:pt>
                <c:pt idx="122">
                  <c:v>1081</c:v>
                </c:pt>
                <c:pt idx="123">
                  <c:v>1096</c:v>
                </c:pt>
                <c:pt idx="124">
                  <c:v>1206</c:v>
                </c:pt>
                <c:pt idx="125">
                  <c:v>1178</c:v>
                </c:pt>
                <c:pt idx="126">
                  <c:v>1161</c:v>
                </c:pt>
                <c:pt idx="127">
                  <c:v>1250</c:v>
                </c:pt>
                <c:pt idx="128">
                  <c:v>1296</c:v>
                </c:pt>
                <c:pt idx="129">
                  <c:v>1165</c:v>
                </c:pt>
                <c:pt idx="130">
                  <c:v>1040</c:v>
                </c:pt>
                <c:pt idx="131">
                  <c:v>1255</c:v>
                </c:pt>
                <c:pt idx="132">
                  <c:v>1298</c:v>
                </c:pt>
                <c:pt idx="133">
                  <c:v>1270</c:v>
                </c:pt>
                <c:pt idx="134">
                  <c:v>1311</c:v>
                </c:pt>
                <c:pt idx="135">
                  <c:v>1287</c:v>
                </c:pt>
                <c:pt idx="136">
                  <c:v>1327</c:v>
                </c:pt>
                <c:pt idx="137">
                  <c:v>1381</c:v>
                </c:pt>
                <c:pt idx="138">
                  <c:v>1526</c:v>
                </c:pt>
                <c:pt idx="139">
                  <c:v>1344</c:v>
                </c:pt>
                <c:pt idx="140">
                  <c:v>1359</c:v>
                </c:pt>
                <c:pt idx="141">
                  <c:v>1573</c:v>
                </c:pt>
                <c:pt idx="142">
                  <c:v>1457</c:v>
                </c:pt>
                <c:pt idx="143">
                  <c:v>1458</c:v>
                </c:pt>
                <c:pt idx="144">
                  <c:v>1573</c:v>
                </c:pt>
                <c:pt idx="145">
                  <c:v>1532</c:v>
                </c:pt>
                <c:pt idx="146">
                  <c:v>1472</c:v>
                </c:pt>
                <c:pt idx="147">
                  <c:v>1455</c:v>
                </c:pt>
                <c:pt idx="148">
                  <c:v>1657</c:v>
                </c:pt>
                <c:pt idx="149">
                  <c:v>1660</c:v>
                </c:pt>
                <c:pt idx="150">
                  <c:v>1463</c:v>
                </c:pt>
                <c:pt idx="151">
                  <c:v>1469</c:v>
                </c:pt>
                <c:pt idx="152">
                  <c:v>1859</c:v>
                </c:pt>
                <c:pt idx="153">
                  <c:v>1695</c:v>
                </c:pt>
                <c:pt idx="154">
                  <c:v>1575</c:v>
                </c:pt>
                <c:pt idx="155">
                  <c:v>1797</c:v>
                </c:pt>
                <c:pt idx="156">
                  <c:v>1764</c:v>
                </c:pt>
                <c:pt idx="157">
                  <c:v>1622</c:v>
                </c:pt>
                <c:pt idx="158">
                  <c:v>1823</c:v>
                </c:pt>
                <c:pt idx="159">
                  <c:v>1756</c:v>
                </c:pt>
                <c:pt idx="160">
                  <c:v>1942</c:v>
                </c:pt>
                <c:pt idx="161">
                  <c:v>1878</c:v>
                </c:pt>
                <c:pt idx="162">
                  <c:v>1881</c:v>
                </c:pt>
                <c:pt idx="163">
                  <c:v>1924</c:v>
                </c:pt>
                <c:pt idx="164">
                  <c:v>1845</c:v>
                </c:pt>
                <c:pt idx="165">
                  <c:v>1907</c:v>
                </c:pt>
                <c:pt idx="166">
                  <c:v>2111</c:v>
                </c:pt>
                <c:pt idx="167">
                  <c:v>1825</c:v>
                </c:pt>
                <c:pt idx="168">
                  <c:v>1909</c:v>
                </c:pt>
                <c:pt idx="169">
                  <c:v>2338</c:v>
                </c:pt>
                <c:pt idx="170">
                  <c:v>1882</c:v>
                </c:pt>
                <c:pt idx="171">
                  <c:v>1747</c:v>
                </c:pt>
                <c:pt idx="172">
                  <c:v>2264</c:v>
                </c:pt>
                <c:pt idx="173">
                  <c:v>2280</c:v>
                </c:pt>
                <c:pt idx="174">
                  <c:v>1936</c:v>
                </c:pt>
                <c:pt idx="175">
                  <c:v>2024</c:v>
                </c:pt>
                <c:pt idx="176">
                  <c:v>1974</c:v>
                </c:pt>
                <c:pt idx="177">
                  <c:v>1886</c:v>
                </c:pt>
                <c:pt idx="178">
                  <c:v>2148</c:v>
                </c:pt>
                <c:pt idx="179">
                  <c:v>2222</c:v>
                </c:pt>
                <c:pt idx="180">
                  <c:v>1973</c:v>
                </c:pt>
                <c:pt idx="181">
                  <c:v>1936</c:v>
                </c:pt>
                <c:pt idx="182">
                  <c:v>2147</c:v>
                </c:pt>
                <c:pt idx="183">
                  <c:v>2551</c:v>
                </c:pt>
                <c:pt idx="184">
                  <c:v>2170</c:v>
                </c:pt>
                <c:pt idx="185">
                  <c:v>1634</c:v>
                </c:pt>
                <c:pt idx="186">
                  <c:v>1822</c:v>
                </c:pt>
                <c:pt idx="187">
                  <c:v>1292</c:v>
                </c:pt>
                <c:pt idx="188">
                  <c:v>1520</c:v>
                </c:pt>
                <c:pt idx="189">
                  <c:v>1323</c:v>
                </c:pt>
                <c:pt idx="190">
                  <c:v>1913</c:v>
                </c:pt>
                <c:pt idx="191">
                  <c:v>2261</c:v>
                </c:pt>
                <c:pt idx="192">
                  <c:v>958</c:v>
                </c:pt>
                <c:pt idx="193">
                  <c:v>1173</c:v>
                </c:pt>
                <c:pt idx="194">
                  <c:v>1298</c:v>
                </c:pt>
                <c:pt idx="195">
                  <c:v>1227</c:v>
                </c:pt>
                <c:pt idx="196">
                  <c:v>836</c:v>
                </c:pt>
                <c:pt idx="197">
                  <c:v>578</c:v>
                </c:pt>
                <c:pt idx="198">
                  <c:v>954</c:v>
                </c:pt>
                <c:pt idx="199">
                  <c:v>567</c:v>
                </c:pt>
                <c:pt idx="200">
                  <c:v>222</c:v>
                </c:pt>
                <c:pt idx="201">
                  <c:v>462</c:v>
                </c:pt>
                <c:pt idx="202">
                  <c:v>478</c:v>
                </c:pt>
                <c:pt idx="203">
                  <c:v>71</c:v>
                </c:pt>
                <c:pt idx="204">
                  <c:v>72</c:v>
                </c:pt>
                <c:pt idx="205">
                  <c:v>295</c:v>
                </c:pt>
                <c:pt idx="206">
                  <c:v>33</c:v>
                </c:pt>
                <c:pt idx="207">
                  <c:v>46</c:v>
                </c:pt>
                <c:pt idx="208">
                  <c:v>18</c:v>
                </c:pt>
                <c:pt idx="209">
                  <c:v>6</c:v>
                </c:pt>
                <c:pt idx="210">
                  <c:v>8</c:v>
                </c:pt>
                <c:pt idx="211">
                  <c:v>24</c:v>
                </c:pt>
                <c:pt idx="212">
                  <c:v>1</c:v>
                </c:pt>
                <c:pt idx="213">
                  <c:v>2</c:v>
                </c:pt>
                <c:pt idx="214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946496"/>
        <c:axId val="211968768"/>
      </c:barChart>
      <c:catAx>
        <c:axId val="211946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1968768"/>
        <c:crosses val="autoZero"/>
        <c:auto val="1"/>
        <c:lblAlgn val="ctr"/>
        <c:lblOffset val="100"/>
        <c:noMultiLvlLbl val="0"/>
      </c:catAx>
      <c:valAx>
        <c:axId val="211968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94649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chart" Target="../charts/chart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chart" Target="../charts/chart2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Approximating the Percentage of </a:t>
            </a:r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Refinancible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MBS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+mn-lt"/>
              </a:rPr>
              <a:t>Prepayment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>
                <a:latin typeface="+mn-lt"/>
              </a:rPr>
              <a:t>Residential </a:t>
            </a:r>
            <a:r>
              <a:rPr lang="en-US" dirty="0" smtClean="0">
                <a:latin typeface="+mn-lt"/>
              </a:rPr>
              <a:t>Mortgages</a:t>
            </a:r>
            <a:endParaRPr lang="en-US" sz="1200" b="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626" y="2453699"/>
            <a:ext cx="860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  <a:cs typeface="Arial" panose="020B0604020202020204" pitchFamily="34" charset="0"/>
              </a:rPr>
              <a:t>I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nvestor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in a MBS has a short position in a call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right to prepay, a put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option to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default, and also a long position in a non-callable bond.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Prepayments alter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cash flow of the MBS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and thus its return. So,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key to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estimating the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value of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 MBS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is to accurately estimate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the prepayment activity. 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113632" y="1244084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6114" y="1090196"/>
            <a:ext cx="356053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Prepayment Importance 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713" y="1639601"/>
            <a:ext cx="1927860" cy="302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rgbClr val="FFFFFF"/>
                </a:solidFill>
              </a:rPr>
              <a:t>MBS Valuation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6233" y="1639601"/>
            <a:ext cx="1927860" cy="3028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chemeClr val="tx1"/>
                </a:solidFill>
              </a:rPr>
              <a:t>Cash Flow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1895" y="1640600"/>
            <a:ext cx="1927860" cy="287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cs typeface="Arial" panose="020B0604020202020204" pitchFamily="34" charset="0"/>
              </a:rPr>
              <a:t>Prepayment</a:t>
            </a:r>
            <a:endParaRPr lang="en-US" sz="13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1"/>
            <a:endCxn id="26" idx="3"/>
          </p:cNvCxnSpPr>
          <p:nvPr/>
        </p:nvCxnSpPr>
        <p:spPr>
          <a:xfrm flipH="1">
            <a:off x="2675573" y="1791002"/>
            <a:ext cx="147066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1"/>
            <a:endCxn id="27" idx="3"/>
          </p:cNvCxnSpPr>
          <p:nvPr/>
        </p:nvCxnSpPr>
        <p:spPr>
          <a:xfrm flipH="1">
            <a:off x="6074093" y="1784307"/>
            <a:ext cx="1467802" cy="6695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8" idx="2"/>
            <a:endCxn id="26" idx="2"/>
          </p:cNvCxnSpPr>
          <p:nvPr/>
        </p:nvCxnSpPr>
        <p:spPr>
          <a:xfrm rot="5400000">
            <a:off x="5101540" y="-1461883"/>
            <a:ext cx="14389" cy="6794182"/>
          </a:xfrm>
          <a:prstGeom prst="curvedConnector3">
            <a:avLst>
              <a:gd name="adj1" fmla="val 2880249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23603"/>
              </p:ext>
            </p:extLst>
          </p:nvPr>
        </p:nvGraphicFramePr>
        <p:xfrm>
          <a:off x="237220" y="3438525"/>
          <a:ext cx="9515475" cy="329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9626" y="6406247"/>
            <a:ext cx="297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Good slide but Investment committee already knows this. Let’s skip.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𝑊𝐴𝐶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≥</m:t>
                      </m:r>
                      <m:r>
                        <a:rPr lang="en-US" sz="1400" b="0" i="1" smtClean="0">
                          <a:latin typeface="Cambria Math"/>
                        </a:rPr>
                        <m:t>𝑇h𝑟𝑒𝑠h𝑜𝑙𝑑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𝑃𝑜𝑜𝑙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blipFill rotWithShape="1">
                <a:blip r:embed="rId4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900370"/>
              </p:ext>
            </p:extLst>
          </p:nvPr>
        </p:nvGraphicFramePr>
        <p:xfrm>
          <a:off x="237220" y="1209674"/>
          <a:ext cx="9515475" cy="3218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sosceles Triangle 4"/>
          <p:cNvSpPr/>
          <p:nvPr/>
        </p:nvSpPr>
        <p:spPr>
          <a:xfrm rot="5400000">
            <a:off x="3069595" y="5157981"/>
            <a:ext cx="599003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2926719" y="588268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194594" y="4709988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0090" y="4540711"/>
            <a:ext cx="4129286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How we approximate the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universe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21968" y="6326743"/>
            <a:ext cx="2464431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57950" y="4941748"/>
            <a:ext cx="31613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Things may affect 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100% of Pool balance </a:t>
            </a:r>
            <a:r>
              <a:rPr lang="en-US" sz="1200" dirty="0">
                <a:latin typeface="+mn-lt"/>
              </a:rPr>
              <a:t>is </a:t>
            </a:r>
            <a:r>
              <a:rPr lang="en-US" sz="1200" dirty="0" smtClean="0">
                <a:latin typeface="+mn-lt"/>
              </a:rPr>
              <a:t>counted </a:t>
            </a:r>
            <a:r>
              <a:rPr lang="en-US" sz="1200" dirty="0">
                <a:latin typeface="+mn-lt"/>
              </a:rPr>
              <a:t>in </a:t>
            </a:r>
            <a:r>
              <a:rPr lang="en-US" sz="1200" dirty="0" smtClean="0">
                <a:latin typeface="+mn-lt"/>
              </a:rPr>
              <a:t>numerator.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All borrowers in a pool have the same WAC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and hence the same incentive.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9830" y="5002735"/>
            <a:ext cx="519020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191250" y="5042207"/>
            <a:ext cx="0" cy="1739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03369" y="614160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35408" y="6533379"/>
            <a:ext cx="2946717" cy="292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a loan level model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1194594" y="1088087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1027" y="956910"/>
            <a:ext cx="605773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Historical Conventional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Index vs. FGLMC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Universe (50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incentive)</a:t>
            </a:r>
          </a:p>
        </p:txBody>
      </p:sp>
    </p:spTree>
    <p:extLst>
      <p:ext uri="{BB962C8B-B14F-4D97-AF65-F5344CB8AC3E}">
        <p14:creationId xmlns:p14="http://schemas.microsoft.com/office/powerpoint/2010/main" val="38997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5" grpId="0" animBg="1"/>
      <p:bldP spid="25" grpId="0" animBg="1"/>
      <p:bldP spid="38" grpId="0" animBg="1"/>
      <p:bldP spid="6" grpId="0" animBg="1"/>
      <p:bldP spid="7" grpId="0"/>
      <p:bldP spid="40" grpId="0" animBg="1"/>
      <p:bldP spid="41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APPROACH TO 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1" i="1" smtClean="0">
                          <a:latin typeface="Cambria Math"/>
                        </a:rPr>
                        <m:t>𝑾𝑨𝑪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𝑷𝒐𝒐𝒍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blipFill rotWithShape="1">
                <a:blip r:embed="rId3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432869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70163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</a:rPr>
                        <m:t>𝑶𝒓𝒊𝒈𝑵𝒐𝒕𝒆𝑹𝒂𝒕𝒆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82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 smtClean="0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blipFill rotWithShape="1">
                <a:blip r:embed="rId5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009356" y="1154621"/>
            <a:ext cx="0" cy="1595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2738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</a:t>
            </a:r>
            <a:r>
              <a:rPr lang="en-US" sz="1400" dirty="0">
                <a:latin typeface="+mn-lt"/>
              </a:rPr>
              <a:t>borrowers in a pool </a:t>
            </a:r>
            <a:r>
              <a:rPr lang="en-US" sz="1400" dirty="0" smtClean="0">
                <a:latin typeface="+mn-lt"/>
              </a:rPr>
              <a:t>have the </a:t>
            </a:r>
            <a:r>
              <a:rPr lang="en-US" sz="1400" dirty="0">
                <a:latin typeface="+mn-lt"/>
              </a:rPr>
              <a:t>same </a:t>
            </a:r>
            <a:r>
              <a:rPr lang="en-US" sz="1400" dirty="0" smtClean="0">
                <a:latin typeface="+mn-lt"/>
              </a:rPr>
              <a:t>WAC </a:t>
            </a:r>
            <a:r>
              <a:rPr lang="en-US" sz="1400" dirty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hence the same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100% Pool balance is </a:t>
            </a:r>
            <a:r>
              <a:rPr lang="en-US" sz="1400" dirty="0" smtClean="0"/>
              <a:t>counted </a:t>
            </a:r>
            <a:r>
              <a:rPr lang="en-US" sz="1400" dirty="0"/>
              <a:t>in </a:t>
            </a:r>
            <a:r>
              <a:rPr lang="en-US" sz="1400" dirty="0" smtClean="0"/>
              <a:t>the numerator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4996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for each </a:t>
            </a:r>
            <a:r>
              <a:rPr lang="en-US" sz="1400" dirty="0" smtClean="0"/>
              <a:t>borrower</a:t>
            </a:r>
            <a:endParaRPr lang="en-US" sz="1400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Only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loans will be counted in the numerator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166074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3368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881467"/>
              </p:ext>
            </p:extLst>
          </p:nvPr>
        </p:nvGraphicFramePr>
        <p:xfrm>
          <a:off x="230819" y="4143374"/>
          <a:ext cx="7152666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657225" y="4073752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4318" y="3942575"/>
            <a:ext cx="3158328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 Model vs Loan Level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40412" y="4081074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Question:</a:t>
            </a:r>
          </a:p>
          <a:p>
            <a:r>
              <a:rPr lang="en-US" sz="1400" dirty="0" smtClean="0">
                <a:latin typeface="+mn-lt"/>
              </a:rPr>
              <a:t>Does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– PMMS) truly measure the incentive?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0411" y="5049080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Other costs should be taken into account.</a:t>
            </a:r>
            <a:endParaRPr lang="en-US" sz="1400" dirty="0">
              <a:latin typeface="+mn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5658" y="1501198"/>
            <a:ext cx="2187292" cy="26161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7340409" y="5981701"/>
            <a:ext cx="2424349" cy="600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LLPA</a:t>
            </a:r>
            <a:endParaRPr lang="en-US" dirty="0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7778248" y="4885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7805957" y="5647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9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LLPA MATRIX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24083" y="2183424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 reality, the available rate depends on loan/borrower/property characteristics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76238"/>
              </p:ext>
            </p:extLst>
          </p:nvPr>
        </p:nvGraphicFramePr>
        <p:xfrm>
          <a:off x="396175" y="3615986"/>
          <a:ext cx="9131303" cy="2667000"/>
        </p:xfrm>
        <a:graphic>
          <a:graphicData uri="http://schemas.openxmlformats.org/drawingml/2006/table">
            <a:tbl>
              <a:tblPr/>
              <a:tblGrid>
                <a:gridCol w="2330583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417K (purchase &amp; rate-term)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8" name="Straight Connector 47"/>
          <p:cNvCxnSpPr/>
          <p:nvPr/>
        </p:nvCxnSpPr>
        <p:spPr>
          <a:xfrm>
            <a:off x="1643587" y="3425278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93405" y="3256001"/>
            <a:ext cx="194817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LLPA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174" y="6370675"/>
            <a:ext cx="92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e.g. </a:t>
            </a:r>
            <a:r>
              <a:rPr lang="en-US" sz="1400" dirty="0" smtClean="0"/>
              <a:t>A borrower with LTV 76, FICO 710, investment property, regular loan size, paying mortgage rate of 4.5%: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30072" y="43828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430072" y="57163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8695" y="6678452"/>
            <a:ext cx="421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Without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= 92 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18" y="6678452"/>
            <a:ext cx="4610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- (1.25+3)/4= -14.25 bps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3405" y="667845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Refinancible</a:t>
            </a:r>
            <a:endParaRPr lang="en-US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8390638" y="663109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89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 animBg="1"/>
      <p:bldP spid="51" grpId="0" animBg="1"/>
      <p:bldP spid="52" grpId="0"/>
      <p:bldP spid="53" grpId="0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1169551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 </a:t>
            </a:r>
            <a:r>
              <a:rPr lang="en-US" sz="1400" dirty="0"/>
              <a:t>reality, the available rate depends on loan/borrower/property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36877" y="3852446"/>
            <a:ext cx="5935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4295" y="3683169"/>
            <a:ext cx="210428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161448"/>
              </p:ext>
            </p:extLst>
          </p:nvPr>
        </p:nvGraphicFramePr>
        <p:xfrm>
          <a:off x="232175" y="4019550"/>
          <a:ext cx="6597250" cy="29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54060" y="3716090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The LLPA matrix is updated from time to time.</a:t>
            </a:r>
            <a:endParaRPr lang="en-US" sz="1400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4059" y="4684096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a constant LLPA matrix affects calculation accuracy</a:t>
            </a:r>
            <a:endParaRPr lang="en-US" sz="1400" dirty="0"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54056" y="5825067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time-dependent LLPA</a:t>
            </a:r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7591896" y="45201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619605" y="5539370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LLPA UPDATES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441035" y="3602345"/>
            <a:ext cx="9020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8314" y="3427054"/>
            <a:ext cx="280035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omponent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changes when the LLPA matrix changes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146207"/>
              </p:ext>
            </p:extLst>
          </p:nvPr>
        </p:nvGraphicFramePr>
        <p:xfrm>
          <a:off x="207514" y="4208638"/>
          <a:ext cx="4650975" cy="20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95"/>
                <a:gridCol w="930195"/>
                <a:gridCol w="930195"/>
                <a:gridCol w="930195"/>
                <a:gridCol w="930195"/>
              </a:tblGrid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Updates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LTV</a:t>
                      </a:r>
                      <a:r>
                        <a:rPr lang="en-US" sz="1200" baseline="0" dirty="0" smtClean="0"/>
                        <a:t> &amp; FICO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09/22/2011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12/16/2013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01/07/2015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Occupancy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Unit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High</a:t>
                      </a:r>
                      <a:r>
                        <a:rPr lang="en-US" sz="1200" baseline="0" dirty="0" smtClean="0"/>
                        <a:t> LTV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AMDC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5190481" y="3865491"/>
            <a:ext cx="4362759" cy="603746"/>
            <a:chOff x="1266825" y="1628775"/>
            <a:chExt cx="6580188" cy="431801"/>
          </a:xfrm>
        </p:grpSpPr>
        <p:sp>
          <p:nvSpPr>
            <p:cNvPr id="68" name="Text Box 4"/>
            <p:cNvSpPr txBox="1">
              <a:spLocks noChangeArrowheads="1"/>
            </p:cNvSpPr>
            <p:nvPr/>
          </p:nvSpPr>
          <p:spPr bwMode="auto">
            <a:xfrm>
              <a:off x="1865313" y="1628775"/>
              <a:ext cx="598487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Sep 2011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060700" y="1628775"/>
              <a:ext cx="598488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Nov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4257675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Dec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5453063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2014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6650038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2015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1266825" y="1916114"/>
              <a:ext cx="6580188" cy="144462"/>
            </a:xfrm>
            <a:custGeom>
              <a:avLst/>
              <a:gdLst>
                <a:gd name="T0" fmla="*/ 0 w 4490"/>
                <a:gd name="T1" fmla="*/ 2147483647 h 91"/>
                <a:gd name="T2" fmla="*/ 0 w 4490"/>
                <a:gd name="T3" fmla="*/ 0 h 91"/>
                <a:gd name="T4" fmla="*/ 2147483647 w 4490"/>
                <a:gd name="T5" fmla="*/ 0 h 91"/>
                <a:gd name="T6" fmla="*/ 2147483647 w 4490"/>
                <a:gd name="T7" fmla="*/ 2147483647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90"/>
                <a:gd name="T13" fmla="*/ 0 h 91"/>
                <a:gd name="T14" fmla="*/ 4490 w 4490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90" h="91">
                  <a:moveTo>
                    <a:pt x="0" y="91"/>
                  </a:moveTo>
                  <a:lnTo>
                    <a:pt x="0" y="0"/>
                  </a:lnTo>
                  <a:lnTo>
                    <a:pt x="4490" y="0"/>
                  </a:lnTo>
                  <a:lnTo>
                    <a:pt x="4490" y="91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0" name="AutoShape 16"/>
            <p:cNvSpPr>
              <a:spLocks noChangeArrowheads="1"/>
            </p:cNvSpPr>
            <p:nvPr/>
          </p:nvSpPr>
          <p:spPr bwMode="auto">
            <a:xfrm>
              <a:off x="2065338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326072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4" name="AutoShape 20"/>
            <p:cNvSpPr>
              <a:spLocks noChangeArrowheads="1"/>
            </p:cNvSpPr>
            <p:nvPr/>
          </p:nvSpPr>
          <p:spPr bwMode="auto">
            <a:xfrm>
              <a:off x="4456113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6" name="AutoShape 22"/>
            <p:cNvSpPr>
              <a:spLocks noChangeArrowheads="1"/>
            </p:cNvSpPr>
            <p:nvPr/>
          </p:nvSpPr>
          <p:spPr bwMode="auto">
            <a:xfrm>
              <a:off x="5651500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684847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18882"/>
              </p:ext>
            </p:extLst>
          </p:nvPr>
        </p:nvGraphicFramePr>
        <p:xfrm>
          <a:off x="5190479" y="4574460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19936"/>
              </p:ext>
            </p:extLst>
          </p:nvPr>
        </p:nvGraphicFramePr>
        <p:xfrm>
          <a:off x="5190479" y="4933553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18966"/>
                <a:gridCol w="24384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Occupancy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75935"/>
              </p:ext>
            </p:extLst>
          </p:nvPr>
        </p:nvGraphicFramePr>
        <p:xfrm>
          <a:off x="5190479" y="5292646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85554"/>
              </p:ext>
            </p:extLst>
          </p:nvPr>
        </p:nvGraphicFramePr>
        <p:xfrm>
          <a:off x="5190479" y="5651739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54526"/>
                <a:gridCol w="20828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</a:rPr>
                        <a:t> LTV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69275"/>
              </p:ext>
            </p:extLst>
          </p:nvPr>
        </p:nvGraphicFramePr>
        <p:xfrm>
          <a:off x="5190479" y="6010831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AMDC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V="1">
            <a:off x="7764780" y="4469237"/>
            <a:ext cx="0" cy="1939183"/>
          </a:xfrm>
          <a:prstGeom prst="line">
            <a:avLst/>
          </a:prstGeom>
          <a:ln w="38100">
            <a:solidFill>
              <a:srgbClr val="99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4918" y="6408420"/>
            <a:ext cx="134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e.g. </a:t>
            </a:r>
          </a:p>
          <a:p>
            <a:r>
              <a:rPr lang="en-US" sz="1200" dirty="0" smtClean="0"/>
              <a:t>as of 12/20/2013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3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6043" y="3735944"/>
            <a:ext cx="236360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Captures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should change when LLPA changes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208850"/>
              </p:ext>
            </p:extLst>
          </p:nvPr>
        </p:nvGraphicFramePr>
        <p:xfrm>
          <a:off x="290730" y="4091940"/>
          <a:ext cx="64453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32139" y="4226896"/>
            <a:ext cx="2424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Models using constant LLPA and time-dependent LLPA show fairly similar results.</a:t>
            </a:r>
          </a:p>
          <a:p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However, new </a:t>
            </a:r>
            <a:r>
              <a:rPr lang="en-US" sz="1400" dirty="0">
                <a:latin typeface="+mn-lt"/>
              </a:rPr>
              <a:t>time-dependent LLPA </a:t>
            </a:r>
            <a:r>
              <a:rPr lang="en-US" sz="1400" dirty="0" smtClean="0">
                <a:latin typeface="+mn-lt"/>
              </a:rPr>
              <a:t>model makes it possible to capture major LLPA changes in the future.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496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REFI INDEX VS DIFFERENT LLPA INCENTIVE MODELS</a:t>
            </a:r>
            <a:endParaRPr lang="en-US" sz="1200" b="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240905"/>
              </p:ext>
            </p:extLst>
          </p:nvPr>
        </p:nvGraphicFramePr>
        <p:xfrm>
          <a:off x="1584103" y="40157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439525"/>
              </p:ext>
            </p:extLst>
          </p:nvPr>
        </p:nvGraphicFramePr>
        <p:xfrm>
          <a:off x="1584103" y="11303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 rot="10800000">
            <a:off x="672822" y="123444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Pool Level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</a:t>
            </a:r>
          </a:p>
          <a:p>
            <a:pPr algn="ctr"/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 rot="10800000">
            <a:off x="672822" y="411480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Loan Level with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Time-dependent LLPA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5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 AND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3735944"/>
            <a:ext cx="182118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PMI cost, which is a major factor for high LTV borrowers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2138" y="3910637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PMI creates additional costs for high LTV borrowers.</a:t>
            </a:r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Thus, it lowers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borrower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37734"/>
              </p:ext>
            </p:extLst>
          </p:nvPr>
        </p:nvGraphicFramePr>
        <p:xfrm>
          <a:off x="5798888" y="1106379"/>
          <a:ext cx="3657600" cy="1905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740-759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720-739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700-719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680-699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660-679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640-659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620-639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89542"/>
              </p:ext>
            </p:extLst>
          </p:nvPr>
        </p:nvGraphicFramePr>
        <p:xfrm>
          <a:off x="437929" y="4074498"/>
          <a:ext cx="63057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32139" y="5003988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High LTV charges reduce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opportunities for those whose house value has declined. 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363296" y="4853986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363295" y="58155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925457" y="6020012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Affordable Refinance Program (HARP)</a:t>
            </a:r>
          </a:p>
        </p:txBody>
      </p:sp>
    </p:spTree>
    <p:extLst>
      <p:ext uri="{BB962C8B-B14F-4D97-AF65-F5344CB8AC3E}">
        <p14:creationId xmlns:p14="http://schemas.microsoft.com/office/powerpoint/2010/main" val="12370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EFFECT: MORTGAGE CHARGES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Underestimates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  <m:r>
                      <a:rPr lang="en-US" sz="1400" b="1" i="1" smtClean="0">
                        <a:latin typeface="Cambria Math"/>
                      </a:rPr>
                      <m:t>%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690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a cap of 0.75%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5267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5344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2962" y="3325742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Blue color area has value &gt; 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63" y="5751374"/>
            <a:ext cx="1525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Extends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LTVs to &gt;97%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62" y="3937099"/>
            <a:ext cx="1525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Notice the cap is not only for the base LLPA matrix;</a:t>
            </a:r>
          </a:p>
          <a:p>
            <a:r>
              <a:rPr lang="en-US" sz="1400" dirty="0" smtClean="0">
                <a:latin typeface="+mn-lt"/>
              </a:rPr>
              <a:t>Will affect property type/ loan size as well</a:t>
            </a:r>
          </a:p>
        </p:txBody>
      </p:sp>
    </p:spTree>
    <p:extLst>
      <p:ext uri="{BB962C8B-B14F-4D97-AF65-F5344CB8AC3E}">
        <p14:creationId xmlns:p14="http://schemas.microsoft.com/office/powerpoint/2010/main" val="19528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 the </a:t>
            </a:r>
            <a:r>
              <a:rPr lang="en-US" sz="1400" dirty="0" err="1" smtClean="0"/>
              <a:t>refinancibles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108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59510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2962" y="3533954"/>
            <a:ext cx="152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All with Cap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61" y="4021871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Fairly close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378" y="4570033"/>
            <a:ext cx="15253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 capped regular LLPA as a proxy.</a:t>
            </a:r>
          </a:p>
          <a:p>
            <a:r>
              <a:rPr lang="en-US" sz="1400" dirty="0" smtClean="0">
                <a:latin typeface="+mn-lt"/>
              </a:rPr>
              <a:t>Because we don’t have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matrix in our database.</a:t>
            </a:r>
          </a:p>
        </p:txBody>
      </p:sp>
      <p:sp>
        <p:nvSpPr>
          <p:cNvPr id="29" name="TextBox 28"/>
          <p:cNvSpPr txBox="1"/>
          <p:nvPr/>
        </p:nvSpPr>
        <p:spPr>
          <a:xfrm rot="10800000">
            <a:off x="260312" y="3155733"/>
            <a:ext cx="430887" cy="40046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After Cap</a:t>
            </a:r>
          </a:p>
        </p:txBody>
      </p:sp>
    </p:spTree>
    <p:extLst>
      <p:ext uri="{BB962C8B-B14F-4D97-AF65-F5344CB8AC3E}">
        <p14:creationId xmlns:p14="http://schemas.microsoft.com/office/powerpoint/2010/main" val="116988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05393"/>
              </p:ext>
            </p:extLst>
          </p:nvPr>
        </p:nvGraphicFramePr>
        <p:xfrm>
          <a:off x="329565" y="1154795"/>
          <a:ext cx="67036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HOW HARP AFFECTS THE REFINANCIBLE UNIVERSE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significantly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for the loans originated before June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r>
              <a:rPr lang="en-US" sz="1400" dirty="0" smtClean="0">
                <a:latin typeface="+mn-lt"/>
              </a:rPr>
              <a:t>High LTV borrower decrease through time.</a:t>
            </a:r>
          </a:p>
        </p:txBody>
      </p:sp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845758"/>
              </p:ext>
            </p:extLst>
          </p:nvPr>
        </p:nvGraphicFramePr>
        <p:xfrm>
          <a:off x="175260" y="4164695"/>
          <a:ext cx="68579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246642" y="453217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Most (80%) of the borrowers who are eligible for HARP have already refinanced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6642" y="5352932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balance has decreased from 500B to 100B</a:t>
            </a:r>
          </a:p>
        </p:txBody>
      </p:sp>
    </p:spTree>
    <p:extLst>
      <p:ext uri="{BB962C8B-B14F-4D97-AF65-F5344CB8AC3E}">
        <p14:creationId xmlns:p14="http://schemas.microsoft.com/office/powerpoint/2010/main" val="9270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31520" y="435355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LOAN-LEVEL INCENTIVES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2240161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by 20% on 2011, then gradually converges to the “regular” </a:t>
            </a:r>
            <a:r>
              <a:rPr lang="en-US" sz="1400" dirty="0" err="1" smtClean="0">
                <a:latin typeface="+mn-lt"/>
              </a:rPr>
              <a:t>refinanceable</a:t>
            </a:r>
            <a:r>
              <a:rPr lang="en-US" sz="1400" dirty="0" smtClean="0">
                <a:latin typeface="+mn-lt"/>
              </a:rPr>
              <a:t> curve.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3372096"/>
            <a:ext cx="2506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curves converge: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High LTV borrower balances decrease,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-percentage for regular LLPA is high enough;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Most </a:t>
            </a:r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borrowers already refinanced.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168474"/>
              </p:ext>
            </p:extLst>
          </p:nvPr>
        </p:nvGraphicFramePr>
        <p:xfrm>
          <a:off x="460534" y="1429115"/>
          <a:ext cx="6645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1253" y="1220398"/>
            <a:ext cx="219843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HARP Increase </a:t>
            </a:r>
            <a:r>
              <a:rPr lang="en-US" sz="1200" b="1" dirty="0" err="1" smtClean="0">
                <a:latin typeface="+mn-lt"/>
              </a:rPr>
              <a:t>Refinancible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0765" y="4223810"/>
            <a:ext cx="261940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New Loan Level Model vs Pool Level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232563"/>
              </p:ext>
            </p:extLst>
          </p:nvPr>
        </p:nvGraphicFramePr>
        <p:xfrm>
          <a:off x="339112" y="4408029"/>
          <a:ext cx="69270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3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8621" y="1245405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Level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308621" y="1922013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08621" y="2598621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308621" y="3275229"/>
            <a:ext cx="2270760" cy="6760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Time-Dependent LLPA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08621" y="4170188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 + PMI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308621" y="4846799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HARP</a:t>
            </a:r>
            <a:endParaRPr lang="en-US" sz="1400" dirty="0"/>
          </a:p>
        </p:txBody>
      </p:sp>
      <p:sp>
        <p:nvSpPr>
          <p:cNvPr id="4" name="Down Arrow 3"/>
          <p:cNvSpPr/>
          <p:nvPr/>
        </p:nvSpPr>
        <p:spPr>
          <a:xfrm>
            <a:off x="2697480" y="1245403"/>
            <a:ext cx="106680" cy="4301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8621" y="5547007"/>
            <a:ext cx="2270760" cy="453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Closer to Reality</a:t>
            </a:r>
            <a:endParaRPr lang="en-US" sz="1400" dirty="0"/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606536"/>
              </p:ext>
            </p:extLst>
          </p:nvPr>
        </p:nvGraphicFramePr>
        <p:xfrm>
          <a:off x="3086100" y="1056887"/>
          <a:ext cx="6666595" cy="264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210633"/>
              </p:ext>
            </p:extLst>
          </p:nvPr>
        </p:nvGraphicFramePr>
        <p:xfrm>
          <a:off x="2903221" y="3759135"/>
          <a:ext cx="69104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673167"/>
              </p:ext>
            </p:extLst>
          </p:nvPr>
        </p:nvGraphicFramePr>
        <p:xfrm>
          <a:off x="2956561" y="3747169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574071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3676593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2945244"/>
              </p:ext>
            </p:extLst>
          </p:nvPr>
        </p:nvGraphicFramePr>
        <p:xfrm>
          <a:off x="2956561" y="3750443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480734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8621" y="6418012"/>
            <a:ext cx="8888719" cy="646331"/>
          </a:xfrm>
          <a:prstGeom prst="rect">
            <a:avLst/>
          </a:prstGeom>
          <a:noFill/>
          <a:ln w="1905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Two problems: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+mn-lt"/>
              </a:rPr>
              <a:t>The current methodology does not capture PMI a borrower is currently paying.</a:t>
            </a:r>
            <a:endParaRPr lang="en-US" sz="1200" dirty="0" smtClean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sz="1200" dirty="0" smtClean="0">
                <a:latin typeface="+mn-lt"/>
              </a:rPr>
              <a:t>The </a:t>
            </a:r>
            <a:r>
              <a:rPr lang="en-US" sz="1200" dirty="0">
                <a:latin typeface="+mn-lt"/>
              </a:rPr>
              <a:t>FGLMC loan level data is missing 2005 and earlier </a:t>
            </a:r>
            <a:r>
              <a:rPr lang="en-US" sz="1200" dirty="0" smtClean="0">
                <a:latin typeface="+mn-lt"/>
              </a:rPr>
              <a:t>loans</a:t>
            </a:r>
          </a:p>
        </p:txBody>
      </p:sp>
    </p:spTree>
    <p:extLst>
      <p:ext uri="{BB962C8B-B14F-4D97-AF65-F5344CB8AC3E}">
        <p14:creationId xmlns:p14="http://schemas.microsoft.com/office/powerpoint/2010/main" val="3266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Graphic spid="27" grpId="0">
        <p:bldAsOne/>
      </p:bldGraphic>
      <p:bldGraphic spid="2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1:</a:t>
            </a:r>
            <a:br>
              <a:rPr lang="en-US" dirty="0" smtClean="0"/>
            </a:br>
            <a:r>
              <a:rPr lang="en-US" dirty="0" smtClean="0"/>
              <a:t>Current Paying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b="1" dirty="0" smtClean="0"/>
                  <a:t>+ </a:t>
                </a:r>
                <a:r>
                  <a:rPr lang="en-US" sz="1400" b="1" i="1" dirty="0">
                    <a:latin typeface="Cambria Math"/>
                  </a:rPr>
                  <a:t>Current Paying PMI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Adjust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current paying PMI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blipFill rotWithShape="1">
                <a:blip r:embed="rId4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𝐶𝑎𝑝</m:t>
                    </m:r>
                    <m:r>
                      <a:rPr lang="en-US" sz="1400" b="0" i="1" smtClean="0">
                        <a:latin typeface="Cambria Math"/>
                      </a:rPr>
                      <m:t> 0.75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>
            <a:off x="387994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94740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6797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current methodology does not capture PMI a borrower is currently </a:t>
            </a:r>
            <a:r>
              <a:rPr lang="en-US" sz="1400" dirty="0" smtClean="0"/>
              <a:t>paying.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𝑪𝒖𝒓𝒓𝒆𝒏𝒕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𝑷𝒂𝒚𝒊𝒏𝒈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𝑷𝑴𝑰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𝑂𝐿𝑇𝑉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05181" y="3894892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closer to pool level estimation.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5182" y="5288042"/>
            <a:ext cx="24484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+mn-lt"/>
              </a:defRPr>
            </a:lvl1pPr>
          </a:lstStyle>
          <a:p>
            <a:r>
              <a:rPr lang="en-US" dirty="0" smtClean="0"/>
              <a:t>We </a:t>
            </a:r>
            <a:r>
              <a:rPr lang="en-US" dirty="0"/>
              <a:t>can only use a PMI number as a function of OLTV and FICO, which, in fact, is a function of OLTV, FICO and </a:t>
            </a:r>
            <a:r>
              <a:rPr lang="en-US" b="1" dirty="0"/>
              <a:t>coverage</a:t>
            </a:r>
            <a:r>
              <a:rPr lang="en-US" dirty="0"/>
              <a:t>. The PMI difference for highest and lowest coverage is 50 bps, which is quite a large number.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5182" y="4557356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2</a:t>
            </a:r>
            <a:r>
              <a:rPr lang="en-US" sz="1400" dirty="0" smtClean="0">
                <a:latin typeface="+mn-lt"/>
              </a:rPr>
              <a:t>% higher before 2015, 7% higher after 2015.</a:t>
            </a:r>
          </a:p>
        </p:txBody>
      </p:sp>
      <p:graphicFrame>
        <p:nvGraphicFramePr>
          <p:cNvPr id="54" name="Chart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619142"/>
              </p:ext>
            </p:extLst>
          </p:nvPr>
        </p:nvGraphicFramePr>
        <p:xfrm>
          <a:off x="289560" y="4074498"/>
          <a:ext cx="69113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50512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2:</a:t>
            </a:r>
            <a:br>
              <a:rPr lang="en-US" dirty="0" smtClean="0"/>
            </a:br>
            <a:r>
              <a:rPr lang="en-US" dirty="0" smtClean="0"/>
              <a:t>Pre 2005 Loan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43008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We use pool level data for an approximation for the missing 2005 data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97758" y="4767114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even closer to the pool level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482642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89388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563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The FGLMC loan level data is missing 2005 and earlier loans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en-US" sz="14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 smtClean="0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i="1">
                                      <a:latin typeface="Cambria Math"/>
                                    </a:rPr>
                                    <m:t>𝑅𝑒𝑓𝑖𝑛𝑎𝑛𝑐𝑖𝑏𝑙𝑒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𝑳𝒐𝒂𝒏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𝐵𝑎𝑙𝑎𝑛𝑐𝑒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𝑹𝒆𝒇𝒊𝒏𝒂𝒏𝒄𝒊𝒃𝒍𝒆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𝑷𝒐𝒐𝒍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𝑩𝒂𝒍𝒂𝒏𝒄𝒆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𝑷𝒓𝒆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𝟐𝟎𝟎𝟓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eqArr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𝒊𝒏𝒄𝒍𝒖𝒅𝒆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𝑷𝒓𝒆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𝟐𝟎𝟎𝟓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7324244" y="5442734"/>
            <a:ext cx="24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6</a:t>
            </a:r>
            <a:r>
              <a:rPr lang="en-US" sz="1400" dirty="0" smtClean="0">
                <a:latin typeface="+mn-lt"/>
              </a:rPr>
              <a:t>% higher than last step.</a:t>
            </a:r>
          </a:p>
        </p:txBody>
      </p:sp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6462030"/>
              </p:ext>
            </p:extLst>
          </p:nvPr>
        </p:nvGraphicFramePr>
        <p:xfrm>
          <a:off x="290446" y="3990201"/>
          <a:ext cx="6876315" cy="3134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blipFill rotWithShape="1">
                <a:blip r:embed="rId8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6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Result Comparison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After new updates, Loan level model shows a closer result to the Pool level one after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updates bring us 10% higher estimation.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3302" y="5348108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Pre-2005 effect contributes 6% increase; while current PMI contributes 2% to 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3302" y="4747618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Around 10% total increase after 2013; 6% before 2013.</a:t>
            </a:r>
          </a:p>
        </p:txBody>
      </p:sp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4883"/>
              </p:ext>
            </p:extLst>
          </p:nvPr>
        </p:nvGraphicFramePr>
        <p:xfrm>
          <a:off x="236220" y="4451212"/>
          <a:ext cx="7071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97380" y="1189621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After Two Updates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05100" y="4192379"/>
            <a:ext cx="191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1157682"/>
              </p:ext>
            </p:extLst>
          </p:nvPr>
        </p:nvGraphicFramePr>
        <p:xfrm>
          <a:off x="223252" y="1528176"/>
          <a:ext cx="6876315" cy="2664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064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endParaRPr lang="en-US" sz="1200" b="0" dirty="0"/>
          </a:p>
        </p:txBody>
      </p:sp>
      <p:sp>
        <p:nvSpPr>
          <p:cNvPr id="3" name="Rectangle 2"/>
          <p:cNvSpPr/>
          <p:nvPr/>
        </p:nvSpPr>
        <p:spPr>
          <a:xfrm>
            <a:off x="2533587" y="3356357"/>
            <a:ext cx="5029200" cy="1200171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Mortgage Rate Difference 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</a:p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Big 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Lenders and Small Lenders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Mortgage Rate Difference between Big Lenders and Small Lenders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9220" y="1327518"/>
            <a:ext cx="703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Is there a systematic mortgage rate difference exists between Big Lenders and Small Lenders?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9220" y="2092646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Three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8773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174751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2019452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79220" y="2407563"/>
            <a:ext cx="2286000" cy="2235588"/>
            <a:chOff x="1379220" y="2415540"/>
            <a:chExt cx="2286000" cy="2235588"/>
          </a:xfrm>
        </p:grpSpPr>
        <p:sp>
          <p:nvSpPr>
            <p:cNvPr id="42" name="TextBox 41"/>
            <p:cNvSpPr txBox="1"/>
            <p:nvPr/>
          </p:nvSpPr>
          <p:spPr>
            <a:xfrm>
              <a:off x="1379220" y="2688316"/>
              <a:ext cx="192024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n-lt"/>
                </a:rPr>
                <a:t>Wells </a:t>
              </a:r>
              <a:r>
                <a:rPr lang="en-US" sz="1200" dirty="0" smtClean="0">
                  <a:latin typeface="+mn-lt"/>
                </a:rPr>
                <a:t>Fargo</a:t>
              </a:r>
            </a:p>
            <a:p>
              <a:r>
                <a:rPr lang="en-US" sz="1200" dirty="0" smtClean="0">
                  <a:latin typeface="+mn-lt"/>
                </a:rPr>
                <a:t>Citi</a:t>
              </a:r>
            </a:p>
            <a:p>
              <a:r>
                <a:rPr lang="en-US" sz="1200" dirty="0" smtClean="0">
                  <a:latin typeface="+mn-lt"/>
                </a:rPr>
                <a:t>Chase</a:t>
              </a:r>
            </a:p>
            <a:p>
              <a:r>
                <a:rPr lang="en-US" sz="1200" dirty="0" smtClean="0">
                  <a:latin typeface="+mn-lt"/>
                </a:rPr>
                <a:t>Bank </a:t>
              </a:r>
              <a:r>
                <a:rPr lang="en-US" sz="1200" dirty="0">
                  <a:latin typeface="+mn-lt"/>
                </a:rPr>
                <a:t>Of </a:t>
              </a:r>
              <a:r>
                <a:rPr lang="en-US" sz="1200" dirty="0" smtClean="0">
                  <a:latin typeface="+mn-lt"/>
                </a:rPr>
                <a:t>America</a:t>
              </a:r>
            </a:p>
            <a:p>
              <a:r>
                <a:rPr lang="en-US" sz="1200" dirty="0" smtClean="0">
                  <a:latin typeface="+mn-lt"/>
                </a:rPr>
                <a:t>CWB</a:t>
              </a:r>
            </a:p>
            <a:p>
              <a:r>
                <a:rPr lang="en-US" sz="1200" dirty="0" err="1" smtClean="0">
                  <a:latin typeface="+mn-lt"/>
                </a:rPr>
                <a:t>Suntrust</a:t>
              </a:r>
              <a:endParaRPr lang="en-US" sz="1200" dirty="0" smtClean="0">
                <a:latin typeface="+mn-lt"/>
              </a:endParaRPr>
            </a:p>
            <a:p>
              <a:r>
                <a:rPr lang="en-US" sz="1200" dirty="0" smtClean="0">
                  <a:latin typeface="+mn-lt"/>
                </a:rPr>
                <a:t>PNC</a:t>
              </a:r>
            </a:p>
            <a:p>
              <a:r>
                <a:rPr lang="en-US" sz="1200" dirty="0" smtClean="0">
                  <a:latin typeface="+mn-lt"/>
                </a:rPr>
                <a:t>Wachovia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79220" y="2688316"/>
              <a:ext cx="2286000" cy="196281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79220" y="2415540"/>
              <a:ext cx="2286000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Big Bank Lenders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40519" y="2400423"/>
            <a:ext cx="2286022" cy="2249868"/>
            <a:chOff x="3886178" y="2401260"/>
            <a:chExt cx="2286022" cy="2249868"/>
          </a:xfrm>
        </p:grpSpPr>
        <p:sp>
          <p:nvSpPr>
            <p:cNvPr id="41" name="TextBox 40"/>
            <p:cNvSpPr txBox="1"/>
            <p:nvPr/>
          </p:nvSpPr>
          <p:spPr>
            <a:xfrm>
              <a:off x="3886178" y="2712136"/>
              <a:ext cx="228602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>
                  <a:latin typeface="+mn-lt"/>
                </a:defRPr>
              </a:lvl1pPr>
            </a:lstStyle>
            <a:p>
              <a:r>
                <a:rPr lang="en-US" dirty="0" smtClean="0"/>
                <a:t>Quicken</a:t>
              </a:r>
            </a:p>
            <a:p>
              <a:r>
                <a:rPr lang="en-US" dirty="0" smtClean="0"/>
                <a:t>Green </a:t>
              </a:r>
              <a:r>
                <a:rPr lang="en-US" dirty="0"/>
                <a:t>Tree </a:t>
              </a:r>
              <a:r>
                <a:rPr lang="en-US" dirty="0" smtClean="0"/>
                <a:t>Servicing</a:t>
              </a:r>
            </a:p>
            <a:p>
              <a:r>
                <a:rPr lang="en-US" dirty="0" smtClean="0"/>
                <a:t>Flagstar</a:t>
              </a:r>
            </a:p>
            <a:p>
              <a:r>
                <a:rPr lang="en-US" dirty="0" err="1" smtClean="0"/>
                <a:t>Pingora</a:t>
              </a:r>
              <a:r>
                <a:rPr lang="en-US" dirty="0" smtClean="0"/>
                <a:t> </a:t>
              </a:r>
              <a:r>
                <a:rPr lang="en-US" dirty="0"/>
                <a:t>Loan </a:t>
              </a:r>
              <a:r>
                <a:rPr lang="en-US" dirty="0" smtClean="0"/>
                <a:t>Servicing</a:t>
              </a:r>
            </a:p>
            <a:p>
              <a:r>
                <a:rPr lang="en-US" dirty="0" smtClean="0"/>
                <a:t>Franklin </a:t>
              </a:r>
              <a:r>
                <a:rPr lang="en-US" dirty="0"/>
                <a:t>American </a:t>
              </a:r>
              <a:r>
                <a:rPr lang="en-US" dirty="0" smtClean="0"/>
                <a:t>Mortgage</a:t>
              </a:r>
            </a:p>
            <a:p>
              <a:r>
                <a:rPr lang="en-US" dirty="0" smtClean="0"/>
                <a:t>Freedom</a:t>
              </a:r>
            </a:p>
            <a:p>
              <a:r>
                <a:rPr lang="en-US" dirty="0" err="1" smtClean="0"/>
                <a:t>Nationstar</a:t>
              </a:r>
              <a:endParaRPr lang="en-US" dirty="0" smtClean="0"/>
            </a:p>
            <a:p>
              <a:r>
                <a:rPr lang="en-US" dirty="0" smtClean="0"/>
                <a:t>Guild</a:t>
              </a:r>
            </a:p>
            <a:p>
              <a:r>
                <a:rPr lang="en-US" dirty="0" err="1" smtClean="0"/>
                <a:t>Homestreet</a:t>
              </a:r>
              <a:r>
                <a:rPr lang="en-US" dirty="0" smtClean="0"/>
                <a:t> Bank</a:t>
              </a:r>
            </a:p>
            <a:p>
              <a:r>
                <a:rPr lang="en-US" dirty="0" err="1" smtClean="0"/>
                <a:t>Roundpoint</a:t>
              </a:r>
              <a:r>
                <a:rPr lang="en-US" dirty="0" smtClean="0"/>
                <a:t> Mortgage</a:t>
              </a:r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86178" y="2692606"/>
              <a:ext cx="2286022" cy="195852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886178" y="2401260"/>
              <a:ext cx="2286022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Big Non-Bank Lenders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101840" y="2407563"/>
            <a:ext cx="2286000" cy="2235588"/>
            <a:chOff x="7101840" y="2399586"/>
            <a:chExt cx="2286000" cy="2235588"/>
          </a:xfrm>
        </p:grpSpPr>
        <p:sp>
          <p:nvSpPr>
            <p:cNvPr id="22" name="Rectangle 21"/>
            <p:cNvSpPr/>
            <p:nvPr/>
          </p:nvSpPr>
          <p:spPr>
            <a:xfrm>
              <a:off x="7101840" y="2672362"/>
              <a:ext cx="2286000" cy="1962812"/>
            </a:xfrm>
            <a:prstGeom prst="rect">
              <a:avLst/>
            </a:prstGeom>
            <a:noFill/>
            <a:ln>
              <a:solidFill>
                <a:srgbClr val="2E39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101840" y="2399586"/>
              <a:ext cx="2286000" cy="2727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Small Lenders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01840" y="2703322"/>
              <a:ext cx="1920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n-lt"/>
                </a:rPr>
                <a:t>All Other Lenders</a:t>
              </a:r>
              <a:endParaRPr lang="en-US" sz="1200" dirty="0">
                <a:latin typeface="+mn-lt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371600" y="4848761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156538"/>
            <a:ext cx="8016240" cy="8099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379220" y="5232738"/>
            <a:ext cx="363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Product: 	FNCL</a:t>
            </a:r>
          </a:p>
          <a:p>
            <a:r>
              <a:rPr lang="en-US" sz="1200" dirty="0" smtClean="0">
                <a:latin typeface="+mn-lt"/>
              </a:rPr>
              <a:t>FICO: 	720 ~ 740</a:t>
            </a:r>
          </a:p>
          <a:p>
            <a:r>
              <a:rPr lang="en-US" sz="1200" dirty="0" smtClean="0">
                <a:latin typeface="+mn-lt"/>
              </a:rPr>
              <a:t>Original LTV: 	70 ~ 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9290" y="5232738"/>
            <a:ext cx="363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</a:defRPr>
            </a:lvl1pPr>
          </a:lstStyle>
          <a:p>
            <a:r>
              <a:rPr lang="en-US" dirty="0"/>
              <a:t>Occupancy Type: </a:t>
            </a:r>
            <a:r>
              <a:rPr lang="en-US" dirty="0" smtClean="0"/>
              <a:t>	Owner</a:t>
            </a:r>
            <a:endParaRPr lang="en-US" dirty="0"/>
          </a:p>
          <a:p>
            <a:r>
              <a:rPr lang="en-US" dirty="0"/>
              <a:t>Property Type: </a:t>
            </a:r>
            <a:r>
              <a:rPr lang="en-US" dirty="0" smtClean="0"/>
              <a:t>	Single </a:t>
            </a:r>
            <a:r>
              <a:rPr lang="en-US" dirty="0"/>
              <a:t>Family</a:t>
            </a:r>
          </a:p>
          <a:p>
            <a:r>
              <a:rPr lang="en-US" dirty="0"/>
              <a:t>Loan Purpose Type: </a:t>
            </a:r>
            <a:r>
              <a:rPr lang="en-US" dirty="0" smtClean="0"/>
              <a:t>	Refinance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71600" y="6189881"/>
            <a:ext cx="2506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Comparable</a:t>
            </a:r>
            <a:endParaRPr lang="en-US" sz="1400" dirty="0" smtClean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79220" y="6487836"/>
            <a:ext cx="8016240" cy="469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386840" y="6564036"/>
            <a:ext cx="363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Weighted Average Original Note Rate</a:t>
            </a:r>
          </a:p>
        </p:txBody>
      </p:sp>
    </p:spTree>
    <p:extLst>
      <p:ext uri="{BB962C8B-B14F-4D97-AF65-F5344CB8AC3E}">
        <p14:creationId xmlns:p14="http://schemas.microsoft.com/office/powerpoint/2010/main" val="14320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8" grpId="0" animBg="1"/>
      <p:bldP spid="28" grpId="0"/>
      <p:bldP spid="10" grpId="0" animBg="1"/>
      <p:bldP spid="11" grpId="0"/>
      <p:bldP spid="31" grpId="0"/>
      <p:bldP spid="32" grpId="0"/>
      <p:bldP spid="34" grpId="0" animBg="1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Mortgage Rate Difference between Big Lenders and Small Lenders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9220" y="1327518"/>
            <a:ext cx="7033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Is there a systematic mortgage rate difference exists between Big Lenders and Small Lenders?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8773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57200" y="174751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2019452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490414"/>
              </p:ext>
            </p:extLst>
          </p:nvPr>
        </p:nvGraphicFramePr>
        <p:xfrm>
          <a:off x="1379220" y="1852876"/>
          <a:ext cx="8300561" cy="1888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457200" y="3703928"/>
            <a:ext cx="9121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0" y="3978915"/>
            <a:ext cx="556260" cy="516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graphicFrame>
        <p:nvGraphicFramePr>
          <p:cNvPr id="36" name="Char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160503"/>
              </p:ext>
            </p:extLst>
          </p:nvPr>
        </p:nvGraphicFramePr>
        <p:xfrm>
          <a:off x="1828798" y="3909212"/>
          <a:ext cx="7772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098223"/>
              </p:ext>
            </p:extLst>
          </p:nvPr>
        </p:nvGraphicFramePr>
        <p:xfrm>
          <a:off x="1805940" y="5372252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28798" y="6645096"/>
            <a:ext cx="7709059" cy="461665"/>
          </a:xfrm>
          <a:prstGeom prst="rect">
            <a:avLst/>
          </a:prstGeom>
          <a:solidFill>
            <a:srgbClr val="2E398A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n-lt"/>
              </a:rPr>
              <a:t>Big Bank Lender provide lower rates before 2010, 15-40 bps lower than Big Non-bank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Lender.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n-lt"/>
              </a:rPr>
              <a:t>After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2010, Big Bank Lenders charge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10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bps higher than </a:t>
            </a:r>
            <a:r>
              <a:rPr lang="en-US" sz="1200" dirty="0" smtClean="0">
                <a:solidFill>
                  <a:schemeClr val="bg1"/>
                </a:solidFill>
                <a:latin typeface="+mn-lt"/>
              </a:rPr>
              <a:t>Small </a:t>
            </a:r>
            <a:r>
              <a:rPr lang="en-US" sz="1200" dirty="0">
                <a:solidFill>
                  <a:schemeClr val="bg1"/>
                </a:solidFill>
                <a:latin typeface="+mn-lt"/>
              </a:rPr>
              <a:t>Lenders.</a:t>
            </a:r>
          </a:p>
        </p:txBody>
      </p:sp>
      <p:sp>
        <p:nvSpPr>
          <p:cNvPr id="4" name="TextBox 3"/>
          <p:cNvSpPr txBox="1"/>
          <p:nvPr/>
        </p:nvSpPr>
        <p:spPr>
          <a:xfrm rot="10800000">
            <a:off x="1312903" y="3952513"/>
            <a:ext cx="369332" cy="131220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Bank vs Non-Bank</a:t>
            </a:r>
            <a:endParaRPr lang="en-US" sz="1200" dirty="0">
              <a:latin typeface="+mn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682235" y="3952513"/>
            <a:ext cx="0" cy="1312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0800000">
            <a:off x="1312903" y="5377605"/>
            <a:ext cx="369332" cy="11755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Bank vs Small</a:t>
            </a:r>
            <a:endParaRPr lang="en-US" sz="1200" dirty="0">
              <a:latin typeface="+mn-lt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1682235" y="5451052"/>
            <a:ext cx="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90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Graphic spid="36" grpId="0">
        <p:bldAsOne/>
      </p:bldGraphic>
      <p:bldGraphic spid="38" grpId="0">
        <p:bldAsOne/>
      </p:bldGraphic>
      <p:bldP spid="2" grpId="0" animBg="1"/>
      <p:bldP spid="4" grpId="0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84020" y="1483074"/>
            <a:ext cx="3703320" cy="57559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The Difference Is Consistent Among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FICO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Ranges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Char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7694570"/>
              </p:ext>
            </p:extLst>
          </p:nvPr>
        </p:nvGraphicFramePr>
        <p:xfrm>
          <a:off x="1312903" y="1567453"/>
          <a:ext cx="77724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3" name="Straight Connector 12"/>
          <p:cNvCxnSpPr/>
          <p:nvPr/>
        </p:nvCxnSpPr>
        <p:spPr>
          <a:xfrm flipH="1">
            <a:off x="1437390" y="1284808"/>
            <a:ext cx="73152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80443" y="1628565"/>
            <a:ext cx="369332" cy="1175595"/>
            <a:chOff x="680443" y="1628565"/>
            <a:chExt cx="369332" cy="1175595"/>
          </a:xfrm>
        </p:grpSpPr>
        <p:sp>
          <p:nvSpPr>
            <p:cNvPr id="39" name="TextBox 38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720 - 740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 rot="16200000">
            <a:off x="4661507" y="162877"/>
            <a:ext cx="400110" cy="2240283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Bank vs Non-Bank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058816"/>
              </p:ext>
            </p:extLst>
          </p:nvPr>
        </p:nvGraphicFramePr>
        <p:xfrm>
          <a:off x="1312903" y="3170949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680442" y="3068957"/>
            <a:ext cx="369332" cy="1175595"/>
            <a:chOff x="680443" y="1628565"/>
            <a:chExt cx="369332" cy="1175595"/>
          </a:xfrm>
        </p:grpSpPr>
        <p:sp>
          <p:nvSpPr>
            <p:cNvPr id="24" name="TextBox 23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740 - 760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688756"/>
              </p:ext>
            </p:extLst>
          </p:nvPr>
        </p:nvGraphicFramePr>
        <p:xfrm>
          <a:off x="1312903" y="4591565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338707"/>
              </p:ext>
            </p:extLst>
          </p:nvPr>
        </p:nvGraphicFramePr>
        <p:xfrm>
          <a:off x="1312903" y="6012180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0443" y="4509349"/>
            <a:ext cx="369332" cy="1175595"/>
            <a:chOff x="680443" y="1628565"/>
            <a:chExt cx="369332" cy="1175595"/>
          </a:xfrm>
        </p:grpSpPr>
        <p:sp>
          <p:nvSpPr>
            <p:cNvPr id="32" name="TextBox 31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760 - 780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517" y="5949742"/>
            <a:ext cx="369332" cy="1175595"/>
            <a:chOff x="680443" y="1628565"/>
            <a:chExt cx="369332" cy="1175595"/>
          </a:xfrm>
        </p:grpSpPr>
        <p:sp>
          <p:nvSpPr>
            <p:cNvPr id="37" name="TextBox 36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Above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1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87340" y="1483074"/>
            <a:ext cx="3703320" cy="569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Whether The Difference Is Consistent Among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FICO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Ranges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437390" y="1284808"/>
            <a:ext cx="73152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80443" y="1628565"/>
            <a:ext cx="369332" cy="1175595"/>
            <a:chOff x="680443" y="1628565"/>
            <a:chExt cx="369332" cy="1175595"/>
          </a:xfrm>
        </p:grpSpPr>
        <p:sp>
          <p:nvSpPr>
            <p:cNvPr id="39" name="TextBox 38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720 - 740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 rot="16200000">
            <a:off x="4661507" y="162877"/>
            <a:ext cx="400110" cy="2240283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Bank vs Small</a:t>
            </a:r>
            <a:endParaRPr lang="en-US" sz="1400" dirty="0">
              <a:latin typeface="+mn-lt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80442" y="3068957"/>
            <a:ext cx="369332" cy="1175595"/>
            <a:chOff x="680443" y="1628565"/>
            <a:chExt cx="369332" cy="1175595"/>
          </a:xfrm>
        </p:grpSpPr>
        <p:sp>
          <p:nvSpPr>
            <p:cNvPr id="24" name="TextBox 23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740 - 760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680443" y="4509349"/>
            <a:ext cx="369332" cy="1175595"/>
            <a:chOff x="680443" y="1628565"/>
            <a:chExt cx="369332" cy="1175595"/>
          </a:xfrm>
        </p:grpSpPr>
        <p:sp>
          <p:nvSpPr>
            <p:cNvPr id="32" name="TextBox 31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760 - 780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517" y="5949742"/>
            <a:ext cx="369332" cy="1175595"/>
            <a:chOff x="680443" y="1628565"/>
            <a:chExt cx="369332" cy="1175595"/>
          </a:xfrm>
        </p:grpSpPr>
        <p:sp>
          <p:nvSpPr>
            <p:cNvPr id="37" name="TextBox 36"/>
            <p:cNvSpPr txBox="1"/>
            <p:nvPr/>
          </p:nvSpPr>
          <p:spPr>
            <a:xfrm rot="10800000">
              <a:off x="680443" y="1628565"/>
              <a:ext cx="369332" cy="11755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+mn-lt"/>
                </a:rPr>
                <a:t>Above 780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1049775" y="1702012"/>
              <a:ext cx="0" cy="1028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0110371"/>
              </p:ext>
            </p:extLst>
          </p:nvPr>
        </p:nvGraphicFramePr>
        <p:xfrm>
          <a:off x="1312903" y="1628565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63723"/>
              </p:ext>
            </p:extLst>
          </p:nvPr>
        </p:nvGraphicFramePr>
        <p:xfrm>
          <a:off x="1312903" y="3142404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4151035"/>
              </p:ext>
            </p:extLst>
          </p:nvPr>
        </p:nvGraphicFramePr>
        <p:xfrm>
          <a:off x="1312903" y="4569467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63414"/>
              </p:ext>
            </p:extLst>
          </p:nvPr>
        </p:nvGraphicFramePr>
        <p:xfrm>
          <a:off x="1312903" y="5897459"/>
          <a:ext cx="77724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2632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33587" y="3356357"/>
            <a:ext cx="5029200" cy="461507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864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Appendix:</a:t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FICO distribution as of May 2015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451882"/>
              </p:ext>
            </p:extLst>
          </p:nvPr>
        </p:nvGraphicFramePr>
        <p:xfrm>
          <a:off x="965834" y="1813560"/>
          <a:ext cx="8117205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Connector 2"/>
          <p:cNvCxnSpPr/>
          <p:nvPr/>
        </p:nvCxnSpPr>
        <p:spPr>
          <a:xfrm flipV="1">
            <a:off x="5021580" y="2186940"/>
            <a:ext cx="0" cy="3512820"/>
          </a:xfrm>
          <a:prstGeom prst="line">
            <a:avLst/>
          </a:prstGeom>
          <a:ln w="28575">
            <a:solidFill>
              <a:srgbClr val="AD27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8694420" y="2186940"/>
            <a:ext cx="0" cy="3512820"/>
          </a:xfrm>
          <a:prstGeom prst="line">
            <a:avLst/>
          </a:prstGeom>
          <a:ln w="28575">
            <a:solidFill>
              <a:srgbClr val="AD27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74410</TotalTime>
  <Words>2705</Words>
  <Application>Microsoft Office PowerPoint</Application>
  <PresentationFormat>Custom</PresentationFormat>
  <Paragraphs>932</Paragraphs>
  <Slides>25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Prepayment on Residential Mortgages</vt:lpstr>
      <vt:lpstr>APPROXIMATING THE REFINANCIBLE UNIVERSE</vt:lpstr>
      <vt:lpstr>LOAN-LEVEL APPROACH TO APPROXIMATING THE REFINANCIBLE UNIVERSE</vt:lpstr>
      <vt:lpstr>LOAN-LEVEL WITH LLPA: LLPA MATRIX</vt:lpstr>
      <vt:lpstr>LOAN-LEVEL WITH LLPA: CALCULATION</vt:lpstr>
      <vt:lpstr>LOAN-LEVEL WITH TIME-DEPENDENT LLPA: LLPA UPDATES</vt:lpstr>
      <vt:lpstr>LOAN-LEVEL WITH TIME-DEPENDENT LLPA: CALCULATION</vt:lpstr>
      <vt:lpstr>REFI INDEX VS DIFFERENT LLPA INCENTIVE MODELS</vt:lpstr>
      <vt:lpstr>LOAN-LEVEL WITH TIME-DEPENDENT LLPA AND PMI</vt:lpstr>
      <vt:lpstr>HARP EFFECT: MORTGAGE CHARGES</vt:lpstr>
      <vt:lpstr>HARP Effect</vt:lpstr>
      <vt:lpstr>HOW HARP AFFECTS THE REFINANCIBLE UNIVERSE</vt:lpstr>
      <vt:lpstr>LOAN-LEVEL INCENTIVES WITH HARP EFFECT</vt:lpstr>
      <vt:lpstr>Loan Level Model with HARP Effect</vt:lpstr>
      <vt:lpstr>Update 1: Current Paying PMI</vt:lpstr>
      <vt:lpstr>Update 2: Pre 2005 Loan Effect</vt:lpstr>
      <vt:lpstr>Result Comparison</vt:lpstr>
      <vt:lpstr>PowerPoint Presentation</vt:lpstr>
      <vt:lpstr>Mortgage Rate Difference between Big Lenders and Small Lenders</vt:lpstr>
      <vt:lpstr>Mortgage Rate Difference between Big Lenders and Small Lenders</vt:lpstr>
      <vt:lpstr>Whether The Difference Is Consistent Among FICO Ranges</vt:lpstr>
      <vt:lpstr>Whether The Difference Is Consistent Among FICO Ranges</vt:lpstr>
      <vt:lpstr>PowerPoint Presentation</vt:lpstr>
      <vt:lpstr>Appendix: FICO distribution as of May 2015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1922</cp:revision>
  <cp:lastPrinted>2014-08-14T21:45:56Z</cp:lastPrinted>
  <dcterms:created xsi:type="dcterms:W3CDTF">2011-07-07T12:37:32Z</dcterms:created>
  <dcterms:modified xsi:type="dcterms:W3CDTF">2015-06-08T19:37:18Z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