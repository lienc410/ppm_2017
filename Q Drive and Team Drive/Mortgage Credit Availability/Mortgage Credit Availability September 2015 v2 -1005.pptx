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slideLayouts/slideLayout9.xml" ContentType="application/vnd.openxmlformats-officedocument.presentationml.slideLayout+xml"/>
  <Override PartName="/ppt/theme/theme3.xml" ContentType="application/vnd.openxmlformats-officedocument.theme+xml"/>
  <Override PartName="/ppt/slideLayouts/slideLayout10.xml" ContentType="application/vnd.openxmlformats-officedocument.presentationml.slideLayout+xml"/>
  <Override PartName="/ppt/theme/theme4.xml" ContentType="application/vnd.openxmlformats-officedocument.theme+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slideLayouts/slideLayout13.xml" ContentType="application/vnd.openxmlformats-officedocument.presentationml.slideLayout+xml"/>
  <Override PartName="/ppt/theme/theme9.xml" ContentType="application/vnd.openxmlformats-officedocument.theme+xml"/>
  <Override PartName="/ppt/slideLayouts/slideLayout14.xml" ContentType="application/vnd.openxmlformats-officedocument.presentationml.slideLayout+xml"/>
  <Override PartName="/ppt/theme/theme10.xml" ContentType="application/vnd.openxmlformats-officedocument.theme+xml"/>
  <Override PartName="/ppt/slideLayouts/slideLayout15.xml" ContentType="application/vnd.openxmlformats-officedocument.presentationml.slideLayout+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14.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15.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16.xml" ContentType="application/vnd.openxmlformats-officedocument.theme+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17.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18.xml" ContentType="application/vnd.openxmlformats-officedocument.theme+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19.xml" ContentType="application/vnd.openxmlformats-officedocument.theme+xml"/>
  <Override PartName="/ppt/theme/theme20.xml" ContentType="application/vnd.openxmlformats-officedocument.theme+xml"/>
  <Override PartName="/ppt/theme/theme21.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tags/tag1.xml" ContentType="application/vnd.openxmlformats-officedocument.presentationml.tags+xml"/>
  <Override PartName="/ppt/charts/chart2.xml" ContentType="application/vnd.openxmlformats-officedocument.drawingml.char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 id="2147483654" r:id="rId2"/>
    <p:sldMasterId id="2147483656" r:id="rId3"/>
    <p:sldMasterId id="2147483653" r:id="rId4"/>
    <p:sldMasterId id="2147483659" r:id="rId5"/>
    <p:sldMasterId id="2147483657" r:id="rId6"/>
    <p:sldMasterId id="2147483658" r:id="rId7"/>
    <p:sldMasterId id="2147483655" r:id="rId8"/>
    <p:sldMasterId id="2147483749" r:id="rId9"/>
    <p:sldMasterId id="2147483761" r:id="rId10"/>
    <p:sldMasterId id="2147483773" r:id="rId11"/>
    <p:sldMasterId id="2147483834" r:id="rId12"/>
    <p:sldMasterId id="2147483846" r:id="rId13"/>
    <p:sldMasterId id="2147483847" r:id="rId14"/>
    <p:sldMasterId id="2147483853" r:id="rId15"/>
    <p:sldMasterId id="2147483860" r:id="rId16"/>
    <p:sldMasterId id="2147483866" r:id="rId17"/>
    <p:sldMasterId id="2147483872" r:id="rId18"/>
    <p:sldMasterId id="2147483879" r:id="rId19"/>
  </p:sldMasterIdLst>
  <p:notesMasterIdLst>
    <p:notesMasterId r:id="rId28"/>
  </p:notesMasterIdLst>
  <p:handoutMasterIdLst>
    <p:handoutMasterId r:id="rId29"/>
  </p:handoutMasterIdLst>
  <p:sldIdLst>
    <p:sldId id="433" r:id="rId20"/>
    <p:sldId id="591" r:id="rId21"/>
    <p:sldId id="590" r:id="rId22"/>
    <p:sldId id="592" r:id="rId23"/>
    <p:sldId id="593" r:id="rId24"/>
    <p:sldId id="595" r:id="rId25"/>
    <p:sldId id="594" r:id="rId26"/>
    <p:sldId id="504" r:id="rId27"/>
  </p:sldIdLst>
  <p:sldSz cx="10058400" cy="7772400"/>
  <p:notesSz cx="6934200" cy="9220200"/>
  <p:defaultTextStyle>
    <a:defPPr>
      <a:defRPr lang="en-US"/>
    </a:defPPr>
    <a:lvl1pPr algn="l" rtl="0" fontAlgn="base">
      <a:spcBef>
        <a:spcPct val="0"/>
      </a:spcBef>
      <a:spcAft>
        <a:spcPct val="0"/>
      </a:spcAft>
      <a:defRPr kern="1200">
        <a:solidFill>
          <a:schemeClr val="tx1"/>
        </a:solidFill>
        <a:latin typeface="Cambria" pitchFamily="18" charset="0"/>
        <a:ea typeface="+mn-ea"/>
        <a:cs typeface="+mn-cs"/>
      </a:defRPr>
    </a:lvl1pPr>
    <a:lvl2pPr marL="507526" indent="1769" algn="l" rtl="0" fontAlgn="base">
      <a:spcBef>
        <a:spcPct val="0"/>
      </a:spcBef>
      <a:spcAft>
        <a:spcPct val="0"/>
      </a:spcAft>
      <a:defRPr kern="1200">
        <a:solidFill>
          <a:schemeClr val="tx1"/>
        </a:solidFill>
        <a:latin typeface="Cambria" pitchFamily="18" charset="0"/>
        <a:ea typeface="+mn-ea"/>
        <a:cs typeface="+mn-cs"/>
      </a:defRPr>
    </a:lvl2pPr>
    <a:lvl3pPr marL="1016818" indent="1769" algn="l" rtl="0" fontAlgn="base">
      <a:spcBef>
        <a:spcPct val="0"/>
      </a:spcBef>
      <a:spcAft>
        <a:spcPct val="0"/>
      </a:spcAft>
      <a:defRPr kern="1200">
        <a:solidFill>
          <a:schemeClr val="tx1"/>
        </a:solidFill>
        <a:latin typeface="Cambria" pitchFamily="18" charset="0"/>
        <a:ea typeface="+mn-ea"/>
        <a:cs typeface="+mn-cs"/>
      </a:defRPr>
    </a:lvl3pPr>
    <a:lvl4pPr marL="1526111" indent="1769" algn="l" rtl="0" fontAlgn="base">
      <a:spcBef>
        <a:spcPct val="0"/>
      </a:spcBef>
      <a:spcAft>
        <a:spcPct val="0"/>
      </a:spcAft>
      <a:defRPr kern="1200">
        <a:solidFill>
          <a:schemeClr val="tx1"/>
        </a:solidFill>
        <a:latin typeface="Cambria" pitchFamily="18" charset="0"/>
        <a:ea typeface="+mn-ea"/>
        <a:cs typeface="+mn-cs"/>
      </a:defRPr>
    </a:lvl4pPr>
    <a:lvl5pPr marL="2035405" indent="1769" algn="l" rtl="0" fontAlgn="base">
      <a:spcBef>
        <a:spcPct val="0"/>
      </a:spcBef>
      <a:spcAft>
        <a:spcPct val="0"/>
      </a:spcAft>
      <a:defRPr kern="1200">
        <a:solidFill>
          <a:schemeClr val="tx1"/>
        </a:solidFill>
        <a:latin typeface="Cambria" pitchFamily="18" charset="0"/>
        <a:ea typeface="+mn-ea"/>
        <a:cs typeface="+mn-cs"/>
      </a:defRPr>
    </a:lvl5pPr>
    <a:lvl6pPr marL="2546466" algn="l" defTabSz="1018586" rtl="0" eaLnBrk="1" latinLnBrk="0" hangingPunct="1">
      <a:defRPr kern="1200">
        <a:solidFill>
          <a:schemeClr val="tx1"/>
        </a:solidFill>
        <a:latin typeface="Cambria" pitchFamily="18" charset="0"/>
        <a:ea typeface="+mn-ea"/>
        <a:cs typeface="+mn-cs"/>
      </a:defRPr>
    </a:lvl6pPr>
    <a:lvl7pPr marL="3055758" algn="l" defTabSz="1018586" rtl="0" eaLnBrk="1" latinLnBrk="0" hangingPunct="1">
      <a:defRPr kern="1200">
        <a:solidFill>
          <a:schemeClr val="tx1"/>
        </a:solidFill>
        <a:latin typeface="Cambria" pitchFamily="18" charset="0"/>
        <a:ea typeface="+mn-ea"/>
        <a:cs typeface="+mn-cs"/>
      </a:defRPr>
    </a:lvl7pPr>
    <a:lvl8pPr marL="3565052" algn="l" defTabSz="1018586" rtl="0" eaLnBrk="1" latinLnBrk="0" hangingPunct="1">
      <a:defRPr kern="1200">
        <a:solidFill>
          <a:schemeClr val="tx1"/>
        </a:solidFill>
        <a:latin typeface="Cambria" pitchFamily="18" charset="0"/>
        <a:ea typeface="+mn-ea"/>
        <a:cs typeface="+mn-cs"/>
      </a:defRPr>
    </a:lvl8pPr>
    <a:lvl9pPr marL="4074344" algn="l" defTabSz="1018586" rtl="0" eaLnBrk="1" latinLnBrk="0" hangingPunct="1">
      <a:defRPr kern="1200">
        <a:solidFill>
          <a:schemeClr val="tx1"/>
        </a:solidFill>
        <a:latin typeface="Cambria" pitchFamily="18" charset="0"/>
        <a:ea typeface="+mn-ea"/>
        <a:cs typeface="+mn-cs"/>
      </a:defRPr>
    </a:lvl9pPr>
  </p:defaultTextStyle>
  <p:extLst>
    <p:ext uri="{EFAFB233-063F-42B5-8137-9DF3F51BA10A}">
      <p15:sldGuideLst xmlns="" xmlns:p15="http://schemas.microsoft.com/office/powerpoint/2012/main">
        <p15:guide id="1" orient="horz" pos="3872">
          <p15:clr>
            <a:srgbClr val="A4A3A4"/>
          </p15:clr>
        </p15:guide>
        <p15:guide id="2" orient="horz" pos="1976">
          <p15:clr>
            <a:srgbClr val="A4A3A4"/>
          </p15:clr>
        </p15:guide>
        <p15:guide id="3" orient="horz" pos="797">
          <p15:clr>
            <a:srgbClr val="A4A3A4"/>
          </p15:clr>
        </p15:guide>
        <p15:guide id="4" orient="horz" pos="981">
          <p15:clr>
            <a:srgbClr val="A4A3A4"/>
          </p15:clr>
        </p15:guide>
        <p15:guide id="5" orient="horz" pos="4327">
          <p15:clr>
            <a:srgbClr val="A4A3A4"/>
          </p15:clr>
        </p15:guide>
        <p15:guide id="6" orient="horz" pos="145">
          <p15:clr>
            <a:srgbClr val="A4A3A4"/>
          </p15:clr>
        </p15:guide>
        <p15:guide id="7" pos="5282">
          <p15:clr>
            <a:srgbClr val="A4A3A4"/>
          </p15:clr>
        </p15:guide>
        <p15:guide id="8" pos="126">
          <p15:clr>
            <a:srgbClr val="A4A3A4"/>
          </p15:clr>
        </p15:guide>
        <p15:guide id="9" pos="5046">
          <p15:clr>
            <a:srgbClr val="A4A3A4"/>
          </p15:clr>
        </p15:guide>
        <p15:guide id="10" pos="1973">
          <p15:clr>
            <a:srgbClr val="A4A3A4"/>
          </p15:clr>
        </p15:guide>
        <p15:guide id="11" pos="3396">
          <p15:clr>
            <a:srgbClr val="A4A3A4"/>
          </p15:clr>
        </p15:guide>
        <p15:guide id="12" pos="3165">
          <p15:clr>
            <a:srgbClr val="A4A3A4"/>
          </p15:clr>
        </p15:guide>
        <p15:guide id="13" pos="1575">
          <p15:clr>
            <a:srgbClr val="A4A3A4"/>
          </p15:clr>
        </p15:guide>
        <p15:guide id="14" pos="1055">
          <p15:clr>
            <a:srgbClr val="A4A3A4"/>
          </p15:clr>
        </p15:guide>
      </p15:sldGuideLst>
    </p:ext>
    <p:ext uri="{2D200454-40CA-4A62-9FC3-DE9A4176ACB9}">
      <p15:notesGuideLst xmlns="" xmlns:p15="http://schemas.microsoft.com/office/powerpoint/2012/main">
        <p15:guide id="1" orient="horz" pos="2905" userDrawn="1">
          <p15:clr>
            <a:srgbClr val="A4A3A4"/>
          </p15:clr>
        </p15:guide>
        <p15:guide id="2" pos="2185"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7732D"/>
    <a:srgbClr val="2E398A"/>
    <a:srgbClr val="74B629"/>
    <a:srgbClr val="000000"/>
    <a:srgbClr val="968880"/>
    <a:srgbClr val="203353"/>
    <a:srgbClr val="533D2D"/>
    <a:srgbClr val="533D23"/>
    <a:srgbClr val="996633"/>
    <a:srgbClr val="8C2B1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5466" autoAdjust="0"/>
    <p:restoredTop sz="95014" autoAdjust="0"/>
  </p:normalViewPr>
  <p:slideViewPr>
    <p:cSldViewPr snapToGrid="0" snapToObjects="1">
      <p:cViewPr>
        <p:scale>
          <a:sx n="110" d="100"/>
          <a:sy n="110" d="100"/>
        </p:scale>
        <p:origin x="-2304" y="-1194"/>
      </p:cViewPr>
      <p:guideLst>
        <p:guide orient="horz" pos="3872"/>
        <p:guide orient="horz" pos="1976"/>
        <p:guide orient="horz" pos="797"/>
        <p:guide orient="horz" pos="981"/>
        <p:guide orient="horz" pos="4327"/>
        <p:guide orient="horz" pos="145"/>
        <p:guide pos="5282"/>
        <p:guide pos="126"/>
        <p:guide pos="5046"/>
        <p:guide pos="1973"/>
        <p:guide pos="3396"/>
        <p:guide pos="3165"/>
        <p:guide pos="1575"/>
        <p:guide pos="1055"/>
      </p:guideLst>
    </p:cSldViewPr>
  </p:slideViewPr>
  <p:outlineViewPr>
    <p:cViewPr>
      <p:scale>
        <a:sx n="33" d="100"/>
        <a:sy n="33" d="100"/>
      </p:scale>
      <p:origin x="0" y="0"/>
    </p:cViewPr>
  </p:outlineViewPr>
  <p:notesTextViewPr>
    <p:cViewPr>
      <p:scale>
        <a:sx n="150" d="100"/>
        <a:sy n="150" d="100"/>
      </p:scale>
      <p:origin x="0" y="0"/>
    </p:cViewPr>
  </p:notesTextViewPr>
  <p:sorterViewPr>
    <p:cViewPr>
      <p:scale>
        <a:sx n="66" d="100"/>
        <a:sy n="66" d="100"/>
      </p:scale>
      <p:origin x="0" y="252"/>
    </p:cViewPr>
  </p:sorterViewPr>
  <p:notesViewPr>
    <p:cSldViewPr snapToGrid="0" snapToObjects="1">
      <p:cViewPr varScale="1">
        <p:scale>
          <a:sx n="79" d="100"/>
          <a:sy n="79" d="100"/>
        </p:scale>
        <p:origin x="-1956" y="-90"/>
      </p:cViewPr>
      <p:guideLst>
        <p:guide orient="horz" pos="2905"/>
        <p:guide pos="2185"/>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slideMaster" Target="slideMasters/slideMaster13.xml"/><Relationship Id="rId18" Type="http://schemas.openxmlformats.org/officeDocument/2006/relationships/slideMaster" Target="slideMasters/slideMaster18.xml"/><Relationship Id="rId26" Type="http://schemas.openxmlformats.org/officeDocument/2006/relationships/slide" Target="slides/slide7.xml"/><Relationship Id="rId3" Type="http://schemas.openxmlformats.org/officeDocument/2006/relationships/slideMaster" Target="slideMasters/slideMaster3.xml"/><Relationship Id="rId21" Type="http://schemas.openxmlformats.org/officeDocument/2006/relationships/slide" Target="slides/slide2.xml"/><Relationship Id="rId7" Type="http://schemas.openxmlformats.org/officeDocument/2006/relationships/slideMaster" Target="slideMasters/slideMaster7.xml"/><Relationship Id="rId12" Type="http://schemas.openxmlformats.org/officeDocument/2006/relationships/slideMaster" Target="slideMasters/slideMaster12.xml"/><Relationship Id="rId17" Type="http://schemas.openxmlformats.org/officeDocument/2006/relationships/slideMaster" Target="slideMasters/slideMaster17.xml"/><Relationship Id="rId25" Type="http://schemas.openxmlformats.org/officeDocument/2006/relationships/slide" Target="slides/slide6.xml"/><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Master" Target="slideMasters/slideMaster16.xml"/><Relationship Id="rId20" Type="http://schemas.openxmlformats.org/officeDocument/2006/relationships/slide" Target="slides/slide1.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slide" Target="slides/slide5.xml"/><Relationship Id="rId32" Type="http://schemas.openxmlformats.org/officeDocument/2006/relationships/theme" Target="theme/theme1.xml"/><Relationship Id="rId5" Type="http://schemas.openxmlformats.org/officeDocument/2006/relationships/slideMaster" Target="slideMasters/slideMaster5.xml"/><Relationship Id="rId15" Type="http://schemas.openxmlformats.org/officeDocument/2006/relationships/slideMaster" Target="slideMasters/slideMaster15.xml"/><Relationship Id="rId23" Type="http://schemas.openxmlformats.org/officeDocument/2006/relationships/slide" Target="slides/slide4.xml"/><Relationship Id="rId28" Type="http://schemas.openxmlformats.org/officeDocument/2006/relationships/notesMaster" Target="notesMasters/notesMaster1.xml"/><Relationship Id="rId10" Type="http://schemas.openxmlformats.org/officeDocument/2006/relationships/slideMaster" Target="slideMasters/slideMaster10.xml"/><Relationship Id="rId19" Type="http://schemas.openxmlformats.org/officeDocument/2006/relationships/slideMaster" Target="slideMasters/slideMaster19.xml"/><Relationship Id="rId31"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Master" Target="slideMasters/slideMaster14.xml"/><Relationship Id="rId22" Type="http://schemas.openxmlformats.org/officeDocument/2006/relationships/slide" Target="slides/slide3.xml"/><Relationship Id="rId27" Type="http://schemas.openxmlformats.org/officeDocument/2006/relationships/slide" Target="slides/slide8.xml"/><Relationship Id="rId30"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oleObject" Target="file:///\\ccmnydc1\users$\sharad.chaudhary\My%20Documents\Cello%20Research\Mortgage%20Credit%20Availability\MCA%20S%20Curves.xlsx" TargetMode="External"/></Relationships>
</file>

<file path=ppt/charts/_rels/chart2.xml.rels><?xml version="1.0" encoding="UTF-8" standalone="yes"?>
<Relationships xmlns="http://schemas.openxmlformats.org/package/2006/relationships"><Relationship Id="rId1" Type="http://schemas.openxmlformats.org/officeDocument/2006/relationships/oleObject" Target="file:///\\ccmnydc1\research$\Mortgage%20Credit%20Availability\14.Credit%20Availability%20Master%202015-09-02%20-%20Sharad.xlsm"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1"/>
          <c:order val="0"/>
          <c:tx>
            <c:strRef>
              <c:f>Sheet1!$C$2</c:f>
              <c:strCache>
                <c:ptCount val="1"/>
                <c:pt idx="0">
                  <c:v>High MCA</c:v>
                </c:pt>
              </c:strCache>
            </c:strRef>
          </c:tx>
          <c:marker>
            <c:symbol val="none"/>
          </c:marker>
          <c:cat>
            <c:numRef>
              <c:f>Sheet1!$B$3:$B$103</c:f>
              <c:numCache>
                <c:formatCode>General</c:formatCode>
                <c:ptCount val="101"/>
                <c:pt idx="0">
                  <c:v>-50</c:v>
                </c:pt>
                <c:pt idx="1">
                  <c:v>-49</c:v>
                </c:pt>
                <c:pt idx="2">
                  <c:v>-48</c:v>
                </c:pt>
                <c:pt idx="3">
                  <c:v>-47</c:v>
                </c:pt>
                <c:pt idx="4">
                  <c:v>-46</c:v>
                </c:pt>
                <c:pt idx="5">
                  <c:v>-45</c:v>
                </c:pt>
                <c:pt idx="6">
                  <c:v>-44</c:v>
                </c:pt>
                <c:pt idx="7">
                  <c:v>-43</c:v>
                </c:pt>
                <c:pt idx="8">
                  <c:v>-42</c:v>
                </c:pt>
                <c:pt idx="9">
                  <c:v>-41</c:v>
                </c:pt>
                <c:pt idx="10">
                  <c:v>-40</c:v>
                </c:pt>
                <c:pt idx="11">
                  <c:v>-39</c:v>
                </c:pt>
                <c:pt idx="12">
                  <c:v>-38</c:v>
                </c:pt>
                <c:pt idx="13">
                  <c:v>-37</c:v>
                </c:pt>
                <c:pt idx="14">
                  <c:v>-36</c:v>
                </c:pt>
                <c:pt idx="15">
                  <c:v>-35</c:v>
                </c:pt>
                <c:pt idx="16">
                  <c:v>-34</c:v>
                </c:pt>
                <c:pt idx="17">
                  <c:v>-33</c:v>
                </c:pt>
                <c:pt idx="18">
                  <c:v>-32</c:v>
                </c:pt>
                <c:pt idx="19">
                  <c:v>-31</c:v>
                </c:pt>
                <c:pt idx="20">
                  <c:v>-30</c:v>
                </c:pt>
                <c:pt idx="21">
                  <c:v>-29</c:v>
                </c:pt>
                <c:pt idx="22">
                  <c:v>-28</c:v>
                </c:pt>
                <c:pt idx="23">
                  <c:v>-27</c:v>
                </c:pt>
                <c:pt idx="24">
                  <c:v>-26</c:v>
                </c:pt>
                <c:pt idx="25">
                  <c:v>-25</c:v>
                </c:pt>
                <c:pt idx="26">
                  <c:v>-24</c:v>
                </c:pt>
                <c:pt idx="27">
                  <c:v>-23</c:v>
                </c:pt>
                <c:pt idx="28">
                  <c:v>-22</c:v>
                </c:pt>
                <c:pt idx="29">
                  <c:v>-21</c:v>
                </c:pt>
                <c:pt idx="30">
                  <c:v>-20</c:v>
                </c:pt>
                <c:pt idx="31">
                  <c:v>-19</c:v>
                </c:pt>
                <c:pt idx="32">
                  <c:v>-18</c:v>
                </c:pt>
                <c:pt idx="33">
                  <c:v>-17</c:v>
                </c:pt>
                <c:pt idx="34">
                  <c:v>-16</c:v>
                </c:pt>
                <c:pt idx="35">
                  <c:v>-15</c:v>
                </c:pt>
                <c:pt idx="36">
                  <c:v>-14</c:v>
                </c:pt>
                <c:pt idx="37">
                  <c:v>-13</c:v>
                </c:pt>
                <c:pt idx="38">
                  <c:v>-12</c:v>
                </c:pt>
                <c:pt idx="39">
                  <c:v>-11</c:v>
                </c:pt>
                <c:pt idx="40">
                  <c:v>-10</c:v>
                </c:pt>
                <c:pt idx="41">
                  <c:v>-9</c:v>
                </c:pt>
                <c:pt idx="42">
                  <c:v>-8</c:v>
                </c:pt>
                <c:pt idx="43">
                  <c:v>-7</c:v>
                </c:pt>
                <c:pt idx="44">
                  <c:v>-6</c:v>
                </c:pt>
                <c:pt idx="45">
                  <c:v>-5</c:v>
                </c:pt>
                <c:pt idx="46">
                  <c:v>-4</c:v>
                </c:pt>
                <c:pt idx="47">
                  <c:v>-3</c:v>
                </c:pt>
                <c:pt idx="48">
                  <c:v>-2</c:v>
                </c:pt>
                <c:pt idx="49">
                  <c:v>-1</c:v>
                </c:pt>
                <c:pt idx="50">
                  <c:v>0</c:v>
                </c:pt>
                <c:pt idx="51">
                  <c:v>1</c:v>
                </c:pt>
                <c:pt idx="52">
                  <c:v>2</c:v>
                </c:pt>
                <c:pt idx="53">
                  <c:v>3</c:v>
                </c:pt>
                <c:pt idx="54">
                  <c:v>4</c:v>
                </c:pt>
                <c:pt idx="55">
                  <c:v>5</c:v>
                </c:pt>
                <c:pt idx="56">
                  <c:v>6</c:v>
                </c:pt>
                <c:pt idx="57">
                  <c:v>7</c:v>
                </c:pt>
                <c:pt idx="58">
                  <c:v>8</c:v>
                </c:pt>
                <c:pt idx="59">
                  <c:v>9</c:v>
                </c:pt>
                <c:pt idx="60">
                  <c:v>10</c:v>
                </c:pt>
                <c:pt idx="61">
                  <c:v>11</c:v>
                </c:pt>
                <c:pt idx="62">
                  <c:v>12</c:v>
                </c:pt>
                <c:pt idx="63">
                  <c:v>13</c:v>
                </c:pt>
                <c:pt idx="64">
                  <c:v>14</c:v>
                </c:pt>
                <c:pt idx="65">
                  <c:v>15</c:v>
                </c:pt>
                <c:pt idx="66">
                  <c:v>16</c:v>
                </c:pt>
                <c:pt idx="67">
                  <c:v>17</c:v>
                </c:pt>
                <c:pt idx="68">
                  <c:v>18</c:v>
                </c:pt>
                <c:pt idx="69">
                  <c:v>19</c:v>
                </c:pt>
                <c:pt idx="70">
                  <c:v>20</c:v>
                </c:pt>
                <c:pt idx="71">
                  <c:v>21</c:v>
                </c:pt>
                <c:pt idx="72">
                  <c:v>22</c:v>
                </c:pt>
                <c:pt idx="73">
                  <c:v>23</c:v>
                </c:pt>
                <c:pt idx="74">
                  <c:v>24</c:v>
                </c:pt>
                <c:pt idx="75">
                  <c:v>25</c:v>
                </c:pt>
                <c:pt idx="76">
                  <c:v>26</c:v>
                </c:pt>
                <c:pt idx="77">
                  <c:v>27</c:v>
                </c:pt>
                <c:pt idx="78">
                  <c:v>28</c:v>
                </c:pt>
                <c:pt idx="79">
                  <c:v>29</c:v>
                </c:pt>
                <c:pt idx="80">
                  <c:v>30</c:v>
                </c:pt>
                <c:pt idx="81">
                  <c:v>31</c:v>
                </c:pt>
                <c:pt idx="82">
                  <c:v>32</c:v>
                </c:pt>
                <c:pt idx="83">
                  <c:v>33</c:v>
                </c:pt>
                <c:pt idx="84">
                  <c:v>34</c:v>
                </c:pt>
                <c:pt idx="85">
                  <c:v>35</c:v>
                </c:pt>
                <c:pt idx="86">
                  <c:v>36</c:v>
                </c:pt>
                <c:pt idx="87">
                  <c:v>37</c:v>
                </c:pt>
                <c:pt idx="88">
                  <c:v>38</c:v>
                </c:pt>
                <c:pt idx="89">
                  <c:v>39</c:v>
                </c:pt>
                <c:pt idx="90">
                  <c:v>40</c:v>
                </c:pt>
                <c:pt idx="91">
                  <c:v>41</c:v>
                </c:pt>
                <c:pt idx="92">
                  <c:v>42</c:v>
                </c:pt>
                <c:pt idx="93">
                  <c:v>43</c:v>
                </c:pt>
                <c:pt idx="94">
                  <c:v>44</c:v>
                </c:pt>
                <c:pt idx="95">
                  <c:v>45</c:v>
                </c:pt>
                <c:pt idx="96">
                  <c:v>46</c:v>
                </c:pt>
                <c:pt idx="97">
                  <c:v>47</c:v>
                </c:pt>
                <c:pt idx="98">
                  <c:v>48</c:v>
                </c:pt>
                <c:pt idx="99">
                  <c:v>49</c:v>
                </c:pt>
                <c:pt idx="100">
                  <c:v>50</c:v>
                </c:pt>
              </c:numCache>
            </c:numRef>
          </c:cat>
          <c:val>
            <c:numRef>
              <c:f>Sheet1!$C$3:$C$103</c:f>
              <c:numCache>
                <c:formatCode>0.0</c:formatCode>
                <c:ptCount val="101"/>
                <c:pt idx="0">
                  <c:v>2.7714353883389502</c:v>
                </c:pt>
                <c:pt idx="1">
                  <c:v>2.79275620940978</c:v>
                </c:pt>
                <c:pt idx="2">
                  <c:v>2.8143001414349</c:v>
                </c:pt>
                <c:pt idx="3">
                  <c:v>2.8360687958057702</c:v>
                </c:pt>
                <c:pt idx="4">
                  <c:v>2.8580637833989102</c:v>
                </c:pt>
                <c:pt idx="5">
                  <c:v>2.88028671456529</c:v>
                </c:pt>
                <c:pt idx="6">
                  <c:v>2.9027391991267302</c:v>
                </c:pt>
                <c:pt idx="7">
                  <c:v>2.9254228463685501</c:v>
                </c:pt>
                <c:pt idx="8">
                  <c:v>2.9483392650318998</c:v>
                </c:pt>
                <c:pt idx="9">
                  <c:v>2.9714900633099601</c:v>
                </c:pt>
                <c:pt idx="10">
                  <c:v>2.9948768488366801</c:v>
                </c:pt>
                <c:pt idx="11">
                  <c:v>3.0174413906096098</c:v>
                </c:pt>
                <c:pt idx="12">
                  <c:v>3.0382864661656499</c:v>
                </c:pt>
                <c:pt idx="13">
                  <c:v>3.0576551569620101</c:v>
                </c:pt>
                <c:pt idx="14">
                  <c:v>3.0757904983749902</c:v>
                </c:pt>
                <c:pt idx="15">
                  <c:v>3.0929354855053002</c:v>
                </c:pt>
                <c:pt idx="16">
                  <c:v>3.1093330779402102</c:v>
                </c:pt>
                <c:pt idx="17">
                  <c:v>3.12522620347137</c:v>
                </c:pt>
                <c:pt idx="18">
                  <c:v>3.14085776078405</c:v>
                </c:pt>
                <c:pt idx="19">
                  <c:v>3.1564706210902198</c:v>
                </c:pt>
                <c:pt idx="20">
                  <c:v>3.1723076287312999</c:v>
                </c:pt>
                <c:pt idx="21">
                  <c:v>3.1886116007387</c:v>
                </c:pt>
                <c:pt idx="22">
                  <c:v>3.2056253253545299</c:v>
                </c:pt>
                <c:pt idx="23">
                  <c:v>3.2235915595079701</c:v>
                </c:pt>
                <c:pt idx="24">
                  <c:v>3.2427530252580801</c:v>
                </c:pt>
                <c:pt idx="25">
                  <c:v>3.2633524051956302</c:v>
                </c:pt>
                <c:pt idx="26">
                  <c:v>3.2856323368048002</c:v>
                </c:pt>
                <c:pt idx="27">
                  <c:v>3.3098354057843502</c:v>
                </c:pt>
                <c:pt idx="28">
                  <c:v>3.3362041383368402</c:v>
                </c:pt>
                <c:pt idx="29">
                  <c:v>3.36498099241145</c:v>
                </c:pt>
                <c:pt idx="30">
                  <c:v>3.3964083479174301</c:v>
                </c:pt>
                <c:pt idx="31">
                  <c:v>3.4307284958972799</c:v>
                </c:pt>
                <c:pt idx="32">
                  <c:v>3.4681836266618902</c:v>
                </c:pt>
                <c:pt idx="33">
                  <c:v>3.5090158168982302</c:v>
                </c:pt>
                <c:pt idx="34">
                  <c:v>3.5534670157364001</c:v>
                </c:pt>
                <c:pt idx="35">
                  <c:v>3.6017790297846499</c:v>
                </c:pt>
                <c:pt idx="36">
                  <c:v>3.6541935071388201</c:v>
                </c:pt>
                <c:pt idx="37">
                  <c:v>3.7109519203572798</c:v>
                </c:pt>
                <c:pt idx="38">
                  <c:v>3.7722955484085698</c:v>
                </c:pt>
                <c:pt idx="39">
                  <c:v>3.8384654575940198</c:v>
                </c:pt>
                <c:pt idx="40">
                  <c:v>3.90970248144429</c:v>
                </c:pt>
                <c:pt idx="41">
                  <c:v>3.9866104325115401</c:v>
                </c:pt>
                <c:pt idx="42">
                  <c:v>4.06944298253081</c:v>
                </c:pt>
                <c:pt idx="43">
                  <c:v>4.15791555086704</c:v>
                </c:pt>
                <c:pt idx="44">
                  <c:v>4.2517435587802801</c:v>
                </c:pt>
                <c:pt idx="45">
                  <c:v>4.3506424569421398</c:v>
                </c:pt>
                <c:pt idx="46">
                  <c:v>4.4543277515295303</c:v>
                </c:pt>
                <c:pt idx="47">
                  <c:v>4.5625150288893304</c:v>
                </c:pt>
                <c:pt idx="48">
                  <c:v>4.6749199787907001</c:v>
                </c:pt>
                <c:pt idx="49">
                  <c:v>4.7912584162412601</c:v>
                </c:pt>
                <c:pt idx="50">
                  <c:v>4.9112463018947903</c:v>
                </c:pt>
                <c:pt idx="51">
                  <c:v>5.0345997610194901</c:v>
                </c:pt>
                <c:pt idx="52">
                  <c:v>5.1610351010604596</c:v>
                </c:pt>
                <c:pt idx="53">
                  <c:v>5.2902688277655896</c:v>
                </c:pt>
                <c:pt idx="54">
                  <c:v>5.4220176599032399</c:v>
                </c:pt>
                <c:pt idx="55">
                  <c:v>5.5559985425526097</c:v>
                </c:pt>
                <c:pt idx="56">
                  <c:v>5.69192865898167</c:v>
                </c:pt>
                <c:pt idx="57">
                  <c:v>5.8295254411048996</c:v>
                </c:pt>
                <c:pt idx="58">
                  <c:v>5.9685065785295297</c:v>
                </c:pt>
                <c:pt idx="59">
                  <c:v>6.1085900261882502</c:v>
                </c:pt>
                <c:pt idx="60">
                  <c:v>6.2494940105614303</c:v>
                </c:pt>
                <c:pt idx="61">
                  <c:v>6.3904230205170602</c:v>
                </c:pt>
                <c:pt idx="62">
                  <c:v>6.5309782112816102</c:v>
                </c:pt>
                <c:pt idx="63">
                  <c:v>6.67147278062843</c:v>
                </c:pt>
                <c:pt idx="64">
                  <c:v>6.8122196137994404</c:v>
                </c:pt>
                <c:pt idx="65">
                  <c:v>6.9535312829595002</c:v>
                </c:pt>
                <c:pt idx="66">
                  <c:v>7.0957200449082398</c:v>
                </c:pt>
                <c:pt idx="67">
                  <c:v>7.2390978370572201</c:v>
                </c:pt>
                <c:pt idx="68">
                  <c:v>7.3839762716808597</c:v>
                </c:pt>
                <c:pt idx="69">
                  <c:v>7.5306666284359496</c:v>
                </c:pt>
                <c:pt idx="70">
                  <c:v>7.6794798451542103</c:v>
                </c:pt>
                <c:pt idx="71">
                  <c:v>7.8307265069168999</c:v>
                </c:pt>
                <c:pt idx="72">
                  <c:v>7.9847168334065604</c:v>
                </c:pt>
                <c:pt idx="73">
                  <c:v>8.1417606645452807</c:v>
                </c:pt>
                <c:pt idx="74">
                  <c:v>8.3021674444213094</c:v>
                </c:pt>
                <c:pt idx="75">
                  <c:v>8.4662462035063406</c:v>
                </c:pt>
                <c:pt idx="76">
                  <c:v>8.6343055391708194</c:v>
                </c:pt>
                <c:pt idx="77">
                  <c:v>8.8066535944943691</c:v>
                </c:pt>
                <c:pt idx="78">
                  <c:v>8.9835980353902798</c:v>
                </c:pt>
                <c:pt idx="79">
                  <c:v>9.1654460260308408</c:v>
                </c:pt>
                <c:pt idx="80">
                  <c:v>9.3525042025936393</c:v>
                </c:pt>
                <c:pt idx="81">
                  <c:v>9.5450786453256207</c:v>
                </c:pt>
                <c:pt idx="82">
                  <c:v>9.7434748489348006</c:v>
                </c:pt>
                <c:pt idx="83">
                  <c:v>9.9479976913159796</c:v>
                </c:pt>
                <c:pt idx="84">
                  <c:v>10.1589514006155</c:v>
                </c:pt>
                <c:pt idx="85">
                  <c:v>10.376639520643</c:v>
                </c:pt>
                <c:pt idx="86">
                  <c:v>10.599831373326101</c:v>
                </c:pt>
                <c:pt idx="87">
                  <c:v>10.8271220986139</c:v>
                </c:pt>
                <c:pt idx="88">
                  <c:v>11.058553307636799</c:v>
                </c:pt>
                <c:pt idx="89">
                  <c:v>11.294166442395801</c:v>
                </c:pt>
                <c:pt idx="90">
                  <c:v>11.534002772448501</c:v>
                </c:pt>
                <c:pt idx="91">
                  <c:v>11.7781033915845</c:v>
                </c:pt>
                <c:pt idx="92">
                  <c:v>12.0265092144582</c:v>
                </c:pt>
                <c:pt idx="93">
                  <c:v>12.2792609732036</c:v>
                </c:pt>
                <c:pt idx="94">
                  <c:v>12.536399214021399</c:v>
                </c:pt>
                <c:pt idx="95">
                  <c:v>12.7979642937382</c:v>
                </c:pt>
                <c:pt idx="96">
                  <c:v>13.063996376337901</c:v>
                </c:pt>
                <c:pt idx="97">
                  <c:v>13.334535429473</c:v>
                </c:pt>
                <c:pt idx="98">
                  <c:v>13.609621220946201</c:v>
                </c:pt>
                <c:pt idx="99">
                  <c:v>13.8892933151695</c:v>
                </c:pt>
                <c:pt idx="100">
                  <c:v>14.173591069598301</c:v>
                </c:pt>
              </c:numCache>
            </c:numRef>
          </c:val>
          <c:smooth val="0"/>
        </c:ser>
        <c:ser>
          <c:idx val="2"/>
          <c:order val="1"/>
          <c:tx>
            <c:strRef>
              <c:f>Sheet1!$D$2</c:f>
              <c:strCache>
                <c:ptCount val="1"/>
                <c:pt idx="0">
                  <c:v>Low MCA</c:v>
                </c:pt>
              </c:strCache>
            </c:strRef>
          </c:tx>
          <c:spPr>
            <a:ln>
              <a:solidFill>
                <a:schemeClr val="accent1"/>
              </a:solidFill>
            </a:ln>
          </c:spPr>
          <c:marker>
            <c:symbol val="none"/>
          </c:marker>
          <c:cat>
            <c:numRef>
              <c:f>Sheet1!$B$3:$B$103</c:f>
              <c:numCache>
                <c:formatCode>General</c:formatCode>
                <c:ptCount val="101"/>
                <c:pt idx="0">
                  <c:v>-50</c:v>
                </c:pt>
                <c:pt idx="1">
                  <c:v>-49</c:v>
                </c:pt>
                <c:pt idx="2">
                  <c:v>-48</c:v>
                </c:pt>
                <c:pt idx="3">
                  <c:v>-47</c:v>
                </c:pt>
                <c:pt idx="4">
                  <c:v>-46</c:v>
                </c:pt>
                <c:pt idx="5">
                  <c:v>-45</c:v>
                </c:pt>
                <c:pt idx="6">
                  <c:v>-44</c:v>
                </c:pt>
                <c:pt idx="7">
                  <c:v>-43</c:v>
                </c:pt>
                <c:pt idx="8">
                  <c:v>-42</c:v>
                </c:pt>
                <c:pt idx="9">
                  <c:v>-41</c:v>
                </c:pt>
                <c:pt idx="10">
                  <c:v>-40</c:v>
                </c:pt>
                <c:pt idx="11">
                  <c:v>-39</c:v>
                </c:pt>
                <c:pt idx="12">
                  <c:v>-38</c:v>
                </c:pt>
                <c:pt idx="13">
                  <c:v>-37</c:v>
                </c:pt>
                <c:pt idx="14">
                  <c:v>-36</c:v>
                </c:pt>
                <c:pt idx="15">
                  <c:v>-35</c:v>
                </c:pt>
                <c:pt idx="16">
                  <c:v>-34</c:v>
                </c:pt>
                <c:pt idx="17">
                  <c:v>-33</c:v>
                </c:pt>
                <c:pt idx="18">
                  <c:v>-32</c:v>
                </c:pt>
                <c:pt idx="19">
                  <c:v>-31</c:v>
                </c:pt>
                <c:pt idx="20">
                  <c:v>-30</c:v>
                </c:pt>
                <c:pt idx="21">
                  <c:v>-29</c:v>
                </c:pt>
                <c:pt idx="22">
                  <c:v>-28</c:v>
                </c:pt>
                <c:pt idx="23">
                  <c:v>-27</c:v>
                </c:pt>
                <c:pt idx="24">
                  <c:v>-26</c:v>
                </c:pt>
                <c:pt idx="25">
                  <c:v>-25</c:v>
                </c:pt>
                <c:pt idx="26">
                  <c:v>-24</c:v>
                </c:pt>
                <c:pt idx="27">
                  <c:v>-23</c:v>
                </c:pt>
                <c:pt idx="28">
                  <c:v>-22</c:v>
                </c:pt>
                <c:pt idx="29">
                  <c:v>-21</c:v>
                </c:pt>
                <c:pt idx="30">
                  <c:v>-20</c:v>
                </c:pt>
                <c:pt idx="31">
                  <c:v>-19</c:v>
                </c:pt>
                <c:pt idx="32">
                  <c:v>-18</c:v>
                </c:pt>
                <c:pt idx="33">
                  <c:v>-17</c:v>
                </c:pt>
                <c:pt idx="34">
                  <c:v>-16</c:v>
                </c:pt>
                <c:pt idx="35">
                  <c:v>-15</c:v>
                </c:pt>
                <c:pt idx="36">
                  <c:v>-14</c:v>
                </c:pt>
                <c:pt idx="37">
                  <c:v>-13</c:v>
                </c:pt>
                <c:pt idx="38">
                  <c:v>-12</c:v>
                </c:pt>
                <c:pt idx="39">
                  <c:v>-11</c:v>
                </c:pt>
                <c:pt idx="40">
                  <c:v>-10</c:v>
                </c:pt>
                <c:pt idx="41">
                  <c:v>-9</c:v>
                </c:pt>
                <c:pt idx="42">
                  <c:v>-8</c:v>
                </c:pt>
                <c:pt idx="43">
                  <c:v>-7</c:v>
                </c:pt>
                <c:pt idx="44">
                  <c:v>-6</c:v>
                </c:pt>
                <c:pt idx="45">
                  <c:v>-5</c:v>
                </c:pt>
                <c:pt idx="46">
                  <c:v>-4</c:v>
                </c:pt>
                <c:pt idx="47">
                  <c:v>-3</c:v>
                </c:pt>
                <c:pt idx="48">
                  <c:v>-2</c:v>
                </c:pt>
                <c:pt idx="49">
                  <c:v>-1</c:v>
                </c:pt>
                <c:pt idx="50">
                  <c:v>0</c:v>
                </c:pt>
                <c:pt idx="51">
                  <c:v>1</c:v>
                </c:pt>
                <c:pt idx="52">
                  <c:v>2</c:v>
                </c:pt>
                <c:pt idx="53">
                  <c:v>3</c:v>
                </c:pt>
                <c:pt idx="54">
                  <c:v>4</c:v>
                </c:pt>
                <c:pt idx="55">
                  <c:v>5</c:v>
                </c:pt>
                <c:pt idx="56">
                  <c:v>6</c:v>
                </c:pt>
                <c:pt idx="57">
                  <c:v>7</c:v>
                </c:pt>
                <c:pt idx="58">
                  <c:v>8</c:v>
                </c:pt>
                <c:pt idx="59">
                  <c:v>9</c:v>
                </c:pt>
                <c:pt idx="60">
                  <c:v>10</c:v>
                </c:pt>
                <c:pt idx="61">
                  <c:v>11</c:v>
                </c:pt>
                <c:pt idx="62">
                  <c:v>12</c:v>
                </c:pt>
                <c:pt idx="63">
                  <c:v>13</c:v>
                </c:pt>
                <c:pt idx="64">
                  <c:v>14</c:v>
                </c:pt>
                <c:pt idx="65">
                  <c:v>15</c:v>
                </c:pt>
                <c:pt idx="66">
                  <c:v>16</c:v>
                </c:pt>
                <c:pt idx="67">
                  <c:v>17</c:v>
                </c:pt>
                <c:pt idx="68">
                  <c:v>18</c:v>
                </c:pt>
                <c:pt idx="69">
                  <c:v>19</c:v>
                </c:pt>
                <c:pt idx="70">
                  <c:v>20</c:v>
                </c:pt>
                <c:pt idx="71">
                  <c:v>21</c:v>
                </c:pt>
                <c:pt idx="72">
                  <c:v>22</c:v>
                </c:pt>
                <c:pt idx="73">
                  <c:v>23</c:v>
                </c:pt>
                <c:pt idx="74">
                  <c:v>24</c:v>
                </c:pt>
                <c:pt idx="75">
                  <c:v>25</c:v>
                </c:pt>
                <c:pt idx="76">
                  <c:v>26</c:v>
                </c:pt>
                <c:pt idx="77">
                  <c:v>27</c:v>
                </c:pt>
                <c:pt idx="78">
                  <c:v>28</c:v>
                </c:pt>
                <c:pt idx="79">
                  <c:v>29</c:v>
                </c:pt>
                <c:pt idx="80">
                  <c:v>30</c:v>
                </c:pt>
                <c:pt idx="81">
                  <c:v>31</c:v>
                </c:pt>
                <c:pt idx="82">
                  <c:v>32</c:v>
                </c:pt>
                <c:pt idx="83">
                  <c:v>33</c:v>
                </c:pt>
                <c:pt idx="84">
                  <c:v>34</c:v>
                </c:pt>
                <c:pt idx="85">
                  <c:v>35</c:v>
                </c:pt>
                <c:pt idx="86">
                  <c:v>36</c:v>
                </c:pt>
                <c:pt idx="87">
                  <c:v>37</c:v>
                </c:pt>
                <c:pt idx="88">
                  <c:v>38</c:v>
                </c:pt>
                <c:pt idx="89">
                  <c:v>39</c:v>
                </c:pt>
                <c:pt idx="90">
                  <c:v>40</c:v>
                </c:pt>
                <c:pt idx="91">
                  <c:v>41</c:v>
                </c:pt>
                <c:pt idx="92">
                  <c:v>42</c:v>
                </c:pt>
                <c:pt idx="93">
                  <c:v>43</c:v>
                </c:pt>
                <c:pt idx="94">
                  <c:v>44</c:v>
                </c:pt>
                <c:pt idx="95">
                  <c:v>45</c:v>
                </c:pt>
                <c:pt idx="96">
                  <c:v>46</c:v>
                </c:pt>
                <c:pt idx="97">
                  <c:v>47</c:v>
                </c:pt>
                <c:pt idx="98">
                  <c:v>48</c:v>
                </c:pt>
                <c:pt idx="99">
                  <c:v>49</c:v>
                </c:pt>
                <c:pt idx="100">
                  <c:v>50</c:v>
                </c:pt>
              </c:numCache>
            </c:numRef>
          </c:cat>
          <c:val>
            <c:numRef>
              <c:f>Sheet1!$D$3:$D$103</c:f>
              <c:numCache>
                <c:formatCode>0.0</c:formatCode>
                <c:ptCount val="101"/>
                <c:pt idx="0">
                  <c:v>1.6396533875649999</c:v>
                </c:pt>
                <c:pt idx="1">
                  <c:v>1.65226734084046</c:v>
                </c:pt>
                <c:pt idx="2">
                  <c:v>1.6650132923698</c:v>
                </c:pt>
                <c:pt idx="3">
                  <c:v>1.6778921954941901</c:v>
                </c:pt>
                <c:pt idx="4">
                  <c:v>1.69090500325016</c:v>
                </c:pt>
                <c:pt idx="5">
                  <c:v>1.7040526683632999</c:v>
                </c:pt>
                <c:pt idx="6">
                  <c:v>1.71733614324613</c:v>
                </c:pt>
                <c:pt idx="7">
                  <c:v>1.7307563799937999</c:v>
                </c:pt>
                <c:pt idx="8">
                  <c:v>1.7443143303794799</c:v>
                </c:pt>
                <c:pt idx="9">
                  <c:v>1.75801094585216</c:v>
                </c:pt>
                <c:pt idx="10">
                  <c:v>1.77184717752998</c:v>
                </c:pt>
                <c:pt idx="11">
                  <c:v>1.7851969483788701</c:v>
                </c:pt>
                <c:pt idx="12">
                  <c:v>1.7975294382118701</c:v>
                </c:pt>
                <c:pt idx="13">
                  <c:v>1.80898846035273</c:v>
                </c:pt>
                <c:pt idx="14">
                  <c:v>1.8197178008625501</c:v>
                </c:pt>
                <c:pt idx="15">
                  <c:v>1.82986122197431</c:v>
                </c:pt>
                <c:pt idx="16">
                  <c:v>1.8395624649103499</c:v>
                </c:pt>
                <c:pt idx="17">
                  <c:v>1.84896525208187</c:v>
                </c:pt>
                <c:pt idx="18">
                  <c:v>1.85821328867998</c:v>
                </c:pt>
                <c:pt idx="19">
                  <c:v>1.8674502636418699</c:v>
                </c:pt>
                <c:pt idx="20">
                  <c:v>1.87681985000742</c:v>
                </c:pt>
                <c:pt idx="21">
                  <c:v>1.8864657046591899</c:v>
                </c:pt>
                <c:pt idx="22">
                  <c:v>1.89653146744725</c:v>
                </c:pt>
                <c:pt idx="23">
                  <c:v>1.90716075969611</c:v>
                </c:pt>
                <c:pt idx="24">
                  <c:v>1.9184971821002099</c:v>
                </c:pt>
                <c:pt idx="25">
                  <c:v>1.93068431200353</c:v>
                </c:pt>
                <c:pt idx="26">
                  <c:v>1.94386570006381</c:v>
                </c:pt>
                <c:pt idx="27">
                  <c:v>1.95818486630119</c:v>
                </c:pt>
                <c:pt idx="28">
                  <c:v>1.97378529553631</c:v>
                </c:pt>
                <c:pt idx="29">
                  <c:v>1.9908104322093201</c:v>
                </c:pt>
                <c:pt idx="30">
                  <c:v>2.0094036745899402</c:v>
                </c:pt>
                <c:pt idx="31">
                  <c:v>2.0297083683719599</c:v>
                </c:pt>
                <c:pt idx="32">
                  <c:v>2.05186779965377</c:v>
                </c:pt>
                <c:pt idx="33">
                  <c:v>2.0760251873108801</c:v>
                </c:pt>
                <c:pt idx="34">
                  <c:v>2.1023236747528</c:v>
                </c:pt>
                <c:pt idx="35">
                  <c:v>2.1309063210694301</c:v>
                </c:pt>
                <c:pt idx="36">
                  <c:v>2.1619160915706002</c:v>
                </c:pt>
                <c:pt idx="37">
                  <c:v>2.1954958477135902</c:v>
                </c:pt>
                <c:pt idx="38">
                  <c:v>2.2317883364228801</c:v>
                </c:pt>
                <c:pt idx="39">
                  <c:v>2.2709361788035101</c:v>
                </c:pt>
                <c:pt idx="40">
                  <c:v>2.3130818582473101</c:v>
                </c:pt>
                <c:pt idx="41">
                  <c:v>2.3585826059929298</c:v>
                </c:pt>
                <c:pt idx="42">
                  <c:v>2.4075885008484401</c:v>
                </c:pt>
                <c:pt idx="43">
                  <c:v>2.45993117749514</c:v>
                </c:pt>
                <c:pt idx="44">
                  <c:v>2.5154422717356</c:v>
                </c:pt>
                <c:pt idx="45">
                  <c:v>2.5739534367729799</c:v>
                </c:pt>
                <c:pt idx="46">
                  <c:v>2.63529635864885</c:v>
                </c:pt>
                <c:pt idx="47">
                  <c:v>2.69930277083541</c:v>
                </c:pt>
                <c:pt idx="48">
                  <c:v>2.7658044679921701</c:v>
                </c:pt>
                <c:pt idx="49">
                  <c:v>2.8346333188730002</c:v>
                </c:pt>
                <c:pt idx="50">
                  <c:v>2.9056212783998099</c:v>
                </c:pt>
                <c:pt idx="51">
                  <c:v>2.9786003988846899</c:v>
                </c:pt>
                <c:pt idx="52">
                  <c:v>3.0534028404203699</c:v>
                </c:pt>
                <c:pt idx="53">
                  <c:v>3.1298608804206101</c:v>
                </c:pt>
                <c:pt idx="54">
                  <c:v>3.2078069223276899</c:v>
                </c:pt>
                <c:pt idx="55">
                  <c:v>3.2870735034752498</c:v>
                </c:pt>
                <c:pt idx="56">
                  <c:v>3.3674933021156201</c:v>
                </c:pt>
                <c:pt idx="57">
                  <c:v>3.4488991436068801</c:v>
                </c:pt>
                <c:pt idx="58">
                  <c:v>3.5311240057648701</c:v>
                </c:pt>
                <c:pt idx="59">
                  <c:v>3.6140010233788602</c:v>
                </c:pt>
                <c:pt idx="60">
                  <c:v>3.69736349189282</c:v>
                </c:pt>
                <c:pt idx="61">
                  <c:v>3.78074076619342</c:v>
                </c:pt>
                <c:pt idx="62">
                  <c:v>3.86389687932044</c:v>
                </c:pt>
                <c:pt idx="63">
                  <c:v>3.9470171272372001</c:v>
                </c:pt>
                <c:pt idx="64">
                  <c:v>4.0302866210052599</c:v>
                </c:pt>
                <c:pt idx="65">
                  <c:v>4.1138902864616798</c:v>
                </c:pt>
                <c:pt idx="66">
                  <c:v>4.1980128628651903</c:v>
                </c:pt>
                <c:pt idx="67">
                  <c:v>4.2828389005162304</c:v>
                </c:pt>
                <c:pt idx="68">
                  <c:v>4.3685527573556397</c:v>
                </c:pt>
                <c:pt idx="69">
                  <c:v>4.4553385945389996</c:v>
                </c:pt>
                <c:pt idx="70">
                  <c:v>4.5433803709892899</c:v>
                </c:pt>
                <c:pt idx="71">
                  <c:v>4.6328618369330901</c:v>
                </c:pt>
                <c:pt idx="72">
                  <c:v>4.7239665264176001</c:v>
                </c:pt>
                <c:pt idx="73">
                  <c:v>4.8168777488138401</c:v>
                </c:pt>
                <c:pt idx="74">
                  <c:v>4.9117785793072404</c:v>
                </c:pt>
                <c:pt idx="75">
                  <c:v>5.0088518483768301</c:v>
                </c:pt>
                <c:pt idx="76">
                  <c:v>5.1082801302677296</c:v>
                </c:pt>
                <c:pt idx="77">
                  <c:v>5.2102457304547496</c:v>
                </c:pt>
                <c:pt idx="78">
                  <c:v>5.3149306721086296</c:v>
                </c:pt>
                <c:pt idx="79">
                  <c:v>5.4225166815571102</c:v>
                </c:pt>
                <c:pt idx="80">
                  <c:v>5.5331851727524803</c:v>
                </c:pt>
                <c:pt idx="81">
                  <c:v>5.6471172307439801</c:v>
                </c:pt>
                <c:pt idx="82">
                  <c:v>5.7644935941607702</c:v>
                </c:pt>
                <c:pt idx="83">
                  <c:v>5.8854946367092396</c:v>
                </c:pt>
                <c:pt idx="84">
                  <c:v>6.0103003476876502</c:v>
                </c:pt>
                <c:pt idx="85">
                  <c:v>6.1390903115228603</c:v>
                </c:pt>
                <c:pt idx="86">
                  <c:v>6.27113642700097</c:v>
                </c:pt>
                <c:pt idx="87">
                  <c:v>6.40560754231121</c:v>
                </c:pt>
                <c:pt idx="88">
                  <c:v>6.5425282756825398</c:v>
                </c:pt>
                <c:pt idx="89">
                  <c:v>6.6819231452825898</c:v>
                </c:pt>
                <c:pt idx="90">
                  <c:v>6.8238165672568902</c:v>
                </c:pt>
                <c:pt idx="91">
                  <c:v>6.9682328537620899</c:v>
                </c:pt>
                <c:pt idx="92">
                  <c:v>7.1151962109738198</c:v>
                </c:pt>
                <c:pt idx="93">
                  <c:v>7.2647307370839096</c:v>
                </c:pt>
                <c:pt idx="94">
                  <c:v>7.4168604202810604</c:v>
                </c:pt>
                <c:pt idx="95">
                  <c:v>7.5716091367154599</c:v>
                </c:pt>
                <c:pt idx="96">
                  <c:v>7.7290006484465303</c:v>
                </c:pt>
                <c:pt idx="97">
                  <c:v>7.8890586013788102</c:v>
                </c:pt>
                <c:pt idx="98">
                  <c:v>8.0518065231805291</c:v>
                </c:pt>
                <c:pt idx="99">
                  <c:v>8.2172678211888392</c:v>
                </c:pt>
                <c:pt idx="100">
                  <c:v>8.3854657802997092</c:v>
                </c:pt>
              </c:numCache>
            </c:numRef>
          </c:val>
          <c:smooth val="0"/>
        </c:ser>
        <c:dLbls>
          <c:showLegendKey val="0"/>
          <c:showVal val="0"/>
          <c:showCatName val="0"/>
          <c:showSerName val="0"/>
          <c:showPercent val="0"/>
          <c:showBubbleSize val="0"/>
        </c:dLbls>
        <c:marker val="1"/>
        <c:smooth val="0"/>
        <c:axId val="248012160"/>
        <c:axId val="245782016"/>
      </c:lineChart>
      <c:catAx>
        <c:axId val="248012160"/>
        <c:scaling>
          <c:orientation val="minMax"/>
        </c:scaling>
        <c:delete val="0"/>
        <c:axPos val="b"/>
        <c:title>
          <c:tx>
            <c:rich>
              <a:bodyPr/>
              <a:lstStyle/>
              <a:p>
                <a:pPr>
                  <a:defRPr/>
                </a:pPr>
                <a:r>
                  <a:rPr lang="en-US"/>
                  <a:t>Incentive (bps)</a:t>
                </a:r>
              </a:p>
            </c:rich>
          </c:tx>
          <c:layout/>
          <c:overlay val="0"/>
        </c:title>
        <c:numFmt formatCode="General" sourceLinked="1"/>
        <c:majorTickMark val="out"/>
        <c:minorTickMark val="none"/>
        <c:tickLblPos val="nextTo"/>
        <c:crossAx val="245782016"/>
        <c:crosses val="autoZero"/>
        <c:auto val="1"/>
        <c:lblAlgn val="ctr"/>
        <c:lblOffset val="100"/>
        <c:tickLblSkip val="10"/>
        <c:tickMarkSkip val="10"/>
        <c:noMultiLvlLbl val="0"/>
      </c:catAx>
      <c:valAx>
        <c:axId val="245782016"/>
        <c:scaling>
          <c:orientation val="minMax"/>
        </c:scaling>
        <c:delete val="0"/>
        <c:axPos val="l"/>
        <c:title>
          <c:tx>
            <c:rich>
              <a:bodyPr rot="-5400000" vert="horz"/>
              <a:lstStyle/>
              <a:p>
                <a:pPr>
                  <a:defRPr/>
                </a:pPr>
                <a:r>
                  <a:rPr lang="en-US"/>
                  <a:t>Refinance CPR (%)</a:t>
                </a:r>
              </a:p>
            </c:rich>
          </c:tx>
          <c:layout/>
          <c:overlay val="0"/>
        </c:title>
        <c:numFmt formatCode="0" sourceLinked="0"/>
        <c:majorTickMark val="out"/>
        <c:minorTickMark val="none"/>
        <c:tickLblPos val="nextTo"/>
        <c:crossAx val="248012160"/>
        <c:crosses val="autoZero"/>
        <c:crossBetween val="between"/>
      </c:valAx>
      <c:spPr>
        <a:ln>
          <a:noFill/>
        </a:ln>
      </c:spPr>
    </c:plotArea>
    <c:legend>
      <c:legendPos val="b"/>
      <c:layout/>
      <c:overlay val="0"/>
    </c:legend>
    <c:plotVisOnly val="1"/>
    <c:dispBlanksAs val="gap"/>
    <c:showDLblsOverMax val="0"/>
  </c:chart>
  <c:spPr>
    <a:ln>
      <a:noFill/>
    </a:ln>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1"/>
          <c:order val="0"/>
          <c:tx>
            <c:strRef>
              <c:f>'Time Series Query'!$BK$4</c:f>
              <c:strCache>
                <c:ptCount val="1"/>
                <c:pt idx="0">
                  <c:v>Conventional</c:v>
                </c:pt>
              </c:strCache>
            </c:strRef>
          </c:tx>
          <c:spPr>
            <a:ln>
              <a:solidFill>
                <a:srgbClr val="2E398A"/>
              </a:solidFill>
            </a:ln>
          </c:spPr>
          <c:marker>
            <c:symbol val="none"/>
          </c:marker>
          <c:cat>
            <c:strRef>
              <c:f>'Time Series Query'!$BJ$5:$BJ$151</c:f>
              <c:strCache>
                <c:ptCount val="147"/>
                <c:pt idx="0">
                  <c:v>2003-5</c:v>
                </c:pt>
                <c:pt idx="1">
                  <c:v>2003-6</c:v>
                </c:pt>
                <c:pt idx="2">
                  <c:v>2003-7</c:v>
                </c:pt>
                <c:pt idx="3">
                  <c:v>2003-8</c:v>
                </c:pt>
                <c:pt idx="4">
                  <c:v>2003-9</c:v>
                </c:pt>
                <c:pt idx="5">
                  <c:v>2003-10</c:v>
                </c:pt>
                <c:pt idx="6">
                  <c:v>2003-11</c:v>
                </c:pt>
                <c:pt idx="7">
                  <c:v>2003-12</c:v>
                </c:pt>
                <c:pt idx="8">
                  <c:v>2004-1</c:v>
                </c:pt>
                <c:pt idx="9">
                  <c:v>2004-2</c:v>
                </c:pt>
                <c:pt idx="10">
                  <c:v>2004-3</c:v>
                </c:pt>
                <c:pt idx="11">
                  <c:v>2004-4</c:v>
                </c:pt>
                <c:pt idx="12">
                  <c:v>2004-5</c:v>
                </c:pt>
                <c:pt idx="13">
                  <c:v>2004-6</c:v>
                </c:pt>
                <c:pt idx="14">
                  <c:v>2004-7</c:v>
                </c:pt>
                <c:pt idx="15">
                  <c:v>2004-8</c:v>
                </c:pt>
                <c:pt idx="16">
                  <c:v>2004-9</c:v>
                </c:pt>
                <c:pt idx="17">
                  <c:v>2004-10</c:v>
                </c:pt>
                <c:pt idx="18">
                  <c:v>2004-11</c:v>
                </c:pt>
                <c:pt idx="19">
                  <c:v>2004-12</c:v>
                </c:pt>
                <c:pt idx="20">
                  <c:v>2005-1</c:v>
                </c:pt>
                <c:pt idx="21">
                  <c:v>2005-2</c:v>
                </c:pt>
                <c:pt idx="22">
                  <c:v>2005-3</c:v>
                </c:pt>
                <c:pt idx="23">
                  <c:v>2005-4</c:v>
                </c:pt>
                <c:pt idx="24">
                  <c:v>2005-5</c:v>
                </c:pt>
                <c:pt idx="25">
                  <c:v>2005-6</c:v>
                </c:pt>
                <c:pt idx="26">
                  <c:v>2005-7</c:v>
                </c:pt>
                <c:pt idx="27">
                  <c:v>2005-8</c:v>
                </c:pt>
                <c:pt idx="28">
                  <c:v>2005-9</c:v>
                </c:pt>
                <c:pt idx="29">
                  <c:v>2005-10</c:v>
                </c:pt>
                <c:pt idx="30">
                  <c:v>2005-11</c:v>
                </c:pt>
                <c:pt idx="31">
                  <c:v>2005-12</c:v>
                </c:pt>
                <c:pt idx="32">
                  <c:v>2006-1</c:v>
                </c:pt>
                <c:pt idx="33">
                  <c:v>2006-2</c:v>
                </c:pt>
                <c:pt idx="34">
                  <c:v>2006-3</c:v>
                </c:pt>
                <c:pt idx="35">
                  <c:v>2006-4</c:v>
                </c:pt>
                <c:pt idx="36">
                  <c:v>2006-5</c:v>
                </c:pt>
                <c:pt idx="37">
                  <c:v>2006-6</c:v>
                </c:pt>
                <c:pt idx="38">
                  <c:v>2006-7</c:v>
                </c:pt>
                <c:pt idx="39">
                  <c:v>2006-8</c:v>
                </c:pt>
                <c:pt idx="40">
                  <c:v>2006-9</c:v>
                </c:pt>
                <c:pt idx="41">
                  <c:v>2006-10</c:v>
                </c:pt>
                <c:pt idx="42">
                  <c:v>2006-11</c:v>
                </c:pt>
                <c:pt idx="43">
                  <c:v>2006-12</c:v>
                </c:pt>
                <c:pt idx="44">
                  <c:v>2007-1</c:v>
                </c:pt>
                <c:pt idx="45">
                  <c:v>2007-2</c:v>
                </c:pt>
                <c:pt idx="46">
                  <c:v>2007-3</c:v>
                </c:pt>
                <c:pt idx="47">
                  <c:v>2007-4</c:v>
                </c:pt>
                <c:pt idx="48">
                  <c:v>2007-5</c:v>
                </c:pt>
                <c:pt idx="49">
                  <c:v>2007-6</c:v>
                </c:pt>
                <c:pt idx="50">
                  <c:v>2007-7</c:v>
                </c:pt>
                <c:pt idx="51">
                  <c:v>2007-8</c:v>
                </c:pt>
                <c:pt idx="52">
                  <c:v>2007-9</c:v>
                </c:pt>
                <c:pt idx="53">
                  <c:v>2007-10</c:v>
                </c:pt>
                <c:pt idx="54">
                  <c:v>2007-11</c:v>
                </c:pt>
                <c:pt idx="55">
                  <c:v>2007-12</c:v>
                </c:pt>
                <c:pt idx="56">
                  <c:v>2008-1</c:v>
                </c:pt>
                <c:pt idx="57">
                  <c:v>2008-2</c:v>
                </c:pt>
                <c:pt idx="58">
                  <c:v>2008-3</c:v>
                </c:pt>
                <c:pt idx="59">
                  <c:v>2008-4</c:v>
                </c:pt>
                <c:pt idx="60">
                  <c:v>2008-5</c:v>
                </c:pt>
                <c:pt idx="61">
                  <c:v>2008-6</c:v>
                </c:pt>
                <c:pt idx="62">
                  <c:v>2008-7</c:v>
                </c:pt>
                <c:pt idx="63">
                  <c:v>2008-8</c:v>
                </c:pt>
                <c:pt idx="64">
                  <c:v>2008-9</c:v>
                </c:pt>
                <c:pt idx="65">
                  <c:v>2008-10</c:v>
                </c:pt>
                <c:pt idx="66">
                  <c:v>2008-11</c:v>
                </c:pt>
                <c:pt idx="67">
                  <c:v>2008-12</c:v>
                </c:pt>
                <c:pt idx="68">
                  <c:v>2009-1</c:v>
                </c:pt>
                <c:pt idx="69">
                  <c:v>2009-2</c:v>
                </c:pt>
                <c:pt idx="70">
                  <c:v>2009-3</c:v>
                </c:pt>
                <c:pt idx="71">
                  <c:v>2009-4</c:v>
                </c:pt>
                <c:pt idx="72">
                  <c:v>2009-5</c:v>
                </c:pt>
                <c:pt idx="73">
                  <c:v>2009-6</c:v>
                </c:pt>
                <c:pt idx="74">
                  <c:v>2009-7</c:v>
                </c:pt>
                <c:pt idx="75">
                  <c:v>2009-8</c:v>
                </c:pt>
                <c:pt idx="76">
                  <c:v>2009-9</c:v>
                </c:pt>
                <c:pt idx="77">
                  <c:v>2009-10</c:v>
                </c:pt>
                <c:pt idx="78">
                  <c:v>2009-11</c:v>
                </c:pt>
                <c:pt idx="79">
                  <c:v>2009-12</c:v>
                </c:pt>
                <c:pt idx="80">
                  <c:v>2010-1</c:v>
                </c:pt>
                <c:pt idx="81">
                  <c:v>2010-2</c:v>
                </c:pt>
                <c:pt idx="82">
                  <c:v>2010-3</c:v>
                </c:pt>
                <c:pt idx="83">
                  <c:v>2010-4</c:v>
                </c:pt>
                <c:pt idx="84">
                  <c:v>2010-5</c:v>
                </c:pt>
                <c:pt idx="85">
                  <c:v>2010-6</c:v>
                </c:pt>
                <c:pt idx="86">
                  <c:v>2010-7</c:v>
                </c:pt>
                <c:pt idx="87">
                  <c:v>2010-8</c:v>
                </c:pt>
                <c:pt idx="88">
                  <c:v>2010-9</c:v>
                </c:pt>
                <c:pt idx="89">
                  <c:v>2010-10</c:v>
                </c:pt>
                <c:pt idx="90">
                  <c:v>2010-11</c:v>
                </c:pt>
                <c:pt idx="91">
                  <c:v>2010-12</c:v>
                </c:pt>
                <c:pt idx="92">
                  <c:v>2011-1</c:v>
                </c:pt>
                <c:pt idx="93">
                  <c:v>2011-2</c:v>
                </c:pt>
                <c:pt idx="94">
                  <c:v>2011-3</c:v>
                </c:pt>
                <c:pt idx="95">
                  <c:v>2011-4</c:v>
                </c:pt>
                <c:pt idx="96">
                  <c:v>2011-5</c:v>
                </c:pt>
                <c:pt idx="97">
                  <c:v>2011-6</c:v>
                </c:pt>
                <c:pt idx="98">
                  <c:v>2011-7</c:v>
                </c:pt>
                <c:pt idx="99">
                  <c:v>2011-8</c:v>
                </c:pt>
                <c:pt idx="100">
                  <c:v>2011-9</c:v>
                </c:pt>
                <c:pt idx="101">
                  <c:v>2011-10</c:v>
                </c:pt>
                <c:pt idx="102">
                  <c:v>2011-11</c:v>
                </c:pt>
                <c:pt idx="103">
                  <c:v>2011-12</c:v>
                </c:pt>
                <c:pt idx="104">
                  <c:v>2012-1</c:v>
                </c:pt>
                <c:pt idx="105">
                  <c:v>2012-2</c:v>
                </c:pt>
                <c:pt idx="106">
                  <c:v>2012-3</c:v>
                </c:pt>
                <c:pt idx="107">
                  <c:v>2012-4</c:v>
                </c:pt>
                <c:pt idx="108">
                  <c:v>2012-5</c:v>
                </c:pt>
                <c:pt idx="109">
                  <c:v>2012-6</c:v>
                </c:pt>
                <c:pt idx="110">
                  <c:v>2012-7</c:v>
                </c:pt>
                <c:pt idx="111">
                  <c:v>2012-8</c:v>
                </c:pt>
                <c:pt idx="112">
                  <c:v>2012-9</c:v>
                </c:pt>
                <c:pt idx="113">
                  <c:v>2012-10</c:v>
                </c:pt>
                <c:pt idx="114">
                  <c:v>2012-11</c:v>
                </c:pt>
                <c:pt idx="115">
                  <c:v>2012-12</c:v>
                </c:pt>
                <c:pt idx="116">
                  <c:v>2013-1</c:v>
                </c:pt>
                <c:pt idx="117">
                  <c:v>2013-2</c:v>
                </c:pt>
                <c:pt idx="118">
                  <c:v>2013-3</c:v>
                </c:pt>
                <c:pt idx="119">
                  <c:v>2013-4</c:v>
                </c:pt>
                <c:pt idx="120">
                  <c:v>2013-5</c:v>
                </c:pt>
                <c:pt idx="121">
                  <c:v>2013-6</c:v>
                </c:pt>
                <c:pt idx="122">
                  <c:v>2013-7</c:v>
                </c:pt>
                <c:pt idx="123">
                  <c:v>2013-8</c:v>
                </c:pt>
                <c:pt idx="124">
                  <c:v>2013-9</c:v>
                </c:pt>
                <c:pt idx="125">
                  <c:v>2013-10</c:v>
                </c:pt>
                <c:pt idx="126">
                  <c:v>2013-11</c:v>
                </c:pt>
                <c:pt idx="127">
                  <c:v>2013-12</c:v>
                </c:pt>
                <c:pt idx="128">
                  <c:v>2014-1</c:v>
                </c:pt>
                <c:pt idx="129">
                  <c:v>2014-2</c:v>
                </c:pt>
                <c:pt idx="130">
                  <c:v>2014-3</c:v>
                </c:pt>
                <c:pt idx="131">
                  <c:v>2014-4</c:v>
                </c:pt>
                <c:pt idx="132">
                  <c:v>2014-5</c:v>
                </c:pt>
                <c:pt idx="133">
                  <c:v>2014-6</c:v>
                </c:pt>
                <c:pt idx="134">
                  <c:v>2014-7</c:v>
                </c:pt>
                <c:pt idx="135">
                  <c:v>2014-8</c:v>
                </c:pt>
                <c:pt idx="136">
                  <c:v>2014-9</c:v>
                </c:pt>
                <c:pt idx="137">
                  <c:v>2014-10</c:v>
                </c:pt>
                <c:pt idx="138">
                  <c:v>2014-11</c:v>
                </c:pt>
                <c:pt idx="139">
                  <c:v>2014-12</c:v>
                </c:pt>
                <c:pt idx="140">
                  <c:v>2015-1</c:v>
                </c:pt>
                <c:pt idx="141">
                  <c:v>2015-2</c:v>
                </c:pt>
                <c:pt idx="142">
                  <c:v>2015-3</c:v>
                </c:pt>
                <c:pt idx="143">
                  <c:v>2015-4</c:v>
                </c:pt>
                <c:pt idx="144">
                  <c:v>2015-5</c:v>
                </c:pt>
                <c:pt idx="145">
                  <c:v>2015-6</c:v>
                </c:pt>
                <c:pt idx="146">
                  <c:v>2015-7</c:v>
                </c:pt>
              </c:strCache>
            </c:strRef>
          </c:cat>
          <c:val>
            <c:numRef>
              <c:f>'Time Series Query'!$BK$5:$BK$151</c:f>
              <c:numCache>
                <c:formatCode>General</c:formatCode>
                <c:ptCount val="147"/>
                <c:pt idx="0">
                  <c:v>2.1450741055419598E-2</c:v>
                </c:pt>
                <c:pt idx="1">
                  <c:v>2.0777950043804699E-2</c:v>
                </c:pt>
                <c:pt idx="2">
                  <c:v>2.24205388581304E-2</c:v>
                </c:pt>
                <c:pt idx="3">
                  <c:v>2.1746038746394102E-2</c:v>
                </c:pt>
                <c:pt idx="4">
                  <c:v>1.7642684597579599E-2</c:v>
                </c:pt>
                <c:pt idx="5">
                  <c:v>1.64145800400433E-2</c:v>
                </c:pt>
                <c:pt idx="6">
                  <c:v>2.1358095033052499E-2</c:v>
                </c:pt>
                <c:pt idx="7">
                  <c:v>2.1730055868424501E-2</c:v>
                </c:pt>
                <c:pt idx="8">
                  <c:v>2.12987117078158E-2</c:v>
                </c:pt>
                <c:pt idx="9">
                  <c:v>2.04919210486827E-2</c:v>
                </c:pt>
                <c:pt idx="10">
                  <c:v>2.0715890182779199E-2</c:v>
                </c:pt>
                <c:pt idx="11">
                  <c:v>2.1443810366087699E-2</c:v>
                </c:pt>
                <c:pt idx="12">
                  <c:v>2.1497562705386799E-2</c:v>
                </c:pt>
                <c:pt idx="13">
                  <c:v>1.74296567987994E-2</c:v>
                </c:pt>
                <c:pt idx="14">
                  <c:v>1.71623636029434E-2</c:v>
                </c:pt>
                <c:pt idx="15">
                  <c:v>2.0583368674609099E-2</c:v>
                </c:pt>
                <c:pt idx="16">
                  <c:v>2.3047577050655299E-2</c:v>
                </c:pt>
                <c:pt idx="17">
                  <c:v>2.23860040024676E-2</c:v>
                </c:pt>
                <c:pt idx="18">
                  <c:v>2.1779564208262402E-2</c:v>
                </c:pt>
                <c:pt idx="19">
                  <c:v>2.1090668706571499E-2</c:v>
                </c:pt>
                <c:pt idx="20">
                  <c:v>2.09712423123837E-2</c:v>
                </c:pt>
                <c:pt idx="21">
                  <c:v>2.0659358627216601E-2</c:v>
                </c:pt>
                <c:pt idx="22">
                  <c:v>2.0417926363663502E-2</c:v>
                </c:pt>
                <c:pt idx="23">
                  <c:v>1.9984193341813401E-2</c:v>
                </c:pt>
                <c:pt idx="24">
                  <c:v>1.8157566395530299E-2</c:v>
                </c:pt>
                <c:pt idx="25">
                  <c:v>2.0661572747784799E-2</c:v>
                </c:pt>
                <c:pt idx="26">
                  <c:v>2.1131997562814898E-2</c:v>
                </c:pt>
                <c:pt idx="27">
                  <c:v>1.9632918587673898E-2</c:v>
                </c:pt>
                <c:pt idx="28">
                  <c:v>1.8331825804747001E-2</c:v>
                </c:pt>
                <c:pt idx="29">
                  <c:v>1.8906432407664899E-2</c:v>
                </c:pt>
                <c:pt idx="30">
                  <c:v>1.8669000371853501E-2</c:v>
                </c:pt>
                <c:pt idx="31">
                  <c:v>1.6050678316362098E-2</c:v>
                </c:pt>
                <c:pt idx="32">
                  <c:v>1.4831934780505301E-2</c:v>
                </c:pt>
                <c:pt idx="33">
                  <c:v>1.6058691183526201E-2</c:v>
                </c:pt>
                <c:pt idx="34">
                  <c:v>1.6697077694664299E-2</c:v>
                </c:pt>
                <c:pt idx="35">
                  <c:v>1.6176030883114801E-2</c:v>
                </c:pt>
                <c:pt idx="36">
                  <c:v>1.5849977078417201E-2</c:v>
                </c:pt>
                <c:pt idx="37">
                  <c:v>1.55432241290006E-2</c:v>
                </c:pt>
                <c:pt idx="38">
                  <c:v>1.5780549034031699E-2</c:v>
                </c:pt>
                <c:pt idx="39">
                  <c:v>1.5606632079750099E-2</c:v>
                </c:pt>
                <c:pt idx="40">
                  <c:v>1.6294352826003E-2</c:v>
                </c:pt>
                <c:pt idx="41">
                  <c:v>1.8174335500528001E-2</c:v>
                </c:pt>
                <c:pt idx="42">
                  <c:v>1.7975522842157501E-2</c:v>
                </c:pt>
                <c:pt idx="43">
                  <c:v>1.75274733531138E-2</c:v>
                </c:pt>
                <c:pt idx="44">
                  <c:v>1.8049062577908701E-2</c:v>
                </c:pt>
                <c:pt idx="45">
                  <c:v>1.8218072306683201E-2</c:v>
                </c:pt>
                <c:pt idx="46">
                  <c:v>1.8106452720528399E-2</c:v>
                </c:pt>
                <c:pt idx="47">
                  <c:v>1.9218681550226799E-2</c:v>
                </c:pt>
                <c:pt idx="48">
                  <c:v>2.0422342200062199E-2</c:v>
                </c:pt>
                <c:pt idx="49">
                  <c:v>2.1071832143085101E-2</c:v>
                </c:pt>
                <c:pt idx="50">
                  <c:v>2.2137845183631499E-2</c:v>
                </c:pt>
                <c:pt idx="51">
                  <c:v>2.07952481029351E-2</c:v>
                </c:pt>
                <c:pt idx="52">
                  <c:v>2.23409674352518E-2</c:v>
                </c:pt>
                <c:pt idx="53">
                  <c:v>2.4060060280724001E-2</c:v>
                </c:pt>
                <c:pt idx="54">
                  <c:v>2.5456936115817001E-2</c:v>
                </c:pt>
                <c:pt idx="55">
                  <c:v>2.48059395679785E-2</c:v>
                </c:pt>
                <c:pt idx="56">
                  <c:v>2.5406454290126099E-2</c:v>
                </c:pt>
                <c:pt idx="57">
                  <c:v>2.3507893875337998E-2</c:v>
                </c:pt>
                <c:pt idx="58">
                  <c:v>2.41539416329958E-2</c:v>
                </c:pt>
                <c:pt idx="59">
                  <c:v>1.9719070890697001E-2</c:v>
                </c:pt>
                <c:pt idx="60">
                  <c:v>1.9430117842498599E-2</c:v>
                </c:pt>
                <c:pt idx="61">
                  <c:v>1.65254347118865E-2</c:v>
                </c:pt>
                <c:pt idx="62">
                  <c:v>1.50068827988702E-2</c:v>
                </c:pt>
                <c:pt idx="63">
                  <c:v>1.3633996571414401E-2</c:v>
                </c:pt>
                <c:pt idx="64">
                  <c:v>1.35929357011554E-2</c:v>
                </c:pt>
                <c:pt idx="65">
                  <c:v>1.4091668990269699E-2</c:v>
                </c:pt>
                <c:pt idx="66">
                  <c:v>1.4663344961973499E-2</c:v>
                </c:pt>
                <c:pt idx="67">
                  <c:v>1.2793965938819299E-2</c:v>
                </c:pt>
                <c:pt idx="68">
                  <c:v>1.38638196736778E-2</c:v>
                </c:pt>
                <c:pt idx="69">
                  <c:v>1.39907857369967E-2</c:v>
                </c:pt>
                <c:pt idx="70">
                  <c:v>1.2143485589171599E-2</c:v>
                </c:pt>
                <c:pt idx="71">
                  <c:v>1.1109793158067399E-2</c:v>
                </c:pt>
                <c:pt idx="72">
                  <c:v>1.1418573341871499E-2</c:v>
                </c:pt>
                <c:pt idx="73">
                  <c:v>1.1449481001714499E-2</c:v>
                </c:pt>
                <c:pt idx="74">
                  <c:v>1.0724321486784E-2</c:v>
                </c:pt>
                <c:pt idx="75">
                  <c:v>9.1456582353529603E-3</c:v>
                </c:pt>
                <c:pt idx="76">
                  <c:v>1.08993077818714E-2</c:v>
                </c:pt>
                <c:pt idx="77">
                  <c:v>1.13315361956783E-2</c:v>
                </c:pt>
                <c:pt idx="78">
                  <c:v>1.17542416448183E-2</c:v>
                </c:pt>
                <c:pt idx="79">
                  <c:v>1.1259845690290701E-2</c:v>
                </c:pt>
                <c:pt idx="80">
                  <c:v>1.1614952330152899E-2</c:v>
                </c:pt>
                <c:pt idx="81">
                  <c:v>1.06424119489619E-2</c:v>
                </c:pt>
                <c:pt idx="82">
                  <c:v>1.05573524364265E-2</c:v>
                </c:pt>
                <c:pt idx="83">
                  <c:v>1.0941874131880001E-2</c:v>
                </c:pt>
                <c:pt idx="84">
                  <c:v>1.11922493066082E-2</c:v>
                </c:pt>
                <c:pt idx="85">
                  <c:v>1.08068737932689E-2</c:v>
                </c:pt>
                <c:pt idx="86">
                  <c:v>1.19301678722133E-2</c:v>
                </c:pt>
                <c:pt idx="87">
                  <c:v>1.1982081805722199E-2</c:v>
                </c:pt>
                <c:pt idx="88">
                  <c:v>1.16348044415624E-2</c:v>
                </c:pt>
                <c:pt idx="89">
                  <c:v>1.15064206683952E-2</c:v>
                </c:pt>
                <c:pt idx="90">
                  <c:v>1.14185357327672E-2</c:v>
                </c:pt>
                <c:pt idx="91">
                  <c:v>1.16788104740246E-2</c:v>
                </c:pt>
                <c:pt idx="92">
                  <c:v>1.09787728382045E-2</c:v>
                </c:pt>
                <c:pt idx="93">
                  <c:v>1.01283020433927E-2</c:v>
                </c:pt>
                <c:pt idx="94">
                  <c:v>1.13508512550948E-2</c:v>
                </c:pt>
                <c:pt idx="95">
                  <c:v>1.12627930078745E-2</c:v>
                </c:pt>
                <c:pt idx="96">
                  <c:v>1.23644975040067E-2</c:v>
                </c:pt>
                <c:pt idx="97">
                  <c:v>1.22665245776873E-2</c:v>
                </c:pt>
                <c:pt idx="98">
                  <c:v>1.3548661533222499E-2</c:v>
                </c:pt>
                <c:pt idx="99">
                  <c:v>1.35046347973401E-2</c:v>
                </c:pt>
                <c:pt idx="100">
                  <c:v>1.3295891282051799E-2</c:v>
                </c:pt>
                <c:pt idx="101">
                  <c:v>1.45289945276896E-2</c:v>
                </c:pt>
                <c:pt idx="102">
                  <c:v>1.41537331520687E-2</c:v>
                </c:pt>
                <c:pt idx="103">
                  <c:v>1.3330284117289501E-2</c:v>
                </c:pt>
                <c:pt idx="104">
                  <c:v>1.3541139321708799E-2</c:v>
                </c:pt>
                <c:pt idx="105">
                  <c:v>1.3375190108893801E-2</c:v>
                </c:pt>
                <c:pt idx="106">
                  <c:v>1.3368199117739499E-2</c:v>
                </c:pt>
                <c:pt idx="107">
                  <c:v>1.3247374772760801E-2</c:v>
                </c:pt>
                <c:pt idx="108">
                  <c:v>1.28225727158472E-2</c:v>
                </c:pt>
                <c:pt idx="109">
                  <c:v>1.34595905180787E-2</c:v>
                </c:pt>
                <c:pt idx="110">
                  <c:v>1.38760274451609E-2</c:v>
                </c:pt>
                <c:pt idx="111">
                  <c:v>1.4000643367963099E-2</c:v>
                </c:pt>
                <c:pt idx="112">
                  <c:v>1.4333792880612499E-2</c:v>
                </c:pt>
                <c:pt idx="113">
                  <c:v>1.36711529187892E-2</c:v>
                </c:pt>
                <c:pt idx="114">
                  <c:v>1.43868581919379E-2</c:v>
                </c:pt>
                <c:pt idx="115">
                  <c:v>1.44275123819479E-2</c:v>
                </c:pt>
                <c:pt idx="116">
                  <c:v>1.4271463873293099E-2</c:v>
                </c:pt>
                <c:pt idx="117">
                  <c:v>1.4186851428333201E-2</c:v>
                </c:pt>
                <c:pt idx="118">
                  <c:v>1.4205148918397199E-2</c:v>
                </c:pt>
                <c:pt idx="119">
                  <c:v>1.40763601235394E-2</c:v>
                </c:pt>
                <c:pt idx="120">
                  <c:v>1.4536398607508799E-2</c:v>
                </c:pt>
                <c:pt idx="121">
                  <c:v>1.5513831385549501E-2</c:v>
                </c:pt>
                <c:pt idx="122">
                  <c:v>1.4664753361722E-2</c:v>
                </c:pt>
                <c:pt idx="123">
                  <c:v>1.28803683488304E-2</c:v>
                </c:pt>
                <c:pt idx="124">
                  <c:v>1.3852929718571799E-2</c:v>
                </c:pt>
                <c:pt idx="125">
                  <c:v>1.51215279764365E-2</c:v>
                </c:pt>
                <c:pt idx="126">
                  <c:v>1.5960902616382399E-2</c:v>
                </c:pt>
                <c:pt idx="127">
                  <c:v>1.7515607394978299E-2</c:v>
                </c:pt>
                <c:pt idx="128">
                  <c:v>1.6092987998410201E-2</c:v>
                </c:pt>
                <c:pt idx="129">
                  <c:v>1.5423133326643799E-2</c:v>
                </c:pt>
                <c:pt idx="130">
                  <c:v>1.64709134882766E-2</c:v>
                </c:pt>
                <c:pt idx="131">
                  <c:v>1.73785950978117E-2</c:v>
                </c:pt>
                <c:pt idx="132">
                  <c:v>1.7042595501706601E-2</c:v>
                </c:pt>
                <c:pt idx="133">
                  <c:v>1.7496590906512201E-2</c:v>
                </c:pt>
                <c:pt idx="134">
                  <c:v>1.84803007349175E-2</c:v>
                </c:pt>
                <c:pt idx="135">
                  <c:v>1.7708516972218001E-2</c:v>
                </c:pt>
                <c:pt idx="136">
                  <c:v>1.7686077599562498E-2</c:v>
                </c:pt>
                <c:pt idx="137">
                  <c:v>1.7911224377334799E-2</c:v>
                </c:pt>
                <c:pt idx="138">
                  <c:v>1.7995520073933E-2</c:v>
                </c:pt>
                <c:pt idx="139">
                  <c:v>1.8702407855327199E-2</c:v>
                </c:pt>
                <c:pt idx="140">
                  <c:v>1.8273129064639401E-2</c:v>
                </c:pt>
                <c:pt idx="141">
                  <c:v>1.8941540337179898E-2</c:v>
                </c:pt>
                <c:pt idx="142">
                  <c:v>1.9426549529739E-2</c:v>
                </c:pt>
                <c:pt idx="143">
                  <c:v>1.7817477432637101E-2</c:v>
                </c:pt>
                <c:pt idx="144">
                  <c:v>1.75796444520223E-2</c:v>
                </c:pt>
                <c:pt idx="145">
                  <c:v>1.8308992119838299E-2</c:v>
                </c:pt>
                <c:pt idx="146">
                  <c:v>1.67906224223657E-2</c:v>
                </c:pt>
              </c:numCache>
            </c:numRef>
          </c:val>
          <c:smooth val="0"/>
        </c:ser>
        <c:ser>
          <c:idx val="0"/>
          <c:order val="1"/>
          <c:tx>
            <c:strRef>
              <c:f>'Time Series Query'!$BL$4</c:f>
              <c:strCache>
                <c:ptCount val="1"/>
                <c:pt idx="0">
                  <c:v>FHA</c:v>
                </c:pt>
              </c:strCache>
            </c:strRef>
          </c:tx>
          <c:spPr>
            <a:ln>
              <a:solidFill>
                <a:srgbClr val="AD275C"/>
              </a:solidFill>
            </a:ln>
          </c:spPr>
          <c:marker>
            <c:symbol val="none"/>
          </c:marker>
          <c:cat>
            <c:strRef>
              <c:f>'Time Series Query'!$BJ$5:$BJ$151</c:f>
              <c:strCache>
                <c:ptCount val="147"/>
                <c:pt idx="0">
                  <c:v>2003-5</c:v>
                </c:pt>
                <c:pt idx="1">
                  <c:v>2003-6</c:v>
                </c:pt>
                <c:pt idx="2">
                  <c:v>2003-7</c:v>
                </c:pt>
                <c:pt idx="3">
                  <c:v>2003-8</c:v>
                </c:pt>
                <c:pt idx="4">
                  <c:v>2003-9</c:v>
                </c:pt>
                <c:pt idx="5">
                  <c:v>2003-10</c:v>
                </c:pt>
                <c:pt idx="6">
                  <c:v>2003-11</c:v>
                </c:pt>
                <c:pt idx="7">
                  <c:v>2003-12</c:v>
                </c:pt>
                <c:pt idx="8">
                  <c:v>2004-1</c:v>
                </c:pt>
                <c:pt idx="9">
                  <c:v>2004-2</c:v>
                </c:pt>
                <c:pt idx="10">
                  <c:v>2004-3</c:v>
                </c:pt>
                <c:pt idx="11">
                  <c:v>2004-4</c:v>
                </c:pt>
                <c:pt idx="12">
                  <c:v>2004-5</c:v>
                </c:pt>
                <c:pt idx="13">
                  <c:v>2004-6</c:v>
                </c:pt>
                <c:pt idx="14">
                  <c:v>2004-7</c:v>
                </c:pt>
                <c:pt idx="15">
                  <c:v>2004-8</c:v>
                </c:pt>
                <c:pt idx="16">
                  <c:v>2004-9</c:v>
                </c:pt>
                <c:pt idx="17">
                  <c:v>2004-10</c:v>
                </c:pt>
                <c:pt idx="18">
                  <c:v>2004-11</c:v>
                </c:pt>
                <c:pt idx="19">
                  <c:v>2004-12</c:v>
                </c:pt>
                <c:pt idx="20">
                  <c:v>2005-1</c:v>
                </c:pt>
                <c:pt idx="21">
                  <c:v>2005-2</c:v>
                </c:pt>
                <c:pt idx="22">
                  <c:v>2005-3</c:v>
                </c:pt>
                <c:pt idx="23">
                  <c:v>2005-4</c:v>
                </c:pt>
                <c:pt idx="24">
                  <c:v>2005-5</c:v>
                </c:pt>
                <c:pt idx="25">
                  <c:v>2005-6</c:v>
                </c:pt>
                <c:pt idx="26">
                  <c:v>2005-7</c:v>
                </c:pt>
                <c:pt idx="27">
                  <c:v>2005-8</c:v>
                </c:pt>
                <c:pt idx="28">
                  <c:v>2005-9</c:v>
                </c:pt>
                <c:pt idx="29">
                  <c:v>2005-10</c:v>
                </c:pt>
                <c:pt idx="30">
                  <c:v>2005-11</c:v>
                </c:pt>
                <c:pt idx="31">
                  <c:v>2005-12</c:v>
                </c:pt>
                <c:pt idx="32">
                  <c:v>2006-1</c:v>
                </c:pt>
                <c:pt idx="33">
                  <c:v>2006-2</c:v>
                </c:pt>
                <c:pt idx="34">
                  <c:v>2006-3</c:v>
                </c:pt>
                <c:pt idx="35">
                  <c:v>2006-4</c:v>
                </c:pt>
                <c:pt idx="36">
                  <c:v>2006-5</c:v>
                </c:pt>
                <c:pt idx="37">
                  <c:v>2006-6</c:v>
                </c:pt>
                <c:pt idx="38">
                  <c:v>2006-7</c:v>
                </c:pt>
                <c:pt idx="39">
                  <c:v>2006-8</c:v>
                </c:pt>
                <c:pt idx="40">
                  <c:v>2006-9</c:v>
                </c:pt>
                <c:pt idx="41">
                  <c:v>2006-10</c:v>
                </c:pt>
                <c:pt idx="42">
                  <c:v>2006-11</c:v>
                </c:pt>
                <c:pt idx="43">
                  <c:v>2006-12</c:v>
                </c:pt>
                <c:pt idx="44">
                  <c:v>2007-1</c:v>
                </c:pt>
                <c:pt idx="45">
                  <c:v>2007-2</c:v>
                </c:pt>
                <c:pt idx="46">
                  <c:v>2007-3</c:v>
                </c:pt>
                <c:pt idx="47">
                  <c:v>2007-4</c:v>
                </c:pt>
                <c:pt idx="48">
                  <c:v>2007-5</c:v>
                </c:pt>
                <c:pt idx="49">
                  <c:v>2007-6</c:v>
                </c:pt>
                <c:pt idx="50">
                  <c:v>2007-7</c:v>
                </c:pt>
                <c:pt idx="51">
                  <c:v>2007-8</c:v>
                </c:pt>
                <c:pt idx="52">
                  <c:v>2007-9</c:v>
                </c:pt>
                <c:pt idx="53">
                  <c:v>2007-10</c:v>
                </c:pt>
                <c:pt idx="54">
                  <c:v>2007-11</c:v>
                </c:pt>
                <c:pt idx="55">
                  <c:v>2007-12</c:v>
                </c:pt>
                <c:pt idx="56">
                  <c:v>2008-1</c:v>
                </c:pt>
                <c:pt idx="57">
                  <c:v>2008-2</c:v>
                </c:pt>
                <c:pt idx="58">
                  <c:v>2008-3</c:v>
                </c:pt>
                <c:pt idx="59">
                  <c:v>2008-4</c:v>
                </c:pt>
                <c:pt idx="60">
                  <c:v>2008-5</c:v>
                </c:pt>
                <c:pt idx="61">
                  <c:v>2008-6</c:v>
                </c:pt>
                <c:pt idx="62">
                  <c:v>2008-7</c:v>
                </c:pt>
                <c:pt idx="63">
                  <c:v>2008-8</c:v>
                </c:pt>
                <c:pt idx="64">
                  <c:v>2008-9</c:v>
                </c:pt>
                <c:pt idx="65">
                  <c:v>2008-10</c:v>
                </c:pt>
                <c:pt idx="66">
                  <c:v>2008-11</c:v>
                </c:pt>
                <c:pt idx="67">
                  <c:v>2008-12</c:v>
                </c:pt>
                <c:pt idx="68">
                  <c:v>2009-1</c:v>
                </c:pt>
                <c:pt idx="69">
                  <c:v>2009-2</c:v>
                </c:pt>
                <c:pt idx="70">
                  <c:v>2009-3</c:v>
                </c:pt>
                <c:pt idx="71">
                  <c:v>2009-4</c:v>
                </c:pt>
                <c:pt idx="72">
                  <c:v>2009-5</c:v>
                </c:pt>
                <c:pt idx="73">
                  <c:v>2009-6</c:v>
                </c:pt>
                <c:pt idx="74">
                  <c:v>2009-7</c:v>
                </c:pt>
                <c:pt idx="75">
                  <c:v>2009-8</c:v>
                </c:pt>
                <c:pt idx="76">
                  <c:v>2009-9</c:v>
                </c:pt>
                <c:pt idx="77">
                  <c:v>2009-10</c:v>
                </c:pt>
                <c:pt idx="78">
                  <c:v>2009-11</c:v>
                </c:pt>
                <c:pt idx="79">
                  <c:v>2009-12</c:v>
                </c:pt>
                <c:pt idx="80">
                  <c:v>2010-1</c:v>
                </c:pt>
                <c:pt idx="81">
                  <c:v>2010-2</c:v>
                </c:pt>
                <c:pt idx="82">
                  <c:v>2010-3</c:v>
                </c:pt>
                <c:pt idx="83">
                  <c:v>2010-4</c:v>
                </c:pt>
                <c:pt idx="84">
                  <c:v>2010-5</c:v>
                </c:pt>
                <c:pt idx="85">
                  <c:v>2010-6</c:v>
                </c:pt>
                <c:pt idx="86">
                  <c:v>2010-7</c:v>
                </c:pt>
                <c:pt idx="87">
                  <c:v>2010-8</c:v>
                </c:pt>
                <c:pt idx="88">
                  <c:v>2010-9</c:v>
                </c:pt>
                <c:pt idx="89">
                  <c:v>2010-10</c:v>
                </c:pt>
                <c:pt idx="90">
                  <c:v>2010-11</c:v>
                </c:pt>
                <c:pt idx="91">
                  <c:v>2010-12</c:v>
                </c:pt>
                <c:pt idx="92">
                  <c:v>2011-1</c:v>
                </c:pt>
                <c:pt idx="93">
                  <c:v>2011-2</c:v>
                </c:pt>
                <c:pt idx="94">
                  <c:v>2011-3</c:v>
                </c:pt>
                <c:pt idx="95">
                  <c:v>2011-4</c:v>
                </c:pt>
                <c:pt idx="96">
                  <c:v>2011-5</c:v>
                </c:pt>
                <c:pt idx="97">
                  <c:v>2011-6</c:v>
                </c:pt>
                <c:pt idx="98">
                  <c:v>2011-7</c:v>
                </c:pt>
                <c:pt idx="99">
                  <c:v>2011-8</c:v>
                </c:pt>
                <c:pt idx="100">
                  <c:v>2011-9</c:v>
                </c:pt>
                <c:pt idx="101">
                  <c:v>2011-10</c:v>
                </c:pt>
                <c:pt idx="102">
                  <c:v>2011-11</c:v>
                </c:pt>
                <c:pt idx="103">
                  <c:v>2011-12</c:v>
                </c:pt>
                <c:pt idx="104">
                  <c:v>2012-1</c:v>
                </c:pt>
                <c:pt idx="105">
                  <c:v>2012-2</c:v>
                </c:pt>
                <c:pt idx="106">
                  <c:v>2012-3</c:v>
                </c:pt>
                <c:pt idx="107">
                  <c:v>2012-4</c:v>
                </c:pt>
                <c:pt idx="108">
                  <c:v>2012-5</c:v>
                </c:pt>
                <c:pt idx="109">
                  <c:v>2012-6</c:v>
                </c:pt>
                <c:pt idx="110">
                  <c:v>2012-7</c:v>
                </c:pt>
                <c:pt idx="111">
                  <c:v>2012-8</c:v>
                </c:pt>
                <c:pt idx="112">
                  <c:v>2012-9</c:v>
                </c:pt>
                <c:pt idx="113">
                  <c:v>2012-10</c:v>
                </c:pt>
                <c:pt idx="114">
                  <c:v>2012-11</c:v>
                </c:pt>
                <c:pt idx="115">
                  <c:v>2012-12</c:v>
                </c:pt>
                <c:pt idx="116">
                  <c:v>2013-1</c:v>
                </c:pt>
                <c:pt idx="117">
                  <c:v>2013-2</c:v>
                </c:pt>
                <c:pt idx="118">
                  <c:v>2013-3</c:v>
                </c:pt>
                <c:pt idx="119">
                  <c:v>2013-4</c:v>
                </c:pt>
                <c:pt idx="120">
                  <c:v>2013-5</c:v>
                </c:pt>
                <c:pt idx="121">
                  <c:v>2013-6</c:v>
                </c:pt>
                <c:pt idx="122">
                  <c:v>2013-7</c:v>
                </c:pt>
                <c:pt idx="123">
                  <c:v>2013-8</c:v>
                </c:pt>
                <c:pt idx="124">
                  <c:v>2013-9</c:v>
                </c:pt>
                <c:pt idx="125">
                  <c:v>2013-10</c:v>
                </c:pt>
                <c:pt idx="126">
                  <c:v>2013-11</c:v>
                </c:pt>
                <c:pt idx="127">
                  <c:v>2013-12</c:v>
                </c:pt>
                <c:pt idx="128">
                  <c:v>2014-1</c:v>
                </c:pt>
                <c:pt idx="129">
                  <c:v>2014-2</c:v>
                </c:pt>
                <c:pt idx="130">
                  <c:v>2014-3</c:v>
                </c:pt>
                <c:pt idx="131">
                  <c:v>2014-4</c:v>
                </c:pt>
                <c:pt idx="132">
                  <c:v>2014-5</c:v>
                </c:pt>
                <c:pt idx="133">
                  <c:v>2014-6</c:v>
                </c:pt>
                <c:pt idx="134">
                  <c:v>2014-7</c:v>
                </c:pt>
                <c:pt idx="135">
                  <c:v>2014-8</c:v>
                </c:pt>
                <c:pt idx="136">
                  <c:v>2014-9</c:v>
                </c:pt>
                <c:pt idx="137">
                  <c:v>2014-10</c:v>
                </c:pt>
                <c:pt idx="138">
                  <c:v>2014-11</c:v>
                </c:pt>
                <c:pt idx="139">
                  <c:v>2014-12</c:v>
                </c:pt>
                <c:pt idx="140">
                  <c:v>2015-1</c:v>
                </c:pt>
                <c:pt idx="141">
                  <c:v>2015-2</c:v>
                </c:pt>
                <c:pt idx="142">
                  <c:v>2015-3</c:v>
                </c:pt>
                <c:pt idx="143">
                  <c:v>2015-4</c:v>
                </c:pt>
                <c:pt idx="144">
                  <c:v>2015-5</c:v>
                </c:pt>
                <c:pt idx="145">
                  <c:v>2015-6</c:v>
                </c:pt>
                <c:pt idx="146">
                  <c:v>2015-7</c:v>
                </c:pt>
              </c:strCache>
            </c:strRef>
          </c:cat>
          <c:val>
            <c:numRef>
              <c:f>'Time Series Query'!$BL$5:$BL$151</c:f>
              <c:numCache>
                <c:formatCode>General</c:formatCode>
                <c:ptCount val="147"/>
                <c:pt idx="0">
                  <c:v>9.4285995591371505E-2</c:v>
                </c:pt>
                <c:pt idx="1">
                  <c:v>8.5363662487838804E-2</c:v>
                </c:pt>
                <c:pt idx="2">
                  <c:v>9.1805440656946596E-2</c:v>
                </c:pt>
                <c:pt idx="3">
                  <c:v>9.2379201142605005E-2</c:v>
                </c:pt>
                <c:pt idx="4">
                  <c:v>7.25860078665896E-2</c:v>
                </c:pt>
                <c:pt idx="5">
                  <c:v>6.51072617401625E-2</c:v>
                </c:pt>
                <c:pt idx="6">
                  <c:v>8.6871460414936999E-2</c:v>
                </c:pt>
                <c:pt idx="7">
                  <c:v>9.0167160769596993E-2</c:v>
                </c:pt>
                <c:pt idx="8">
                  <c:v>9.1083275828594504E-2</c:v>
                </c:pt>
                <c:pt idx="9">
                  <c:v>8.9059484799799998E-2</c:v>
                </c:pt>
                <c:pt idx="10">
                  <c:v>9.1836813388869107E-2</c:v>
                </c:pt>
                <c:pt idx="11">
                  <c:v>9.4924068582742202E-2</c:v>
                </c:pt>
                <c:pt idx="12">
                  <c:v>9.9504059217308802E-2</c:v>
                </c:pt>
                <c:pt idx="13">
                  <c:v>8.4638727196081204E-2</c:v>
                </c:pt>
                <c:pt idx="14">
                  <c:v>7.7886223139598698E-2</c:v>
                </c:pt>
                <c:pt idx="15">
                  <c:v>9.0779477365927799E-2</c:v>
                </c:pt>
                <c:pt idx="16">
                  <c:v>9.7491194732257994E-2</c:v>
                </c:pt>
                <c:pt idx="17">
                  <c:v>9.4413817020581894E-2</c:v>
                </c:pt>
                <c:pt idx="18">
                  <c:v>9.8333062406187999E-2</c:v>
                </c:pt>
                <c:pt idx="19">
                  <c:v>9.2820204237606396E-2</c:v>
                </c:pt>
                <c:pt idx="20">
                  <c:v>9.4900478598202095E-2</c:v>
                </c:pt>
                <c:pt idx="21">
                  <c:v>9.1799771417411899E-2</c:v>
                </c:pt>
                <c:pt idx="22">
                  <c:v>9.1464698836870098E-2</c:v>
                </c:pt>
                <c:pt idx="23">
                  <c:v>9.2497341698870306E-2</c:v>
                </c:pt>
                <c:pt idx="24">
                  <c:v>8.1934200099123194E-2</c:v>
                </c:pt>
                <c:pt idx="25">
                  <c:v>9.0211093283241298E-2</c:v>
                </c:pt>
                <c:pt idx="26">
                  <c:v>9.2319504582030504E-2</c:v>
                </c:pt>
                <c:pt idx="27">
                  <c:v>9.6079655045307605E-2</c:v>
                </c:pt>
                <c:pt idx="28">
                  <c:v>8.5380791907585393E-2</c:v>
                </c:pt>
                <c:pt idx="29">
                  <c:v>9.0218440732812502E-2</c:v>
                </c:pt>
                <c:pt idx="30">
                  <c:v>9.2285525328509796E-2</c:v>
                </c:pt>
                <c:pt idx="31">
                  <c:v>8.2108794617635802E-2</c:v>
                </c:pt>
                <c:pt idx="32">
                  <c:v>8.7028492327789503E-2</c:v>
                </c:pt>
                <c:pt idx="33">
                  <c:v>8.9312436018572597E-2</c:v>
                </c:pt>
                <c:pt idx="34">
                  <c:v>9.2004736353106201E-2</c:v>
                </c:pt>
                <c:pt idx="35">
                  <c:v>9.0269691219839895E-2</c:v>
                </c:pt>
                <c:pt idx="36">
                  <c:v>9.0992959299858497E-2</c:v>
                </c:pt>
                <c:pt idx="37">
                  <c:v>8.7665901172641697E-2</c:v>
                </c:pt>
                <c:pt idx="38">
                  <c:v>9.4627360659875495E-2</c:v>
                </c:pt>
                <c:pt idx="39">
                  <c:v>9.7328657053947207E-2</c:v>
                </c:pt>
                <c:pt idx="40">
                  <c:v>0.106959828331922</c:v>
                </c:pt>
                <c:pt idx="41">
                  <c:v>0.111287570299785</c:v>
                </c:pt>
                <c:pt idx="42">
                  <c:v>0.10281303848291801</c:v>
                </c:pt>
                <c:pt idx="43">
                  <c:v>0.109423829061224</c:v>
                </c:pt>
                <c:pt idx="44">
                  <c:v>0.1093242256585</c:v>
                </c:pt>
                <c:pt idx="45">
                  <c:v>0.106621948942194</c:v>
                </c:pt>
                <c:pt idx="46">
                  <c:v>0.101950777887985</c:v>
                </c:pt>
                <c:pt idx="47">
                  <c:v>0.11322743894513</c:v>
                </c:pt>
                <c:pt idx="48">
                  <c:v>0.109331088924152</c:v>
                </c:pt>
                <c:pt idx="49">
                  <c:v>0.113390111014102</c:v>
                </c:pt>
                <c:pt idx="50">
                  <c:v>0.11526275108716</c:v>
                </c:pt>
                <c:pt idx="51">
                  <c:v>9.5228743774607896E-2</c:v>
                </c:pt>
                <c:pt idx="52">
                  <c:v>0.109100905383647</c:v>
                </c:pt>
                <c:pt idx="53">
                  <c:v>0.124191721531846</c:v>
                </c:pt>
                <c:pt idx="54">
                  <c:v>0.118620974906118</c:v>
                </c:pt>
                <c:pt idx="55">
                  <c:v>0.11454124774918099</c:v>
                </c:pt>
                <c:pt idx="56">
                  <c:v>0.118200880367063</c:v>
                </c:pt>
                <c:pt idx="57">
                  <c:v>0.116786543209285</c:v>
                </c:pt>
                <c:pt idx="58">
                  <c:v>0.128134201111163</c:v>
                </c:pt>
                <c:pt idx="59">
                  <c:v>0.112280776236066</c:v>
                </c:pt>
                <c:pt idx="60">
                  <c:v>0.10862820934442299</c:v>
                </c:pt>
                <c:pt idx="61">
                  <c:v>0.101027125337702</c:v>
                </c:pt>
                <c:pt idx="62">
                  <c:v>9.3804213372806602E-2</c:v>
                </c:pt>
                <c:pt idx="63">
                  <c:v>8.7395122950958998E-2</c:v>
                </c:pt>
                <c:pt idx="64">
                  <c:v>8.9057747301929793E-2</c:v>
                </c:pt>
                <c:pt idx="65">
                  <c:v>8.9562512546187495E-2</c:v>
                </c:pt>
                <c:pt idx="66">
                  <c:v>0.103351642697491</c:v>
                </c:pt>
                <c:pt idx="67">
                  <c:v>8.3829992538756004E-2</c:v>
                </c:pt>
                <c:pt idx="68">
                  <c:v>9.3076853520146705E-2</c:v>
                </c:pt>
                <c:pt idx="69">
                  <c:v>0.100196056372731</c:v>
                </c:pt>
                <c:pt idx="70">
                  <c:v>8.3237162808257104E-2</c:v>
                </c:pt>
                <c:pt idx="71">
                  <c:v>7.7152354316607705E-2</c:v>
                </c:pt>
                <c:pt idx="72">
                  <c:v>8.2111872443475398E-2</c:v>
                </c:pt>
                <c:pt idx="73">
                  <c:v>6.6489943042899999E-2</c:v>
                </c:pt>
                <c:pt idx="74">
                  <c:v>6.2301954306724798E-2</c:v>
                </c:pt>
                <c:pt idx="75">
                  <c:v>5.92673314950833E-2</c:v>
                </c:pt>
                <c:pt idx="76">
                  <c:v>6.8005277207944095E-2</c:v>
                </c:pt>
                <c:pt idx="77">
                  <c:v>7.0066056895199597E-2</c:v>
                </c:pt>
                <c:pt idx="78">
                  <c:v>7.18039593407441E-2</c:v>
                </c:pt>
                <c:pt idx="79">
                  <c:v>6.7916944669552101E-2</c:v>
                </c:pt>
                <c:pt idx="80">
                  <c:v>6.4104657785873306E-2</c:v>
                </c:pt>
                <c:pt idx="81">
                  <c:v>5.3141127900620498E-2</c:v>
                </c:pt>
                <c:pt idx="82">
                  <c:v>4.9614369155651102E-2</c:v>
                </c:pt>
                <c:pt idx="83">
                  <c:v>4.9938732237334402E-2</c:v>
                </c:pt>
                <c:pt idx="84">
                  <c:v>4.9433870902870103E-2</c:v>
                </c:pt>
                <c:pt idx="85">
                  <c:v>4.7935297916397397E-2</c:v>
                </c:pt>
                <c:pt idx="86">
                  <c:v>5.2223575477024303E-2</c:v>
                </c:pt>
                <c:pt idx="87">
                  <c:v>5.4351045253614699E-2</c:v>
                </c:pt>
                <c:pt idx="88">
                  <c:v>5.18039852039874E-2</c:v>
                </c:pt>
                <c:pt idx="89">
                  <c:v>4.9523196065882701E-2</c:v>
                </c:pt>
                <c:pt idx="90">
                  <c:v>4.8155285513132098E-2</c:v>
                </c:pt>
                <c:pt idx="91">
                  <c:v>4.8498782379219799E-2</c:v>
                </c:pt>
                <c:pt idx="92">
                  <c:v>4.5520286505032703E-2</c:v>
                </c:pt>
                <c:pt idx="93">
                  <c:v>4.0079471562488797E-2</c:v>
                </c:pt>
                <c:pt idx="94">
                  <c:v>4.3811617029674503E-2</c:v>
                </c:pt>
                <c:pt idx="95">
                  <c:v>4.3426562211492999E-2</c:v>
                </c:pt>
                <c:pt idx="96">
                  <c:v>4.7030864544221701E-2</c:v>
                </c:pt>
                <c:pt idx="97">
                  <c:v>4.7169554670103801E-2</c:v>
                </c:pt>
                <c:pt idx="98">
                  <c:v>5.01318953503316E-2</c:v>
                </c:pt>
                <c:pt idx="99">
                  <c:v>4.9767969979469202E-2</c:v>
                </c:pt>
                <c:pt idx="100">
                  <c:v>4.8609534038481103E-2</c:v>
                </c:pt>
                <c:pt idx="101">
                  <c:v>5.28969377612565E-2</c:v>
                </c:pt>
                <c:pt idx="102">
                  <c:v>5.2062657199863797E-2</c:v>
                </c:pt>
                <c:pt idx="103">
                  <c:v>4.88513891385828E-2</c:v>
                </c:pt>
                <c:pt idx="104">
                  <c:v>4.9178067070710603E-2</c:v>
                </c:pt>
                <c:pt idx="105">
                  <c:v>4.9578391995180202E-2</c:v>
                </c:pt>
                <c:pt idx="106">
                  <c:v>4.9470745177948798E-2</c:v>
                </c:pt>
                <c:pt idx="107">
                  <c:v>4.8345406248694399E-2</c:v>
                </c:pt>
                <c:pt idx="108">
                  <c:v>4.7200576073014297E-2</c:v>
                </c:pt>
                <c:pt idx="109">
                  <c:v>4.87455541273265E-2</c:v>
                </c:pt>
                <c:pt idx="110">
                  <c:v>5.01526295017918E-2</c:v>
                </c:pt>
                <c:pt idx="111">
                  <c:v>5.0920901691329901E-2</c:v>
                </c:pt>
                <c:pt idx="112">
                  <c:v>5.1164146729042799E-2</c:v>
                </c:pt>
                <c:pt idx="113">
                  <c:v>4.8689499032941203E-2</c:v>
                </c:pt>
                <c:pt idx="114">
                  <c:v>5.0126620688003297E-2</c:v>
                </c:pt>
                <c:pt idx="115">
                  <c:v>5.01747604460736E-2</c:v>
                </c:pt>
                <c:pt idx="116">
                  <c:v>4.9156981992146E-2</c:v>
                </c:pt>
                <c:pt idx="117">
                  <c:v>4.83999856771603E-2</c:v>
                </c:pt>
                <c:pt idx="118">
                  <c:v>4.8162877188679197E-2</c:v>
                </c:pt>
                <c:pt idx="119">
                  <c:v>4.7048443962686003E-2</c:v>
                </c:pt>
                <c:pt idx="120">
                  <c:v>4.8564626706116498E-2</c:v>
                </c:pt>
                <c:pt idx="121">
                  <c:v>5.0915054900666903E-2</c:v>
                </c:pt>
                <c:pt idx="122">
                  <c:v>4.8400476857025899E-2</c:v>
                </c:pt>
                <c:pt idx="123">
                  <c:v>4.3075210687433897E-2</c:v>
                </c:pt>
                <c:pt idx="124">
                  <c:v>4.59432838113287E-2</c:v>
                </c:pt>
                <c:pt idx="125">
                  <c:v>5.0301606990154298E-2</c:v>
                </c:pt>
                <c:pt idx="126">
                  <c:v>5.28326536481473E-2</c:v>
                </c:pt>
                <c:pt idx="127">
                  <c:v>5.8020706017923598E-2</c:v>
                </c:pt>
                <c:pt idx="128">
                  <c:v>5.3732575289805497E-2</c:v>
                </c:pt>
                <c:pt idx="129">
                  <c:v>5.0638509422985097E-2</c:v>
                </c:pt>
                <c:pt idx="130">
                  <c:v>5.3963745614458901E-2</c:v>
                </c:pt>
                <c:pt idx="131">
                  <c:v>5.64173982878792E-2</c:v>
                </c:pt>
                <c:pt idx="132">
                  <c:v>5.6079401787069001E-2</c:v>
                </c:pt>
                <c:pt idx="133">
                  <c:v>5.7150634619079502E-2</c:v>
                </c:pt>
                <c:pt idx="134">
                  <c:v>6.0279482404130599E-2</c:v>
                </c:pt>
                <c:pt idx="135">
                  <c:v>5.9039886698822097E-2</c:v>
                </c:pt>
                <c:pt idx="136">
                  <c:v>5.9232734324811201E-2</c:v>
                </c:pt>
                <c:pt idx="137">
                  <c:v>6.0455601405621499E-2</c:v>
                </c:pt>
                <c:pt idx="138">
                  <c:v>5.9874562188320497E-2</c:v>
                </c:pt>
                <c:pt idx="139">
                  <c:v>6.2400887079476899E-2</c:v>
                </c:pt>
                <c:pt idx="140">
                  <c:v>6.0841622906473401E-2</c:v>
                </c:pt>
                <c:pt idx="141">
                  <c:v>6.2622998242086406E-2</c:v>
                </c:pt>
                <c:pt idx="142">
                  <c:v>6.6263717165098004E-2</c:v>
                </c:pt>
                <c:pt idx="143">
                  <c:v>6.1486236715359202E-2</c:v>
                </c:pt>
                <c:pt idx="144">
                  <c:v>6.0306400919081203E-2</c:v>
                </c:pt>
                <c:pt idx="145">
                  <c:v>6.1448839793864403E-2</c:v>
                </c:pt>
                <c:pt idx="146">
                  <c:v>5.5814197233407602E-2</c:v>
                </c:pt>
              </c:numCache>
            </c:numRef>
          </c:val>
          <c:smooth val="0"/>
        </c:ser>
        <c:ser>
          <c:idx val="2"/>
          <c:order val="2"/>
          <c:tx>
            <c:strRef>
              <c:f>'Time Series Query'!$BM$4</c:f>
              <c:strCache>
                <c:ptCount val="1"/>
                <c:pt idx="0">
                  <c:v>VA</c:v>
                </c:pt>
              </c:strCache>
            </c:strRef>
          </c:tx>
          <c:spPr>
            <a:ln>
              <a:solidFill>
                <a:srgbClr val="1B7A76"/>
              </a:solidFill>
            </a:ln>
          </c:spPr>
          <c:marker>
            <c:symbol val="none"/>
          </c:marker>
          <c:cat>
            <c:strRef>
              <c:f>'Time Series Query'!$BJ$5:$BJ$151</c:f>
              <c:strCache>
                <c:ptCount val="147"/>
                <c:pt idx="0">
                  <c:v>2003-5</c:v>
                </c:pt>
                <c:pt idx="1">
                  <c:v>2003-6</c:v>
                </c:pt>
                <c:pt idx="2">
                  <c:v>2003-7</c:v>
                </c:pt>
                <c:pt idx="3">
                  <c:v>2003-8</c:v>
                </c:pt>
                <c:pt idx="4">
                  <c:v>2003-9</c:v>
                </c:pt>
                <c:pt idx="5">
                  <c:v>2003-10</c:v>
                </c:pt>
                <c:pt idx="6">
                  <c:v>2003-11</c:v>
                </c:pt>
                <c:pt idx="7">
                  <c:v>2003-12</c:v>
                </c:pt>
                <c:pt idx="8">
                  <c:v>2004-1</c:v>
                </c:pt>
                <c:pt idx="9">
                  <c:v>2004-2</c:v>
                </c:pt>
                <c:pt idx="10">
                  <c:v>2004-3</c:v>
                </c:pt>
                <c:pt idx="11">
                  <c:v>2004-4</c:v>
                </c:pt>
                <c:pt idx="12">
                  <c:v>2004-5</c:v>
                </c:pt>
                <c:pt idx="13">
                  <c:v>2004-6</c:v>
                </c:pt>
                <c:pt idx="14">
                  <c:v>2004-7</c:v>
                </c:pt>
                <c:pt idx="15">
                  <c:v>2004-8</c:v>
                </c:pt>
                <c:pt idx="16">
                  <c:v>2004-9</c:v>
                </c:pt>
                <c:pt idx="17">
                  <c:v>2004-10</c:v>
                </c:pt>
                <c:pt idx="18">
                  <c:v>2004-11</c:v>
                </c:pt>
                <c:pt idx="19">
                  <c:v>2004-12</c:v>
                </c:pt>
                <c:pt idx="20">
                  <c:v>2005-1</c:v>
                </c:pt>
                <c:pt idx="21">
                  <c:v>2005-2</c:v>
                </c:pt>
                <c:pt idx="22">
                  <c:v>2005-3</c:v>
                </c:pt>
                <c:pt idx="23">
                  <c:v>2005-4</c:v>
                </c:pt>
                <c:pt idx="24">
                  <c:v>2005-5</c:v>
                </c:pt>
                <c:pt idx="25">
                  <c:v>2005-6</c:v>
                </c:pt>
                <c:pt idx="26">
                  <c:v>2005-7</c:v>
                </c:pt>
                <c:pt idx="27">
                  <c:v>2005-8</c:v>
                </c:pt>
                <c:pt idx="28">
                  <c:v>2005-9</c:v>
                </c:pt>
                <c:pt idx="29">
                  <c:v>2005-10</c:v>
                </c:pt>
                <c:pt idx="30">
                  <c:v>2005-11</c:v>
                </c:pt>
                <c:pt idx="31">
                  <c:v>2005-12</c:v>
                </c:pt>
                <c:pt idx="32">
                  <c:v>2006-1</c:v>
                </c:pt>
                <c:pt idx="33">
                  <c:v>2006-2</c:v>
                </c:pt>
                <c:pt idx="34">
                  <c:v>2006-3</c:v>
                </c:pt>
                <c:pt idx="35">
                  <c:v>2006-4</c:v>
                </c:pt>
                <c:pt idx="36">
                  <c:v>2006-5</c:v>
                </c:pt>
                <c:pt idx="37">
                  <c:v>2006-6</c:v>
                </c:pt>
                <c:pt idx="38">
                  <c:v>2006-7</c:v>
                </c:pt>
                <c:pt idx="39">
                  <c:v>2006-8</c:v>
                </c:pt>
                <c:pt idx="40">
                  <c:v>2006-9</c:v>
                </c:pt>
                <c:pt idx="41">
                  <c:v>2006-10</c:v>
                </c:pt>
                <c:pt idx="42">
                  <c:v>2006-11</c:v>
                </c:pt>
                <c:pt idx="43">
                  <c:v>2006-12</c:v>
                </c:pt>
                <c:pt idx="44">
                  <c:v>2007-1</c:v>
                </c:pt>
                <c:pt idx="45">
                  <c:v>2007-2</c:v>
                </c:pt>
                <c:pt idx="46">
                  <c:v>2007-3</c:v>
                </c:pt>
                <c:pt idx="47">
                  <c:v>2007-4</c:v>
                </c:pt>
                <c:pt idx="48">
                  <c:v>2007-5</c:v>
                </c:pt>
                <c:pt idx="49">
                  <c:v>2007-6</c:v>
                </c:pt>
                <c:pt idx="50">
                  <c:v>2007-7</c:v>
                </c:pt>
                <c:pt idx="51">
                  <c:v>2007-8</c:v>
                </c:pt>
                <c:pt idx="52">
                  <c:v>2007-9</c:v>
                </c:pt>
                <c:pt idx="53">
                  <c:v>2007-10</c:v>
                </c:pt>
                <c:pt idx="54">
                  <c:v>2007-11</c:v>
                </c:pt>
                <c:pt idx="55">
                  <c:v>2007-12</c:v>
                </c:pt>
                <c:pt idx="56">
                  <c:v>2008-1</c:v>
                </c:pt>
                <c:pt idx="57">
                  <c:v>2008-2</c:v>
                </c:pt>
                <c:pt idx="58">
                  <c:v>2008-3</c:v>
                </c:pt>
                <c:pt idx="59">
                  <c:v>2008-4</c:v>
                </c:pt>
                <c:pt idx="60">
                  <c:v>2008-5</c:v>
                </c:pt>
                <c:pt idx="61">
                  <c:v>2008-6</c:v>
                </c:pt>
                <c:pt idx="62">
                  <c:v>2008-7</c:v>
                </c:pt>
                <c:pt idx="63">
                  <c:v>2008-8</c:v>
                </c:pt>
                <c:pt idx="64">
                  <c:v>2008-9</c:v>
                </c:pt>
                <c:pt idx="65">
                  <c:v>2008-10</c:v>
                </c:pt>
                <c:pt idx="66">
                  <c:v>2008-11</c:v>
                </c:pt>
                <c:pt idx="67">
                  <c:v>2008-12</c:v>
                </c:pt>
                <c:pt idx="68">
                  <c:v>2009-1</c:v>
                </c:pt>
                <c:pt idx="69">
                  <c:v>2009-2</c:v>
                </c:pt>
                <c:pt idx="70">
                  <c:v>2009-3</c:v>
                </c:pt>
                <c:pt idx="71">
                  <c:v>2009-4</c:v>
                </c:pt>
                <c:pt idx="72">
                  <c:v>2009-5</c:v>
                </c:pt>
                <c:pt idx="73">
                  <c:v>2009-6</c:v>
                </c:pt>
                <c:pt idx="74">
                  <c:v>2009-7</c:v>
                </c:pt>
                <c:pt idx="75">
                  <c:v>2009-8</c:v>
                </c:pt>
                <c:pt idx="76">
                  <c:v>2009-9</c:v>
                </c:pt>
                <c:pt idx="77">
                  <c:v>2009-10</c:v>
                </c:pt>
                <c:pt idx="78">
                  <c:v>2009-11</c:v>
                </c:pt>
                <c:pt idx="79">
                  <c:v>2009-12</c:v>
                </c:pt>
                <c:pt idx="80">
                  <c:v>2010-1</c:v>
                </c:pt>
                <c:pt idx="81">
                  <c:v>2010-2</c:v>
                </c:pt>
                <c:pt idx="82">
                  <c:v>2010-3</c:v>
                </c:pt>
                <c:pt idx="83">
                  <c:v>2010-4</c:v>
                </c:pt>
                <c:pt idx="84">
                  <c:v>2010-5</c:v>
                </c:pt>
                <c:pt idx="85">
                  <c:v>2010-6</c:v>
                </c:pt>
                <c:pt idx="86">
                  <c:v>2010-7</c:v>
                </c:pt>
                <c:pt idx="87">
                  <c:v>2010-8</c:v>
                </c:pt>
                <c:pt idx="88">
                  <c:v>2010-9</c:v>
                </c:pt>
                <c:pt idx="89">
                  <c:v>2010-10</c:v>
                </c:pt>
                <c:pt idx="90">
                  <c:v>2010-11</c:v>
                </c:pt>
                <c:pt idx="91">
                  <c:v>2010-12</c:v>
                </c:pt>
                <c:pt idx="92">
                  <c:v>2011-1</c:v>
                </c:pt>
                <c:pt idx="93">
                  <c:v>2011-2</c:v>
                </c:pt>
                <c:pt idx="94">
                  <c:v>2011-3</c:v>
                </c:pt>
                <c:pt idx="95">
                  <c:v>2011-4</c:v>
                </c:pt>
                <c:pt idx="96">
                  <c:v>2011-5</c:v>
                </c:pt>
                <c:pt idx="97">
                  <c:v>2011-6</c:v>
                </c:pt>
                <c:pt idx="98">
                  <c:v>2011-7</c:v>
                </c:pt>
                <c:pt idx="99">
                  <c:v>2011-8</c:v>
                </c:pt>
                <c:pt idx="100">
                  <c:v>2011-9</c:v>
                </c:pt>
                <c:pt idx="101">
                  <c:v>2011-10</c:v>
                </c:pt>
                <c:pt idx="102">
                  <c:v>2011-11</c:v>
                </c:pt>
                <c:pt idx="103">
                  <c:v>2011-12</c:v>
                </c:pt>
                <c:pt idx="104">
                  <c:v>2012-1</c:v>
                </c:pt>
                <c:pt idx="105">
                  <c:v>2012-2</c:v>
                </c:pt>
                <c:pt idx="106">
                  <c:v>2012-3</c:v>
                </c:pt>
                <c:pt idx="107">
                  <c:v>2012-4</c:v>
                </c:pt>
                <c:pt idx="108">
                  <c:v>2012-5</c:v>
                </c:pt>
                <c:pt idx="109">
                  <c:v>2012-6</c:v>
                </c:pt>
                <c:pt idx="110">
                  <c:v>2012-7</c:v>
                </c:pt>
                <c:pt idx="111">
                  <c:v>2012-8</c:v>
                </c:pt>
                <c:pt idx="112">
                  <c:v>2012-9</c:v>
                </c:pt>
                <c:pt idx="113">
                  <c:v>2012-10</c:v>
                </c:pt>
                <c:pt idx="114">
                  <c:v>2012-11</c:v>
                </c:pt>
                <c:pt idx="115">
                  <c:v>2012-12</c:v>
                </c:pt>
                <c:pt idx="116">
                  <c:v>2013-1</c:v>
                </c:pt>
                <c:pt idx="117">
                  <c:v>2013-2</c:v>
                </c:pt>
                <c:pt idx="118">
                  <c:v>2013-3</c:v>
                </c:pt>
                <c:pt idx="119">
                  <c:v>2013-4</c:v>
                </c:pt>
                <c:pt idx="120">
                  <c:v>2013-5</c:v>
                </c:pt>
                <c:pt idx="121">
                  <c:v>2013-6</c:v>
                </c:pt>
                <c:pt idx="122">
                  <c:v>2013-7</c:v>
                </c:pt>
                <c:pt idx="123">
                  <c:v>2013-8</c:v>
                </c:pt>
                <c:pt idx="124">
                  <c:v>2013-9</c:v>
                </c:pt>
                <c:pt idx="125">
                  <c:v>2013-10</c:v>
                </c:pt>
                <c:pt idx="126">
                  <c:v>2013-11</c:v>
                </c:pt>
                <c:pt idx="127">
                  <c:v>2013-12</c:v>
                </c:pt>
                <c:pt idx="128">
                  <c:v>2014-1</c:v>
                </c:pt>
                <c:pt idx="129">
                  <c:v>2014-2</c:v>
                </c:pt>
                <c:pt idx="130">
                  <c:v>2014-3</c:v>
                </c:pt>
                <c:pt idx="131">
                  <c:v>2014-4</c:v>
                </c:pt>
                <c:pt idx="132">
                  <c:v>2014-5</c:v>
                </c:pt>
                <c:pt idx="133">
                  <c:v>2014-6</c:v>
                </c:pt>
                <c:pt idx="134">
                  <c:v>2014-7</c:v>
                </c:pt>
                <c:pt idx="135">
                  <c:v>2014-8</c:v>
                </c:pt>
                <c:pt idx="136">
                  <c:v>2014-9</c:v>
                </c:pt>
                <c:pt idx="137">
                  <c:v>2014-10</c:v>
                </c:pt>
                <c:pt idx="138">
                  <c:v>2014-11</c:v>
                </c:pt>
                <c:pt idx="139">
                  <c:v>2014-12</c:v>
                </c:pt>
                <c:pt idx="140">
                  <c:v>2015-1</c:v>
                </c:pt>
                <c:pt idx="141">
                  <c:v>2015-2</c:v>
                </c:pt>
                <c:pt idx="142">
                  <c:v>2015-3</c:v>
                </c:pt>
                <c:pt idx="143">
                  <c:v>2015-4</c:v>
                </c:pt>
                <c:pt idx="144">
                  <c:v>2015-5</c:v>
                </c:pt>
                <c:pt idx="145">
                  <c:v>2015-6</c:v>
                </c:pt>
                <c:pt idx="146">
                  <c:v>2015-7</c:v>
                </c:pt>
              </c:strCache>
            </c:strRef>
          </c:cat>
          <c:val>
            <c:numRef>
              <c:f>'Time Series Query'!$BM$5:$BM$151</c:f>
              <c:numCache>
                <c:formatCode>General</c:formatCode>
                <c:ptCount val="147"/>
                <c:pt idx="0">
                  <c:v>7.43698517370701E-2</c:v>
                </c:pt>
                <c:pt idx="1">
                  <c:v>7.30825171843862E-2</c:v>
                </c:pt>
                <c:pt idx="2">
                  <c:v>7.5057002809456902E-2</c:v>
                </c:pt>
                <c:pt idx="3">
                  <c:v>7.2909944145716804E-2</c:v>
                </c:pt>
                <c:pt idx="4">
                  <c:v>5.9572386776244698E-2</c:v>
                </c:pt>
                <c:pt idx="5">
                  <c:v>5.8551251558796702E-2</c:v>
                </c:pt>
                <c:pt idx="6">
                  <c:v>7.5610136798633196E-2</c:v>
                </c:pt>
                <c:pt idx="7">
                  <c:v>7.7229764557536801E-2</c:v>
                </c:pt>
                <c:pt idx="8">
                  <c:v>7.3919928128802895E-2</c:v>
                </c:pt>
                <c:pt idx="9">
                  <c:v>7.5837312969968707E-2</c:v>
                </c:pt>
                <c:pt idx="10">
                  <c:v>6.9937168914830303E-2</c:v>
                </c:pt>
                <c:pt idx="11">
                  <c:v>7.4150153276567904E-2</c:v>
                </c:pt>
                <c:pt idx="12">
                  <c:v>8.2929537204315798E-2</c:v>
                </c:pt>
                <c:pt idx="13">
                  <c:v>7.4392139597998494E-2</c:v>
                </c:pt>
                <c:pt idx="14">
                  <c:v>6.5266934728069798E-2</c:v>
                </c:pt>
                <c:pt idx="15">
                  <c:v>6.6895577239321505E-2</c:v>
                </c:pt>
                <c:pt idx="16">
                  <c:v>8.3094273500979796E-2</c:v>
                </c:pt>
                <c:pt idx="17">
                  <c:v>8.1387626202597499E-2</c:v>
                </c:pt>
                <c:pt idx="18">
                  <c:v>8.7159265808458106E-2</c:v>
                </c:pt>
                <c:pt idx="19">
                  <c:v>7.2886696269449006E-2</c:v>
                </c:pt>
                <c:pt idx="20">
                  <c:v>7.5690097036033105E-2</c:v>
                </c:pt>
                <c:pt idx="21">
                  <c:v>7.5038770054298307E-2</c:v>
                </c:pt>
                <c:pt idx="22">
                  <c:v>7.3859808783187805E-2</c:v>
                </c:pt>
                <c:pt idx="23">
                  <c:v>7.1507871154995101E-2</c:v>
                </c:pt>
                <c:pt idx="24">
                  <c:v>6.8831034977123506E-2</c:v>
                </c:pt>
                <c:pt idx="25">
                  <c:v>7.2760553043788298E-2</c:v>
                </c:pt>
                <c:pt idx="26">
                  <c:v>8.0514821186880595E-2</c:v>
                </c:pt>
                <c:pt idx="27">
                  <c:v>8.0042668586271001E-2</c:v>
                </c:pt>
                <c:pt idx="28">
                  <c:v>7.3908989895033E-2</c:v>
                </c:pt>
                <c:pt idx="29">
                  <c:v>7.7491922918333095E-2</c:v>
                </c:pt>
                <c:pt idx="30">
                  <c:v>7.1121707446048593E-2</c:v>
                </c:pt>
                <c:pt idx="31">
                  <c:v>7.8070969779932997E-2</c:v>
                </c:pt>
                <c:pt idx="32">
                  <c:v>6.7199163700533596E-2</c:v>
                </c:pt>
                <c:pt idx="33">
                  <c:v>7.3484219548732604E-2</c:v>
                </c:pt>
                <c:pt idx="34">
                  <c:v>7.29966124505744E-2</c:v>
                </c:pt>
                <c:pt idx="35">
                  <c:v>7.5604220137534706E-2</c:v>
                </c:pt>
                <c:pt idx="36">
                  <c:v>8.5117661602461606E-2</c:v>
                </c:pt>
                <c:pt idx="37">
                  <c:v>7.3721687246315296E-2</c:v>
                </c:pt>
                <c:pt idx="38">
                  <c:v>7.1097707040510896E-2</c:v>
                </c:pt>
                <c:pt idx="39">
                  <c:v>8.2438738787264404E-2</c:v>
                </c:pt>
                <c:pt idx="40">
                  <c:v>8.2438738787264404E-2</c:v>
                </c:pt>
                <c:pt idx="41">
                  <c:v>9.04030528968605E-2</c:v>
                </c:pt>
                <c:pt idx="42">
                  <c:v>0.101077691508849</c:v>
                </c:pt>
                <c:pt idx="43">
                  <c:v>8.2485989149712502E-2</c:v>
                </c:pt>
                <c:pt idx="44">
                  <c:v>8.7345811231672704E-2</c:v>
                </c:pt>
                <c:pt idx="45">
                  <c:v>8.8833892051242799E-2</c:v>
                </c:pt>
                <c:pt idx="46">
                  <c:v>8.8833892051242799E-2</c:v>
                </c:pt>
                <c:pt idx="47">
                  <c:v>8.5720663516440795E-2</c:v>
                </c:pt>
                <c:pt idx="48">
                  <c:v>9.4059593281205903E-2</c:v>
                </c:pt>
                <c:pt idx="49">
                  <c:v>7.6040970936058994E-2</c:v>
                </c:pt>
                <c:pt idx="50">
                  <c:v>9.0262087142296804E-2</c:v>
                </c:pt>
                <c:pt idx="51">
                  <c:v>7.3171463970122794E-2</c:v>
                </c:pt>
                <c:pt idx="52">
                  <c:v>7.3171463970122794E-2</c:v>
                </c:pt>
                <c:pt idx="53">
                  <c:v>9.9820189534489706E-2</c:v>
                </c:pt>
                <c:pt idx="54">
                  <c:v>9.9820189534489706E-2</c:v>
                </c:pt>
                <c:pt idx="55">
                  <c:v>0.103616622616662</c:v>
                </c:pt>
                <c:pt idx="56">
                  <c:v>8.5858970649299801E-2</c:v>
                </c:pt>
                <c:pt idx="57">
                  <c:v>9.1688117328369095E-2</c:v>
                </c:pt>
                <c:pt idx="58">
                  <c:v>0.11098315619719901</c:v>
                </c:pt>
                <c:pt idx="59">
                  <c:v>9.3530245327451605E-2</c:v>
                </c:pt>
                <c:pt idx="60">
                  <c:v>9.4390282645507598E-2</c:v>
                </c:pt>
                <c:pt idx="61">
                  <c:v>7.7078342061616595E-2</c:v>
                </c:pt>
                <c:pt idx="62">
                  <c:v>7.5508534809422503E-2</c:v>
                </c:pt>
                <c:pt idx="63">
                  <c:v>7.3574608785366299E-2</c:v>
                </c:pt>
                <c:pt idx="64">
                  <c:v>7.8305822025021996E-2</c:v>
                </c:pt>
                <c:pt idx="65">
                  <c:v>7.4692912532645095E-2</c:v>
                </c:pt>
                <c:pt idx="66">
                  <c:v>0.103441437654216</c:v>
                </c:pt>
                <c:pt idx="67">
                  <c:v>7.9089503798013702E-2</c:v>
                </c:pt>
                <c:pt idx="68">
                  <c:v>8.5495306297522E-2</c:v>
                </c:pt>
                <c:pt idx="69">
                  <c:v>8.9137877795202894E-2</c:v>
                </c:pt>
                <c:pt idx="70">
                  <c:v>6.4262861829081905E-2</c:v>
                </c:pt>
                <c:pt idx="71">
                  <c:v>5.8657409652671001E-2</c:v>
                </c:pt>
                <c:pt idx="72">
                  <c:v>6.7690700362425998E-2</c:v>
                </c:pt>
                <c:pt idx="73">
                  <c:v>6.2547871487745293E-2</c:v>
                </c:pt>
                <c:pt idx="74">
                  <c:v>6.3204319708041495E-2</c:v>
                </c:pt>
                <c:pt idx="75">
                  <c:v>4.9912524929129003E-2</c:v>
                </c:pt>
                <c:pt idx="76">
                  <c:v>6.14172208510139E-2</c:v>
                </c:pt>
                <c:pt idx="77">
                  <c:v>6.1390904287183197E-2</c:v>
                </c:pt>
                <c:pt idx="78">
                  <c:v>6.7723009407227197E-2</c:v>
                </c:pt>
                <c:pt idx="79">
                  <c:v>6.9173427498785203E-2</c:v>
                </c:pt>
                <c:pt idx="80">
                  <c:v>6.7441193636602101E-2</c:v>
                </c:pt>
                <c:pt idx="81">
                  <c:v>5.8153942835834402E-2</c:v>
                </c:pt>
                <c:pt idx="82">
                  <c:v>5.42370628751601E-2</c:v>
                </c:pt>
                <c:pt idx="83">
                  <c:v>5.7537915234067899E-2</c:v>
                </c:pt>
                <c:pt idx="84">
                  <c:v>5.5631148970286398E-2</c:v>
                </c:pt>
                <c:pt idx="85">
                  <c:v>5.4544830915257102E-2</c:v>
                </c:pt>
                <c:pt idx="86">
                  <c:v>5.9673922576363399E-2</c:v>
                </c:pt>
                <c:pt idx="87">
                  <c:v>6.0916811511753502E-2</c:v>
                </c:pt>
                <c:pt idx="88">
                  <c:v>5.5588128111664102E-2</c:v>
                </c:pt>
                <c:pt idx="89">
                  <c:v>5.3804484253040998E-2</c:v>
                </c:pt>
                <c:pt idx="90">
                  <c:v>5.1146297447306997E-2</c:v>
                </c:pt>
                <c:pt idx="91">
                  <c:v>5.3530082124945297E-2</c:v>
                </c:pt>
                <c:pt idx="92">
                  <c:v>4.8276735846155397E-2</c:v>
                </c:pt>
                <c:pt idx="93">
                  <c:v>4.2674310047092101E-2</c:v>
                </c:pt>
                <c:pt idx="94">
                  <c:v>4.7347657775073798E-2</c:v>
                </c:pt>
                <c:pt idx="95">
                  <c:v>4.6889622090334801E-2</c:v>
                </c:pt>
                <c:pt idx="96">
                  <c:v>5.1291471977601498E-2</c:v>
                </c:pt>
                <c:pt idx="97">
                  <c:v>5.1146663651552397E-2</c:v>
                </c:pt>
                <c:pt idx="98">
                  <c:v>5.2659002166967103E-2</c:v>
                </c:pt>
                <c:pt idx="99">
                  <c:v>5.0209840006234303E-2</c:v>
                </c:pt>
                <c:pt idx="100">
                  <c:v>4.7379612469321097E-2</c:v>
                </c:pt>
                <c:pt idx="101">
                  <c:v>5.1907866082719203E-2</c:v>
                </c:pt>
                <c:pt idx="102">
                  <c:v>5.1315061043071201E-2</c:v>
                </c:pt>
                <c:pt idx="103">
                  <c:v>4.6816733514231698E-2</c:v>
                </c:pt>
                <c:pt idx="104">
                  <c:v>4.6387119469580601E-2</c:v>
                </c:pt>
                <c:pt idx="105">
                  <c:v>4.71167468684561E-2</c:v>
                </c:pt>
                <c:pt idx="106">
                  <c:v>4.6752001158217198E-2</c:v>
                </c:pt>
                <c:pt idx="107">
                  <c:v>4.5729186390120899E-2</c:v>
                </c:pt>
                <c:pt idx="108">
                  <c:v>4.3987919201613497E-2</c:v>
                </c:pt>
                <c:pt idx="109">
                  <c:v>4.4928326738978099E-2</c:v>
                </c:pt>
                <c:pt idx="110">
                  <c:v>4.52225899073396E-2</c:v>
                </c:pt>
                <c:pt idx="111">
                  <c:v>4.48731934408561E-2</c:v>
                </c:pt>
                <c:pt idx="112">
                  <c:v>4.5942757786631101E-2</c:v>
                </c:pt>
                <c:pt idx="113">
                  <c:v>4.3904772572709201E-2</c:v>
                </c:pt>
                <c:pt idx="114">
                  <c:v>4.4982903840556802E-2</c:v>
                </c:pt>
                <c:pt idx="115">
                  <c:v>4.4889553215802097E-2</c:v>
                </c:pt>
                <c:pt idx="116">
                  <c:v>4.39098469008933E-2</c:v>
                </c:pt>
                <c:pt idx="117">
                  <c:v>4.4121631138438998E-2</c:v>
                </c:pt>
                <c:pt idx="118">
                  <c:v>4.3393988731490002E-2</c:v>
                </c:pt>
                <c:pt idx="119">
                  <c:v>4.2668851038634797E-2</c:v>
                </c:pt>
                <c:pt idx="120">
                  <c:v>4.2284506095958602E-2</c:v>
                </c:pt>
                <c:pt idx="121">
                  <c:v>4.3999613211472499E-2</c:v>
                </c:pt>
                <c:pt idx="122">
                  <c:v>4.0382987212321503E-2</c:v>
                </c:pt>
                <c:pt idx="123">
                  <c:v>3.4542716001929402E-2</c:v>
                </c:pt>
                <c:pt idx="124">
                  <c:v>3.6128492494755901E-2</c:v>
                </c:pt>
                <c:pt idx="125">
                  <c:v>3.97317518471954E-2</c:v>
                </c:pt>
                <c:pt idx="126">
                  <c:v>4.2534373017318799E-2</c:v>
                </c:pt>
                <c:pt idx="127">
                  <c:v>4.6547078626505201E-2</c:v>
                </c:pt>
                <c:pt idx="128">
                  <c:v>4.33860973163313E-2</c:v>
                </c:pt>
                <c:pt idx="129">
                  <c:v>3.9774229888142401E-2</c:v>
                </c:pt>
                <c:pt idx="130">
                  <c:v>4.1916679311245E-2</c:v>
                </c:pt>
                <c:pt idx="131">
                  <c:v>4.4487411594855697E-2</c:v>
                </c:pt>
                <c:pt idx="132">
                  <c:v>4.3190796110447502E-2</c:v>
                </c:pt>
                <c:pt idx="133">
                  <c:v>4.3374642953449401E-2</c:v>
                </c:pt>
                <c:pt idx="134">
                  <c:v>4.57339776962047E-2</c:v>
                </c:pt>
                <c:pt idx="135">
                  <c:v>4.34006018726504E-2</c:v>
                </c:pt>
                <c:pt idx="136">
                  <c:v>4.3732377941726401E-2</c:v>
                </c:pt>
                <c:pt idx="137">
                  <c:v>4.4866368406642501E-2</c:v>
                </c:pt>
                <c:pt idx="138">
                  <c:v>4.4860699739032402E-2</c:v>
                </c:pt>
                <c:pt idx="139">
                  <c:v>4.68738925155835E-2</c:v>
                </c:pt>
                <c:pt idx="140">
                  <c:v>4.65732522111236E-2</c:v>
                </c:pt>
                <c:pt idx="141">
                  <c:v>4.7552411446694302E-2</c:v>
                </c:pt>
                <c:pt idx="142">
                  <c:v>4.9418960876341803E-2</c:v>
                </c:pt>
                <c:pt idx="143">
                  <c:v>4.7615630618715099E-2</c:v>
                </c:pt>
                <c:pt idx="144">
                  <c:v>4.77608855292758E-2</c:v>
                </c:pt>
                <c:pt idx="145">
                  <c:v>4.8892254020369799E-2</c:v>
                </c:pt>
                <c:pt idx="146">
                  <c:v>4.4194488795020699E-2</c:v>
                </c:pt>
              </c:numCache>
            </c:numRef>
          </c:val>
          <c:smooth val="0"/>
        </c:ser>
        <c:ser>
          <c:idx val="3"/>
          <c:order val="3"/>
          <c:tx>
            <c:strRef>
              <c:f>'Time Series Query'!$BW$4</c:f>
              <c:strCache>
                <c:ptCount val="1"/>
                <c:pt idx="0">
                  <c:v>Universe</c:v>
                </c:pt>
              </c:strCache>
            </c:strRef>
          </c:tx>
          <c:spPr>
            <a:ln>
              <a:solidFill>
                <a:srgbClr val="C7732D"/>
              </a:solidFill>
            </a:ln>
          </c:spPr>
          <c:marker>
            <c:symbol val="none"/>
          </c:marker>
          <c:cat>
            <c:strRef>
              <c:f>'Time Series Query'!$BJ$5:$BJ$151</c:f>
              <c:strCache>
                <c:ptCount val="147"/>
                <c:pt idx="0">
                  <c:v>2003-5</c:v>
                </c:pt>
                <c:pt idx="1">
                  <c:v>2003-6</c:v>
                </c:pt>
                <c:pt idx="2">
                  <c:v>2003-7</c:v>
                </c:pt>
                <c:pt idx="3">
                  <c:v>2003-8</c:v>
                </c:pt>
                <c:pt idx="4">
                  <c:v>2003-9</c:v>
                </c:pt>
                <c:pt idx="5">
                  <c:v>2003-10</c:v>
                </c:pt>
                <c:pt idx="6">
                  <c:v>2003-11</c:v>
                </c:pt>
                <c:pt idx="7">
                  <c:v>2003-12</c:v>
                </c:pt>
                <c:pt idx="8">
                  <c:v>2004-1</c:v>
                </c:pt>
                <c:pt idx="9">
                  <c:v>2004-2</c:v>
                </c:pt>
                <c:pt idx="10">
                  <c:v>2004-3</c:v>
                </c:pt>
                <c:pt idx="11">
                  <c:v>2004-4</c:v>
                </c:pt>
                <c:pt idx="12">
                  <c:v>2004-5</c:v>
                </c:pt>
                <c:pt idx="13">
                  <c:v>2004-6</c:v>
                </c:pt>
                <c:pt idx="14">
                  <c:v>2004-7</c:v>
                </c:pt>
                <c:pt idx="15">
                  <c:v>2004-8</c:v>
                </c:pt>
                <c:pt idx="16">
                  <c:v>2004-9</c:v>
                </c:pt>
                <c:pt idx="17">
                  <c:v>2004-10</c:v>
                </c:pt>
                <c:pt idx="18">
                  <c:v>2004-11</c:v>
                </c:pt>
                <c:pt idx="19">
                  <c:v>2004-12</c:v>
                </c:pt>
                <c:pt idx="20">
                  <c:v>2005-1</c:v>
                </c:pt>
                <c:pt idx="21">
                  <c:v>2005-2</c:v>
                </c:pt>
                <c:pt idx="22">
                  <c:v>2005-3</c:v>
                </c:pt>
                <c:pt idx="23">
                  <c:v>2005-4</c:v>
                </c:pt>
                <c:pt idx="24">
                  <c:v>2005-5</c:v>
                </c:pt>
                <c:pt idx="25">
                  <c:v>2005-6</c:v>
                </c:pt>
                <c:pt idx="26">
                  <c:v>2005-7</c:v>
                </c:pt>
                <c:pt idx="27">
                  <c:v>2005-8</c:v>
                </c:pt>
                <c:pt idx="28">
                  <c:v>2005-9</c:v>
                </c:pt>
                <c:pt idx="29">
                  <c:v>2005-10</c:v>
                </c:pt>
                <c:pt idx="30">
                  <c:v>2005-11</c:v>
                </c:pt>
                <c:pt idx="31">
                  <c:v>2005-12</c:v>
                </c:pt>
                <c:pt idx="32">
                  <c:v>2006-1</c:v>
                </c:pt>
                <c:pt idx="33">
                  <c:v>2006-2</c:v>
                </c:pt>
                <c:pt idx="34">
                  <c:v>2006-3</c:v>
                </c:pt>
                <c:pt idx="35">
                  <c:v>2006-4</c:v>
                </c:pt>
                <c:pt idx="36">
                  <c:v>2006-5</c:v>
                </c:pt>
                <c:pt idx="37">
                  <c:v>2006-6</c:v>
                </c:pt>
                <c:pt idx="38">
                  <c:v>2006-7</c:v>
                </c:pt>
                <c:pt idx="39">
                  <c:v>2006-8</c:v>
                </c:pt>
                <c:pt idx="40">
                  <c:v>2006-9</c:v>
                </c:pt>
                <c:pt idx="41">
                  <c:v>2006-10</c:v>
                </c:pt>
                <c:pt idx="42">
                  <c:v>2006-11</c:v>
                </c:pt>
                <c:pt idx="43">
                  <c:v>2006-12</c:v>
                </c:pt>
                <c:pt idx="44">
                  <c:v>2007-1</c:v>
                </c:pt>
                <c:pt idx="45">
                  <c:v>2007-2</c:v>
                </c:pt>
                <c:pt idx="46">
                  <c:v>2007-3</c:v>
                </c:pt>
                <c:pt idx="47">
                  <c:v>2007-4</c:v>
                </c:pt>
                <c:pt idx="48">
                  <c:v>2007-5</c:v>
                </c:pt>
                <c:pt idx="49">
                  <c:v>2007-6</c:v>
                </c:pt>
                <c:pt idx="50">
                  <c:v>2007-7</c:v>
                </c:pt>
                <c:pt idx="51">
                  <c:v>2007-8</c:v>
                </c:pt>
                <c:pt idx="52">
                  <c:v>2007-9</c:v>
                </c:pt>
                <c:pt idx="53">
                  <c:v>2007-10</c:v>
                </c:pt>
                <c:pt idx="54">
                  <c:v>2007-11</c:v>
                </c:pt>
                <c:pt idx="55">
                  <c:v>2007-12</c:v>
                </c:pt>
                <c:pt idx="56">
                  <c:v>2008-1</c:v>
                </c:pt>
                <c:pt idx="57">
                  <c:v>2008-2</c:v>
                </c:pt>
                <c:pt idx="58">
                  <c:v>2008-3</c:v>
                </c:pt>
                <c:pt idx="59">
                  <c:v>2008-4</c:v>
                </c:pt>
                <c:pt idx="60">
                  <c:v>2008-5</c:v>
                </c:pt>
                <c:pt idx="61">
                  <c:v>2008-6</c:v>
                </c:pt>
                <c:pt idx="62">
                  <c:v>2008-7</c:v>
                </c:pt>
                <c:pt idx="63">
                  <c:v>2008-8</c:v>
                </c:pt>
                <c:pt idx="64">
                  <c:v>2008-9</c:v>
                </c:pt>
                <c:pt idx="65">
                  <c:v>2008-10</c:v>
                </c:pt>
                <c:pt idx="66">
                  <c:v>2008-11</c:v>
                </c:pt>
                <c:pt idx="67">
                  <c:v>2008-12</c:v>
                </c:pt>
                <c:pt idx="68">
                  <c:v>2009-1</c:v>
                </c:pt>
                <c:pt idx="69">
                  <c:v>2009-2</c:v>
                </c:pt>
                <c:pt idx="70">
                  <c:v>2009-3</c:v>
                </c:pt>
                <c:pt idx="71">
                  <c:v>2009-4</c:v>
                </c:pt>
                <c:pt idx="72">
                  <c:v>2009-5</c:v>
                </c:pt>
                <c:pt idx="73">
                  <c:v>2009-6</c:v>
                </c:pt>
                <c:pt idx="74">
                  <c:v>2009-7</c:v>
                </c:pt>
                <c:pt idx="75">
                  <c:v>2009-8</c:v>
                </c:pt>
                <c:pt idx="76">
                  <c:v>2009-9</c:v>
                </c:pt>
                <c:pt idx="77">
                  <c:v>2009-10</c:v>
                </c:pt>
                <c:pt idx="78">
                  <c:v>2009-11</c:v>
                </c:pt>
                <c:pt idx="79">
                  <c:v>2009-12</c:v>
                </c:pt>
                <c:pt idx="80">
                  <c:v>2010-1</c:v>
                </c:pt>
                <c:pt idx="81">
                  <c:v>2010-2</c:v>
                </c:pt>
                <c:pt idx="82">
                  <c:v>2010-3</c:v>
                </c:pt>
                <c:pt idx="83">
                  <c:v>2010-4</c:v>
                </c:pt>
                <c:pt idx="84">
                  <c:v>2010-5</c:v>
                </c:pt>
                <c:pt idx="85">
                  <c:v>2010-6</c:v>
                </c:pt>
                <c:pt idx="86">
                  <c:v>2010-7</c:v>
                </c:pt>
                <c:pt idx="87">
                  <c:v>2010-8</c:v>
                </c:pt>
                <c:pt idx="88">
                  <c:v>2010-9</c:v>
                </c:pt>
                <c:pt idx="89">
                  <c:v>2010-10</c:v>
                </c:pt>
                <c:pt idx="90">
                  <c:v>2010-11</c:v>
                </c:pt>
                <c:pt idx="91">
                  <c:v>2010-12</c:v>
                </c:pt>
                <c:pt idx="92">
                  <c:v>2011-1</c:v>
                </c:pt>
                <c:pt idx="93">
                  <c:v>2011-2</c:v>
                </c:pt>
                <c:pt idx="94">
                  <c:v>2011-3</c:v>
                </c:pt>
                <c:pt idx="95">
                  <c:v>2011-4</c:v>
                </c:pt>
                <c:pt idx="96">
                  <c:v>2011-5</c:v>
                </c:pt>
                <c:pt idx="97">
                  <c:v>2011-6</c:v>
                </c:pt>
                <c:pt idx="98">
                  <c:v>2011-7</c:v>
                </c:pt>
                <c:pt idx="99">
                  <c:v>2011-8</c:v>
                </c:pt>
                <c:pt idx="100">
                  <c:v>2011-9</c:v>
                </c:pt>
                <c:pt idx="101">
                  <c:v>2011-10</c:v>
                </c:pt>
                <c:pt idx="102">
                  <c:v>2011-11</c:v>
                </c:pt>
                <c:pt idx="103">
                  <c:v>2011-12</c:v>
                </c:pt>
                <c:pt idx="104">
                  <c:v>2012-1</c:v>
                </c:pt>
                <c:pt idx="105">
                  <c:v>2012-2</c:v>
                </c:pt>
                <c:pt idx="106">
                  <c:v>2012-3</c:v>
                </c:pt>
                <c:pt idx="107">
                  <c:v>2012-4</c:v>
                </c:pt>
                <c:pt idx="108">
                  <c:v>2012-5</c:v>
                </c:pt>
                <c:pt idx="109">
                  <c:v>2012-6</c:v>
                </c:pt>
                <c:pt idx="110">
                  <c:v>2012-7</c:v>
                </c:pt>
                <c:pt idx="111">
                  <c:v>2012-8</c:v>
                </c:pt>
                <c:pt idx="112">
                  <c:v>2012-9</c:v>
                </c:pt>
                <c:pt idx="113">
                  <c:v>2012-10</c:v>
                </c:pt>
                <c:pt idx="114">
                  <c:v>2012-11</c:v>
                </c:pt>
                <c:pt idx="115">
                  <c:v>2012-12</c:v>
                </c:pt>
                <c:pt idx="116">
                  <c:v>2013-1</c:v>
                </c:pt>
                <c:pt idx="117">
                  <c:v>2013-2</c:v>
                </c:pt>
                <c:pt idx="118">
                  <c:v>2013-3</c:v>
                </c:pt>
                <c:pt idx="119">
                  <c:v>2013-4</c:v>
                </c:pt>
                <c:pt idx="120">
                  <c:v>2013-5</c:v>
                </c:pt>
                <c:pt idx="121">
                  <c:v>2013-6</c:v>
                </c:pt>
                <c:pt idx="122">
                  <c:v>2013-7</c:v>
                </c:pt>
                <c:pt idx="123">
                  <c:v>2013-8</c:v>
                </c:pt>
                <c:pt idx="124">
                  <c:v>2013-9</c:v>
                </c:pt>
                <c:pt idx="125">
                  <c:v>2013-10</c:v>
                </c:pt>
                <c:pt idx="126">
                  <c:v>2013-11</c:v>
                </c:pt>
                <c:pt idx="127">
                  <c:v>2013-12</c:v>
                </c:pt>
                <c:pt idx="128">
                  <c:v>2014-1</c:v>
                </c:pt>
                <c:pt idx="129">
                  <c:v>2014-2</c:v>
                </c:pt>
                <c:pt idx="130">
                  <c:v>2014-3</c:v>
                </c:pt>
                <c:pt idx="131">
                  <c:v>2014-4</c:v>
                </c:pt>
                <c:pt idx="132">
                  <c:v>2014-5</c:v>
                </c:pt>
                <c:pt idx="133">
                  <c:v>2014-6</c:v>
                </c:pt>
                <c:pt idx="134">
                  <c:v>2014-7</c:v>
                </c:pt>
                <c:pt idx="135">
                  <c:v>2014-8</c:v>
                </c:pt>
                <c:pt idx="136">
                  <c:v>2014-9</c:v>
                </c:pt>
                <c:pt idx="137">
                  <c:v>2014-10</c:v>
                </c:pt>
                <c:pt idx="138">
                  <c:v>2014-11</c:v>
                </c:pt>
                <c:pt idx="139">
                  <c:v>2014-12</c:v>
                </c:pt>
                <c:pt idx="140">
                  <c:v>2015-1</c:v>
                </c:pt>
                <c:pt idx="141">
                  <c:v>2015-2</c:v>
                </c:pt>
                <c:pt idx="142">
                  <c:v>2015-3</c:v>
                </c:pt>
                <c:pt idx="143">
                  <c:v>2015-4</c:v>
                </c:pt>
                <c:pt idx="144">
                  <c:v>2015-5</c:v>
                </c:pt>
                <c:pt idx="145">
                  <c:v>2015-6</c:v>
                </c:pt>
                <c:pt idx="146">
                  <c:v>2015-7</c:v>
                </c:pt>
              </c:strCache>
            </c:strRef>
          </c:cat>
          <c:val>
            <c:numRef>
              <c:f>'Time Series Query'!$BW$5:$BW$151</c:f>
              <c:numCache>
                <c:formatCode>General</c:formatCode>
                <c:ptCount val="147"/>
                <c:pt idx="0">
                  <c:v>4.1273186358991243E-2</c:v>
                </c:pt>
                <c:pt idx="1">
                  <c:v>3.8600916059773241E-2</c:v>
                </c:pt>
                <c:pt idx="2">
                  <c:v>4.1524729470152955E-2</c:v>
                </c:pt>
                <c:pt idx="3">
                  <c:v>4.1056198408077366E-2</c:v>
                </c:pt>
                <c:pt idx="4">
                  <c:v>3.2763723841743919E-2</c:v>
                </c:pt>
                <c:pt idx="5">
                  <c:v>2.9962577215009851E-2</c:v>
                </c:pt>
                <c:pt idx="6">
                  <c:v>3.9481375215199468E-2</c:v>
                </c:pt>
                <c:pt idx="7">
                  <c:v>4.0589816924945545E-2</c:v>
                </c:pt>
                <c:pt idx="8">
                  <c:v>6.4153048209471847E-2</c:v>
                </c:pt>
                <c:pt idx="9">
                  <c:v>6.2539623225121507E-2</c:v>
                </c:pt>
                <c:pt idx="10">
                  <c:v>6.4090552101552289E-2</c:v>
                </c:pt>
                <c:pt idx="11">
                  <c:v>6.6291479375849047E-2</c:v>
                </c:pt>
                <c:pt idx="12">
                  <c:v>6.8868485407793181E-2</c:v>
                </c:pt>
                <c:pt idx="13">
                  <c:v>5.8028403379487919E-2</c:v>
                </c:pt>
                <c:pt idx="14">
                  <c:v>5.4146619414905048E-2</c:v>
                </c:pt>
                <c:pt idx="15">
                  <c:v>6.3397998091754504E-2</c:v>
                </c:pt>
                <c:pt idx="16">
                  <c:v>6.8894140053845365E-2</c:v>
                </c:pt>
                <c:pt idx="17">
                  <c:v>6.6777724424054677E-2</c:v>
                </c:pt>
                <c:pt idx="18">
                  <c:v>6.8501793013342985E-2</c:v>
                </c:pt>
                <c:pt idx="19">
                  <c:v>6.4912991546668658E-2</c:v>
                </c:pt>
                <c:pt idx="20">
                  <c:v>7.317364351421729E-2</c:v>
                </c:pt>
                <c:pt idx="21">
                  <c:v>7.1048383944692969E-2</c:v>
                </c:pt>
                <c:pt idx="22">
                  <c:v>7.0670176314332561E-2</c:v>
                </c:pt>
                <c:pt idx="23">
                  <c:v>7.0995979062495287E-2</c:v>
                </c:pt>
                <c:pt idx="24">
                  <c:v>6.3239020249356792E-2</c:v>
                </c:pt>
                <c:pt idx="25">
                  <c:v>7.0052396687908969E-2</c:v>
                </c:pt>
                <c:pt idx="26">
                  <c:v>7.1730721595611308E-2</c:v>
                </c:pt>
                <c:pt idx="27">
                  <c:v>7.3037050406460066E-2</c:v>
                </c:pt>
                <c:pt idx="28">
                  <c:v>6.5521134037947876E-2</c:v>
                </c:pt>
                <c:pt idx="29">
                  <c:v>6.8916976901557819E-2</c:v>
                </c:pt>
                <c:pt idx="30">
                  <c:v>6.9979153666283281E-2</c:v>
                </c:pt>
                <c:pt idx="31">
                  <c:v>6.2007270623867565E-2</c:v>
                </c:pt>
                <c:pt idx="32">
                  <c:v>6.6894357498660822E-2</c:v>
                </c:pt>
                <c:pt idx="33">
                  <c:v>6.9233859787566243E-2</c:v>
                </c:pt>
                <c:pt idx="34">
                  <c:v>7.1400750723630252E-2</c:v>
                </c:pt>
                <c:pt idx="35">
                  <c:v>6.9950487608818293E-2</c:v>
                </c:pt>
                <c:pt idx="36">
                  <c:v>7.0282402898341589E-2</c:v>
                </c:pt>
                <c:pt idx="37">
                  <c:v>6.7826279994879418E-2</c:v>
                </c:pt>
                <c:pt idx="38">
                  <c:v>7.249289793060254E-2</c:v>
                </c:pt>
                <c:pt idx="39">
                  <c:v>7.4226439630776589E-2</c:v>
                </c:pt>
                <c:pt idx="40">
                  <c:v>8.0946532951435612E-2</c:v>
                </c:pt>
                <c:pt idx="41">
                  <c:v>8.5057477663318462E-2</c:v>
                </c:pt>
                <c:pt idx="42">
                  <c:v>7.9494243473813286E-2</c:v>
                </c:pt>
                <c:pt idx="43">
                  <c:v>8.3358492754637692E-2</c:v>
                </c:pt>
                <c:pt idx="44">
                  <c:v>5.4496657051605044E-2</c:v>
                </c:pt>
                <c:pt idx="45">
                  <c:v>5.3684184628719572E-2</c:v>
                </c:pt>
                <c:pt idx="46">
                  <c:v>5.1926367849731661E-2</c:v>
                </c:pt>
                <c:pt idx="47">
                  <c:v>5.6789277354204547E-2</c:v>
                </c:pt>
                <c:pt idx="48">
                  <c:v>5.6459020362866819E-2</c:v>
                </c:pt>
                <c:pt idx="49">
                  <c:v>5.8169862591925206E-2</c:v>
                </c:pt>
                <c:pt idx="50">
                  <c:v>5.987586303651446E-2</c:v>
                </c:pt>
                <c:pt idx="51">
                  <c:v>5.1419308670780942E-2</c:v>
                </c:pt>
                <c:pt idx="52">
                  <c:v>5.7594444626793126E-2</c:v>
                </c:pt>
                <c:pt idx="53">
                  <c:v>6.4712981723017038E-2</c:v>
                </c:pt>
                <c:pt idx="54">
                  <c:v>6.3819830264385646E-2</c:v>
                </c:pt>
                <c:pt idx="55">
                  <c:v>6.190220590306135E-2</c:v>
                </c:pt>
                <c:pt idx="56">
                  <c:v>5.0047722669643684E-2</c:v>
                </c:pt>
                <c:pt idx="57">
                  <c:v>4.8605475545115157E-2</c:v>
                </c:pt>
                <c:pt idx="58">
                  <c:v>5.2638723607768667E-2</c:v>
                </c:pt>
                <c:pt idx="59">
                  <c:v>4.4834802441795447E-2</c:v>
                </c:pt>
                <c:pt idx="60">
                  <c:v>4.3849532522128351E-2</c:v>
                </c:pt>
                <c:pt idx="61">
                  <c:v>3.9045676677771951E-2</c:v>
                </c:pt>
                <c:pt idx="62">
                  <c:v>3.620769734876339E-2</c:v>
                </c:pt>
                <c:pt idx="63">
                  <c:v>3.3641606641587128E-2</c:v>
                </c:pt>
                <c:pt idx="64">
                  <c:v>3.4230655256222153E-2</c:v>
                </c:pt>
                <c:pt idx="65">
                  <c:v>3.452897146814872E-2</c:v>
                </c:pt>
                <c:pt idx="66">
                  <c:v>3.95491875169873E-2</c:v>
                </c:pt>
                <c:pt idx="67">
                  <c:v>3.2505251947218546E-2</c:v>
                </c:pt>
                <c:pt idx="68">
                  <c:v>3.4373363748136501E-2</c:v>
                </c:pt>
                <c:pt idx="69">
                  <c:v>3.612641775016278E-2</c:v>
                </c:pt>
                <c:pt idx="70">
                  <c:v>2.9769529858982267E-2</c:v>
                </c:pt>
                <c:pt idx="71">
                  <c:v>2.7427163527577837E-2</c:v>
                </c:pt>
                <c:pt idx="72">
                  <c:v>2.9227741587181673E-2</c:v>
                </c:pt>
                <c:pt idx="73">
                  <c:v>2.579256948853631E-2</c:v>
                </c:pt>
                <c:pt idx="74">
                  <c:v>2.4459632010194129E-2</c:v>
                </c:pt>
                <c:pt idx="75">
                  <c:v>2.1832322950026486E-2</c:v>
                </c:pt>
                <c:pt idx="76">
                  <c:v>2.561662875023582E-2</c:v>
                </c:pt>
                <c:pt idx="77">
                  <c:v>2.6347311876231624E-2</c:v>
                </c:pt>
                <c:pt idx="78">
                  <c:v>2.7413861494230009E-2</c:v>
                </c:pt>
                <c:pt idx="79">
                  <c:v>2.6362766886529825E-2</c:v>
                </c:pt>
                <c:pt idx="80">
                  <c:v>2.477286102097348E-2</c:v>
                </c:pt>
                <c:pt idx="81">
                  <c:v>2.1438308713372326E-2</c:v>
                </c:pt>
                <c:pt idx="82">
                  <c:v>2.0482850539817174E-2</c:v>
                </c:pt>
                <c:pt idx="83">
                  <c:v>2.1031470618442415E-2</c:v>
                </c:pt>
                <c:pt idx="84">
                  <c:v>2.1013399056538318E-2</c:v>
                </c:pt>
                <c:pt idx="85">
                  <c:v>2.0377238569865435E-2</c:v>
                </c:pt>
                <c:pt idx="86">
                  <c:v>2.233365413383093E-2</c:v>
                </c:pt>
                <c:pt idx="87">
                  <c:v>2.2843715418558438E-2</c:v>
                </c:pt>
                <c:pt idx="88">
                  <c:v>2.1788046448065389E-2</c:v>
                </c:pt>
                <c:pt idx="89">
                  <c:v>2.1159219887416505E-2</c:v>
                </c:pt>
                <c:pt idx="90">
                  <c:v>2.0679136462529713E-2</c:v>
                </c:pt>
                <c:pt idx="91">
                  <c:v>2.1082505562575963E-2</c:v>
                </c:pt>
                <c:pt idx="92">
                  <c:v>1.8756270309838053E-2</c:v>
                </c:pt>
                <c:pt idx="93">
                  <c:v>1.6887265032410021E-2</c:v>
                </c:pt>
                <c:pt idx="94">
                  <c:v>1.8715806510015271E-2</c:v>
                </c:pt>
                <c:pt idx="95">
                  <c:v>1.8558417016542272E-2</c:v>
                </c:pt>
                <c:pt idx="96">
                  <c:v>2.0256356399235374E-2</c:v>
                </c:pt>
                <c:pt idx="97">
                  <c:v>2.0194972183012312E-2</c:v>
                </c:pt>
                <c:pt idx="98">
                  <c:v>2.1780550470312209E-2</c:v>
                </c:pt>
                <c:pt idx="99">
                  <c:v>2.1560165833527486E-2</c:v>
                </c:pt>
                <c:pt idx="100">
                  <c:v>2.1057113897831017E-2</c:v>
                </c:pt>
                <c:pt idx="101">
                  <c:v>2.2979785000519518E-2</c:v>
                </c:pt>
                <c:pt idx="102">
                  <c:v>2.2513568962623545E-2</c:v>
                </c:pt>
                <c:pt idx="103">
                  <c:v>2.1096204618070859E-2</c:v>
                </c:pt>
                <c:pt idx="104">
                  <c:v>2.0656402742261132E-2</c:v>
                </c:pt>
                <c:pt idx="105">
                  <c:v>2.0618585991936139E-2</c:v>
                </c:pt>
                <c:pt idx="106">
                  <c:v>2.0579256368834356E-2</c:v>
                </c:pt>
                <c:pt idx="107">
                  <c:v>2.0260687512975474E-2</c:v>
                </c:pt>
                <c:pt idx="108">
                  <c:v>1.9660481235423802E-2</c:v>
                </c:pt>
                <c:pt idx="109">
                  <c:v>2.0455626947118406E-2</c:v>
                </c:pt>
                <c:pt idx="110">
                  <c:v>2.1021494963304289E-2</c:v>
                </c:pt>
                <c:pt idx="111">
                  <c:v>2.1223718922823539E-2</c:v>
                </c:pt>
                <c:pt idx="112">
                  <c:v>2.1579784372326646E-2</c:v>
                </c:pt>
                <c:pt idx="113">
                  <c:v>2.0569370676078419E-2</c:v>
                </c:pt>
                <c:pt idx="114">
                  <c:v>2.1417778786265645E-2</c:v>
                </c:pt>
                <c:pt idx="115">
                  <c:v>2.1453555809185492E-2</c:v>
                </c:pt>
                <c:pt idx="116">
                  <c:v>2.149138424043601E-2</c:v>
                </c:pt>
                <c:pt idx="117">
                  <c:v>2.131214214634608E-2</c:v>
                </c:pt>
                <c:pt idx="118">
                  <c:v>2.125187127530374E-2</c:v>
                </c:pt>
                <c:pt idx="119">
                  <c:v>2.0932794953264607E-2</c:v>
                </c:pt>
                <c:pt idx="120">
                  <c:v>2.1524497979701664E-2</c:v>
                </c:pt>
                <c:pt idx="121">
                  <c:v>2.2767145021913057E-2</c:v>
                </c:pt>
                <c:pt idx="122">
                  <c:v>2.1504738444053366E-2</c:v>
                </c:pt>
                <c:pt idx="123">
                  <c:v>1.8933133166038937E-2</c:v>
                </c:pt>
                <c:pt idx="124">
                  <c:v>2.0249315625362811E-2</c:v>
                </c:pt>
                <c:pt idx="125">
                  <c:v>2.2142875364131891E-2</c:v>
                </c:pt>
                <c:pt idx="126">
                  <c:v>2.3359545595280855E-2</c:v>
                </c:pt>
                <c:pt idx="127">
                  <c:v>2.5635177362591827E-2</c:v>
                </c:pt>
                <c:pt idx="128">
                  <c:v>2.4867928165681903E-2</c:v>
                </c:pt>
                <c:pt idx="129">
                  <c:v>2.3564648411344088E-2</c:v>
                </c:pt>
                <c:pt idx="130">
                  <c:v>2.5110772020268714E-2</c:v>
                </c:pt>
                <c:pt idx="131">
                  <c:v>2.6412242757370724E-2</c:v>
                </c:pt>
                <c:pt idx="132">
                  <c:v>2.601723762863041E-2</c:v>
                </c:pt>
                <c:pt idx="133">
                  <c:v>2.6573588986517453E-2</c:v>
                </c:pt>
                <c:pt idx="134">
                  <c:v>2.8047083545685865E-2</c:v>
                </c:pt>
                <c:pt idx="135">
                  <c:v>2.709089206084888E-2</c:v>
                </c:pt>
                <c:pt idx="136">
                  <c:v>2.7129790670277321E-2</c:v>
                </c:pt>
                <c:pt idx="137">
                  <c:v>2.7597484362159065E-2</c:v>
                </c:pt>
                <c:pt idx="138">
                  <c:v>2.7551812902751119E-2</c:v>
                </c:pt>
                <c:pt idx="139">
                  <c:v>2.8681732551102741E-2</c:v>
                </c:pt>
                <c:pt idx="140">
                  <c:v>2.8154501709573867E-2</c:v>
                </c:pt>
                <c:pt idx="141">
                  <c:v>2.9055851349389143E-2</c:v>
                </c:pt>
                <c:pt idx="142">
                  <c:v>3.0226542638785808E-2</c:v>
                </c:pt>
                <c:pt idx="143">
                  <c:v>2.799745520738519E-2</c:v>
                </c:pt>
                <c:pt idx="144">
                  <c:v>2.7603015241589379E-2</c:v>
                </c:pt>
                <c:pt idx="145">
                  <c:v>2.8438064795132157E-2</c:v>
                </c:pt>
                <c:pt idx="146">
                  <c:v>2.5938160640522973E-2</c:v>
                </c:pt>
              </c:numCache>
            </c:numRef>
          </c:val>
          <c:smooth val="0"/>
        </c:ser>
        <c:dLbls>
          <c:showLegendKey val="0"/>
          <c:showVal val="0"/>
          <c:showCatName val="0"/>
          <c:showSerName val="0"/>
          <c:showPercent val="0"/>
          <c:showBubbleSize val="0"/>
        </c:dLbls>
        <c:marker val="1"/>
        <c:smooth val="0"/>
        <c:axId val="249440512"/>
        <c:axId val="249462784"/>
      </c:lineChart>
      <c:catAx>
        <c:axId val="249440512"/>
        <c:scaling>
          <c:orientation val="minMax"/>
        </c:scaling>
        <c:delete val="0"/>
        <c:axPos val="b"/>
        <c:numFmt formatCode="General" sourceLinked="0"/>
        <c:majorTickMark val="out"/>
        <c:minorTickMark val="none"/>
        <c:tickLblPos val="nextTo"/>
        <c:crossAx val="249462784"/>
        <c:crosses val="autoZero"/>
        <c:auto val="1"/>
        <c:lblAlgn val="ctr"/>
        <c:lblOffset val="100"/>
        <c:tickLblSkip val="12"/>
        <c:tickMarkSkip val="12"/>
        <c:noMultiLvlLbl val="0"/>
      </c:catAx>
      <c:valAx>
        <c:axId val="249462784"/>
        <c:scaling>
          <c:orientation val="minMax"/>
        </c:scaling>
        <c:delete val="0"/>
        <c:axPos val="l"/>
        <c:majorGridlines>
          <c:spPr>
            <a:ln>
              <a:solidFill>
                <a:schemeClr val="tx1"/>
              </a:solidFill>
              <a:prstDash val="dash"/>
            </a:ln>
          </c:spPr>
        </c:majorGridlines>
        <c:title>
          <c:tx>
            <c:rich>
              <a:bodyPr/>
              <a:lstStyle/>
              <a:p>
                <a:pPr>
                  <a:defRPr sz="1200" b="1"/>
                </a:pPr>
                <a:r>
                  <a:rPr lang="en-US" sz="1200" b="1"/>
                  <a:t>Projected Default Rate</a:t>
                </a:r>
              </a:p>
            </c:rich>
          </c:tx>
          <c:layout/>
          <c:overlay val="0"/>
        </c:title>
        <c:numFmt formatCode="0.0%" sourceLinked="0"/>
        <c:majorTickMark val="out"/>
        <c:minorTickMark val="none"/>
        <c:tickLblPos val="nextTo"/>
        <c:crossAx val="249440512"/>
        <c:crosses val="autoZero"/>
        <c:crossBetween val="between"/>
      </c:valAx>
      <c:spPr>
        <a:ln>
          <a:solidFill>
            <a:schemeClr val="tx1"/>
          </a:solidFill>
        </a:ln>
      </c:spPr>
    </c:plotArea>
    <c:legend>
      <c:legendPos val="b"/>
      <c:layout/>
      <c:overlay val="0"/>
    </c:legend>
    <c:plotVisOnly val="1"/>
    <c:dispBlanksAs val="gap"/>
    <c:showDLblsOverMax val="0"/>
  </c:chart>
  <c:spPr>
    <a:ln>
      <a:noFill/>
    </a:ln>
  </c:sp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21.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4738" name="Rectangle 2"/>
          <p:cNvSpPr>
            <a:spLocks noGrp="1" noChangeArrowheads="1"/>
          </p:cNvSpPr>
          <p:nvPr>
            <p:ph type="hdr" sz="quarter"/>
          </p:nvPr>
        </p:nvSpPr>
        <p:spPr bwMode="auto">
          <a:xfrm>
            <a:off x="2" y="7"/>
            <a:ext cx="3005138" cy="459741"/>
          </a:xfrm>
          <a:prstGeom prst="rect">
            <a:avLst/>
          </a:prstGeom>
          <a:noFill/>
          <a:ln w="9525">
            <a:noFill/>
            <a:miter lim="800000"/>
            <a:headEnd/>
            <a:tailEnd/>
          </a:ln>
        </p:spPr>
        <p:txBody>
          <a:bodyPr vert="horz" wrap="square" lIns="91556" tIns="45777" rIns="91556" bIns="45777" numCol="1" anchor="t" anchorCtr="0" compatLnSpc="1">
            <a:prstTxWarp prst="textNoShape">
              <a:avLst/>
            </a:prstTxWarp>
          </a:bodyPr>
          <a:lstStyle>
            <a:lvl1pPr defTabSz="912844">
              <a:defRPr sz="1300">
                <a:latin typeface="Arial" charset="0"/>
              </a:defRPr>
            </a:lvl1pPr>
          </a:lstStyle>
          <a:p>
            <a:pPr>
              <a:defRPr/>
            </a:pPr>
            <a:endParaRPr lang="en-US" dirty="0"/>
          </a:p>
        </p:txBody>
      </p:sp>
      <p:sp>
        <p:nvSpPr>
          <p:cNvPr id="244739" name="Rectangle 3"/>
          <p:cNvSpPr>
            <a:spLocks noGrp="1" noChangeArrowheads="1"/>
          </p:cNvSpPr>
          <p:nvPr>
            <p:ph type="dt" sz="quarter" idx="1"/>
          </p:nvPr>
        </p:nvSpPr>
        <p:spPr bwMode="auto">
          <a:xfrm>
            <a:off x="3927481" y="7"/>
            <a:ext cx="3005138" cy="459741"/>
          </a:xfrm>
          <a:prstGeom prst="rect">
            <a:avLst/>
          </a:prstGeom>
          <a:noFill/>
          <a:ln w="9525">
            <a:noFill/>
            <a:miter lim="800000"/>
            <a:headEnd/>
            <a:tailEnd/>
          </a:ln>
        </p:spPr>
        <p:txBody>
          <a:bodyPr vert="horz" wrap="square" lIns="91556" tIns="45777" rIns="91556" bIns="45777" numCol="1" anchor="t" anchorCtr="0" compatLnSpc="1">
            <a:prstTxWarp prst="textNoShape">
              <a:avLst/>
            </a:prstTxWarp>
          </a:bodyPr>
          <a:lstStyle>
            <a:lvl1pPr algn="r" defTabSz="912844">
              <a:defRPr sz="1300">
                <a:latin typeface="Arial" charset="0"/>
              </a:defRPr>
            </a:lvl1pPr>
          </a:lstStyle>
          <a:p>
            <a:pPr>
              <a:defRPr/>
            </a:pPr>
            <a:endParaRPr lang="en-US" dirty="0"/>
          </a:p>
        </p:txBody>
      </p:sp>
      <p:sp>
        <p:nvSpPr>
          <p:cNvPr id="244740" name="Rectangle 4"/>
          <p:cNvSpPr>
            <a:spLocks noGrp="1" noChangeArrowheads="1"/>
          </p:cNvSpPr>
          <p:nvPr>
            <p:ph type="ftr" sz="quarter" idx="2"/>
          </p:nvPr>
        </p:nvSpPr>
        <p:spPr bwMode="auto">
          <a:xfrm>
            <a:off x="2" y="8758883"/>
            <a:ext cx="3005138" cy="459741"/>
          </a:xfrm>
          <a:prstGeom prst="rect">
            <a:avLst/>
          </a:prstGeom>
          <a:noFill/>
          <a:ln w="9525">
            <a:noFill/>
            <a:miter lim="800000"/>
            <a:headEnd/>
            <a:tailEnd/>
          </a:ln>
        </p:spPr>
        <p:txBody>
          <a:bodyPr vert="horz" wrap="square" lIns="91556" tIns="45777" rIns="91556" bIns="45777" numCol="1" anchor="b" anchorCtr="0" compatLnSpc="1">
            <a:prstTxWarp prst="textNoShape">
              <a:avLst/>
            </a:prstTxWarp>
          </a:bodyPr>
          <a:lstStyle>
            <a:lvl1pPr defTabSz="912844">
              <a:defRPr sz="1300">
                <a:latin typeface="Arial" charset="0"/>
              </a:defRPr>
            </a:lvl1pPr>
          </a:lstStyle>
          <a:p>
            <a:pPr>
              <a:defRPr/>
            </a:pPr>
            <a:endParaRPr lang="en-US" dirty="0"/>
          </a:p>
        </p:txBody>
      </p:sp>
      <p:sp>
        <p:nvSpPr>
          <p:cNvPr id="244741" name="Rectangle 5"/>
          <p:cNvSpPr>
            <a:spLocks noGrp="1" noChangeArrowheads="1"/>
          </p:cNvSpPr>
          <p:nvPr>
            <p:ph type="sldNum" sz="quarter" idx="3"/>
          </p:nvPr>
        </p:nvSpPr>
        <p:spPr bwMode="auto">
          <a:xfrm>
            <a:off x="3927481" y="8758883"/>
            <a:ext cx="3005138" cy="459741"/>
          </a:xfrm>
          <a:prstGeom prst="rect">
            <a:avLst/>
          </a:prstGeom>
          <a:noFill/>
          <a:ln w="9525">
            <a:noFill/>
            <a:miter lim="800000"/>
            <a:headEnd/>
            <a:tailEnd/>
          </a:ln>
        </p:spPr>
        <p:txBody>
          <a:bodyPr vert="horz" wrap="square" lIns="91556" tIns="45777" rIns="91556" bIns="45777" numCol="1" anchor="b" anchorCtr="0" compatLnSpc="1">
            <a:prstTxWarp prst="textNoShape">
              <a:avLst/>
            </a:prstTxWarp>
          </a:bodyPr>
          <a:lstStyle>
            <a:lvl1pPr algn="r" defTabSz="912844">
              <a:defRPr sz="1300">
                <a:latin typeface="Arial" charset="0"/>
              </a:defRPr>
            </a:lvl1pPr>
          </a:lstStyle>
          <a:p>
            <a:pPr>
              <a:defRPr/>
            </a:pPr>
            <a:fld id="{BDCE5F9F-0CCF-4CAC-B31C-496A1DC3068E}" type="slidenum">
              <a:rPr lang="en-US"/>
              <a:pPr>
                <a:defRPr/>
              </a:pPr>
              <a:t>‹#›</a:t>
            </a:fld>
            <a:endParaRPr lang="en-US" dirty="0"/>
          </a:p>
        </p:txBody>
      </p:sp>
    </p:spTree>
    <p:extLst>
      <p:ext uri="{BB962C8B-B14F-4D97-AF65-F5344CB8AC3E}">
        <p14:creationId xmlns:p14="http://schemas.microsoft.com/office/powerpoint/2010/main" val="86064621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1730" name="Rectangle 2"/>
          <p:cNvSpPr>
            <a:spLocks noGrp="1" noChangeArrowheads="1"/>
          </p:cNvSpPr>
          <p:nvPr>
            <p:ph type="hdr" sz="quarter"/>
          </p:nvPr>
        </p:nvSpPr>
        <p:spPr bwMode="auto">
          <a:xfrm>
            <a:off x="2" y="7"/>
            <a:ext cx="3005138" cy="459741"/>
          </a:xfrm>
          <a:prstGeom prst="rect">
            <a:avLst/>
          </a:prstGeom>
          <a:noFill/>
          <a:ln w="9525">
            <a:noFill/>
            <a:miter lim="800000"/>
            <a:headEnd/>
            <a:tailEnd/>
          </a:ln>
        </p:spPr>
        <p:txBody>
          <a:bodyPr vert="horz" wrap="square" lIns="91556" tIns="45777" rIns="91556" bIns="45777" numCol="1" anchor="t" anchorCtr="0" compatLnSpc="1">
            <a:prstTxWarp prst="textNoShape">
              <a:avLst/>
            </a:prstTxWarp>
          </a:bodyPr>
          <a:lstStyle>
            <a:lvl1pPr defTabSz="912844">
              <a:defRPr sz="1300">
                <a:latin typeface="Arial" charset="0"/>
              </a:defRPr>
            </a:lvl1pPr>
          </a:lstStyle>
          <a:p>
            <a:pPr>
              <a:defRPr/>
            </a:pPr>
            <a:endParaRPr lang="en-US" dirty="0"/>
          </a:p>
        </p:txBody>
      </p:sp>
      <p:sp>
        <p:nvSpPr>
          <p:cNvPr id="201731" name="Rectangle 3"/>
          <p:cNvSpPr>
            <a:spLocks noGrp="1" noChangeArrowheads="1"/>
          </p:cNvSpPr>
          <p:nvPr>
            <p:ph type="dt" idx="1"/>
          </p:nvPr>
        </p:nvSpPr>
        <p:spPr bwMode="auto">
          <a:xfrm>
            <a:off x="3927481" y="7"/>
            <a:ext cx="3005138" cy="459741"/>
          </a:xfrm>
          <a:prstGeom prst="rect">
            <a:avLst/>
          </a:prstGeom>
          <a:noFill/>
          <a:ln w="9525">
            <a:noFill/>
            <a:miter lim="800000"/>
            <a:headEnd/>
            <a:tailEnd/>
          </a:ln>
        </p:spPr>
        <p:txBody>
          <a:bodyPr vert="horz" wrap="square" lIns="91556" tIns="45777" rIns="91556" bIns="45777" numCol="1" anchor="t" anchorCtr="0" compatLnSpc="1">
            <a:prstTxWarp prst="textNoShape">
              <a:avLst/>
            </a:prstTxWarp>
          </a:bodyPr>
          <a:lstStyle>
            <a:lvl1pPr algn="r" defTabSz="912844">
              <a:defRPr sz="1300">
                <a:latin typeface="Arial" charset="0"/>
              </a:defRPr>
            </a:lvl1pPr>
          </a:lstStyle>
          <a:p>
            <a:pPr>
              <a:defRPr/>
            </a:pPr>
            <a:endParaRPr lang="en-US" dirty="0"/>
          </a:p>
        </p:txBody>
      </p:sp>
      <p:sp>
        <p:nvSpPr>
          <p:cNvPr id="87044" name="Rectangle 4"/>
          <p:cNvSpPr>
            <a:spLocks noGrp="1" noRot="1" noChangeAspect="1" noChangeArrowheads="1" noTextEdit="1"/>
          </p:cNvSpPr>
          <p:nvPr>
            <p:ph type="sldImg" idx="2"/>
          </p:nvPr>
        </p:nvSpPr>
        <p:spPr bwMode="auto">
          <a:xfrm>
            <a:off x="1230313" y="692150"/>
            <a:ext cx="4473575" cy="3457575"/>
          </a:xfrm>
          <a:prstGeom prst="rect">
            <a:avLst/>
          </a:prstGeom>
          <a:noFill/>
          <a:ln w="9525">
            <a:solidFill>
              <a:srgbClr val="000000"/>
            </a:solidFill>
            <a:miter lim="800000"/>
            <a:headEnd/>
            <a:tailEnd/>
          </a:ln>
        </p:spPr>
      </p:sp>
      <p:sp>
        <p:nvSpPr>
          <p:cNvPr id="201733" name="Rectangle 5"/>
          <p:cNvSpPr>
            <a:spLocks noGrp="1" noChangeArrowheads="1"/>
          </p:cNvSpPr>
          <p:nvPr>
            <p:ph type="body" sz="quarter" idx="3"/>
          </p:nvPr>
        </p:nvSpPr>
        <p:spPr bwMode="auto">
          <a:xfrm>
            <a:off x="693739" y="4380237"/>
            <a:ext cx="5546725" cy="4147189"/>
          </a:xfrm>
          <a:prstGeom prst="rect">
            <a:avLst/>
          </a:prstGeom>
          <a:noFill/>
          <a:ln w="9525">
            <a:noFill/>
            <a:miter lim="800000"/>
            <a:headEnd/>
            <a:tailEnd/>
          </a:ln>
        </p:spPr>
        <p:txBody>
          <a:bodyPr vert="horz" wrap="square" lIns="91556" tIns="45777" rIns="91556" bIns="45777"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201734" name="Rectangle 6"/>
          <p:cNvSpPr>
            <a:spLocks noGrp="1" noChangeArrowheads="1"/>
          </p:cNvSpPr>
          <p:nvPr>
            <p:ph type="ftr" sz="quarter" idx="4"/>
          </p:nvPr>
        </p:nvSpPr>
        <p:spPr bwMode="auto">
          <a:xfrm>
            <a:off x="2" y="8758883"/>
            <a:ext cx="3005138" cy="459741"/>
          </a:xfrm>
          <a:prstGeom prst="rect">
            <a:avLst/>
          </a:prstGeom>
          <a:noFill/>
          <a:ln w="9525">
            <a:noFill/>
            <a:miter lim="800000"/>
            <a:headEnd/>
            <a:tailEnd/>
          </a:ln>
        </p:spPr>
        <p:txBody>
          <a:bodyPr vert="horz" wrap="square" lIns="91556" tIns="45777" rIns="91556" bIns="45777" numCol="1" anchor="b" anchorCtr="0" compatLnSpc="1">
            <a:prstTxWarp prst="textNoShape">
              <a:avLst/>
            </a:prstTxWarp>
          </a:bodyPr>
          <a:lstStyle>
            <a:lvl1pPr defTabSz="912844">
              <a:defRPr sz="1300">
                <a:latin typeface="Arial" charset="0"/>
              </a:defRPr>
            </a:lvl1pPr>
          </a:lstStyle>
          <a:p>
            <a:pPr>
              <a:defRPr/>
            </a:pPr>
            <a:endParaRPr lang="en-US" dirty="0"/>
          </a:p>
        </p:txBody>
      </p:sp>
      <p:sp>
        <p:nvSpPr>
          <p:cNvPr id="201735" name="Rectangle 7"/>
          <p:cNvSpPr>
            <a:spLocks noGrp="1" noChangeArrowheads="1"/>
          </p:cNvSpPr>
          <p:nvPr>
            <p:ph type="sldNum" sz="quarter" idx="5"/>
          </p:nvPr>
        </p:nvSpPr>
        <p:spPr bwMode="auto">
          <a:xfrm>
            <a:off x="3927481" y="8758883"/>
            <a:ext cx="3005138" cy="459741"/>
          </a:xfrm>
          <a:prstGeom prst="rect">
            <a:avLst/>
          </a:prstGeom>
          <a:noFill/>
          <a:ln w="9525">
            <a:noFill/>
            <a:miter lim="800000"/>
            <a:headEnd/>
            <a:tailEnd/>
          </a:ln>
        </p:spPr>
        <p:txBody>
          <a:bodyPr vert="horz" wrap="square" lIns="91556" tIns="45777" rIns="91556" bIns="45777" numCol="1" anchor="b" anchorCtr="0" compatLnSpc="1">
            <a:prstTxWarp prst="textNoShape">
              <a:avLst/>
            </a:prstTxWarp>
          </a:bodyPr>
          <a:lstStyle>
            <a:lvl1pPr algn="r" defTabSz="912844">
              <a:defRPr sz="1300">
                <a:latin typeface="Arial" charset="0"/>
              </a:defRPr>
            </a:lvl1pPr>
          </a:lstStyle>
          <a:p>
            <a:pPr>
              <a:defRPr/>
            </a:pPr>
            <a:fld id="{993BEEDA-D9FC-4A9F-BB3F-83B0CB940930}" type="slidenum">
              <a:rPr lang="en-US"/>
              <a:pPr>
                <a:defRPr/>
              </a:pPr>
              <a:t>‹#›</a:t>
            </a:fld>
            <a:endParaRPr lang="en-US" dirty="0"/>
          </a:p>
        </p:txBody>
      </p:sp>
    </p:spTree>
    <p:extLst>
      <p:ext uri="{BB962C8B-B14F-4D97-AF65-F5344CB8AC3E}">
        <p14:creationId xmlns:p14="http://schemas.microsoft.com/office/powerpoint/2010/main" val="192646559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300" kern="1200">
        <a:solidFill>
          <a:schemeClr val="tx1"/>
        </a:solidFill>
        <a:latin typeface="Arial" charset="0"/>
        <a:ea typeface="+mn-ea"/>
        <a:cs typeface="+mn-cs"/>
      </a:defRPr>
    </a:lvl1pPr>
    <a:lvl2pPr marL="507526" algn="l" rtl="0" eaLnBrk="0" fontAlgn="base" hangingPunct="0">
      <a:spcBef>
        <a:spcPct val="30000"/>
      </a:spcBef>
      <a:spcAft>
        <a:spcPct val="0"/>
      </a:spcAft>
      <a:defRPr sz="1300" kern="1200">
        <a:solidFill>
          <a:schemeClr val="tx1"/>
        </a:solidFill>
        <a:latin typeface="Arial" charset="0"/>
        <a:ea typeface="+mn-ea"/>
        <a:cs typeface="+mn-cs"/>
      </a:defRPr>
    </a:lvl2pPr>
    <a:lvl3pPr marL="1016818" algn="l" rtl="0" eaLnBrk="0" fontAlgn="base" hangingPunct="0">
      <a:spcBef>
        <a:spcPct val="30000"/>
      </a:spcBef>
      <a:spcAft>
        <a:spcPct val="0"/>
      </a:spcAft>
      <a:defRPr sz="1300" kern="1200">
        <a:solidFill>
          <a:schemeClr val="tx1"/>
        </a:solidFill>
        <a:latin typeface="Arial" charset="0"/>
        <a:ea typeface="+mn-ea"/>
        <a:cs typeface="+mn-cs"/>
      </a:defRPr>
    </a:lvl3pPr>
    <a:lvl4pPr marL="1526111" algn="l" rtl="0" eaLnBrk="0" fontAlgn="base" hangingPunct="0">
      <a:spcBef>
        <a:spcPct val="30000"/>
      </a:spcBef>
      <a:spcAft>
        <a:spcPct val="0"/>
      </a:spcAft>
      <a:defRPr sz="1300" kern="1200">
        <a:solidFill>
          <a:schemeClr val="tx1"/>
        </a:solidFill>
        <a:latin typeface="Arial" charset="0"/>
        <a:ea typeface="+mn-ea"/>
        <a:cs typeface="+mn-cs"/>
      </a:defRPr>
    </a:lvl4pPr>
    <a:lvl5pPr marL="2035405" algn="l" rtl="0" eaLnBrk="0" fontAlgn="base" hangingPunct="0">
      <a:spcBef>
        <a:spcPct val="30000"/>
      </a:spcBef>
      <a:spcAft>
        <a:spcPct val="0"/>
      </a:spcAft>
      <a:defRPr sz="1300" kern="1200">
        <a:solidFill>
          <a:schemeClr val="tx1"/>
        </a:solidFill>
        <a:latin typeface="Arial" charset="0"/>
        <a:ea typeface="+mn-ea"/>
        <a:cs typeface="+mn-cs"/>
      </a:defRPr>
    </a:lvl5pPr>
    <a:lvl6pPr marL="2546180" algn="l" defTabSz="1018472" rtl="0" eaLnBrk="1" latinLnBrk="0" hangingPunct="1">
      <a:defRPr sz="1300" kern="1200">
        <a:solidFill>
          <a:schemeClr val="tx1"/>
        </a:solidFill>
        <a:latin typeface="+mn-lt"/>
        <a:ea typeface="+mn-ea"/>
        <a:cs typeface="+mn-cs"/>
      </a:defRPr>
    </a:lvl6pPr>
    <a:lvl7pPr marL="3055417" algn="l" defTabSz="1018472" rtl="0" eaLnBrk="1" latinLnBrk="0" hangingPunct="1">
      <a:defRPr sz="1300" kern="1200">
        <a:solidFill>
          <a:schemeClr val="tx1"/>
        </a:solidFill>
        <a:latin typeface="+mn-lt"/>
        <a:ea typeface="+mn-ea"/>
        <a:cs typeface="+mn-cs"/>
      </a:defRPr>
    </a:lvl7pPr>
    <a:lvl8pPr marL="3564653" algn="l" defTabSz="1018472" rtl="0" eaLnBrk="1" latinLnBrk="0" hangingPunct="1">
      <a:defRPr sz="1300" kern="1200">
        <a:solidFill>
          <a:schemeClr val="tx1"/>
        </a:solidFill>
        <a:latin typeface="+mn-lt"/>
        <a:ea typeface="+mn-ea"/>
        <a:cs typeface="+mn-cs"/>
      </a:defRPr>
    </a:lvl8pPr>
    <a:lvl9pPr marL="4073887" algn="l" defTabSz="1018472" rtl="0" eaLnBrk="1" latinLnBrk="0" hangingPunct="1">
      <a:defRPr sz="13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Slide Image Placeholder 1"/>
          <p:cNvSpPr>
            <a:spLocks noGrp="1" noRot="1" noChangeAspect="1"/>
          </p:cNvSpPr>
          <p:nvPr>
            <p:ph type="sldImg"/>
          </p:nvPr>
        </p:nvSpPr>
        <p:spPr>
          <a:xfrm>
            <a:off x="1230313" y="692150"/>
            <a:ext cx="4473575" cy="3457575"/>
          </a:xfrm>
          <a:ln/>
        </p:spPr>
      </p:sp>
      <p:sp>
        <p:nvSpPr>
          <p:cNvPr id="90114" name="Notes Placeholder 2"/>
          <p:cNvSpPr>
            <a:spLocks noGrp="1"/>
          </p:cNvSpPr>
          <p:nvPr>
            <p:ph type="body" idx="1"/>
          </p:nvPr>
        </p:nvSpPr>
        <p:spPr>
          <a:noFill/>
          <a:ln/>
        </p:spPr>
        <p:txBody>
          <a:bodyPr/>
          <a:lstStyle/>
          <a:p>
            <a:pPr eaLnBrk="1" hangingPunct="1"/>
            <a:endParaRPr lang="en-US" dirty="0" smtClean="0"/>
          </a:p>
        </p:txBody>
      </p:sp>
      <p:sp>
        <p:nvSpPr>
          <p:cNvPr id="90115" name="Slide Number Placeholder 3"/>
          <p:cNvSpPr>
            <a:spLocks noGrp="1"/>
          </p:cNvSpPr>
          <p:nvPr>
            <p:ph type="sldNum" sz="quarter" idx="5"/>
          </p:nvPr>
        </p:nvSpPr>
        <p:spPr>
          <a:noFill/>
        </p:spPr>
        <p:txBody>
          <a:bodyPr/>
          <a:lstStyle/>
          <a:p>
            <a:pPr defTabSz="911268"/>
            <a:fld id="{1FE077EC-684A-4FD9-A6C3-9AE90D8B81D6}" type="slidenum">
              <a:rPr lang="en-US" smtClean="0"/>
              <a:pPr defTabSz="911268"/>
              <a:t>1</a:t>
            </a:fld>
            <a:endParaRPr lang="en-US" dirty="0" smtClean="0"/>
          </a:p>
        </p:txBody>
      </p:sp>
    </p:spTree>
    <p:extLst>
      <p:ext uri="{BB962C8B-B14F-4D97-AF65-F5344CB8AC3E}">
        <p14:creationId xmlns:p14="http://schemas.microsoft.com/office/powerpoint/2010/main" val="30067720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9235" indent="0" algn="ctr">
              <a:buNone/>
              <a:defRPr/>
            </a:lvl2pPr>
            <a:lvl3pPr marL="1018472" indent="0" algn="ctr">
              <a:buNone/>
              <a:defRPr/>
            </a:lvl3pPr>
            <a:lvl4pPr marL="1527709" indent="0" algn="ctr">
              <a:buNone/>
              <a:defRPr/>
            </a:lvl4pPr>
            <a:lvl5pPr marL="2036945" indent="0" algn="ctr">
              <a:buNone/>
              <a:defRPr/>
            </a:lvl5pPr>
            <a:lvl6pPr marL="2546180" indent="0" algn="ctr">
              <a:buNone/>
              <a:defRPr/>
            </a:lvl6pPr>
            <a:lvl7pPr marL="3055417" indent="0" algn="ctr">
              <a:buNone/>
              <a:defRPr/>
            </a:lvl7pPr>
            <a:lvl8pPr marL="3564653" indent="0" algn="ctr">
              <a:buNone/>
              <a:defRPr/>
            </a:lvl8pPr>
            <a:lvl9pPr marL="4073887" indent="0" algn="ctr">
              <a:buNone/>
              <a:defRPr/>
            </a:lvl9pPr>
          </a:lstStyle>
          <a:p>
            <a:r>
              <a:rPr lang="en-US" smtClean="0"/>
              <a:t>Click to edit Master subtitle style</a:t>
            </a: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3"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00">
                <a:latin typeface="+mn-lt"/>
              </a:defRPr>
            </a:lvl1pPr>
            <a:lvl2pPr>
              <a:defRPr sz="1200">
                <a:latin typeface="+mn-lt"/>
              </a:defRPr>
            </a:lvl2pPr>
            <a:lvl3pPr>
              <a:defRPr sz="1200">
                <a:latin typeface="+mn-lt"/>
              </a:defRPr>
            </a:lvl3pPr>
            <a:lvl4pPr marL="803088" indent="-234895">
              <a:defRPr sz="1200">
                <a:latin typeface="+mn-lt"/>
              </a:defRPr>
            </a:lvl4pPr>
            <a:lvl5pPr marL="1025285" indent="-222198">
              <a:defRPr sz="120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91"/>
            <a:ext cx="8549640" cy="1543685"/>
          </a:xfrm>
        </p:spPr>
        <p:txBody>
          <a:bodyPr/>
          <a:lstStyle>
            <a:lvl1pPr algn="l">
              <a:defRPr sz="45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1"/>
            <a:ext cx="8549640" cy="1700212"/>
          </a:xfrm>
        </p:spPr>
        <p:txBody>
          <a:bodyPr anchor="b"/>
          <a:lstStyle>
            <a:lvl1pPr marL="0" indent="0">
              <a:buNone/>
              <a:defRPr sz="2200"/>
            </a:lvl1pPr>
            <a:lvl2pPr marL="509235" indent="0">
              <a:buNone/>
              <a:defRPr sz="2000"/>
            </a:lvl2pPr>
            <a:lvl3pPr marL="1018472" indent="0">
              <a:buNone/>
              <a:defRPr sz="1800"/>
            </a:lvl3pPr>
            <a:lvl4pPr marL="1527709" indent="0">
              <a:buNone/>
              <a:defRPr sz="1600"/>
            </a:lvl4pPr>
            <a:lvl5pPr marL="2036945" indent="0">
              <a:buNone/>
              <a:defRPr sz="1600"/>
            </a:lvl5pPr>
            <a:lvl6pPr marL="2546180" indent="0">
              <a:buNone/>
              <a:defRPr sz="1600"/>
            </a:lvl6pPr>
            <a:lvl7pPr marL="3055417" indent="0">
              <a:buNone/>
              <a:defRPr sz="1600"/>
            </a:lvl7pPr>
            <a:lvl8pPr marL="3564653" indent="0">
              <a:buNone/>
              <a:defRPr sz="1600"/>
            </a:lvl8pPr>
            <a:lvl9pPr marL="4073887" indent="0">
              <a:buNone/>
              <a:defRPr sz="1600"/>
            </a:lvl9pPr>
          </a:lstStyle>
          <a:p>
            <a:pPr lvl="0"/>
            <a:r>
              <a:rPr lang="en-US" smtClean="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78"/>
            <a:ext cx="4716784"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78"/>
            <a:ext cx="4716776"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2"/>
            <a:ext cx="8549640" cy="1666028"/>
          </a:xfrm>
          <a:prstGeom prst="rect">
            <a:avLst/>
          </a:prstGeom>
        </p:spPr>
        <p:txBody>
          <a:bodyPr lIns="91418" tIns="45710" rIns="91418" bIns="45710"/>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9292" indent="0" algn="ctr">
              <a:buNone/>
              <a:defRPr/>
            </a:lvl2pPr>
            <a:lvl3pPr marL="1018586" indent="0" algn="ctr">
              <a:buNone/>
              <a:defRPr/>
            </a:lvl3pPr>
            <a:lvl4pPr marL="1527879" indent="0" algn="ctr">
              <a:buNone/>
              <a:defRPr/>
            </a:lvl4pPr>
            <a:lvl5pPr marL="2037173" indent="0" algn="ctr">
              <a:buNone/>
              <a:defRPr/>
            </a:lvl5pPr>
            <a:lvl6pPr marL="2546466" indent="0" algn="ctr">
              <a:buNone/>
              <a:defRPr/>
            </a:lvl6pPr>
            <a:lvl7pPr marL="3055758" indent="0" algn="ctr">
              <a:buNone/>
              <a:defRPr/>
            </a:lvl7pPr>
            <a:lvl8pPr marL="3565052" indent="0" algn="ctr">
              <a:buNone/>
              <a:defRPr/>
            </a:lvl8pPr>
            <a:lvl9pPr marL="4074344" indent="0" algn="ctr">
              <a:buNone/>
              <a:defRPr/>
            </a:lvl9pPr>
          </a:lstStyle>
          <a:p>
            <a:r>
              <a:rPr lang="en-US" smtClean="0"/>
              <a:t>Click to edit Master subtitle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5" y="179917"/>
            <a:ext cx="8574088" cy="609918"/>
          </a:xfrm>
          <a:prstGeom prst="rect">
            <a:avLst/>
          </a:prstGeom>
        </p:spPr>
        <p:txBody>
          <a:bodyPr lIns="91418" tIns="45710" rIns="91418" bIns="45710"/>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306195" y="43183"/>
            <a:ext cx="8574088" cy="609918"/>
          </a:xfrm>
          <a:prstGeom prst="rect">
            <a:avLst/>
          </a:prstGeom>
        </p:spPr>
        <p:txBody>
          <a:bodyPr lIns="91418" tIns="45710" rIns="91418" bIns="45710"/>
          <a:lstStyle/>
          <a:p>
            <a:r>
              <a:rPr lang="en-US" dirty="0" smtClean="0"/>
              <a:t>Click to edit Master title style</a:t>
            </a:r>
            <a:endParaRPr lang="en-US" dirty="0"/>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5" y="179917"/>
            <a:ext cx="8574088" cy="609918"/>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a:prstGeom prst="rect">
            <a:avLst/>
          </a:prstGeom>
        </p:spPr>
        <p:txBody>
          <a:bodyPr lIns="101847" tIns="50923" rIns="101847" bIns="50923"/>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a:prstGeom prst="rect">
            <a:avLst/>
          </a:prstGeom>
        </p:spPr>
        <p:txBody>
          <a:bodyPr lIns="101847" tIns="50923" rIns="101847" bIns="50923"/>
          <a:lstStyle>
            <a:lvl1pPr marL="0" indent="0" algn="ctr">
              <a:buNone/>
              <a:defRPr/>
            </a:lvl1pPr>
            <a:lvl2pPr marL="509235" indent="0" algn="ctr">
              <a:buNone/>
              <a:defRPr/>
            </a:lvl2pPr>
            <a:lvl3pPr marL="1018472" indent="0" algn="ctr">
              <a:buNone/>
              <a:defRPr/>
            </a:lvl3pPr>
            <a:lvl4pPr marL="1527709" indent="0" algn="ctr">
              <a:buNone/>
              <a:defRPr/>
            </a:lvl4pPr>
            <a:lvl5pPr marL="2036945" indent="0" algn="ctr">
              <a:buNone/>
              <a:defRPr/>
            </a:lvl5pPr>
            <a:lvl6pPr marL="2546180" indent="0" algn="ctr">
              <a:buNone/>
              <a:defRPr/>
            </a:lvl6pPr>
            <a:lvl7pPr marL="3055417" indent="0" algn="ctr">
              <a:buNone/>
              <a:defRPr/>
            </a:lvl7pPr>
            <a:lvl8pPr marL="3564653" indent="0" algn="ctr">
              <a:buNone/>
              <a:defRPr/>
            </a:lvl8pPr>
            <a:lvl9pPr marL="4073887" indent="0" algn="ctr">
              <a:buNone/>
              <a:defRPr/>
            </a:lvl9pPr>
          </a:lstStyle>
          <a:p>
            <a:r>
              <a:rPr lang="en-US" smtClean="0"/>
              <a:t>Click to edit Master subtitle style</a:t>
            </a: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2"/>
            <a:ext cx="8549640" cy="1666028"/>
          </a:xfrm>
          <a:prstGeom prst="rect">
            <a:avLst/>
          </a:prstGeom>
        </p:spPr>
        <p:txBody>
          <a:bodyPr lIns="101858" tIns="50929" rIns="101858" bIns="50929"/>
          <a:lstStyle/>
          <a:p>
            <a:r>
              <a:rPr lang="en-US"/>
              <a:t>Click to edit Master title style</a:t>
            </a:r>
          </a:p>
        </p:txBody>
      </p:sp>
      <p:sp>
        <p:nvSpPr>
          <p:cNvPr id="3" name="Subtitle 2"/>
          <p:cNvSpPr>
            <a:spLocks noGrp="1"/>
          </p:cNvSpPr>
          <p:nvPr>
            <p:ph type="subTitle" idx="1"/>
          </p:nvPr>
        </p:nvSpPr>
        <p:spPr>
          <a:xfrm>
            <a:off x="1508760" y="4404360"/>
            <a:ext cx="7040880" cy="1986280"/>
          </a:xfrm>
          <a:prstGeom prst="rect">
            <a:avLst/>
          </a:prstGeom>
        </p:spPr>
        <p:txBody>
          <a:bodyPr lIns="101858" tIns="50929" rIns="101858" bIns="50929"/>
          <a:lstStyle>
            <a:lvl1pPr marL="0" indent="0" algn="ctr">
              <a:buNone/>
              <a:defRPr/>
            </a:lvl1pPr>
            <a:lvl2pPr marL="509292" indent="0" algn="ctr">
              <a:buNone/>
              <a:defRPr/>
            </a:lvl2pPr>
            <a:lvl3pPr marL="1018586" indent="0" algn="ctr">
              <a:buNone/>
              <a:defRPr/>
            </a:lvl3pPr>
            <a:lvl4pPr marL="1527879" indent="0" algn="ctr">
              <a:buNone/>
              <a:defRPr/>
            </a:lvl4pPr>
            <a:lvl5pPr marL="2037173" indent="0" algn="ctr">
              <a:buNone/>
              <a:defRPr/>
            </a:lvl5pPr>
            <a:lvl6pPr marL="2546466" indent="0" algn="ctr">
              <a:buNone/>
              <a:defRPr/>
            </a:lvl6pPr>
            <a:lvl7pPr marL="3055758" indent="0" algn="ctr">
              <a:buNone/>
              <a:defRPr/>
            </a:lvl7pPr>
            <a:lvl8pPr marL="3565052" indent="0" algn="ctr">
              <a:buNone/>
              <a:defRPr/>
            </a:lvl8pPr>
            <a:lvl9pPr marL="4074344" indent="0" algn="ctr">
              <a:buNone/>
              <a:defRPr/>
            </a:lvl9pPr>
          </a:lstStyle>
          <a:p>
            <a:r>
              <a:rPr lang="en-US"/>
              <a:t>Click to edit Master subtitle style</a:t>
            </a:r>
          </a:p>
        </p:txBody>
      </p:sp>
    </p:spTree>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306195" y="176176"/>
            <a:ext cx="8574088" cy="609918"/>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91627" y="6521118"/>
            <a:ext cx="9454198" cy="915732"/>
          </a:xfrm>
          <a:prstGeom prst="rect">
            <a:avLst/>
          </a:prstGeom>
        </p:spPr>
        <p:txBody>
          <a:bodyPr lIns="91418" tIns="45710" rIns="91418" bIns="45710"/>
          <a:lstStyle/>
          <a:p>
            <a:r>
              <a:rPr lang="en-US" smtClean="0"/>
              <a:t>Click to edit Master title style</a:t>
            </a:r>
            <a:endParaRPr lang="en-US"/>
          </a:p>
        </p:txBody>
      </p:sp>
      <p:sp>
        <p:nvSpPr>
          <p:cNvPr id="3" name="Content Placeholder 2"/>
          <p:cNvSpPr>
            <a:spLocks noGrp="1"/>
          </p:cNvSpPr>
          <p:nvPr>
            <p:ph idx="1"/>
          </p:nvPr>
        </p:nvSpPr>
        <p:spPr>
          <a:xfrm>
            <a:off x="502920" y="1813563"/>
            <a:ext cx="9052560" cy="5129425"/>
          </a:xfrm>
          <a:prstGeom prst="rect">
            <a:avLst/>
          </a:prstGeom>
        </p:spPr>
        <p:txBody>
          <a:bodyPr lIns="101858" tIns="50929" rIns="101858" bIns="50929"/>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3" y="179917"/>
            <a:ext cx="6806130" cy="677966"/>
          </a:xfrm>
          <a:prstGeom prst="rect">
            <a:avLst/>
          </a:prstGeo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9295" indent="0" algn="ctr">
              <a:buNone/>
              <a:defRPr/>
            </a:lvl2pPr>
            <a:lvl3pPr marL="1018592" indent="0" algn="ctr">
              <a:buNone/>
              <a:defRPr/>
            </a:lvl3pPr>
            <a:lvl4pPr marL="1527887" indent="0" algn="ctr">
              <a:buNone/>
              <a:defRPr/>
            </a:lvl4pPr>
            <a:lvl5pPr marL="2037183" indent="0" algn="ctr">
              <a:buNone/>
              <a:defRPr/>
            </a:lvl5pPr>
            <a:lvl6pPr marL="2546478" indent="0" algn="ctr">
              <a:buNone/>
              <a:defRPr/>
            </a:lvl6pPr>
            <a:lvl7pPr marL="3055774" indent="0" algn="ctr">
              <a:buNone/>
              <a:defRPr/>
            </a:lvl7pPr>
            <a:lvl8pPr marL="3565070" indent="0" algn="ctr">
              <a:buNone/>
              <a:defRPr/>
            </a:lvl8pPr>
            <a:lvl9pPr marL="4074364"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1117642391"/>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2"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00">
                <a:latin typeface="+mn-lt"/>
              </a:defRPr>
            </a:lvl1pPr>
            <a:lvl2pPr>
              <a:defRPr sz="1200">
                <a:latin typeface="+mn-lt"/>
              </a:defRPr>
            </a:lvl2pPr>
            <a:lvl3pPr>
              <a:defRPr sz="1200">
                <a:latin typeface="+mn-lt"/>
              </a:defRPr>
            </a:lvl3pPr>
            <a:lvl4pPr marL="803181" indent="-234922">
              <a:defRPr sz="1200">
                <a:latin typeface="+mn-lt"/>
              </a:defRPr>
            </a:lvl4pPr>
            <a:lvl5pPr marL="1025405" indent="-222224">
              <a:defRPr sz="120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3859887"/>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90"/>
            <a:ext cx="8549640" cy="1543685"/>
          </a:xfrm>
        </p:spPr>
        <p:txBody>
          <a:bodyPr/>
          <a:lstStyle>
            <a:lvl1pPr algn="l">
              <a:defRPr sz="45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0"/>
            <a:ext cx="8549640" cy="1700212"/>
          </a:xfrm>
        </p:spPr>
        <p:txBody>
          <a:bodyPr anchor="b"/>
          <a:lstStyle>
            <a:lvl1pPr marL="0" indent="0">
              <a:buNone/>
              <a:defRPr sz="2200"/>
            </a:lvl1pPr>
            <a:lvl2pPr marL="509295" indent="0">
              <a:buNone/>
              <a:defRPr sz="2000"/>
            </a:lvl2pPr>
            <a:lvl3pPr marL="1018592" indent="0">
              <a:buNone/>
              <a:defRPr sz="1800"/>
            </a:lvl3pPr>
            <a:lvl4pPr marL="1527887" indent="0">
              <a:buNone/>
              <a:defRPr sz="1600"/>
            </a:lvl4pPr>
            <a:lvl5pPr marL="2037183" indent="0">
              <a:buNone/>
              <a:defRPr sz="1600"/>
            </a:lvl5pPr>
            <a:lvl6pPr marL="2546478" indent="0">
              <a:buNone/>
              <a:defRPr sz="1600"/>
            </a:lvl6pPr>
            <a:lvl7pPr marL="3055774" indent="0">
              <a:buNone/>
              <a:defRPr sz="1600"/>
            </a:lvl7pPr>
            <a:lvl8pPr marL="3565070" indent="0">
              <a:buNone/>
              <a:defRPr sz="1600"/>
            </a:lvl8pPr>
            <a:lvl9pPr marL="4074364" indent="0">
              <a:buNone/>
              <a:defRPr sz="1600"/>
            </a:lvl9pPr>
          </a:lstStyle>
          <a:p>
            <a:pPr lvl="0"/>
            <a:r>
              <a:rPr lang="en-US" smtClean="0"/>
              <a:t>Click to edit Master text styles</a:t>
            </a:r>
          </a:p>
        </p:txBody>
      </p:sp>
    </p:spTree>
    <p:extLst>
      <p:ext uri="{BB962C8B-B14F-4D97-AF65-F5344CB8AC3E}">
        <p14:creationId xmlns:p14="http://schemas.microsoft.com/office/powerpoint/2010/main" val="427548384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77"/>
            <a:ext cx="4716784"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77"/>
            <a:ext cx="4716776"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402613450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19812070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8463" indent="0" algn="ctr">
              <a:buNone/>
              <a:defRPr/>
            </a:lvl2pPr>
            <a:lvl3pPr marL="1016925" indent="0" algn="ctr">
              <a:buNone/>
              <a:defRPr/>
            </a:lvl3pPr>
            <a:lvl4pPr marL="1525388" indent="0" algn="ctr">
              <a:buNone/>
              <a:defRPr/>
            </a:lvl4pPr>
            <a:lvl5pPr marL="2033851" indent="0" algn="ctr">
              <a:buNone/>
              <a:defRPr/>
            </a:lvl5pPr>
            <a:lvl6pPr marL="2542312" indent="0" algn="ctr">
              <a:buNone/>
              <a:defRPr/>
            </a:lvl6pPr>
            <a:lvl7pPr marL="3050775" indent="0" algn="ctr">
              <a:buNone/>
              <a:defRPr/>
            </a:lvl7pPr>
            <a:lvl8pPr marL="3559239" indent="0" algn="ctr">
              <a:buNone/>
              <a:defRPr/>
            </a:lvl8pPr>
            <a:lvl9pPr marL="4067698"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58022865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7"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00">
                <a:latin typeface="+mn-lt"/>
              </a:defRPr>
            </a:lvl1pPr>
            <a:lvl2pPr>
              <a:defRPr sz="1200">
                <a:latin typeface="+mn-lt"/>
              </a:defRPr>
            </a:lvl2pPr>
            <a:lvl3pPr>
              <a:defRPr sz="1200">
                <a:latin typeface="+mn-lt"/>
              </a:defRPr>
            </a:lvl3pPr>
            <a:lvl4pPr marL="801869" indent="-234537">
              <a:defRPr sz="1200">
                <a:latin typeface="+mn-lt"/>
              </a:defRPr>
            </a:lvl4pPr>
            <a:lvl5pPr marL="1023730" indent="-221860">
              <a:defRPr sz="120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404251155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505"/>
            <a:ext cx="8549640" cy="1543685"/>
          </a:xfrm>
        </p:spPr>
        <p:txBody>
          <a:bodyPr/>
          <a:lstStyle>
            <a:lvl1pPr algn="l">
              <a:defRPr sz="45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2"/>
            <a:ext cx="8549640" cy="1700212"/>
          </a:xfrm>
        </p:spPr>
        <p:txBody>
          <a:bodyPr anchor="b"/>
          <a:lstStyle>
            <a:lvl1pPr marL="0" indent="0">
              <a:buNone/>
              <a:defRPr sz="2200"/>
            </a:lvl1pPr>
            <a:lvl2pPr marL="508463" indent="0">
              <a:buNone/>
              <a:defRPr sz="2000"/>
            </a:lvl2pPr>
            <a:lvl3pPr marL="1016925" indent="0">
              <a:buNone/>
              <a:defRPr sz="1800"/>
            </a:lvl3pPr>
            <a:lvl4pPr marL="1525388" indent="0">
              <a:buNone/>
              <a:defRPr sz="1600"/>
            </a:lvl4pPr>
            <a:lvl5pPr marL="2033851" indent="0">
              <a:buNone/>
              <a:defRPr sz="1600"/>
            </a:lvl5pPr>
            <a:lvl6pPr marL="2542312" indent="0">
              <a:buNone/>
              <a:defRPr sz="1600"/>
            </a:lvl6pPr>
            <a:lvl7pPr marL="3050775" indent="0">
              <a:buNone/>
              <a:defRPr sz="1600"/>
            </a:lvl7pPr>
            <a:lvl8pPr marL="3559239" indent="0">
              <a:buNone/>
              <a:defRPr sz="1600"/>
            </a:lvl8pPr>
            <a:lvl9pPr marL="4067698" indent="0">
              <a:buNone/>
              <a:defRPr sz="1600"/>
            </a:lvl9pPr>
          </a:lstStyle>
          <a:p>
            <a:pPr lvl="0"/>
            <a:r>
              <a:rPr lang="en-US" smtClean="0"/>
              <a:t>Click to edit Master text styles</a:t>
            </a:r>
          </a:p>
        </p:txBody>
      </p:sp>
    </p:spTree>
    <p:extLst>
      <p:ext uri="{BB962C8B-B14F-4D97-AF65-F5344CB8AC3E}">
        <p14:creationId xmlns:p14="http://schemas.microsoft.com/office/powerpoint/2010/main" val="403577153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92"/>
            <a:ext cx="4716784"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92"/>
            <a:ext cx="4716776"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11614108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902559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2453" indent="0" algn="ctr">
              <a:buNone/>
              <a:defRPr/>
            </a:lvl2pPr>
            <a:lvl3pPr marL="1004905" indent="0" algn="ctr">
              <a:buNone/>
              <a:defRPr/>
            </a:lvl3pPr>
            <a:lvl4pPr marL="1507356" indent="0" algn="ctr">
              <a:buNone/>
              <a:defRPr/>
            </a:lvl4pPr>
            <a:lvl5pPr marL="2009808" indent="0" algn="ctr">
              <a:buNone/>
              <a:defRPr/>
            </a:lvl5pPr>
            <a:lvl6pPr marL="2512261" indent="0" algn="ctr">
              <a:buNone/>
              <a:defRPr/>
            </a:lvl6pPr>
            <a:lvl7pPr marL="3014714" indent="0" algn="ctr">
              <a:buNone/>
              <a:defRPr/>
            </a:lvl7pPr>
            <a:lvl8pPr marL="3517168" indent="0" algn="ctr">
              <a:buNone/>
              <a:defRPr/>
            </a:lvl8pPr>
            <a:lvl9pPr marL="4019617"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357190051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7"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10">
                <a:latin typeface="+mn-lt"/>
              </a:defRPr>
            </a:lvl1pPr>
            <a:lvl2pPr>
              <a:defRPr sz="1210">
                <a:latin typeface="+mn-lt"/>
              </a:defRPr>
            </a:lvl2pPr>
            <a:lvl3pPr>
              <a:defRPr sz="1210">
                <a:latin typeface="+mn-lt"/>
              </a:defRPr>
            </a:lvl3pPr>
            <a:lvl4pPr marL="792389" indent="-231766">
              <a:defRPr sz="1210">
                <a:latin typeface="+mn-lt"/>
              </a:defRPr>
            </a:lvl4pPr>
            <a:lvl5pPr marL="1011627" indent="-219237">
              <a:defRPr sz="121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78836932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96"/>
            <a:ext cx="8549640" cy="1543685"/>
          </a:xfrm>
        </p:spPr>
        <p:txBody>
          <a:bodyPr/>
          <a:lstStyle>
            <a:lvl1pPr algn="l">
              <a:defRPr sz="44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2"/>
            <a:ext cx="8549640" cy="1700212"/>
          </a:xfrm>
        </p:spPr>
        <p:txBody>
          <a:bodyPr anchor="b"/>
          <a:lstStyle>
            <a:lvl1pPr marL="0" indent="0">
              <a:buNone/>
              <a:defRPr sz="2200"/>
            </a:lvl1pPr>
            <a:lvl2pPr marL="502453" indent="0">
              <a:buNone/>
              <a:defRPr sz="1980"/>
            </a:lvl2pPr>
            <a:lvl3pPr marL="1004905" indent="0">
              <a:buNone/>
              <a:defRPr sz="1760"/>
            </a:lvl3pPr>
            <a:lvl4pPr marL="1507356" indent="0">
              <a:buNone/>
              <a:defRPr sz="1540"/>
            </a:lvl4pPr>
            <a:lvl5pPr marL="2009808" indent="0">
              <a:buNone/>
              <a:defRPr sz="1540"/>
            </a:lvl5pPr>
            <a:lvl6pPr marL="2512261" indent="0">
              <a:buNone/>
              <a:defRPr sz="1540"/>
            </a:lvl6pPr>
            <a:lvl7pPr marL="3014714" indent="0">
              <a:buNone/>
              <a:defRPr sz="1540"/>
            </a:lvl7pPr>
            <a:lvl8pPr marL="3517168" indent="0">
              <a:buNone/>
              <a:defRPr sz="1540"/>
            </a:lvl8pPr>
            <a:lvl9pPr marL="4019617" indent="0">
              <a:buNone/>
              <a:defRPr sz="1540"/>
            </a:lvl9pPr>
          </a:lstStyle>
          <a:p>
            <a:pPr lvl="0"/>
            <a:r>
              <a:rPr lang="en-US" smtClean="0"/>
              <a:t>Click to edit Master text styles</a:t>
            </a:r>
          </a:p>
        </p:txBody>
      </p:sp>
    </p:spTree>
    <p:extLst>
      <p:ext uri="{BB962C8B-B14F-4D97-AF65-F5344CB8AC3E}">
        <p14:creationId xmlns:p14="http://schemas.microsoft.com/office/powerpoint/2010/main" val="83914478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83"/>
            <a:ext cx="4716784" cy="5375911"/>
          </a:xfrm>
        </p:spPr>
        <p:txBody>
          <a:bodyPr/>
          <a:lstStyle>
            <a:lvl1pPr>
              <a:defRPr sz="1210">
                <a:latin typeface="+mn-lt"/>
              </a:defRPr>
            </a:lvl1pPr>
            <a:lvl2pPr>
              <a:defRPr sz="1210">
                <a:latin typeface="+mn-lt"/>
              </a:defRPr>
            </a:lvl2pPr>
            <a:lvl3pPr>
              <a:defRPr sz="1210">
                <a:latin typeface="+mn-lt"/>
              </a:defRPr>
            </a:lvl3pPr>
            <a:lvl4pPr>
              <a:defRPr sz="1210">
                <a:latin typeface="+mn-lt"/>
              </a:defRPr>
            </a:lvl4pPr>
            <a:lvl5pPr>
              <a:defRPr sz="1210">
                <a:latin typeface="+mn-lt"/>
              </a:defRPr>
            </a:lvl5pPr>
            <a:lvl6pPr>
              <a:defRPr sz="1980"/>
            </a:lvl6pPr>
            <a:lvl7pPr>
              <a:defRPr sz="1980"/>
            </a:lvl7pPr>
            <a:lvl8pPr>
              <a:defRPr sz="1980"/>
            </a:lvl8pPr>
            <a:lvl9pPr>
              <a:defRPr sz="198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83"/>
            <a:ext cx="4716776" cy="5375911"/>
          </a:xfrm>
        </p:spPr>
        <p:txBody>
          <a:bodyPr/>
          <a:lstStyle>
            <a:lvl1pPr>
              <a:defRPr sz="1210">
                <a:latin typeface="+mn-lt"/>
              </a:defRPr>
            </a:lvl1pPr>
            <a:lvl2pPr>
              <a:defRPr sz="1210">
                <a:latin typeface="+mn-lt"/>
              </a:defRPr>
            </a:lvl2pPr>
            <a:lvl3pPr>
              <a:defRPr sz="1210">
                <a:latin typeface="+mn-lt"/>
              </a:defRPr>
            </a:lvl3pPr>
            <a:lvl4pPr>
              <a:defRPr sz="1210">
                <a:latin typeface="+mn-lt"/>
              </a:defRPr>
            </a:lvl4pPr>
            <a:lvl5pPr>
              <a:defRPr sz="1210">
                <a:latin typeface="+mn-lt"/>
              </a:defRPr>
            </a:lvl5pPr>
            <a:lvl6pPr>
              <a:defRPr sz="1980"/>
            </a:lvl6pPr>
            <a:lvl7pPr>
              <a:defRPr sz="1980"/>
            </a:lvl7pPr>
            <a:lvl8pPr>
              <a:defRPr sz="1980"/>
            </a:lvl8pPr>
            <a:lvl9pPr>
              <a:defRPr sz="198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53225274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60333330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487702" indent="0" algn="ctr">
              <a:buNone/>
              <a:defRPr/>
            </a:lvl2pPr>
            <a:lvl3pPr marL="975401" indent="0" algn="ctr">
              <a:buNone/>
              <a:defRPr/>
            </a:lvl3pPr>
            <a:lvl4pPr marL="1463100" indent="0" algn="ctr">
              <a:buNone/>
              <a:defRPr/>
            </a:lvl4pPr>
            <a:lvl5pPr marL="1950801" indent="0" algn="ctr">
              <a:buNone/>
              <a:defRPr/>
            </a:lvl5pPr>
            <a:lvl6pPr marL="2438501" indent="0" algn="ctr">
              <a:buNone/>
              <a:defRPr/>
            </a:lvl6pPr>
            <a:lvl7pPr marL="2926202" indent="0" algn="ctr">
              <a:buNone/>
              <a:defRPr/>
            </a:lvl7pPr>
            <a:lvl8pPr marL="3413904" indent="0" algn="ctr">
              <a:buNone/>
              <a:defRPr/>
            </a:lvl8pPr>
            <a:lvl9pPr marL="3901601"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168789018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7"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175">
                <a:latin typeface="+mn-lt"/>
              </a:defRPr>
            </a:lvl1pPr>
            <a:lvl2pPr>
              <a:defRPr sz="1175">
                <a:latin typeface="+mn-lt"/>
              </a:defRPr>
            </a:lvl2pPr>
            <a:lvl3pPr>
              <a:defRPr sz="1175">
                <a:latin typeface="+mn-lt"/>
              </a:defRPr>
            </a:lvl3pPr>
            <a:lvl4pPr marL="769124" indent="-224961">
              <a:defRPr sz="1175">
                <a:latin typeface="+mn-lt"/>
              </a:defRPr>
            </a:lvl4pPr>
            <a:lvl5pPr marL="981926" indent="-212801">
              <a:defRPr sz="1175">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78786079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97"/>
            <a:ext cx="8549640" cy="1543685"/>
          </a:xfrm>
        </p:spPr>
        <p:txBody>
          <a:bodyPr/>
          <a:lstStyle>
            <a:lvl1pPr algn="l">
              <a:defRPr sz="4271"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2"/>
            <a:ext cx="8549640" cy="1700212"/>
          </a:xfrm>
        </p:spPr>
        <p:txBody>
          <a:bodyPr anchor="b"/>
          <a:lstStyle>
            <a:lvl1pPr marL="0" indent="0">
              <a:buNone/>
              <a:defRPr sz="2135"/>
            </a:lvl1pPr>
            <a:lvl2pPr marL="487702" indent="0">
              <a:buNone/>
              <a:defRPr sz="1922"/>
            </a:lvl2pPr>
            <a:lvl3pPr marL="975401" indent="0">
              <a:buNone/>
              <a:defRPr sz="1708"/>
            </a:lvl3pPr>
            <a:lvl4pPr marL="1463100" indent="0">
              <a:buNone/>
              <a:defRPr sz="1495"/>
            </a:lvl4pPr>
            <a:lvl5pPr marL="1950801" indent="0">
              <a:buNone/>
              <a:defRPr sz="1495"/>
            </a:lvl5pPr>
            <a:lvl6pPr marL="2438501" indent="0">
              <a:buNone/>
              <a:defRPr sz="1495"/>
            </a:lvl6pPr>
            <a:lvl7pPr marL="2926202" indent="0">
              <a:buNone/>
              <a:defRPr sz="1495"/>
            </a:lvl7pPr>
            <a:lvl8pPr marL="3413904" indent="0">
              <a:buNone/>
              <a:defRPr sz="1495"/>
            </a:lvl8pPr>
            <a:lvl9pPr marL="3901601" indent="0">
              <a:buNone/>
              <a:defRPr sz="1495"/>
            </a:lvl9pPr>
          </a:lstStyle>
          <a:p>
            <a:pPr lvl="0"/>
            <a:r>
              <a:rPr lang="en-US" smtClean="0"/>
              <a:t>Click to edit Master text styles</a:t>
            </a:r>
          </a:p>
        </p:txBody>
      </p:sp>
    </p:spTree>
    <p:extLst>
      <p:ext uri="{BB962C8B-B14F-4D97-AF65-F5344CB8AC3E}">
        <p14:creationId xmlns:p14="http://schemas.microsoft.com/office/powerpoint/2010/main" val="319816583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84"/>
            <a:ext cx="4716784" cy="5375911"/>
          </a:xfrm>
        </p:spPr>
        <p:txBody>
          <a:bodyPr/>
          <a:lstStyle>
            <a:lvl1pPr>
              <a:defRPr sz="1175">
                <a:latin typeface="+mn-lt"/>
              </a:defRPr>
            </a:lvl1pPr>
            <a:lvl2pPr>
              <a:defRPr sz="1175">
                <a:latin typeface="+mn-lt"/>
              </a:defRPr>
            </a:lvl2pPr>
            <a:lvl3pPr>
              <a:defRPr sz="1175">
                <a:latin typeface="+mn-lt"/>
              </a:defRPr>
            </a:lvl3pPr>
            <a:lvl4pPr>
              <a:defRPr sz="1175">
                <a:latin typeface="+mn-lt"/>
              </a:defRPr>
            </a:lvl4pPr>
            <a:lvl5pPr>
              <a:defRPr sz="1175">
                <a:latin typeface="+mn-lt"/>
              </a:defRPr>
            </a:lvl5pPr>
            <a:lvl6pPr>
              <a:defRPr sz="1922"/>
            </a:lvl6pPr>
            <a:lvl7pPr>
              <a:defRPr sz="1922"/>
            </a:lvl7pPr>
            <a:lvl8pPr>
              <a:defRPr sz="1922"/>
            </a:lvl8pPr>
            <a:lvl9pPr>
              <a:defRPr sz="1922"/>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84"/>
            <a:ext cx="4716776" cy="5375911"/>
          </a:xfrm>
        </p:spPr>
        <p:txBody>
          <a:bodyPr/>
          <a:lstStyle>
            <a:lvl1pPr>
              <a:defRPr sz="1175">
                <a:latin typeface="+mn-lt"/>
              </a:defRPr>
            </a:lvl1pPr>
            <a:lvl2pPr>
              <a:defRPr sz="1175">
                <a:latin typeface="+mn-lt"/>
              </a:defRPr>
            </a:lvl2pPr>
            <a:lvl3pPr>
              <a:defRPr sz="1175">
                <a:latin typeface="+mn-lt"/>
              </a:defRPr>
            </a:lvl3pPr>
            <a:lvl4pPr>
              <a:defRPr sz="1175">
                <a:latin typeface="+mn-lt"/>
              </a:defRPr>
            </a:lvl4pPr>
            <a:lvl5pPr>
              <a:defRPr sz="1175">
                <a:latin typeface="+mn-lt"/>
              </a:defRPr>
            </a:lvl5pPr>
            <a:lvl6pPr>
              <a:defRPr sz="1922"/>
            </a:lvl6pPr>
            <a:lvl7pPr>
              <a:defRPr sz="1922"/>
            </a:lvl7pPr>
            <a:lvl8pPr>
              <a:defRPr sz="1922"/>
            </a:lvl8pPr>
            <a:lvl9pPr>
              <a:defRPr sz="1922"/>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353157126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58175095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2453" indent="0" algn="ctr">
              <a:buNone/>
              <a:defRPr/>
            </a:lvl2pPr>
            <a:lvl3pPr marL="1004905" indent="0" algn="ctr">
              <a:buNone/>
              <a:defRPr/>
            </a:lvl3pPr>
            <a:lvl4pPr marL="1507356" indent="0" algn="ctr">
              <a:buNone/>
              <a:defRPr/>
            </a:lvl4pPr>
            <a:lvl5pPr marL="2009808" indent="0" algn="ctr">
              <a:buNone/>
              <a:defRPr/>
            </a:lvl5pPr>
            <a:lvl6pPr marL="2512261" indent="0" algn="ctr">
              <a:buNone/>
              <a:defRPr/>
            </a:lvl6pPr>
            <a:lvl7pPr marL="3014714" indent="0" algn="ctr">
              <a:buNone/>
              <a:defRPr/>
            </a:lvl7pPr>
            <a:lvl8pPr marL="3517168" indent="0" algn="ctr">
              <a:buNone/>
              <a:defRPr/>
            </a:lvl8pPr>
            <a:lvl9pPr marL="4019617"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104615967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7"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10">
                <a:latin typeface="+mn-lt"/>
              </a:defRPr>
            </a:lvl1pPr>
            <a:lvl2pPr>
              <a:defRPr sz="1210">
                <a:latin typeface="+mn-lt"/>
              </a:defRPr>
            </a:lvl2pPr>
            <a:lvl3pPr>
              <a:defRPr sz="1210">
                <a:latin typeface="+mn-lt"/>
              </a:defRPr>
            </a:lvl3pPr>
            <a:lvl4pPr marL="792389" indent="-231766">
              <a:defRPr sz="1210">
                <a:latin typeface="+mn-lt"/>
              </a:defRPr>
            </a:lvl4pPr>
            <a:lvl5pPr marL="1011627" indent="-219237">
              <a:defRPr sz="121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32835017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96"/>
            <a:ext cx="8549640" cy="1543685"/>
          </a:xfrm>
        </p:spPr>
        <p:txBody>
          <a:bodyPr/>
          <a:lstStyle>
            <a:lvl1pPr algn="l">
              <a:defRPr sz="44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2"/>
            <a:ext cx="8549640" cy="1700212"/>
          </a:xfrm>
        </p:spPr>
        <p:txBody>
          <a:bodyPr anchor="b"/>
          <a:lstStyle>
            <a:lvl1pPr marL="0" indent="0">
              <a:buNone/>
              <a:defRPr sz="2200"/>
            </a:lvl1pPr>
            <a:lvl2pPr marL="502453" indent="0">
              <a:buNone/>
              <a:defRPr sz="1980"/>
            </a:lvl2pPr>
            <a:lvl3pPr marL="1004905" indent="0">
              <a:buNone/>
              <a:defRPr sz="1760"/>
            </a:lvl3pPr>
            <a:lvl4pPr marL="1507356" indent="0">
              <a:buNone/>
              <a:defRPr sz="1540"/>
            </a:lvl4pPr>
            <a:lvl5pPr marL="2009808" indent="0">
              <a:buNone/>
              <a:defRPr sz="1540"/>
            </a:lvl5pPr>
            <a:lvl6pPr marL="2512261" indent="0">
              <a:buNone/>
              <a:defRPr sz="1540"/>
            </a:lvl6pPr>
            <a:lvl7pPr marL="3014714" indent="0">
              <a:buNone/>
              <a:defRPr sz="1540"/>
            </a:lvl7pPr>
            <a:lvl8pPr marL="3517168" indent="0">
              <a:buNone/>
              <a:defRPr sz="1540"/>
            </a:lvl8pPr>
            <a:lvl9pPr marL="4019617" indent="0">
              <a:buNone/>
              <a:defRPr sz="1540"/>
            </a:lvl9pPr>
          </a:lstStyle>
          <a:p>
            <a:pPr lvl="0"/>
            <a:r>
              <a:rPr lang="en-US" smtClean="0"/>
              <a:t>Click to edit Master text styles</a:t>
            </a:r>
          </a:p>
        </p:txBody>
      </p:sp>
    </p:spTree>
    <p:extLst>
      <p:ext uri="{BB962C8B-B14F-4D97-AF65-F5344CB8AC3E}">
        <p14:creationId xmlns:p14="http://schemas.microsoft.com/office/powerpoint/2010/main" val="64367200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83"/>
            <a:ext cx="4716784" cy="5375911"/>
          </a:xfrm>
        </p:spPr>
        <p:txBody>
          <a:bodyPr/>
          <a:lstStyle>
            <a:lvl1pPr>
              <a:defRPr sz="1210">
                <a:latin typeface="+mn-lt"/>
              </a:defRPr>
            </a:lvl1pPr>
            <a:lvl2pPr>
              <a:defRPr sz="1210">
                <a:latin typeface="+mn-lt"/>
              </a:defRPr>
            </a:lvl2pPr>
            <a:lvl3pPr>
              <a:defRPr sz="1210">
                <a:latin typeface="+mn-lt"/>
              </a:defRPr>
            </a:lvl3pPr>
            <a:lvl4pPr>
              <a:defRPr sz="1210">
                <a:latin typeface="+mn-lt"/>
              </a:defRPr>
            </a:lvl4pPr>
            <a:lvl5pPr>
              <a:defRPr sz="1210">
                <a:latin typeface="+mn-lt"/>
              </a:defRPr>
            </a:lvl5pPr>
            <a:lvl6pPr>
              <a:defRPr sz="1980"/>
            </a:lvl6pPr>
            <a:lvl7pPr>
              <a:defRPr sz="1980"/>
            </a:lvl7pPr>
            <a:lvl8pPr>
              <a:defRPr sz="1980"/>
            </a:lvl8pPr>
            <a:lvl9pPr>
              <a:defRPr sz="198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83"/>
            <a:ext cx="4716776" cy="5375911"/>
          </a:xfrm>
        </p:spPr>
        <p:txBody>
          <a:bodyPr/>
          <a:lstStyle>
            <a:lvl1pPr>
              <a:defRPr sz="1210">
                <a:latin typeface="+mn-lt"/>
              </a:defRPr>
            </a:lvl1pPr>
            <a:lvl2pPr>
              <a:defRPr sz="1210">
                <a:latin typeface="+mn-lt"/>
              </a:defRPr>
            </a:lvl2pPr>
            <a:lvl3pPr>
              <a:defRPr sz="1210">
                <a:latin typeface="+mn-lt"/>
              </a:defRPr>
            </a:lvl3pPr>
            <a:lvl4pPr>
              <a:defRPr sz="1210">
                <a:latin typeface="+mn-lt"/>
              </a:defRPr>
            </a:lvl4pPr>
            <a:lvl5pPr>
              <a:defRPr sz="1210">
                <a:latin typeface="+mn-lt"/>
              </a:defRPr>
            </a:lvl5pPr>
            <a:lvl6pPr>
              <a:defRPr sz="1980"/>
            </a:lvl6pPr>
            <a:lvl7pPr>
              <a:defRPr sz="1980"/>
            </a:lvl7pPr>
            <a:lvl8pPr>
              <a:defRPr sz="1980"/>
            </a:lvl8pPr>
            <a:lvl9pPr>
              <a:defRPr sz="198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240135455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40382933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94194" y="1569432"/>
            <a:ext cx="9051028" cy="5499298"/>
          </a:xfrm>
        </p:spPr>
        <p:txBody>
          <a:bodyPr/>
          <a:lstStyle>
            <a:lvl1pPr marL="195564" indent="-195564">
              <a:lnSpc>
                <a:spcPct val="100000"/>
              </a:lnSpc>
              <a:spcAft>
                <a:spcPts val="649"/>
              </a:spcAft>
              <a:buClr>
                <a:schemeClr val="bg2"/>
              </a:buClr>
              <a:buFont typeface="Arial" pitchFamily="34" charset="0"/>
              <a:buChar char="•"/>
              <a:defRPr>
                <a:latin typeface="Calisto MT" pitchFamily="18" charset="0"/>
                <a:cs typeface="Arial" pitchFamily="34" charset="0"/>
              </a:defRPr>
            </a:lvl1pPr>
            <a:lvl2pPr marL="478612" indent="-185270">
              <a:lnSpc>
                <a:spcPct val="100000"/>
              </a:lnSpc>
              <a:spcAft>
                <a:spcPts val="649"/>
              </a:spcAft>
              <a:buClr>
                <a:schemeClr val="bg2"/>
              </a:buClr>
              <a:buFont typeface="Arial" pitchFamily="34" charset="0"/>
              <a:buChar char="−"/>
              <a:tabLst>
                <a:tab pos="478612" algn="l"/>
              </a:tabLst>
              <a:defRPr sz="1262">
                <a:latin typeface="Calisto MT" pitchFamily="18" charset="0"/>
                <a:cs typeface="Arial" pitchFamily="34" charset="0"/>
              </a:defRPr>
            </a:lvl2pPr>
            <a:lvl3pPr marL="576396" indent="-97782">
              <a:lnSpc>
                <a:spcPct val="100000"/>
              </a:lnSpc>
              <a:buClr>
                <a:schemeClr val="bg2"/>
              </a:buClr>
              <a:buFont typeface="Arial" pitchFamily="34" charset="0"/>
              <a:buChar char="•"/>
              <a:defRPr>
                <a:latin typeface="Calisto MT" pitchFamily="18" charset="0"/>
                <a:cs typeface="Arial" pitchFamily="34" charset="0"/>
              </a:defRPr>
            </a:lvl3pPr>
            <a:lvl4pPr marL="773671" indent="-197277">
              <a:lnSpc>
                <a:spcPct val="100000"/>
              </a:lnSpc>
              <a:buClr>
                <a:schemeClr val="bg2"/>
              </a:buClr>
              <a:buFont typeface="Arial" pitchFamily="34" charset="0"/>
              <a:buChar char="•"/>
              <a:defRPr>
                <a:latin typeface="Calisto MT" pitchFamily="18" charset="0"/>
                <a:cs typeface="Arial" pitchFamily="34" charset="0"/>
              </a:defRPr>
            </a:lvl4pPr>
            <a:lvl5pPr marL="746224" indent="-130375">
              <a:lnSpc>
                <a:spcPct val="100000"/>
              </a:lnSpc>
              <a:buClr>
                <a:schemeClr val="bg2"/>
              </a:buClr>
              <a:buFont typeface="Arial" pitchFamily="34" charset="0"/>
              <a:buChar char="•"/>
              <a:defRPr>
                <a:latin typeface="Calisto MT" pitchFamily="18" charset="0"/>
                <a:cs typeface="Arial" pitchFamily="34" charset="0"/>
              </a:defRPr>
            </a:lvl5pPr>
          </a:lstStyle>
          <a:p>
            <a:pPr lvl="0"/>
            <a:r>
              <a:rPr lang="en-US" dirty="0" smtClean="0"/>
              <a:t>Click to edit Master text styles</a:t>
            </a:r>
          </a:p>
          <a:p>
            <a:pPr lvl="1"/>
            <a:r>
              <a:rPr lang="en-US" dirty="0" smtClean="0"/>
              <a:t>Second level</a:t>
            </a:r>
          </a:p>
          <a:p>
            <a:pPr lvl="0"/>
            <a:r>
              <a:rPr lang="en-US" dirty="0" smtClean="0"/>
              <a:t>Test</a:t>
            </a:r>
          </a:p>
          <a:p>
            <a:pPr lvl="0"/>
            <a:r>
              <a:rPr lang="en-US" dirty="0" smtClean="0"/>
              <a:t>Test</a:t>
            </a:r>
          </a:p>
          <a:p>
            <a:pPr lvl="2"/>
            <a:r>
              <a:rPr lang="en-US" dirty="0" smtClean="0"/>
              <a:t>Third level</a:t>
            </a:r>
          </a:p>
          <a:p>
            <a:pPr lvl="3"/>
            <a:r>
              <a:rPr lang="en-US" dirty="0" smtClean="0"/>
              <a:t>Fourth level</a:t>
            </a:r>
          </a:p>
          <a:p>
            <a:pPr lvl="4"/>
            <a:r>
              <a:rPr lang="en-US" dirty="0" smtClean="0"/>
              <a:t>Fifth level</a:t>
            </a:r>
          </a:p>
        </p:txBody>
      </p:sp>
      <p:sp>
        <p:nvSpPr>
          <p:cNvPr id="4" name="AutoShape 4"/>
          <p:cNvSpPr>
            <a:spLocks noChangeAspect="1" noChangeArrowheads="1" noTextEdit="1"/>
          </p:cNvSpPr>
          <p:nvPr userDrawn="1"/>
        </p:nvSpPr>
        <p:spPr bwMode="auto">
          <a:xfrm>
            <a:off x="-434817" y="3474195"/>
            <a:ext cx="10928034" cy="829415"/>
          </a:xfrm>
          <a:prstGeom prst="rect">
            <a:avLst/>
          </a:prstGeom>
          <a:noFill/>
          <a:ln w="9525">
            <a:noFill/>
            <a:miter lim="800000"/>
            <a:headEnd/>
            <a:tailEnd/>
          </a:ln>
        </p:spPr>
        <p:txBody>
          <a:bodyPr vert="horz" wrap="square" lIns="98805" tIns="49403" rIns="98805" bIns="49403" numCol="1" anchor="t" anchorCtr="0" compatLnSpc="1">
            <a:prstTxWarp prst="textNoShape">
              <a:avLst/>
            </a:prstTxWarp>
          </a:bodyPr>
          <a:lstStyle/>
          <a:p>
            <a:pPr defTabSz="1005134" fontAlgn="auto">
              <a:spcBef>
                <a:spcPts val="0"/>
              </a:spcBef>
              <a:spcAft>
                <a:spcPts val="0"/>
              </a:spcAft>
            </a:pPr>
            <a:endParaRPr lang="en-US" sz="1747">
              <a:solidFill>
                <a:srgbClr val="FFFFFF"/>
              </a:solidFill>
              <a:latin typeface="Calibri"/>
            </a:endParaRPr>
          </a:p>
        </p:txBody>
      </p:sp>
      <p:sp>
        <p:nvSpPr>
          <p:cNvPr id="7" name="Rectangle 27"/>
          <p:cNvSpPr>
            <a:spLocks noGrp="1" noChangeArrowheads="1"/>
          </p:cNvSpPr>
          <p:nvPr>
            <p:ph type="sldNum" sz="quarter" idx="4"/>
          </p:nvPr>
        </p:nvSpPr>
        <p:spPr>
          <a:xfrm>
            <a:off x="8670716" y="7404219"/>
            <a:ext cx="975207" cy="256673"/>
          </a:xfrm>
          <a:prstGeom prst="rect">
            <a:avLst/>
          </a:prstGeom>
          <a:noFill/>
          <a:ln/>
        </p:spPr>
        <p:txBody>
          <a:bodyPr anchor="ctr" anchorCtr="0">
            <a:spAutoFit/>
          </a:bodyPr>
          <a:lstStyle>
            <a:lvl1pPr>
              <a:defRPr lang="en-US" sz="1068" cap="small" baseline="0" smtClean="0">
                <a:solidFill>
                  <a:schemeClr val="tx1"/>
                </a:solidFill>
                <a:latin typeface="Calisto MT" pitchFamily="18" charset="0"/>
              </a:defRPr>
            </a:lvl1pPr>
          </a:lstStyle>
          <a:p>
            <a:pPr defTabSz="1005134" fontAlgn="auto">
              <a:spcBef>
                <a:spcPts val="0"/>
              </a:spcBef>
              <a:spcAft>
                <a:spcPts val="0"/>
              </a:spcAft>
              <a:defRPr/>
            </a:pPr>
            <a:r>
              <a:rPr lang="en-US" smtClean="0">
                <a:solidFill>
                  <a:srgbClr val="FFFFFF"/>
                </a:solidFill>
              </a:rPr>
              <a:t>Page  </a:t>
            </a:r>
            <a:fld id="{0775E3CF-EE10-42C1-A25E-4F7232B469D5}" type="slidenum">
              <a:rPr smtClean="0">
                <a:solidFill>
                  <a:srgbClr val="FFFFFF"/>
                </a:solidFill>
              </a:rPr>
              <a:pPr defTabSz="1005134" fontAlgn="auto">
                <a:spcBef>
                  <a:spcPts val="0"/>
                </a:spcBef>
                <a:spcAft>
                  <a:spcPts val="0"/>
                </a:spcAft>
                <a:defRPr/>
              </a:pPr>
              <a:t>‹#›</a:t>
            </a:fld>
            <a:endParaRPr dirty="0">
              <a:solidFill>
                <a:srgbClr val="FFFFFF"/>
              </a:solidFill>
            </a:endParaRPr>
          </a:p>
        </p:txBody>
      </p:sp>
      <p:sp>
        <p:nvSpPr>
          <p:cNvPr id="8" name="Rectangle 2"/>
          <p:cNvSpPr>
            <a:spLocks noGrp="1" noChangeArrowheads="1"/>
          </p:cNvSpPr>
          <p:nvPr>
            <p:ph type="title"/>
          </p:nvPr>
        </p:nvSpPr>
        <p:spPr bwMode="auto">
          <a:xfrm>
            <a:off x="103617" y="1135062"/>
            <a:ext cx="9051028" cy="256724"/>
          </a:xfrm>
          <a:prstGeom prst="rect">
            <a:avLst/>
          </a:prstGeom>
          <a:noFill/>
          <a:ln w="9525">
            <a:noFill/>
            <a:miter lim="800000"/>
            <a:headEnd/>
            <a:tailEnd/>
          </a:ln>
        </p:spPr>
        <p:txBody>
          <a:bodyPr vert="horz" wrap="square" lIns="0" tIns="0" rIns="0" bIns="0" numCol="1" anchor="ctr" anchorCtr="0" compatLnSpc="1">
            <a:prstTxWarp prst="textNoShape">
              <a:avLst/>
            </a:prstTxWarp>
          </a:bodyPr>
          <a:lstStyle>
            <a:lvl1pPr>
              <a:defRPr sz="1553" baseline="0"/>
            </a:lvl1pPr>
          </a:lstStyle>
          <a:p>
            <a:pPr lvl="0"/>
            <a:endParaRPr lang="en-US" dirty="0" smtClean="0"/>
          </a:p>
        </p:txBody>
      </p:sp>
      <p:sp>
        <p:nvSpPr>
          <p:cNvPr id="6" name="Text Placeholder 8"/>
          <p:cNvSpPr>
            <a:spLocks noGrp="1"/>
          </p:cNvSpPr>
          <p:nvPr>
            <p:ph type="body" sz="quarter" idx="10" hasCustomPrompt="1"/>
          </p:nvPr>
        </p:nvSpPr>
        <p:spPr>
          <a:xfrm>
            <a:off x="187100" y="6981679"/>
            <a:ext cx="9629154" cy="226580"/>
          </a:xfrm>
        </p:spPr>
        <p:txBody>
          <a:bodyPr wrap="square" anchor="b" anchorCtr="0">
            <a:spAutoFit/>
          </a:bodyPr>
          <a:lstStyle>
            <a:lvl1pPr marL="0" indent="0">
              <a:buNone/>
              <a:defRPr sz="873"/>
            </a:lvl1pPr>
          </a:lstStyle>
          <a:p>
            <a:pPr lvl="0"/>
            <a:r>
              <a:rPr lang="en-US" dirty="0" smtClean="0"/>
              <a:t>Click to add footnote</a:t>
            </a:r>
            <a:endParaRPr lang="en-US" dirty="0"/>
          </a:p>
        </p:txBody>
      </p:sp>
    </p:spTree>
    <p:extLst>
      <p:ext uri="{BB962C8B-B14F-4D97-AF65-F5344CB8AC3E}">
        <p14:creationId xmlns:p14="http://schemas.microsoft.com/office/powerpoint/2010/main" val="1179749059"/>
      </p:ext>
    </p:extLst>
  </p:cSld>
  <p:clrMapOvr>
    <a:masterClrMapping/>
  </p:clrMapOvr>
  <p:transition>
    <p:fade/>
  </p:transition>
  <p:timing>
    <p:tnLst>
      <p:par>
        <p:cTn id="1" dur="indefinite" restart="never" nodeType="tmRoot"/>
      </p:par>
    </p:tnLst>
  </p:timing>
</p:sldLayout>
</file>

<file path=ppt/slideLayouts/slideLayout4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487702" indent="0" algn="ctr">
              <a:buNone/>
              <a:defRPr/>
            </a:lvl2pPr>
            <a:lvl3pPr marL="975401" indent="0" algn="ctr">
              <a:buNone/>
              <a:defRPr/>
            </a:lvl3pPr>
            <a:lvl4pPr marL="1463100" indent="0" algn="ctr">
              <a:buNone/>
              <a:defRPr/>
            </a:lvl4pPr>
            <a:lvl5pPr marL="1950801" indent="0" algn="ctr">
              <a:buNone/>
              <a:defRPr/>
            </a:lvl5pPr>
            <a:lvl6pPr marL="2438501" indent="0" algn="ctr">
              <a:buNone/>
              <a:defRPr/>
            </a:lvl6pPr>
            <a:lvl7pPr marL="2926202" indent="0" algn="ctr">
              <a:buNone/>
              <a:defRPr/>
            </a:lvl7pPr>
            <a:lvl8pPr marL="3413904" indent="0" algn="ctr">
              <a:buNone/>
              <a:defRPr/>
            </a:lvl8pPr>
            <a:lvl9pPr marL="3901601"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126303785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7"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175">
                <a:latin typeface="+mn-lt"/>
              </a:defRPr>
            </a:lvl1pPr>
            <a:lvl2pPr>
              <a:defRPr sz="1175">
                <a:latin typeface="+mn-lt"/>
              </a:defRPr>
            </a:lvl2pPr>
            <a:lvl3pPr>
              <a:defRPr sz="1175">
                <a:latin typeface="+mn-lt"/>
              </a:defRPr>
            </a:lvl3pPr>
            <a:lvl4pPr marL="769124" indent="-224961">
              <a:defRPr sz="1175">
                <a:latin typeface="+mn-lt"/>
              </a:defRPr>
            </a:lvl4pPr>
            <a:lvl5pPr marL="981926" indent="-212801">
              <a:defRPr sz="1175">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395668439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97"/>
            <a:ext cx="8549640" cy="1543685"/>
          </a:xfrm>
        </p:spPr>
        <p:txBody>
          <a:bodyPr/>
          <a:lstStyle>
            <a:lvl1pPr algn="l">
              <a:defRPr sz="4271"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2"/>
            <a:ext cx="8549640" cy="1700212"/>
          </a:xfrm>
        </p:spPr>
        <p:txBody>
          <a:bodyPr anchor="b"/>
          <a:lstStyle>
            <a:lvl1pPr marL="0" indent="0">
              <a:buNone/>
              <a:defRPr sz="2135"/>
            </a:lvl1pPr>
            <a:lvl2pPr marL="487702" indent="0">
              <a:buNone/>
              <a:defRPr sz="1922"/>
            </a:lvl2pPr>
            <a:lvl3pPr marL="975401" indent="0">
              <a:buNone/>
              <a:defRPr sz="1708"/>
            </a:lvl3pPr>
            <a:lvl4pPr marL="1463100" indent="0">
              <a:buNone/>
              <a:defRPr sz="1495"/>
            </a:lvl4pPr>
            <a:lvl5pPr marL="1950801" indent="0">
              <a:buNone/>
              <a:defRPr sz="1495"/>
            </a:lvl5pPr>
            <a:lvl6pPr marL="2438501" indent="0">
              <a:buNone/>
              <a:defRPr sz="1495"/>
            </a:lvl6pPr>
            <a:lvl7pPr marL="2926202" indent="0">
              <a:buNone/>
              <a:defRPr sz="1495"/>
            </a:lvl7pPr>
            <a:lvl8pPr marL="3413904" indent="0">
              <a:buNone/>
              <a:defRPr sz="1495"/>
            </a:lvl8pPr>
            <a:lvl9pPr marL="3901601" indent="0">
              <a:buNone/>
              <a:defRPr sz="1495"/>
            </a:lvl9pPr>
          </a:lstStyle>
          <a:p>
            <a:pPr lvl="0"/>
            <a:r>
              <a:rPr lang="en-US" smtClean="0"/>
              <a:t>Click to edit Master text styles</a:t>
            </a:r>
          </a:p>
        </p:txBody>
      </p:sp>
    </p:spTree>
    <p:extLst>
      <p:ext uri="{BB962C8B-B14F-4D97-AF65-F5344CB8AC3E}">
        <p14:creationId xmlns:p14="http://schemas.microsoft.com/office/powerpoint/2010/main" val="48332136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84"/>
            <a:ext cx="4716784" cy="5375911"/>
          </a:xfrm>
        </p:spPr>
        <p:txBody>
          <a:bodyPr/>
          <a:lstStyle>
            <a:lvl1pPr>
              <a:defRPr sz="1175">
                <a:latin typeface="+mn-lt"/>
              </a:defRPr>
            </a:lvl1pPr>
            <a:lvl2pPr>
              <a:defRPr sz="1175">
                <a:latin typeface="+mn-lt"/>
              </a:defRPr>
            </a:lvl2pPr>
            <a:lvl3pPr>
              <a:defRPr sz="1175">
                <a:latin typeface="+mn-lt"/>
              </a:defRPr>
            </a:lvl3pPr>
            <a:lvl4pPr>
              <a:defRPr sz="1175">
                <a:latin typeface="+mn-lt"/>
              </a:defRPr>
            </a:lvl4pPr>
            <a:lvl5pPr>
              <a:defRPr sz="1175">
                <a:latin typeface="+mn-lt"/>
              </a:defRPr>
            </a:lvl5pPr>
            <a:lvl6pPr>
              <a:defRPr sz="1922"/>
            </a:lvl6pPr>
            <a:lvl7pPr>
              <a:defRPr sz="1922"/>
            </a:lvl7pPr>
            <a:lvl8pPr>
              <a:defRPr sz="1922"/>
            </a:lvl8pPr>
            <a:lvl9pPr>
              <a:defRPr sz="1922"/>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84"/>
            <a:ext cx="4716776" cy="5375911"/>
          </a:xfrm>
        </p:spPr>
        <p:txBody>
          <a:bodyPr/>
          <a:lstStyle>
            <a:lvl1pPr>
              <a:defRPr sz="1175">
                <a:latin typeface="+mn-lt"/>
              </a:defRPr>
            </a:lvl1pPr>
            <a:lvl2pPr>
              <a:defRPr sz="1175">
                <a:latin typeface="+mn-lt"/>
              </a:defRPr>
            </a:lvl2pPr>
            <a:lvl3pPr>
              <a:defRPr sz="1175">
                <a:latin typeface="+mn-lt"/>
              </a:defRPr>
            </a:lvl3pPr>
            <a:lvl4pPr>
              <a:defRPr sz="1175">
                <a:latin typeface="+mn-lt"/>
              </a:defRPr>
            </a:lvl4pPr>
            <a:lvl5pPr>
              <a:defRPr sz="1175">
                <a:latin typeface="+mn-lt"/>
              </a:defRPr>
            </a:lvl5pPr>
            <a:lvl6pPr>
              <a:defRPr sz="1922"/>
            </a:lvl6pPr>
            <a:lvl7pPr>
              <a:defRPr sz="1922"/>
            </a:lvl7pPr>
            <a:lvl8pPr>
              <a:defRPr sz="1922"/>
            </a:lvl8pPr>
            <a:lvl9pPr>
              <a:defRPr sz="1922"/>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424819015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30131483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94194" y="1569432"/>
            <a:ext cx="9051028" cy="5499298"/>
          </a:xfrm>
        </p:spPr>
        <p:txBody>
          <a:bodyPr/>
          <a:lstStyle>
            <a:lvl1pPr marL="189823" indent="-189823">
              <a:lnSpc>
                <a:spcPct val="100000"/>
              </a:lnSpc>
              <a:spcAft>
                <a:spcPts val="630"/>
              </a:spcAft>
              <a:buClr>
                <a:schemeClr val="bg2"/>
              </a:buClr>
              <a:buFont typeface="Arial" pitchFamily="34" charset="0"/>
              <a:buChar char="•"/>
              <a:defRPr>
                <a:latin typeface="Calisto MT" pitchFamily="18" charset="0"/>
                <a:cs typeface="Arial" pitchFamily="34" charset="0"/>
              </a:defRPr>
            </a:lvl1pPr>
            <a:lvl2pPr marL="464560" indent="-179830">
              <a:lnSpc>
                <a:spcPct val="100000"/>
              </a:lnSpc>
              <a:spcAft>
                <a:spcPts val="630"/>
              </a:spcAft>
              <a:buClr>
                <a:schemeClr val="bg2"/>
              </a:buClr>
              <a:buFont typeface="Arial" pitchFamily="34" charset="0"/>
              <a:buChar char="−"/>
              <a:tabLst>
                <a:tab pos="464560" algn="l"/>
              </a:tabLst>
              <a:defRPr sz="1225">
                <a:latin typeface="Calisto MT" pitchFamily="18" charset="0"/>
                <a:cs typeface="Arial" pitchFamily="34" charset="0"/>
              </a:defRPr>
            </a:lvl2pPr>
            <a:lvl3pPr marL="559473" indent="-94911">
              <a:lnSpc>
                <a:spcPct val="100000"/>
              </a:lnSpc>
              <a:buClr>
                <a:schemeClr val="bg2"/>
              </a:buClr>
              <a:buFont typeface="Arial" pitchFamily="34" charset="0"/>
              <a:buChar char="•"/>
              <a:defRPr>
                <a:latin typeface="Calisto MT" pitchFamily="18" charset="0"/>
                <a:cs typeface="Arial" pitchFamily="34" charset="0"/>
              </a:defRPr>
            </a:lvl3pPr>
            <a:lvl4pPr marL="750956" indent="-191485">
              <a:lnSpc>
                <a:spcPct val="100000"/>
              </a:lnSpc>
              <a:buClr>
                <a:schemeClr val="bg2"/>
              </a:buClr>
              <a:buFont typeface="Arial" pitchFamily="34" charset="0"/>
              <a:buChar char="•"/>
              <a:defRPr>
                <a:latin typeface="Calisto MT" pitchFamily="18" charset="0"/>
                <a:cs typeface="Arial" pitchFamily="34" charset="0"/>
              </a:defRPr>
            </a:lvl4pPr>
            <a:lvl5pPr marL="724315" indent="-126547">
              <a:lnSpc>
                <a:spcPct val="100000"/>
              </a:lnSpc>
              <a:buClr>
                <a:schemeClr val="bg2"/>
              </a:buClr>
              <a:buFont typeface="Arial" pitchFamily="34" charset="0"/>
              <a:buChar char="•"/>
              <a:defRPr>
                <a:latin typeface="Calisto MT" pitchFamily="18" charset="0"/>
                <a:cs typeface="Arial" pitchFamily="34" charset="0"/>
              </a:defRPr>
            </a:lvl5pPr>
          </a:lstStyle>
          <a:p>
            <a:pPr lvl="0"/>
            <a:r>
              <a:rPr lang="en-US" dirty="0" smtClean="0"/>
              <a:t>Click to edit Master text styles</a:t>
            </a:r>
          </a:p>
          <a:p>
            <a:pPr lvl="1"/>
            <a:r>
              <a:rPr lang="en-US" dirty="0" smtClean="0"/>
              <a:t>Second level</a:t>
            </a:r>
          </a:p>
          <a:p>
            <a:pPr lvl="0"/>
            <a:r>
              <a:rPr lang="en-US" dirty="0" smtClean="0"/>
              <a:t>Test</a:t>
            </a:r>
          </a:p>
          <a:p>
            <a:pPr lvl="0"/>
            <a:r>
              <a:rPr lang="en-US" dirty="0" smtClean="0"/>
              <a:t>Test</a:t>
            </a:r>
          </a:p>
          <a:p>
            <a:pPr lvl="2"/>
            <a:r>
              <a:rPr lang="en-US" dirty="0" smtClean="0"/>
              <a:t>Third level</a:t>
            </a:r>
          </a:p>
          <a:p>
            <a:pPr lvl="3"/>
            <a:r>
              <a:rPr lang="en-US" dirty="0" smtClean="0"/>
              <a:t>Fourth level</a:t>
            </a:r>
          </a:p>
          <a:p>
            <a:pPr lvl="4"/>
            <a:r>
              <a:rPr lang="en-US" dirty="0" smtClean="0"/>
              <a:t>Fifth level</a:t>
            </a:r>
          </a:p>
        </p:txBody>
      </p:sp>
      <p:sp>
        <p:nvSpPr>
          <p:cNvPr id="4" name="AutoShape 4"/>
          <p:cNvSpPr>
            <a:spLocks noChangeAspect="1" noChangeArrowheads="1" noTextEdit="1"/>
          </p:cNvSpPr>
          <p:nvPr userDrawn="1"/>
        </p:nvSpPr>
        <p:spPr bwMode="auto">
          <a:xfrm>
            <a:off x="-434817" y="3474195"/>
            <a:ext cx="10928034" cy="829415"/>
          </a:xfrm>
          <a:prstGeom prst="rect">
            <a:avLst/>
          </a:prstGeom>
          <a:noFill/>
          <a:ln w="9525">
            <a:noFill/>
            <a:miter lim="800000"/>
            <a:headEnd/>
            <a:tailEnd/>
          </a:ln>
        </p:spPr>
        <p:txBody>
          <a:bodyPr vert="horz" wrap="square" lIns="95899" tIns="47950" rIns="95899" bIns="47950" numCol="1" anchor="t" anchorCtr="0" compatLnSpc="1">
            <a:prstTxWarp prst="textNoShape">
              <a:avLst/>
            </a:prstTxWarp>
          </a:bodyPr>
          <a:lstStyle/>
          <a:p>
            <a:pPr defTabSz="975623" fontAlgn="auto">
              <a:spcBef>
                <a:spcPts val="0"/>
              </a:spcBef>
              <a:spcAft>
                <a:spcPts val="0"/>
              </a:spcAft>
            </a:pPr>
            <a:endParaRPr lang="en-US" sz="1696">
              <a:solidFill>
                <a:srgbClr val="FFFFFF"/>
              </a:solidFill>
              <a:latin typeface="Calibri"/>
            </a:endParaRPr>
          </a:p>
        </p:txBody>
      </p:sp>
      <p:sp>
        <p:nvSpPr>
          <p:cNvPr id="7" name="Rectangle 27"/>
          <p:cNvSpPr>
            <a:spLocks noGrp="1" noChangeArrowheads="1"/>
          </p:cNvSpPr>
          <p:nvPr>
            <p:ph type="sldNum" sz="quarter" idx="4"/>
          </p:nvPr>
        </p:nvSpPr>
        <p:spPr>
          <a:xfrm>
            <a:off x="8670716" y="7406689"/>
            <a:ext cx="975207" cy="251736"/>
          </a:xfrm>
          <a:prstGeom prst="rect">
            <a:avLst/>
          </a:prstGeom>
          <a:noFill/>
          <a:ln/>
        </p:spPr>
        <p:txBody>
          <a:bodyPr anchor="ctr" anchorCtr="0">
            <a:spAutoFit/>
          </a:bodyPr>
          <a:lstStyle>
            <a:lvl1pPr>
              <a:defRPr lang="en-US" sz="1036" cap="small" baseline="0" smtClean="0">
                <a:solidFill>
                  <a:schemeClr val="tx1"/>
                </a:solidFill>
                <a:latin typeface="Calisto MT" pitchFamily="18" charset="0"/>
              </a:defRPr>
            </a:lvl1pPr>
          </a:lstStyle>
          <a:p>
            <a:pPr defTabSz="975623" fontAlgn="auto">
              <a:spcBef>
                <a:spcPts val="0"/>
              </a:spcBef>
              <a:spcAft>
                <a:spcPts val="0"/>
              </a:spcAft>
              <a:defRPr/>
            </a:pPr>
            <a:r>
              <a:rPr lang="en-US" smtClean="0">
                <a:solidFill>
                  <a:srgbClr val="FFFFFF"/>
                </a:solidFill>
              </a:rPr>
              <a:t>Page  </a:t>
            </a:r>
            <a:fld id="{0775E3CF-EE10-42C1-A25E-4F7232B469D5}" type="slidenum">
              <a:rPr smtClean="0">
                <a:solidFill>
                  <a:srgbClr val="FFFFFF"/>
                </a:solidFill>
              </a:rPr>
              <a:pPr defTabSz="975623" fontAlgn="auto">
                <a:spcBef>
                  <a:spcPts val="0"/>
                </a:spcBef>
                <a:spcAft>
                  <a:spcPts val="0"/>
                </a:spcAft>
                <a:defRPr/>
              </a:pPr>
              <a:t>‹#›</a:t>
            </a:fld>
            <a:endParaRPr dirty="0">
              <a:solidFill>
                <a:srgbClr val="FFFFFF"/>
              </a:solidFill>
            </a:endParaRPr>
          </a:p>
        </p:txBody>
      </p:sp>
      <p:sp>
        <p:nvSpPr>
          <p:cNvPr id="8" name="Rectangle 2"/>
          <p:cNvSpPr>
            <a:spLocks noGrp="1" noChangeArrowheads="1"/>
          </p:cNvSpPr>
          <p:nvPr>
            <p:ph type="title"/>
          </p:nvPr>
        </p:nvSpPr>
        <p:spPr bwMode="auto">
          <a:xfrm>
            <a:off x="103617" y="1135062"/>
            <a:ext cx="9051028" cy="256724"/>
          </a:xfrm>
          <a:prstGeom prst="rect">
            <a:avLst/>
          </a:prstGeom>
          <a:noFill/>
          <a:ln w="9525">
            <a:noFill/>
            <a:miter lim="800000"/>
            <a:headEnd/>
            <a:tailEnd/>
          </a:ln>
        </p:spPr>
        <p:txBody>
          <a:bodyPr vert="horz" wrap="square" lIns="0" tIns="0" rIns="0" bIns="0" numCol="1" anchor="ctr" anchorCtr="0" compatLnSpc="1">
            <a:prstTxWarp prst="textNoShape">
              <a:avLst/>
            </a:prstTxWarp>
          </a:bodyPr>
          <a:lstStyle>
            <a:lvl1pPr>
              <a:defRPr sz="1507" baseline="0"/>
            </a:lvl1pPr>
          </a:lstStyle>
          <a:p>
            <a:pPr lvl="0"/>
            <a:endParaRPr lang="en-US" dirty="0" smtClean="0"/>
          </a:p>
        </p:txBody>
      </p:sp>
      <p:sp>
        <p:nvSpPr>
          <p:cNvPr id="6" name="Text Placeholder 8"/>
          <p:cNvSpPr>
            <a:spLocks noGrp="1"/>
          </p:cNvSpPr>
          <p:nvPr>
            <p:ph type="body" sz="quarter" idx="10" hasCustomPrompt="1"/>
          </p:nvPr>
        </p:nvSpPr>
        <p:spPr>
          <a:xfrm>
            <a:off x="187100" y="6985655"/>
            <a:ext cx="9629154" cy="222605"/>
          </a:xfrm>
        </p:spPr>
        <p:txBody>
          <a:bodyPr wrap="square" anchor="b" anchorCtr="0">
            <a:spAutoFit/>
          </a:bodyPr>
          <a:lstStyle>
            <a:lvl1pPr marL="0" indent="0">
              <a:buNone/>
              <a:defRPr sz="847"/>
            </a:lvl1pPr>
          </a:lstStyle>
          <a:p>
            <a:pPr lvl="0"/>
            <a:r>
              <a:rPr lang="en-US" dirty="0" smtClean="0"/>
              <a:t>Click to add footnote</a:t>
            </a:r>
            <a:endParaRPr lang="en-US" dirty="0"/>
          </a:p>
        </p:txBody>
      </p:sp>
    </p:spTree>
    <p:extLst>
      <p:ext uri="{BB962C8B-B14F-4D97-AF65-F5344CB8AC3E}">
        <p14:creationId xmlns:p14="http://schemas.microsoft.com/office/powerpoint/2010/main" val="2524172039"/>
      </p:ext>
    </p:extLst>
  </p:cSld>
  <p:clrMapOvr>
    <a:masterClrMapping/>
  </p:clrMapOvr>
  <p:transition>
    <p:fade/>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image" Target="../media/image1.png"/><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3.xml"/><Relationship Id="rId1" Type="http://schemas.openxmlformats.org/officeDocument/2006/relationships/slideLayout" Target="../slideLayouts/slideLayout9.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theme" Target="../theme/theme4.xml"/><Relationship Id="rId1" Type="http://schemas.openxmlformats.org/officeDocument/2006/relationships/slideLayout" Target="../slideLayouts/slideLayout10.xml"/><Relationship Id="rId5" Type="http://schemas.openxmlformats.org/officeDocument/2006/relationships/image" Target="../media/image4.gif"/><Relationship Id="rId4" Type="http://schemas.openxmlformats.org/officeDocument/2006/relationships/image" Target="../media/image3.jpeg"/></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12.xml"/><Relationship Id="rId1" Type="http://schemas.openxmlformats.org/officeDocument/2006/relationships/slideLayout" Target="../slideLayouts/slideLayout11.xml"/><Relationship Id="rId4" Type="http://schemas.openxmlformats.org/officeDocument/2006/relationships/image" Target="../media/image3.jpeg"/></Relationships>
</file>

<file path=ppt/slideMasters/_rels/slideMaster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3.jpeg"/><Relationship Id="rId1" Type="http://schemas.openxmlformats.org/officeDocument/2006/relationships/theme" Target="../theme/theme7.xml"/></Relationships>
</file>

<file path=ppt/slideMasters/_rels/slideMaster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theme" Target="../theme/theme8.xml"/></Relationships>
</file>

<file path=ppt/slideMasters/_rels/slideMaster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9.xml"/><Relationship Id="rId1" Type="http://schemas.openxmlformats.org/officeDocument/2006/relationships/slideLayout" Target="../slideLayouts/slideLayout13.xml"/></Relationships>
</file>

<file path=ppt/slideMasters/_rels/slideMaster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theme" Target="../theme/theme10.xml"/><Relationship Id="rId1" Type="http://schemas.openxmlformats.org/officeDocument/2006/relationships/slideLayout" Target="../slideLayouts/slideLayout14.xml"/></Relationships>
</file>

<file path=ppt/slideMasters/_rels/slideMaster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1.xml"/><Relationship Id="rId1" Type="http://schemas.openxmlformats.org/officeDocument/2006/relationships/slideLayout" Target="../slideLayouts/slideLayout15.xml"/></Relationships>
</file>

<file path=ppt/slideMasters/_rels/slideMaster12.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image" Target="../media/image5.jpeg"/><Relationship Id="rId1" Type="http://schemas.openxmlformats.org/officeDocument/2006/relationships/theme" Target="../theme/theme12.xml"/></Relationships>
</file>

<file path=ppt/slideMasters/_rels/slideMaster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theme" Target="../theme/theme13.xml"/><Relationship Id="rId4" Type="http://schemas.openxmlformats.org/officeDocument/2006/relationships/image" Target="../media/image4.gif"/></Relationships>
</file>

<file path=ppt/slideMasters/_rels/slideMaster14.xml.rels><?xml version="1.0" encoding="UTF-8" standalone="yes"?>
<Relationships xmlns="http://schemas.openxmlformats.org/package/2006/relationships"><Relationship Id="rId3" Type="http://schemas.openxmlformats.org/officeDocument/2006/relationships/slideLayout" Target="../slideLayouts/slideLayout18.xml"/><Relationship Id="rId7" Type="http://schemas.openxmlformats.org/officeDocument/2006/relationships/image" Target="../media/image1.png"/><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theme" Target="../theme/theme14.xml"/><Relationship Id="rId5" Type="http://schemas.openxmlformats.org/officeDocument/2006/relationships/slideLayout" Target="../slideLayouts/slideLayout20.xml"/><Relationship Id="rId4" Type="http://schemas.openxmlformats.org/officeDocument/2006/relationships/slideLayout" Target="../slideLayouts/slideLayout19.xml"/></Relationships>
</file>

<file path=ppt/slideMasters/_rels/slideMaster15.xml.rels><?xml version="1.0" encoding="UTF-8" standalone="yes"?>
<Relationships xmlns="http://schemas.openxmlformats.org/package/2006/relationships"><Relationship Id="rId3" Type="http://schemas.openxmlformats.org/officeDocument/2006/relationships/slideLayout" Target="../slideLayouts/slideLayout23.xml"/><Relationship Id="rId7" Type="http://schemas.openxmlformats.org/officeDocument/2006/relationships/image" Target="../media/image1.png"/><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theme" Target="../theme/theme15.xml"/><Relationship Id="rId5" Type="http://schemas.openxmlformats.org/officeDocument/2006/relationships/slideLayout" Target="../slideLayouts/slideLayout25.xml"/><Relationship Id="rId4" Type="http://schemas.openxmlformats.org/officeDocument/2006/relationships/slideLayout" Target="../slideLayouts/slideLayout24.xml"/></Relationships>
</file>

<file path=ppt/slideMasters/_rels/slideMaster16.xml.rels><?xml version="1.0" encoding="UTF-8" standalone="yes"?>
<Relationships xmlns="http://schemas.openxmlformats.org/package/2006/relationships"><Relationship Id="rId3" Type="http://schemas.openxmlformats.org/officeDocument/2006/relationships/slideLayout" Target="../slideLayouts/slideLayout28.xml"/><Relationship Id="rId7" Type="http://schemas.openxmlformats.org/officeDocument/2006/relationships/image" Target="../media/image1.png"/><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theme" Target="../theme/theme16.xml"/><Relationship Id="rId5" Type="http://schemas.openxmlformats.org/officeDocument/2006/relationships/slideLayout" Target="../slideLayouts/slideLayout30.xml"/><Relationship Id="rId4" Type="http://schemas.openxmlformats.org/officeDocument/2006/relationships/slideLayout" Target="../slideLayouts/slideLayout29.xml"/></Relationships>
</file>

<file path=ppt/slideMasters/_rels/slideMaster17.xml.rels><?xml version="1.0" encoding="UTF-8" standalone="yes"?>
<Relationships xmlns="http://schemas.openxmlformats.org/package/2006/relationships"><Relationship Id="rId3" Type="http://schemas.openxmlformats.org/officeDocument/2006/relationships/slideLayout" Target="../slideLayouts/slideLayout33.xml"/><Relationship Id="rId7" Type="http://schemas.openxmlformats.org/officeDocument/2006/relationships/image" Target="../media/image1.png"/><Relationship Id="rId2" Type="http://schemas.openxmlformats.org/officeDocument/2006/relationships/slideLayout" Target="../slideLayouts/slideLayout32.xml"/><Relationship Id="rId1" Type="http://schemas.openxmlformats.org/officeDocument/2006/relationships/slideLayout" Target="../slideLayouts/slideLayout31.xml"/><Relationship Id="rId6" Type="http://schemas.openxmlformats.org/officeDocument/2006/relationships/theme" Target="../theme/theme17.xml"/><Relationship Id="rId5" Type="http://schemas.openxmlformats.org/officeDocument/2006/relationships/slideLayout" Target="../slideLayouts/slideLayout35.xml"/><Relationship Id="rId4" Type="http://schemas.openxmlformats.org/officeDocument/2006/relationships/slideLayout" Target="../slideLayouts/slideLayout34.xml"/></Relationships>
</file>

<file path=ppt/slideMasters/_rels/slideMaster18.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8.xml"/><Relationship Id="rId7" Type="http://schemas.openxmlformats.org/officeDocument/2006/relationships/theme" Target="../theme/theme18.xml"/><Relationship Id="rId2" Type="http://schemas.openxmlformats.org/officeDocument/2006/relationships/slideLayout" Target="../slideLayouts/slideLayout37.xml"/><Relationship Id="rId1" Type="http://schemas.openxmlformats.org/officeDocument/2006/relationships/slideLayout" Target="../slideLayouts/slideLayout36.xml"/><Relationship Id="rId6" Type="http://schemas.openxmlformats.org/officeDocument/2006/relationships/slideLayout" Target="../slideLayouts/slideLayout41.xml"/><Relationship Id="rId5" Type="http://schemas.openxmlformats.org/officeDocument/2006/relationships/slideLayout" Target="../slideLayouts/slideLayout40.xml"/><Relationship Id="rId4" Type="http://schemas.openxmlformats.org/officeDocument/2006/relationships/slideLayout" Target="../slideLayouts/slideLayout39.xml"/></Relationships>
</file>

<file path=ppt/slideMasters/_rels/slideMaster19.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44.xml"/><Relationship Id="rId7" Type="http://schemas.openxmlformats.org/officeDocument/2006/relationships/theme" Target="../theme/theme19.xml"/><Relationship Id="rId2" Type="http://schemas.openxmlformats.org/officeDocument/2006/relationships/slideLayout" Target="../slideLayouts/slideLayout43.xml"/><Relationship Id="rId1" Type="http://schemas.openxmlformats.org/officeDocument/2006/relationships/slideLayout" Target="../slideLayouts/slideLayout42.xml"/><Relationship Id="rId6" Type="http://schemas.openxmlformats.org/officeDocument/2006/relationships/slideLayout" Target="../slideLayouts/slideLayout47.xml"/><Relationship Id="rId5" Type="http://schemas.openxmlformats.org/officeDocument/2006/relationships/slideLayout" Target="../slideLayouts/slideLayout46.xml"/><Relationship Id="rId4" Type="http://schemas.openxmlformats.org/officeDocument/2006/relationships/slideLayout" Target="../slideLayouts/slideLayout4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1029"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70" r:id="rId1"/>
    <p:sldLayoutId id="2147483669" r:id="rId2"/>
    <p:sldLayoutId id="2147483668" r:id="rId3"/>
    <p:sldLayoutId id="2147483667" r:id="rId4"/>
    <p:sldLayoutId id="2147483664" r:id="rId5"/>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35" algn="r" rtl="0" fontAlgn="base">
        <a:spcBef>
          <a:spcPct val="0"/>
        </a:spcBef>
        <a:spcAft>
          <a:spcPct val="0"/>
        </a:spcAft>
        <a:defRPr sz="1900">
          <a:solidFill>
            <a:schemeClr val="bg1"/>
          </a:solidFill>
          <a:latin typeface="Calisto MT" pitchFamily="18" charset="0"/>
        </a:defRPr>
      </a:lvl6pPr>
      <a:lvl7pPr marL="1018472" algn="r" rtl="0" fontAlgn="base">
        <a:spcBef>
          <a:spcPct val="0"/>
        </a:spcBef>
        <a:spcAft>
          <a:spcPct val="0"/>
        </a:spcAft>
        <a:defRPr sz="1900">
          <a:solidFill>
            <a:schemeClr val="bg1"/>
          </a:solidFill>
          <a:latin typeface="Calisto MT" pitchFamily="18" charset="0"/>
        </a:defRPr>
      </a:lvl7pPr>
      <a:lvl8pPr marL="1527709" algn="r" rtl="0" fontAlgn="base">
        <a:spcBef>
          <a:spcPct val="0"/>
        </a:spcBef>
        <a:spcAft>
          <a:spcPct val="0"/>
        </a:spcAft>
        <a:defRPr sz="1900">
          <a:solidFill>
            <a:schemeClr val="bg1"/>
          </a:solidFill>
          <a:latin typeface="Calisto MT" pitchFamily="18" charset="0"/>
        </a:defRPr>
      </a:lvl8pPr>
      <a:lvl9pPr marL="2036945" algn="r" rtl="0" fontAlgn="base">
        <a:spcBef>
          <a:spcPct val="0"/>
        </a:spcBef>
        <a:spcAft>
          <a:spcPct val="0"/>
        </a:spcAft>
        <a:defRPr sz="1900">
          <a:solidFill>
            <a:schemeClr val="bg1"/>
          </a:solidFill>
          <a:latin typeface="Calisto MT" pitchFamily="18" charset="0"/>
        </a:defRPr>
      </a:lvl9pPr>
    </p:titleStyle>
    <p:bodyStyle>
      <a:lvl1pPr marL="187449" indent="-187449"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665" indent="-185681"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882" indent="-185681"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800798" indent="-254617" algn="l" rtl="0" fontAlgn="base">
        <a:spcBef>
          <a:spcPct val="20000"/>
        </a:spcBef>
        <a:spcAft>
          <a:spcPct val="0"/>
        </a:spcAft>
        <a:buChar char="»"/>
        <a:defRPr sz="1600">
          <a:solidFill>
            <a:schemeClr val="tx1"/>
          </a:solidFill>
          <a:latin typeface="Arial" charset="0"/>
        </a:defRPr>
      </a:lvl6pPr>
      <a:lvl7pPr marL="3310035" indent="-254617" algn="l" rtl="0" fontAlgn="base">
        <a:spcBef>
          <a:spcPct val="20000"/>
        </a:spcBef>
        <a:spcAft>
          <a:spcPct val="0"/>
        </a:spcAft>
        <a:buChar char="»"/>
        <a:defRPr sz="1600">
          <a:solidFill>
            <a:schemeClr val="tx1"/>
          </a:solidFill>
          <a:latin typeface="Arial" charset="0"/>
        </a:defRPr>
      </a:lvl7pPr>
      <a:lvl8pPr marL="3819270" indent="-254617" algn="l" rtl="0" fontAlgn="base">
        <a:spcBef>
          <a:spcPct val="20000"/>
        </a:spcBef>
        <a:spcAft>
          <a:spcPct val="0"/>
        </a:spcAft>
        <a:buChar char="»"/>
        <a:defRPr sz="1600">
          <a:solidFill>
            <a:schemeClr val="tx1"/>
          </a:solidFill>
          <a:latin typeface="Arial" charset="0"/>
        </a:defRPr>
      </a:lvl8pPr>
      <a:lvl9pPr marL="4328505" indent="-254617"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2"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13314" name="Rectangle 3"/>
          <p:cNvSpPr>
            <a:spLocks noGrp="1" noChangeArrowheads="1"/>
          </p:cNvSpPr>
          <p:nvPr>
            <p:ph type="body" idx="1"/>
          </p:nvPr>
        </p:nvSpPr>
        <p:spPr bwMode="auto">
          <a:xfrm>
            <a:off x="2387124" y="1829756"/>
            <a:ext cx="7493158" cy="5149215"/>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p:txBody>
      </p:sp>
      <p:sp>
        <p:nvSpPr>
          <p:cNvPr id="555039" name="Line 31"/>
          <p:cNvSpPr>
            <a:spLocks noChangeShapeType="1"/>
          </p:cNvSpPr>
          <p:nvPr/>
        </p:nvSpPr>
        <p:spPr bwMode="auto">
          <a:xfrm>
            <a:off x="2305050" y="1887328"/>
            <a:ext cx="0" cy="5366912"/>
          </a:xfrm>
          <a:prstGeom prst="line">
            <a:avLst/>
          </a:prstGeom>
          <a:noFill/>
          <a:ln w="3175">
            <a:solidFill>
              <a:schemeClr val="accent1"/>
            </a:solidFill>
            <a:round/>
            <a:headEnd/>
            <a:tailEnd/>
          </a:ln>
          <a:effectLst/>
        </p:spPr>
        <p:txBody>
          <a:bodyPr lIns="101858" tIns="50929" rIns="101858" bIns="50929"/>
          <a:lstStyle/>
          <a:p>
            <a:pPr>
              <a:defRPr/>
            </a:pPr>
            <a:endParaRPr lang="en-US" dirty="0"/>
          </a:p>
        </p:txBody>
      </p:sp>
      <p:sp>
        <p:nvSpPr>
          <p:cNvPr id="56"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3"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4" name="Rectangle 2"/>
          <p:cNvSpPr txBox="1">
            <a:spLocks noChangeArrowheads="1"/>
          </p:cNvSpPr>
          <p:nvPr userDrawn="1"/>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marL="0" marR="0" lvl="0" indent="0" algn="r" defTabSz="914187" rtl="0" eaLnBrk="0" fontAlgn="base" latinLnBrk="0" hangingPunct="0">
              <a:lnSpc>
                <a:spcPct val="100000"/>
              </a:lnSpc>
              <a:spcBef>
                <a:spcPct val="0"/>
              </a:spcBef>
              <a:spcAft>
                <a:spcPct val="0"/>
              </a:spcAft>
              <a:buClrTx/>
              <a:buSzTx/>
              <a:buFontTx/>
              <a:buNone/>
              <a:tabLst/>
              <a:defRPr/>
            </a:pPr>
            <a:r>
              <a:rPr kumimoji="0" lang="en-US" sz="1400" b="1" i="0" u="none" strike="noStrike" kern="0" cap="none" spc="0" normalizeH="0" baseline="0" noProof="0" dirty="0" smtClean="0">
                <a:ln>
                  <a:noFill/>
                </a:ln>
                <a:solidFill>
                  <a:schemeClr val="bg1"/>
                </a:solidFill>
                <a:effectLst/>
                <a:uLnTx/>
                <a:uFillTx/>
                <a:latin typeface="+mj-lt"/>
                <a:ea typeface="+mj-ea"/>
                <a:cs typeface="+mj-cs"/>
              </a:rPr>
              <a:t>Click to edit Master title style</a:t>
            </a:r>
          </a:p>
        </p:txBody>
      </p:sp>
      <p:pic>
        <p:nvPicPr>
          <p:cNvPr id="37" name="Picture 20" descr="Cello_LOGO_Horizontal_Short.png"/>
          <p:cNvPicPr>
            <a:picLocks noChangeAspect="1"/>
          </p:cNvPicPr>
          <p:nvPr userDrawn="1"/>
        </p:nvPicPr>
        <p:blipFill>
          <a:blip r:embed="rId5" cstate="print"/>
          <a:srcRect/>
          <a:stretch>
            <a:fillRect/>
          </a:stretch>
        </p:blipFill>
        <p:spPr bwMode="auto">
          <a:xfrm>
            <a:off x="308121" y="322236"/>
            <a:ext cx="2416810" cy="451590"/>
          </a:xfrm>
          <a:prstGeom prst="rect">
            <a:avLst/>
          </a:prstGeom>
          <a:noFill/>
          <a:ln w="9525">
            <a:noFill/>
            <a:miter lim="800000"/>
            <a:headEnd/>
            <a:tailEnd/>
          </a:ln>
        </p:spPr>
      </p:pic>
      <p:sp>
        <p:nvSpPr>
          <p:cNvPr id="39"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40" name="Straight Connector 39"/>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81" r:id="rId1"/>
    <p:sldLayoutId id="2147483680" r:id="rId2"/>
    <p:sldLayoutId id="2147483676" r:id="rId3"/>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mj-lt"/>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2" algn="r" rtl="0" fontAlgn="base">
        <a:spcBef>
          <a:spcPct val="0"/>
        </a:spcBef>
        <a:spcAft>
          <a:spcPct val="0"/>
        </a:spcAft>
        <a:defRPr sz="1900">
          <a:solidFill>
            <a:schemeClr val="bg1"/>
          </a:solidFill>
          <a:latin typeface="Calibri" pitchFamily="34" charset="0"/>
        </a:defRPr>
      </a:lvl6pPr>
      <a:lvl7pPr marL="1018586" algn="r" rtl="0" fontAlgn="base">
        <a:spcBef>
          <a:spcPct val="0"/>
        </a:spcBef>
        <a:spcAft>
          <a:spcPct val="0"/>
        </a:spcAft>
        <a:defRPr sz="1900">
          <a:solidFill>
            <a:schemeClr val="bg1"/>
          </a:solidFill>
          <a:latin typeface="Calibri" pitchFamily="34" charset="0"/>
        </a:defRPr>
      </a:lvl7pPr>
      <a:lvl8pPr marL="1527879" algn="r" rtl="0" fontAlgn="base">
        <a:spcBef>
          <a:spcPct val="0"/>
        </a:spcBef>
        <a:spcAft>
          <a:spcPct val="0"/>
        </a:spcAft>
        <a:defRPr sz="1900">
          <a:solidFill>
            <a:schemeClr val="bg1"/>
          </a:solidFill>
          <a:latin typeface="Calibri" pitchFamily="34" charset="0"/>
        </a:defRPr>
      </a:lvl8pPr>
      <a:lvl9pPr marL="2037173" algn="r" rtl="0" fontAlgn="base">
        <a:spcBef>
          <a:spcPct val="0"/>
        </a:spcBef>
        <a:spcAft>
          <a:spcPct val="0"/>
        </a:spcAft>
        <a:defRPr sz="1900">
          <a:solidFill>
            <a:schemeClr val="bg1"/>
          </a:solidFill>
          <a:latin typeface="Calibri" pitchFamily="34" charset="0"/>
        </a:defRPr>
      </a:lvl9pPr>
    </p:titleStyle>
    <p:bodyStyle>
      <a:lvl1pPr algn="l" rtl="0" eaLnBrk="0" fontAlgn="base" hangingPunct="0">
        <a:spcBef>
          <a:spcPct val="110000"/>
        </a:spcBef>
        <a:spcAft>
          <a:spcPct val="0"/>
        </a:spcAft>
        <a:buClr>
          <a:schemeClr val="tx2"/>
        </a:buClr>
        <a:defRPr sz="1200">
          <a:solidFill>
            <a:schemeClr val="tx1"/>
          </a:solidFill>
          <a:latin typeface="+mn-lt"/>
          <a:ea typeface="+mn-ea"/>
          <a:cs typeface="+mn-cs"/>
        </a:defRPr>
      </a:lvl1pPr>
      <a:lvl2pPr marL="1769" algn="l" rtl="0" eaLnBrk="0" fontAlgn="base" hangingPunct="0">
        <a:spcBef>
          <a:spcPct val="47000"/>
        </a:spcBef>
        <a:spcAft>
          <a:spcPct val="0"/>
        </a:spcAft>
        <a:buClr>
          <a:schemeClr val="tx2"/>
        </a:buClr>
        <a:buFont typeface="Times" pitchFamily="18" charset="0"/>
        <a:defRPr sz="1200">
          <a:solidFill>
            <a:schemeClr val="tx1"/>
          </a:solidFill>
          <a:latin typeface="+mn-lt"/>
        </a:defRPr>
      </a:lvl2pPr>
      <a:lvl3pPr marL="3538" algn="l" rtl="0" eaLnBrk="0" fontAlgn="base" hangingPunct="0">
        <a:spcBef>
          <a:spcPct val="20000"/>
        </a:spcBef>
        <a:spcAft>
          <a:spcPct val="0"/>
        </a:spcAft>
        <a:buClr>
          <a:schemeClr val="tx2"/>
        </a:buClr>
        <a:buFont typeface="Times" pitchFamily="18" charset="0"/>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799345" indent="-252880" algn="l" rtl="0" fontAlgn="base">
        <a:spcBef>
          <a:spcPct val="20000"/>
        </a:spcBef>
        <a:spcAft>
          <a:spcPct val="0"/>
        </a:spcAft>
        <a:buChar char="»"/>
        <a:defRPr sz="1600">
          <a:solidFill>
            <a:schemeClr val="tx1"/>
          </a:solidFill>
          <a:latin typeface="Arial" charset="0"/>
        </a:defRPr>
      </a:lvl6pPr>
      <a:lvl7pPr marL="3308637" indent="-252880" algn="l" rtl="0" fontAlgn="base">
        <a:spcBef>
          <a:spcPct val="20000"/>
        </a:spcBef>
        <a:spcAft>
          <a:spcPct val="0"/>
        </a:spcAft>
        <a:buChar char="»"/>
        <a:defRPr sz="1600">
          <a:solidFill>
            <a:schemeClr val="tx1"/>
          </a:solidFill>
          <a:latin typeface="Arial" charset="0"/>
        </a:defRPr>
      </a:lvl7pPr>
      <a:lvl8pPr marL="3817931" indent="-252880" algn="l" rtl="0" fontAlgn="base">
        <a:spcBef>
          <a:spcPct val="20000"/>
        </a:spcBef>
        <a:spcAft>
          <a:spcPct val="0"/>
        </a:spcAft>
        <a:buChar char="»"/>
        <a:defRPr sz="1600">
          <a:solidFill>
            <a:schemeClr val="tx1"/>
          </a:solidFill>
          <a:latin typeface="Arial" charset="0"/>
        </a:defRPr>
      </a:lvl8pPr>
      <a:lvl9pPr marL="4327224" indent="-252880"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5602" name="Rectangle 3"/>
          <p:cNvSpPr>
            <a:spLocks noGrp="1" noChangeArrowheads="1"/>
          </p:cNvSpPr>
          <p:nvPr>
            <p:ph type="body" idx="1"/>
          </p:nvPr>
        </p:nvSpPr>
        <p:spPr bwMode="auto">
          <a:xfrm>
            <a:off x="2340501" y="1168402"/>
            <a:ext cx="7539782" cy="5813425"/>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p:txBody>
      </p:sp>
      <p:sp>
        <p:nvSpPr>
          <p:cNvPr id="668703" name="Line 31"/>
          <p:cNvSpPr>
            <a:spLocks noChangeShapeType="1"/>
          </p:cNvSpPr>
          <p:nvPr/>
        </p:nvSpPr>
        <p:spPr bwMode="auto">
          <a:xfrm>
            <a:off x="2302546" y="1265239"/>
            <a:ext cx="0" cy="5968682"/>
          </a:xfrm>
          <a:prstGeom prst="line">
            <a:avLst/>
          </a:prstGeom>
          <a:noFill/>
          <a:ln w="3175">
            <a:solidFill>
              <a:schemeClr val="accent1"/>
            </a:solidFill>
            <a:round/>
            <a:headEnd/>
            <a:tailEnd/>
          </a:ln>
          <a:effectLst/>
        </p:spPr>
        <p:txBody>
          <a:bodyPr lIns="101858" tIns="50929" rIns="101858" bIns="50929"/>
          <a:lstStyle/>
          <a:p>
            <a:pPr>
              <a:defRPr/>
            </a:pPr>
            <a:endParaRPr lang="en-US" dirty="0"/>
          </a:p>
        </p:txBody>
      </p:sp>
      <p:sp>
        <p:nvSpPr>
          <p:cNvPr id="22"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23"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4"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pic>
        <p:nvPicPr>
          <p:cNvPr id="50" name="Picture 20" descr="Cello_LOGO_Horizontal_Short.png"/>
          <p:cNvPicPr>
            <a:picLocks noChangeAspect="1"/>
          </p:cNvPicPr>
          <p:nvPr userDrawn="1"/>
        </p:nvPicPr>
        <p:blipFill>
          <a:blip r:embed="rId3" cstate="print"/>
          <a:srcRect/>
          <a:stretch>
            <a:fillRect/>
          </a:stretch>
        </p:blipFill>
        <p:spPr bwMode="auto">
          <a:xfrm>
            <a:off x="308121" y="322236"/>
            <a:ext cx="2416810" cy="451590"/>
          </a:xfrm>
          <a:prstGeom prst="rect">
            <a:avLst/>
          </a:prstGeom>
          <a:noFill/>
          <a:ln w="9525">
            <a:noFill/>
            <a:miter lim="800000"/>
            <a:headEnd/>
            <a:tailEnd/>
          </a:ln>
        </p:spPr>
      </p:pic>
      <p:sp>
        <p:nvSpPr>
          <p:cNvPr id="21"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34" name="Straight Connector 33"/>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91" r:id="rId1"/>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mj-lt"/>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2" algn="r" rtl="0" fontAlgn="base">
        <a:spcBef>
          <a:spcPct val="0"/>
        </a:spcBef>
        <a:spcAft>
          <a:spcPct val="0"/>
        </a:spcAft>
        <a:defRPr sz="1900">
          <a:solidFill>
            <a:schemeClr val="bg1"/>
          </a:solidFill>
          <a:latin typeface="Calibri" pitchFamily="34" charset="0"/>
        </a:defRPr>
      </a:lvl6pPr>
      <a:lvl7pPr marL="1018586" algn="r" rtl="0" fontAlgn="base">
        <a:spcBef>
          <a:spcPct val="0"/>
        </a:spcBef>
        <a:spcAft>
          <a:spcPct val="0"/>
        </a:spcAft>
        <a:defRPr sz="1900">
          <a:solidFill>
            <a:schemeClr val="bg1"/>
          </a:solidFill>
          <a:latin typeface="Calibri" pitchFamily="34" charset="0"/>
        </a:defRPr>
      </a:lvl7pPr>
      <a:lvl8pPr marL="1527879" algn="r" rtl="0" fontAlgn="base">
        <a:spcBef>
          <a:spcPct val="0"/>
        </a:spcBef>
        <a:spcAft>
          <a:spcPct val="0"/>
        </a:spcAft>
        <a:defRPr sz="1900">
          <a:solidFill>
            <a:schemeClr val="bg1"/>
          </a:solidFill>
          <a:latin typeface="Calibri" pitchFamily="34" charset="0"/>
        </a:defRPr>
      </a:lvl8pPr>
      <a:lvl9pPr marL="2037173" algn="r" rtl="0" fontAlgn="base">
        <a:spcBef>
          <a:spcPct val="0"/>
        </a:spcBef>
        <a:spcAft>
          <a:spcPct val="0"/>
        </a:spcAft>
        <a:defRPr sz="1900">
          <a:solidFill>
            <a:schemeClr val="bg1"/>
          </a:solidFill>
          <a:latin typeface="Calibri" pitchFamily="34" charset="0"/>
        </a:defRPr>
      </a:lvl9pPr>
    </p:titleStyle>
    <p:bodyStyle>
      <a:lvl1pPr algn="just" rtl="0" eaLnBrk="0" fontAlgn="base" hangingPunct="0">
        <a:spcBef>
          <a:spcPct val="47000"/>
        </a:spcBef>
        <a:spcAft>
          <a:spcPct val="0"/>
        </a:spcAft>
        <a:buClr>
          <a:schemeClr val="tx2"/>
        </a:buClr>
        <a:defRPr sz="1200">
          <a:solidFill>
            <a:schemeClr val="tx1"/>
          </a:solidFill>
          <a:latin typeface="+mn-lt"/>
          <a:ea typeface="+mn-ea"/>
          <a:cs typeface="+mn-cs"/>
        </a:defRPr>
      </a:lvl1pPr>
      <a:lvl2pPr marL="1769" algn="l" rtl="0" eaLnBrk="0" fontAlgn="base" hangingPunct="0">
        <a:spcBef>
          <a:spcPct val="47000"/>
        </a:spcBef>
        <a:spcAft>
          <a:spcPct val="0"/>
        </a:spcAft>
        <a:buClr>
          <a:schemeClr val="tx2"/>
        </a:buClr>
        <a:buFont typeface="Times" pitchFamily="18" charset="0"/>
        <a:defRPr sz="1200">
          <a:solidFill>
            <a:schemeClr val="tx1"/>
          </a:solidFill>
          <a:latin typeface="+mn-lt"/>
        </a:defRPr>
      </a:lvl2pPr>
      <a:lvl3pPr marL="3538" algn="l" rtl="0" eaLnBrk="0" fontAlgn="base" hangingPunct="0">
        <a:spcBef>
          <a:spcPct val="20000"/>
        </a:spcBef>
        <a:spcAft>
          <a:spcPct val="0"/>
        </a:spcAft>
        <a:buClr>
          <a:schemeClr val="tx2"/>
        </a:buClr>
        <a:buFont typeface="Times" pitchFamily="18" charset="0"/>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799345" indent="-252880" algn="l" rtl="0" fontAlgn="base">
        <a:spcBef>
          <a:spcPct val="20000"/>
        </a:spcBef>
        <a:spcAft>
          <a:spcPct val="0"/>
        </a:spcAft>
        <a:buChar char="»"/>
        <a:defRPr sz="1600">
          <a:solidFill>
            <a:schemeClr val="tx1"/>
          </a:solidFill>
          <a:latin typeface="Arial" charset="0"/>
        </a:defRPr>
      </a:lvl6pPr>
      <a:lvl7pPr marL="3308637" indent="-252880" algn="l" rtl="0" fontAlgn="base">
        <a:spcBef>
          <a:spcPct val="20000"/>
        </a:spcBef>
        <a:spcAft>
          <a:spcPct val="0"/>
        </a:spcAft>
        <a:buChar char="»"/>
        <a:defRPr sz="1600">
          <a:solidFill>
            <a:schemeClr val="tx1"/>
          </a:solidFill>
          <a:latin typeface="Arial" charset="0"/>
        </a:defRPr>
      </a:lvl7pPr>
      <a:lvl8pPr marL="3817931" indent="-252880" algn="l" rtl="0" fontAlgn="base">
        <a:spcBef>
          <a:spcPct val="20000"/>
        </a:spcBef>
        <a:spcAft>
          <a:spcPct val="0"/>
        </a:spcAft>
        <a:buChar char="»"/>
        <a:defRPr sz="1600">
          <a:solidFill>
            <a:schemeClr val="tx1"/>
          </a:solidFill>
          <a:latin typeface="Arial" charset="0"/>
        </a:defRPr>
      </a:lvl8pPr>
      <a:lvl9pPr marL="4327224" indent="-252880"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7918" name="Picture 30" descr="Cello_CoverDesigns_Cellobluestrip-01"/>
          <p:cNvPicPr>
            <a:picLocks noChangeAspect="1" noChangeArrowheads="1"/>
          </p:cNvPicPr>
          <p:nvPr userDrawn="1"/>
        </p:nvPicPr>
        <p:blipFill>
          <a:blip r:embed="rId3" cstate="print"/>
          <a:srcRect b="3510"/>
          <a:stretch>
            <a:fillRect/>
          </a:stretch>
        </p:blipFill>
        <p:spPr bwMode="auto">
          <a:xfrm>
            <a:off x="228600" y="4769594"/>
            <a:ext cx="9601200" cy="482500"/>
          </a:xfrm>
          <a:prstGeom prst="rect">
            <a:avLst/>
          </a:prstGeom>
          <a:noFill/>
        </p:spPr>
      </p:pic>
      <p:pic>
        <p:nvPicPr>
          <p:cNvPr id="37892" name="Picture 33" descr="Cello_CoverDesigns_FINAL_2-02"/>
          <p:cNvPicPr>
            <a:picLocks noChangeAspect="1" noChangeArrowheads="1"/>
          </p:cNvPicPr>
          <p:nvPr/>
        </p:nvPicPr>
        <p:blipFill>
          <a:blip r:embed="rId4" cstate="print"/>
          <a:srcRect b="13019"/>
          <a:stretch>
            <a:fillRect/>
          </a:stretch>
        </p:blipFill>
        <p:spPr bwMode="auto">
          <a:xfrm>
            <a:off x="228600" y="889638"/>
            <a:ext cx="9601200" cy="3853742"/>
          </a:xfrm>
          <a:prstGeom prst="rect">
            <a:avLst/>
          </a:prstGeom>
          <a:noFill/>
          <a:ln w="9525">
            <a:noFill/>
            <a:miter lim="800000"/>
            <a:headEnd/>
            <a:tailEnd/>
          </a:ln>
        </p:spPr>
      </p:pic>
      <p:grpSp>
        <p:nvGrpSpPr>
          <p:cNvPr id="37897" name="Group 33"/>
          <p:cNvGrpSpPr>
            <a:grpSpLocks/>
          </p:cNvGrpSpPr>
          <p:nvPr/>
        </p:nvGrpSpPr>
        <p:grpSpPr bwMode="auto">
          <a:xfrm>
            <a:off x="3794604"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30" name="Rectangle 29"/>
          <p:cNvSpPr/>
          <p:nvPr userDrawn="1"/>
        </p:nvSpPr>
        <p:spPr>
          <a:xfrm>
            <a:off x="228600" y="228600"/>
            <a:ext cx="9601200" cy="7315200"/>
          </a:xfrm>
          <a:prstGeom prst="rect">
            <a:avLst/>
          </a:prstGeom>
          <a:noFill/>
          <a:ln>
            <a:solidFill>
              <a:srgbClr val="EFEBE4"/>
            </a:solidFill>
          </a:ln>
        </p:spPr>
        <p:style>
          <a:lnRef idx="2">
            <a:schemeClr val="accent1">
              <a:shade val="50000"/>
            </a:schemeClr>
          </a:lnRef>
          <a:fillRef idx="1">
            <a:schemeClr val="accent1"/>
          </a:fillRef>
          <a:effectRef idx="0">
            <a:schemeClr val="accent1"/>
          </a:effectRef>
          <a:fontRef idx="minor">
            <a:schemeClr val="lt1"/>
          </a:fontRef>
        </p:style>
        <p:txBody>
          <a:bodyPr lIns="91418" tIns="45710" rIns="91418" bIns="45710" rtlCol="0" anchor="ctr"/>
          <a:lstStyle/>
          <a:p>
            <a:pPr algn="ctr"/>
            <a:endParaRPr lang="en-US" dirty="0"/>
          </a:p>
        </p:txBody>
      </p:sp>
      <p:pic>
        <p:nvPicPr>
          <p:cNvPr id="39" name="Picture 38" descr="GUGG_logo_262.gif"/>
          <p:cNvPicPr>
            <a:picLocks noChangeAspect="1"/>
          </p:cNvPicPr>
          <p:nvPr userDrawn="1"/>
        </p:nvPicPr>
        <p:blipFill>
          <a:blip r:embed="rId5" cstate="print"/>
          <a:stretch>
            <a:fillRect/>
          </a:stretch>
        </p:blipFill>
        <p:spPr>
          <a:xfrm>
            <a:off x="4043680" y="468949"/>
            <a:ext cx="2072640" cy="153375"/>
          </a:xfrm>
          <a:prstGeom prst="rect">
            <a:avLst/>
          </a:prstGeom>
        </p:spPr>
      </p:pic>
    </p:spTree>
  </p:cSld>
  <p:clrMap bg1="lt1" tx1="dk1" bg2="lt2" tx2="dk2" accent1="accent1" accent2="accent2" accent3="accent3" accent4="accent4" accent5="accent5" accent6="accent6" hlink="hlink" folHlink="folHlink"/>
  <p:sldLayoutIdLst>
    <p:sldLayoutId id="2147483703" r:id="rId1"/>
  </p:sldLayoutIdLst>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35" algn="ctr" rtl="0" fontAlgn="base">
        <a:spcBef>
          <a:spcPct val="0"/>
        </a:spcBef>
        <a:spcAft>
          <a:spcPct val="0"/>
        </a:spcAft>
        <a:defRPr sz="4900">
          <a:solidFill>
            <a:schemeClr val="tx2"/>
          </a:solidFill>
          <a:latin typeface="Cambria" pitchFamily="18" charset="0"/>
        </a:defRPr>
      </a:lvl6pPr>
      <a:lvl7pPr marL="1018472" algn="ctr" rtl="0" fontAlgn="base">
        <a:spcBef>
          <a:spcPct val="0"/>
        </a:spcBef>
        <a:spcAft>
          <a:spcPct val="0"/>
        </a:spcAft>
        <a:defRPr sz="4900">
          <a:solidFill>
            <a:schemeClr val="tx2"/>
          </a:solidFill>
          <a:latin typeface="Cambria" pitchFamily="18" charset="0"/>
        </a:defRPr>
      </a:lvl7pPr>
      <a:lvl8pPr marL="1527709" algn="ctr" rtl="0" fontAlgn="base">
        <a:spcBef>
          <a:spcPct val="0"/>
        </a:spcBef>
        <a:spcAft>
          <a:spcPct val="0"/>
        </a:spcAft>
        <a:defRPr sz="4900">
          <a:solidFill>
            <a:schemeClr val="tx2"/>
          </a:solidFill>
          <a:latin typeface="Cambria" pitchFamily="18" charset="0"/>
        </a:defRPr>
      </a:lvl8pPr>
      <a:lvl9pPr marL="2036945"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800798" indent="-254617" algn="l" rtl="0" fontAlgn="base">
        <a:spcBef>
          <a:spcPct val="20000"/>
        </a:spcBef>
        <a:spcAft>
          <a:spcPct val="0"/>
        </a:spcAft>
        <a:buChar char="»"/>
        <a:defRPr sz="2200">
          <a:solidFill>
            <a:schemeClr val="tx1"/>
          </a:solidFill>
          <a:latin typeface="+mn-lt"/>
        </a:defRPr>
      </a:lvl6pPr>
      <a:lvl7pPr marL="3310035" indent="-254617" algn="l" rtl="0" fontAlgn="base">
        <a:spcBef>
          <a:spcPct val="20000"/>
        </a:spcBef>
        <a:spcAft>
          <a:spcPct val="0"/>
        </a:spcAft>
        <a:buChar char="»"/>
        <a:defRPr sz="2200">
          <a:solidFill>
            <a:schemeClr val="tx1"/>
          </a:solidFill>
          <a:latin typeface="+mn-lt"/>
        </a:defRPr>
      </a:lvl7pPr>
      <a:lvl8pPr marL="3819270" indent="-254617" algn="l" rtl="0" fontAlgn="base">
        <a:spcBef>
          <a:spcPct val="20000"/>
        </a:spcBef>
        <a:spcAft>
          <a:spcPct val="0"/>
        </a:spcAft>
        <a:buChar char="»"/>
        <a:defRPr sz="2200">
          <a:solidFill>
            <a:schemeClr val="tx1"/>
          </a:solidFill>
          <a:latin typeface="+mn-lt"/>
        </a:defRPr>
      </a:lvl8pPr>
      <a:lvl9pPr marL="4328505" indent="-254617"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8" name="Picture 33" descr="Cello_CoverDesigns_FINAL_2-02"/>
          <p:cNvPicPr>
            <a:picLocks noChangeAspect="1" noChangeArrowheads="1"/>
          </p:cNvPicPr>
          <p:nvPr userDrawn="1"/>
        </p:nvPicPr>
        <p:blipFill>
          <a:blip r:embed="rId4" cstate="print"/>
          <a:srcRect b="13019"/>
          <a:stretch>
            <a:fillRect/>
          </a:stretch>
        </p:blipFill>
        <p:spPr bwMode="auto">
          <a:xfrm>
            <a:off x="228600" y="788038"/>
            <a:ext cx="9601200" cy="3853742"/>
          </a:xfrm>
          <a:prstGeom prst="rect">
            <a:avLst/>
          </a:prstGeom>
          <a:noFill/>
          <a:ln w="9525">
            <a:noFill/>
            <a:miter lim="800000"/>
            <a:headEnd/>
            <a:tailEnd/>
          </a:ln>
        </p:spPr>
      </p:pic>
      <p:sp>
        <p:nvSpPr>
          <p:cNvPr id="364592" name="Rectangle 48"/>
          <p:cNvSpPr>
            <a:spLocks noChangeArrowheads="1"/>
          </p:cNvSpPr>
          <p:nvPr userDrawn="1"/>
        </p:nvSpPr>
        <p:spPr bwMode="auto">
          <a:xfrm>
            <a:off x="228600" y="7136284"/>
            <a:ext cx="9601200" cy="401215"/>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101858" tIns="50929" rIns="101858" bIns="50929" anchor="ctr"/>
          <a:lstStyle/>
          <a:p>
            <a:endParaRPr lang="en-US" dirty="0"/>
          </a:p>
        </p:txBody>
      </p:sp>
      <p:sp>
        <p:nvSpPr>
          <p:cNvPr id="364594" name="Rectangle 50"/>
          <p:cNvSpPr>
            <a:spLocks noChangeArrowheads="1"/>
          </p:cNvSpPr>
          <p:nvPr userDrawn="1"/>
        </p:nvSpPr>
        <p:spPr bwMode="auto">
          <a:xfrm flipV="1">
            <a:off x="228600" y="4967500"/>
            <a:ext cx="9601200" cy="401214"/>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91418" tIns="45710" rIns="91418" bIns="45710" anchor="ctr"/>
          <a:lstStyle/>
          <a:p>
            <a:endParaRPr lang="en-US" dirty="0"/>
          </a:p>
        </p:txBody>
      </p:sp>
      <p:grpSp>
        <p:nvGrpSpPr>
          <p:cNvPr id="364597" name="Group 33"/>
          <p:cNvGrpSpPr>
            <a:grpSpLocks/>
          </p:cNvGrpSpPr>
          <p:nvPr userDrawn="1"/>
        </p:nvGrpSpPr>
        <p:grpSpPr bwMode="auto">
          <a:xfrm>
            <a:off x="1011082" y="3986954"/>
            <a:ext cx="2175828" cy="2880466"/>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6" y="3627"/>
              <a:ext cx="256"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8" cy="1416"/>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5" y="2105"/>
              <a:ext cx="735"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34" name="Rectangle 14"/>
          <p:cNvSpPr>
            <a:spLocks noChangeArrowheads="1"/>
          </p:cNvSpPr>
          <p:nvPr userDrawn="1"/>
        </p:nvSpPr>
        <p:spPr bwMode="auto">
          <a:xfrm>
            <a:off x="228600" y="228600"/>
            <a:ext cx="9601200" cy="7315200"/>
          </a:xfrm>
          <a:prstGeom prst="rect">
            <a:avLst/>
          </a:prstGeom>
          <a:noFill/>
          <a:ln w="25400">
            <a:solidFill>
              <a:schemeClr val="hlink"/>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sldLayoutIdLst>
    <p:sldLayoutId id="2147483737" r:id="rId1"/>
    <p:sldLayoutId id="2147483743" r:id="rId2"/>
  </p:sldLayoutIdLst>
  <p:timing>
    <p:tnLst>
      <p:par>
        <p:cTn id="1" dur="indefinite" restart="never" nodeType="tmRoot"/>
      </p:par>
    </p:tnLst>
  </p:timing>
  <p:txStyles>
    <p:titleStyle>
      <a:lvl1pPr algn="ctr" rtl="0" fontAlgn="base">
        <a:spcBef>
          <a:spcPct val="0"/>
        </a:spcBef>
        <a:spcAft>
          <a:spcPct val="0"/>
        </a:spcAft>
        <a:defRPr sz="4900">
          <a:solidFill>
            <a:schemeClr val="tx2"/>
          </a:solidFill>
          <a:latin typeface="+mj-lt"/>
          <a:ea typeface="+mj-ea"/>
          <a:cs typeface="+mj-cs"/>
        </a:defRPr>
      </a:lvl1pPr>
      <a:lvl2pPr algn="ctr" rtl="0" fontAlgn="base">
        <a:spcBef>
          <a:spcPct val="0"/>
        </a:spcBef>
        <a:spcAft>
          <a:spcPct val="0"/>
        </a:spcAft>
        <a:defRPr sz="4900">
          <a:solidFill>
            <a:schemeClr val="tx2"/>
          </a:solidFill>
          <a:latin typeface="Cambria" pitchFamily="18" charset="0"/>
        </a:defRPr>
      </a:lvl2pPr>
      <a:lvl3pPr algn="ctr" rtl="0" fontAlgn="base">
        <a:spcBef>
          <a:spcPct val="0"/>
        </a:spcBef>
        <a:spcAft>
          <a:spcPct val="0"/>
        </a:spcAft>
        <a:defRPr sz="4900">
          <a:solidFill>
            <a:schemeClr val="tx2"/>
          </a:solidFill>
          <a:latin typeface="Cambria" pitchFamily="18" charset="0"/>
        </a:defRPr>
      </a:lvl3pPr>
      <a:lvl4pPr algn="ctr" rtl="0" fontAlgn="base">
        <a:spcBef>
          <a:spcPct val="0"/>
        </a:spcBef>
        <a:spcAft>
          <a:spcPct val="0"/>
        </a:spcAft>
        <a:defRPr sz="4900">
          <a:solidFill>
            <a:schemeClr val="tx2"/>
          </a:solidFill>
          <a:latin typeface="Cambria" pitchFamily="18" charset="0"/>
        </a:defRPr>
      </a:lvl4pPr>
      <a:lvl5pPr algn="ctr" rtl="0" fontAlgn="base">
        <a:spcBef>
          <a:spcPct val="0"/>
        </a:spcBef>
        <a:spcAft>
          <a:spcPct val="0"/>
        </a:spcAft>
        <a:defRPr sz="4900">
          <a:solidFill>
            <a:schemeClr val="tx2"/>
          </a:solidFill>
          <a:latin typeface="Cambria" pitchFamily="18" charset="0"/>
        </a:defRPr>
      </a:lvl5pPr>
      <a:lvl6pPr marL="509292" algn="ctr" rtl="0" fontAlgn="base">
        <a:spcBef>
          <a:spcPct val="0"/>
        </a:spcBef>
        <a:spcAft>
          <a:spcPct val="0"/>
        </a:spcAft>
        <a:defRPr sz="4900">
          <a:solidFill>
            <a:schemeClr val="tx2"/>
          </a:solidFill>
          <a:latin typeface="Cambria" pitchFamily="18" charset="0"/>
        </a:defRPr>
      </a:lvl6pPr>
      <a:lvl7pPr marL="1018586" algn="ctr" rtl="0" fontAlgn="base">
        <a:spcBef>
          <a:spcPct val="0"/>
        </a:spcBef>
        <a:spcAft>
          <a:spcPct val="0"/>
        </a:spcAft>
        <a:defRPr sz="4900">
          <a:solidFill>
            <a:schemeClr val="tx2"/>
          </a:solidFill>
          <a:latin typeface="Cambria" pitchFamily="18" charset="0"/>
        </a:defRPr>
      </a:lvl7pPr>
      <a:lvl8pPr marL="1527879" algn="ctr" rtl="0" fontAlgn="base">
        <a:spcBef>
          <a:spcPct val="0"/>
        </a:spcBef>
        <a:spcAft>
          <a:spcPct val="0"/>
        </a:spcAft>
        <a:defRPr sz="4900">
          <a:solidFill>
            <a:schemeClr val="tx2"/>
          </a:solidFill>
          <a:latin typeface="Cambria" pitchFamily="18" charset="0"/>
        </a:defRPr>
      </a:lvl8pPr>
      <a:lvl9pPr marL="2037173" algn="ctr" rtl="0" fontAlgn="base">
        <a:spcBef>
          <a:spcPct val="0"/>
        </a:spcBef>
        <a:spcAft>
          <a:spcPct val="0"/>
        </a:spcAft>
        <a:defRPr sz="4900">
          <a:solidFill>
            <a:schemeClr val="tx2"/>
          </a:solidFill>
          <a:latin typeface="Cambria" pitchFamily="18" charset="0"/>
        </a:defRPr>
      </a:lvl9pPr>
    </p:titleStyle>
    <p:bodyStyle>
      <a:lvl1pPr marL="380202" indent="-380202" algn="l" rtl="0" fontAlgn="base">
        <a:spcBef>
          <a:spcPct val="20000"/>
        </a:spcBef>
        <a:spcAft>
          <a:spcPct val="0"/>
        </a:spcAft>
        <a:buChar char="•"/>
        <a:defRPr sz="3600">
          <a:solidFill>
            <a:schemeClr val="tx1"/>
          </a:solidFill>
          <a:latin typeface="+mn-lt"/>
          <a:ea typeface="+mn-ea"/>
          <a:cs typeface="+mn-cs"/>
        </a:defRPr>
      </a:lvl1pPr>
      <a:lvl2pPr marL="825834" indent="-316540" algn="l" rtl="0" fontAlgn="base">
        <a:spcBef>
          <a:spcPct val="20000"/>
        </a:spcBef>
        <a:spcAft>
          <a:spcPct val="0"/>
        </a:spcAft>
        <a:buChar char="–"/>
        <a:defRPr sz="3100">
          <a:solidFill>
            <a:schemeClr val="tx1"/>
          </a:solidFill>
          <a:latin typeface="+mn-lt"/>
        </a:defRPr>
      </a:lvl2pPr>
      <a:lvl3pPr marL="1271465" indent="-252880" algn="l" rtl="0" fontAlgn="base">
        <a:spcBef>
          <a:spcPct val="20000"/>
        </a:spcBef>
        <a:spcAft>
          <a:spcPct val="0"/>
        </a:spcAft>
        <a:buChar char="•"/>
        <a:defRPr sz="2700">
          <a:solidFill>
            <a:schemeClr val="tx1"/>
          </a:solidFill>
          <a:latin typeface="+mn-lt"/>
        </a:defRPr>
      </a:lvl3pPr>
      <a:lvl4pPr marL="1780758" indent="-252880" algn="l" rtl="0" fontAlgn="base">
        <a:spcBef>
          <a:spcPct val="20000"/>
        </a:spcBef>
        <a:spcAft>
          <a:spcPct val="0"/>
        </a:spcAft>
        <a:buChar char="–"/>
        <a:defRPr sz="2200">
          <a:solidFill>
            <a:schemeClr val="tx1"/>
          </a:solidFill>
          <a:latin typeface="+mn-lt"/>
        </a:defRPr>
      </a:lvl4pPr>
      <a:lvl5pPr marL="2290051" indent="-252880" algn="l" rtl="0" fontAlgn="base">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50207" name="Picture 31" descr="Cello_CoverDesigns_cellofade-02"/>
          <p:cNvPicPr>
            <a:picLocks noChangeAspect="1" noChangeArrowheads="1"/>
          </p:cNvPicPr>
          <p:nvPr userDrawn="1"/>
        </p:nvPicPr>
        <p:blipFill>
          <a:blip r:embed="rId2" cstate="print"/>
          <a:srcRect l="2904" t="426" r="180"/>
          <a:stretch>
            <a:fillRect/>
          </a:stretch>
        </p:blipFill>
        <p:spPr bwMode="auto">
          <a:xfrm>
            <a:off x="228600" y="856406"/>
            <a:ext cx="9601200" cy="4295367"/>
          </a:xfrm>
          <a:prstGeom prst="rect">
            <a:avLst/>
          </a:prstGeom>
          <a:noFill/>
        </p:spPr>
      </p:pic>
      <p:sp>
        <p:nvSpPr>
          <p:cNvPr id="323601" name="Line 17"/>
          <p:cNvSpPr>
            <a:spLocks noChangeShapeType="1"/>
          </p:cNvSpPr>
          <p:nvPr/>
        </p:nvSpPr>
        <p:spPr bwMode="auto">
          <a:xfrm>
            <a:off x="228588" y="5157198"/>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p>
        </p:txBody>
      </p:sp>
      <p:sp>
        <p:nvSpPr>
          <p:cNvPr id="2" name="Line 17"/>
          <p:cNvSpPr>
            <a:spLocks noChangeShapeType="1"/>
          </p:cNvSpPr>
          <p:nvPr/>
        </p:nvSpPr>
        <p:spPr bwMode="auto">
          <a:xfrm>
            <a:off x="218111" y="829416"/>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p>
        </p:txBody>
      </p:sp>
      <p:grpSp>
        <p:nvGrpSpPr>
          <p:cNvPr id="50185" name="Group 33"/>
          <p:cNvGrpSpPr>
            <a:grpSpLocks/>
          </p:cNvGrpSpPr>
          <p:nvPr/>
        </p:nvGrpSpPr>
        <p:grpSpPr bwMode="auto">
          <a:xfrm>
            <a:off x="3794604"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33" name="Rectangle 20"/>
          <p:cNvSpPr>
            <a:spLocks noChangeArrowheads="1"/>
          </p:cNvSpPr>
          <p:nvPr/>
        </p:nvSpPr>
        <p:spPr bwMode="auto">
          <a:xfrm>
            <a:off x="228600" y="228600"/>
            <a:ext cx="9601200" cy="7315200"/>
          </a:xfrm>
          <a:prstGeom prst="rect">
            <a:avLst/>
          </a:prstGeom>
          <a:noFill/>
          <a:ln w="38100">
            <a:solidFill>
              <a:schemeClr val="accent1"/>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92" algn="ctr" rtl="0" fontAlgn="base">
        <a:spcBef>
          <a:spcPct val="0"/>
        </a:spcBef>
        <a:spcAft>
          <a:spcPct val="0"/>
        </a:spcAft>
        <a:defRPr sz="4900">
          <a:solidFill>
            <a:schemeClr val="tx2"/>
          </a:solidFill>
          <a:latin typeface="Cambria" pitchFamily="18" charset="0"/>
        </a:defRPr>
      </a:lvl6pPr>
      <a:lvl7pPr marL="1018586" algn="ctr" rtl="0" fontAlgn="base">
        <a:spcBef>
          <a:spcPct val="0"/>
        </a:spcBef>
        <a:spcAft>
          <a:spcPct val="0"/>
        </a:spcAft>
        <a:defRPr sz="4900">
          <a:solidFill>
            <a:schemeClr val="tx2"/>
          </a:solidFill>
          <a:latin typeface="Cambria" pitchFamily="18" charset="0"/>
        </a:defRPr>
      </a:lvl7pPr>
      <a:lvl8pPr marL="1527879" algn="ctr" rtl="0" fontAlgn="base">
        <a:spcBef>
          <a:spcPct val="0"/>
        </a:spcBef>
        <a:spcAft>
          <a:spcPct val="0"/>
        </a:spcAft>
        <a:defRPr sz="4900">
          <a:solidFill>
            <a:schemeClr val="tx2"/>
          </a:solidFill>
          <a:latin typeface="Cambria" pitchFamily="18" charset="0"/>
        </a:defRPr>
      </a:lvl8pPr>
      <a:lvl9pPr marL="2037173"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62471" name="Picture 33" descr="Cello_CoverDesigns_FINAL_2-02"/>
          <p:cNvPicPr>
            <a:picLocks noChangeAspect="1" noChangeArrowheads="1"/>
          </p:cNvPicPr>
          <p:nvPr userDrawn="1"/>
        </p:nvPicPr>
        <p:blipFill>
          <a:blip r:embed="rId2" cstate="print"/>
          <a:srcRect b="13019"/>
          <a:stretch>
            <a:fillRect/>
          </a:stretch>
        </p:blipFill>
        <p:spPr bwMode="auto">
          <a:xfrm>
            <a:off x="228600" y="788038"/>
            <a:ext cx="9601200" cy="3853742"/>
          </a:xfrm>
          <a:prstGeom prst="rect">
            <a:avLst/>
          </a:prstGeom>
          <a:noFill/>
          <a:ln w="9525">
            <a:noFill/>
            <a:miter lim="800000"/>
            <a:headEnd/>
            <a:tailEnd/>
          </a:ln>
        </p:spPr>
      </p:pic>
      <p:pic>
        <p:nvPicPr>
          <p:cNvPr id="62472" name="Picture 31" descr="Cello_CoverDesigns_FINAL_3and4-01"/>
          <p:cNvPicPr>
            <a:picLocks noChangeAspect="1" noChangeArrowheads="1"/>
          </p:cNvPicPr>
          <p:nvPr userDrawn="1"/>
        </p:nvPicPr>
        <p:blipFill>
          <a:blip r:embed="rId3" cstate="print"/>
          <a:srcRect t="88849"/>
          <a:stretch>
            <a:fillRect/>
          </a:stretch>
        </p:blipFill>
        <p:spPr bwMode="auto">
          <a:xfrm>
            <a:off x="228600" y="4687169"/>
            <a:ext cx="9601200" cy="482373"/>
          </a:xfrm>
          <a:prstGeom prst="rect">
            <a:avLst/>
          </a:prstGeom>
          <a:noFill/>
          <a:ln w="9525">
            <a:noFill/>
            <a:miter lim="800000"/>
            <a:headEnd/>
            <a:tailEnd/>
          </a:ln>
        </p:spPr>
      </p:pic>
      <p:grpSp>
        <p:nvGrpSpPr>
          <p:cNvPr id="62478" name="Group 33"/>
          <p:cNvGrpSpPr>
            <a:grpSpLocks/>
          </p:cNvGrpSpPr>
          <p:nvPr userDrawn="1"/>
        </p:nvGrpSpPr>
        <p:grpSpPr bwMode="auto">
          <a:xfrm>
            <a:off x="3794604" y="3762061"/>
            <a:ext cx="2507615" cy="3319462"/>
            <a:chOff x="2173" y="2091"/>
            <a:chExt cx="1436" cy="1845"/>
          </a:xfrm>
        </p:grpSpPr>
        <p:sp>
          <p:nvSpPr>
            <p:cNvPr id="50"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51"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52"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53"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54"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55"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56"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57"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58"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59"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47" name="Rectangle 20"/>
          <p:cNvSpPr>
            <a:spLocks noChangeArrowheads="1"/>
          </p:cNvSpPr>
          <p:nvPr userDrawn="1"/>
        </p:nvSpPr>
        <p:spPr bwMode="auto">
          <a:xfrm>
            <a:off x="228600" y="228600"/>
            <a:ext cx="9601200" cy="7315200"/>
          </a:xfrm>
          <a:prstGeom prst="rect">
            <a:avLst/>
          </a:prstGeom>
          <a:noFill/>
          <a:ln w="19050" cmpd="sng">
            <a:solidFill>
              <a:srgbClr val="EFEBE4"/>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Arial" charset="0"/>
        </a:defRPr>
      </a:lvl2pPr>
      <a:lvl3pPr algn="ctr" rtl="0" eaLnBrk="0" fontAlgn="base" hangingPunct="0">
        <a:spcBef>
          <a:spcPct val="0"/>
        </a:spcBef>
        <a:spcAft>
          <a:spcPct val="0"/>
        </a:spcAft>
        <a:defRPr sz="4900">
          <a:solidFill>
            <a:schemeClr val="tx2"/>
          </a:solidFill>
          <a:latin typeface="Arial" charset="0"/>
        </a:defRPr>
      </a:lvl3pPr>
      <a:lvl4pPr algn="ctr" rtl="0" eaLnBrk="0" fontAlgn="base" hangingPunct="0">
        <a:spcBef>
          <a:spcPct val="0"/>
        </a:spcBef>
        <a:spcAft>
          <a:spcPct val="0"/>
        </a:spcAft>
        <a:defRPr sz="4900">
          <a:solidFill>
            <a:schemeClr val="tx2"/>
          </a:solidFill>
          <a:latin typeface="Arial" charset="0"/>
        </a:defRPr>
      </a:lvl4pPr>
      <a:lvl5pPr algn="ctr" rtl="0" eaLnBrk="0" fontAlgn="base" hangingPunct="0">
        <a:spcBef>
          <a:spcPct val="0"/>
        </a:spcBef>
        <a:spcAft>
          <a:spcPct val="0"/>
        </a:spcAft>
        <a:defRPr sz="4900">
          <a:solidFill>
            <a:schemeClr val="tx2"/>
          </a:solidFill>
          <a:latin typeface="Arial" charset="0"/>
        </a:defRPr>
      </a:lvl5pPr>
      <a:lvl6pPr marL="509292" algn="ctr" rtl="0" fontAlgn="base">
        <a:spcBef>
          <a:spcPct val="0"/>
        </a:spcBef>
        <a:spcAft>
          <a:spcPct val="0"/>
        </a:spcAft>
        <a:defRPr sz="4900">
          <a:solidFill>
            <a:schemeClr val="tx2"/>
          </a:solidFill>
          <a:latin typeface="Arial" charset="0"/>
        </a:defRPr>
      </a:lvl6pPr>
      <a:lvl7pPr marL="1018586" algn="ctr" rtl="0" fontAlgn="base">
        <a:spcBef>
          <a:spcPct val="0"/>
        </a:spcBef>
        <a:spcAft>
          <a:spcPct val="0"/>
        </a:spcAft>
        <a:defRPr sz="4900">
          <a:solidFill>
            <a:schemeClr val="tx2"/>
          </a:solidFill>
          <a:latin typeface="Arial" charset="0"/>
        </a:defRPr>
      </a:lvl7pPr>
      <a:lvl8pPr marL="1527879" algn="ctr" rtl="0" fontAlgn="base">
        <a:spcBef>
          <a:spcPct val="0"/>
        </a:spcBef>
        <a:spcAft>
          <a:spcPct val="0"/>
        </a:spcAft>
        <a:defRPr sz="4900">
          <a:solidFill>
            <a:schemeClr val="tx2"/>
          </a:solidFill>
          <a:latin typeface="Arial" charset="0"/>
        </a:defRPr>
      </a:lvl8pPr>
      <a:lvl9pPr marL="2037173" algn="ctr" rtl="0" fontAlgn="base">
        <a:spcBef>
          <a:spcPct val="0"/>
        </a:spcBef>
        <a:spcAft>
          <a:spcPct val="0"/>
        </a:spcAft>
        <a:defRPr sz="4900">
          <a:solidFill>
            <a:schemeClr val="tx2"/>
          </a:solidFill>
          <a:latin typeface="Arial" charset="0"/>
        </a:defRPr>
      </a:lvl9pPr>
    </p:titleStyle>
    <p:bodyStyle>
      <a:lvl1pPr marL="381970" indent="-381970" algn="l" rtl="0" eaLnBrk="0" fontAlgn="base" hangingPunct="0">
        <a:spcBef>
          <a:spcPct val="20000"/>
        </a:spcBef>
        <a:spcAft>
          <a:spcPct val="0"/>
        </a:spcAft>
        <a:buChar char="•"/>
        <a:defRPr sz="3600">
          <a:solidFill>
            <a:schemeClr val="tx1"/>
          </a:solidFill>
          <a:latin typeface="+mn-lt"/>
          <a:ea typeface="+mn-ea"/>
          <a:cs typeface="+mn-cs"/>
        </a:defRPr>
      </a:lvl1pPr>
      <a:lvl2pPr marL="827601" indent="-318309" algn="l" rtl="0" eaLnBrk="0" fontAlgn="base" hangingPunct="0">
        <a:spcBef>
          <a:spcPct val="20000"/>
        </a:spcBef>
        <a:spcAft>
          <a:spcPct val="0"/>
        </a:spcAft>
        <a:buChar char="–"/>
        <a:defRPr sz="3100">
          <a:solidFill>
            <a:schemeClr val="tx1"/>
          </a:solidFill>
          <a:latin typeface="+mn-lt"/>
        </a:defRPr>
      </a:lvl2pPr>
      <a:lvl3pPr marL="1273233" indent="-254646" algn="l" rtl="0" eaLnBrk="0" fontAlgn="base" hangingPunct="0">
        <a:spcBef>
          <a:spcPct val="20000"/>
        </a:spcBef>
        <a:spcAft>
          <a:spcPct val="0"/>
        </a:spcAft>
        <a:buChar char="•"/>
        <a:defRPr sz="2700">
          <a:solidFill>
            <a:schemeClr val="tx1"/>
          </a:solidFill>
          <a:latin typeface="+mn-lt"/>
        </a:defRPr>
      </a:lvl3pPr>
      <a:lvl4pPr marL="1782525" indent="-254646" algn="l" rtl="0" eaLnBrk="0" fontAlgn="base" hangingPunct="0">
        <a:spcBef>
          <a:spcPct val="20000"/>
        </a:spcBef>
        <a:spcAft>
          <a:spcPct val="0"/>
        </a:spcAft>
        <a:buChar char="–"/>
        <a:defRPr sz="2200">
          <a:solidFill>
            <a:schemeClr val="tx1"/>
          </a:solidFill>
          <a:latin typeface="+mn-lt"/>
        </a:defRPr>
      </a:lvl4pPr>
      <a:lvl5pPr marL="2291819" indent="-254646" algn="l" rtl="0" eaLnBrk="0" fontAlgn="base" hangingPunct="0">
        <a:spcBef>
          <a:spcPct val="20000"/>
        </a:spcBef>
        <a:spcAft>
          <a:spcPct val="0"/>
        </a:spcAft>
        <a:buChar char="»"/>
        <a:defRPr sz="2200">
          <a:solidFill>
            <a:schemeClr val="tx1"/>
          </a:solidFill>
          <a:latin typeface="+mn-lt"/>
        </a:defRPr>
      </a:lvl5pPr>
      <a:lvl6pPr marL="2801112" indent="-254646" algn="l" rtl="0" fontAlgn="base">
        <a:spcBef>
          <a:spcPct val="20000"/>
        </a:spcBef>
        <a:spcAft>
          <a:spcPct val="0"/>
        </a:spcAft>
        <a:buChar char="»"/>
        <a:defRPr sz="2200">
          <a:solidFill>
            <a:schemeClr val="tx1"/>
          </a:solidFill>
          <a:latin typeface="+mn-lt"/>
        </a:defRPr>
      </a:lvl6pPr>
      <a:lvl7pPr marL="3310406" indent="-254646" algn="l" rtl="0" fontAlgn="base">
        <a:spcBef>
          <a:spcPct val="20000"/>
        </a:spcBef>
        <a:spcAft>
          <a:spcPct val="0"/>
        </a:spcAft>
        <a:buChar char="»"/>
        <a:defRPr sz="2200">
          <a:solidFill>
            <a:schemeClr val="tx1"/>
          </a:solidFill>
          <a:latin typeface="+mn-lt"/>
        </a:defRPr>
      </a:lvl7pPr>
      <a:lvl8pPr marL="3819698" indent="-254646" algn="l" rtl="0" fontAlgn="base">
        <a:spcBef>
          <a:spcPct val="20000"/>
        </a:spcBef>
        <a:spcAft>
          <a:spcPct val="0"/>
        </a:spcAft>
        <a:buChar char="»"/>
        <a:defRPr sz="2200">
          <a:solidFill>
            <a:schemeClr val="tx1"/>
          </a:solidFill>
          <a:latin typeface="+mn-lt"/>
        </a:defRPr>
      </a:lvl8pPr>
      <a:lvl9pPr marL="4328992" indent="-254646"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74754" name="Picture 33" descr="Cello_CoverDesigns_FINAL_2-02"/>
          <p:cNvPicPr>
            <a:picLocks noChangeAspect="1" noChangeArrowheads="1"/>
          </p:cNvPicPr>
          <p:nvPr/>
        </p:nvPicPr>
        <p:blipFill>
          <a:blip r:embed="rId2" cstate="print"/>
          <a:srcRect t="88007" b="1381"/>
          <a:stretch>
            <a:fillRect/>
          </a:stretch>
        </p:blipFill>
        <p:spPr bwMode="auto">
          <a:xfrm>
            <a:off x="228600" y="4714830"/>
            <a:ext cx="9601200" cy="470140"/>
          </a:xfrm>
          <a:prstGeom prst="rect">
            <a:avLst/>
          </a:prstGeom>
          <a:noFill/>
          <a:ln w="9525">
            <a:noFill/>
            <a:miter lim="800000"/>
            <a:headEnd/>
            <a:tailEnd/>
          </a:ln>
        </p:spPr>
      </p:pic>
      <p:pic>
        <p:nvPicPr>
          <p:cNvPr id="74756" name="Picture 33" descr="Cello_CoverDesigns_FINAL_2-02"/>
          <p:cNvPicPr>
            <a:picLocks noChangeAspect="1" noChangeArrowheads="1"/>
          </p:cNvPicPr>
          <p:nvPr/>
        </p:nvPicPr>
        <p:blipFill>
          <a:blip r:embed="rId2" cstate="print"/>
          <a:srcRect b="13019"/>
          <a:stretch>
            <a:fillRect/>
          </a:stretch>
        </p:blipFill>
        <p:spPr bwMode="auto">
          <a:xfrm>
            <a:off x="228600" y="788038"/>
            <a:ext cx="9601200" cy="3853742"/>
          </a:xfrm>
          <a:prstGeom prst="rect">
            <a:avLst/>
          </a:prstGeom>
          <a:noFill/>
          <a:ln w="9525">
            <a:noFill/>
            <a:miter lim="800000"/>
            <a:headEnd/>
            <a:tailEnd/>
          </a:ln>
        </p:spPr>
      </p:pic>
      <p:grpSp>
        <p:nvGrpSpPr>
          <p:cNvPr id="74761" name="Group 19"/>
          <p:cNvGrpSpPr>
            <a:grpSpLocks/>
          </p:cNvGrpSpPr>
          <p:nvPr/>
        </p:nvGrpSpPr>
        <p:grpSpPr bwMode="auto">
          <a:xfrm>
            <a:off x="4498340" y="4332396"/>
            <a:ext cx="1068705" cy="1417743"/>
            <a:chOff x="2173" y="2091"/>
            <a:chExt cx="1436" cy="1845"/>
          </a:xfrm>
        </p:grpSpPr>
        <p:sp>
          <p:nvSpPr>
            <p:cNvPr id="323607" name="Freeform 23"/>
            <p:cNvSpPr>
              <a:spLocks/>
            </p:cNvSpPr>
            <p:nvPr userDrawn="1"/>
          </p:nvSpPr>
          <p:spPr bwMode="auto">
            <a:xfrm>
              <a:off x="2192" y="3620"/>
              <a:ext cx="279"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7" y="3627"/>
              <a:ext cx="253"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2"/>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7" y="3627"/>
              <a:ext cx="256" cy="302"/>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299" y="3620"/>
              <a:ext cx="310"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2"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8" cy="1393"/>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7" y="2105"/>
              <a:ext cx="784" cy="1393"/>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5" y="2105"/>
              <a:ext cx="734" cy="1393"/>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74762" name="Rectangle 30"/>
          <p:cNvSpPr>
            <a:spLocks noGrp="1" noChangeArrowheads="1"/>
          </p:cNvSpPr>
          <p:nvPr>
            <p:ph type="title"/>
          </p:nvPr>
        </p:nvSpPr>
        <p:spPr bwMode="auto">
          <a:xfrm>
            <a:off x="493294" y="6160168"/>
            <a:ext cx="9071812" cy="987922"/>
          </a:xfrm>
          <a:prstGeom prst="rect">
            <a:avLst/>
          </a:prstGeom>
          <a:noFill/>
          <a:ln w="9525">
            <a:noFill/>
            <a:miter lim="800000"/>
            <a:headEnd/>
            <a:tailEnd/>
          </a:ln>
        </p:spPr>
        <p:txBody>
          <a:bodyPr vert="horz" wrap="square" lIns="101858" tIns="50929" rIns="101858" bIns="50929" numCol="1" anchor="ctr" anchorCtr="0" compatLnSpc="1">
            <a:prstTxWarp prst="textNoShape">
              <a:avLst/>
            </a:prstTxWarp>
          </a:bodyPr>
          <a:lstStyle/>
          <a:p>
            <a:pPr lvl="0"/>
            <a:r>
              <a:rPr lang="en-US" smtClean="0"/>
              <a:t>Click to edit Master title style</a:t>
            </a:r>
          </a:p>
        </p:txBody>
      </p:sp>
      <p:sp>
        <p:nvSpPr>
          <p:cNvPr id="46" name="Rectangle 20"/>
          <p:cNvSpPr>
            <a:spLocks noChangeArrowheads="1"/>
          </p:cNvSpPr>
          <p:nvPr userDrawn="1"/>
        </p:nvSpPr>
        <p:spPr bwMode="auto">
          <a:xfrm>
            <a:off x="228600" y="231774"/>
            <a:ext cx="9601200" cy="7315200"/>
          </a:xfrm>
          <a:prstGeom prst="rect">
            <a:avLst/>
          </a:prstGeom>
          <a:noFill/>
          <a:ln w="19050" cmpd="sng">
            <a:solidFill>
              <a:srgbClr val="EFEBE4"/>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000">
          <a:solidFill>
            <a:schemeClr val="tx2"/>
          </a:solidFill>
          <a:latin typeface="+mj-lt"/>
          <a:ea typeface="+mj-ea"/>
          <a:cs typeface="+mj-cs"/>
        </a:defRPr>
      </a:lvl1pPr>
      <a:lvl2pPr algn="ctr" rtl="0" eaLnBrk="0" fontAlgn="base" hangingPunct="0">
        <a:spcBef>
          <a:spcPct val="0"/>
        </a:spcBef>
        <a:spcAft>
          <a:spcPct val="0"/>
        </a:spcAft>
        <a:defRPr sz="4000">
          <a:solidFill>
            <a:schemeClr val="tx2"/>
          </a:solidFill>
          <a:latin typeface="Calibri" pitchFamily="34" charset="0"/>
        </a:defRPr>
      </a:lvl2pPr>
      <a:lvl3pPr algn="ctr" rtl="0" eaLnBrk="0" fontAlgn="base" hangingPunct="0">
        <a:spcBef>
          <a:spcPct val="0"/>
        </a:spcBef>
        <a:spcAft>
          <a:spcPct val="0"/>
        </a:spcAft>
        <a:defRPr sz="4000">
          <a:solidFill>
            <a:schemeClr val="tx2"/>
          </a:solidFill>
          <a:latin typeface="Calibri" pitchFamily="34" charset="0"/>
        </a:defRPr>
      </a:lvl3pPr>
      <a:lvl4pPr algn="ctr" rtl="0" eaLnBrk="0" fontAlgn="base" hangingPunct="0">
        <a:spcBef>
          <a:spcPct val="0"/>
        </a:spcBef>
        <a:spcAft>
          <a:spcPct val="0"/>
        </a:spcAft>
        <a:defRPr sz="4000">
          <a:solidFill>
            <a:schemeClr val="tx2"/>
          </a:solidFill>
          <a:latin typeface="Calibri" pitchFamily="34" charset="0"/>
        </a:defRPr>
      </a:lvl4pPr>
      <a:lvl5pPr algn="ctr" rtl="0" eaLnBrk="0" fontAlgn="base" hangingPunct="0">
        <a:spcBef>
          <a:spcPct val="0"/>
        </a:spcBef>
        <a:spcAft>
          <a:spcPct val="0"/>
        </a:spcAft>
        <a:defRPr sz="4000">
          <a:solidFill>
            <a:schemeClr val="tx2"/>
          </a:solidFill>
          <a:latin typeface="Calibri" pitchFamily="34" charset="0"/>
        </a:defRPr>
      </a:lvl5pPr>
      <a:lvl6pPr marL="509292" algn="ctr" rtl="0" fontAlgn="base">
        <a:spcBef>
          <a:spcPct val="0"/>
        </a:spcBef>
        <a:spcAft>
          <a:spcPct val="0"/>
        </a:spcAft>
        <a:defRPr sz="4000">
          <a:solidFill>
            <a:schemeClr val="tx2"/>
          </a:solidFill>
          <a:latin typeface="Calibri" pitchFamily="34" charset="0"/>
        </a:defRPr>
      </a:lvl6pPr>
      <a:lvl7pPr marL="1018586" algn="ctr" rtl="0" fontAlgn="base">
        <a:spcBef>
          <a:spcPct val="0"/>
        </a:spcBef>
        <a:spcAft>
          <a:spcPct val="0"/>
        </a:spcAft>
        <a:defRPr sz="4000">
          <a:solidFill>
            <a:schemeClr val="tx2"/>
          </a:solidFill>
          <a:latin typeface="Calibri" pitchFamily="34" charset="0"/>
        </a:defRPr>
      </a:lvl7pPr>
      <a:lvl8pPr marL="1527879" algn="ctr" rtl="0" fontAlgn="base">
        <a:spcBef>
          <a:spcPct val="0"/>
        </a:spcBef>
        <a:spcAft>
          <a:spcPct val="0"/>
        </a:spcAft>
        <a:defRPr sz="4000">
          <a:solidFill>
            <a:schemeClr val="tx2"/>
          </a:solidFill>
          <a:latin typeface="Calibri" pitchFamily="34" charset="0"/>
        </a:defRPr>
      </a:lvl8pPr>
      <a:lvl9pPr marL="2037173" algn="ctr" rtl="0" fontAlgn="base">
        <a:spcBef>
          <a:spcPct val="0"/>
        </a:spcBef>
        <a:spcAft>
          <a:spcPct val="0"/>
        </a:spcAft>
        <a:defRPr sz="4000">
          <a:solidFill>
            <a:schemeClr val="tx2"/>
          </a:solidFill>
          <a:latin typeface="Calibri" pitchFamily="34"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5602" name="Rectangle 3"/>
          <p:cNvSpPr>
            <a:spLocks noGrp="1" noChangeArrowheads="1"/>
          </p:cNvSpPr>
          <p:nvPr>
            <p:ph type="body" idx="1"/>
          </p:nvPr>
        </p:nvSpPr>
        <p:spPr bwMode="auto">
          <a:xfrm>
            <a:off x="1809115" y="1313395"/>
            <a:ext cx="8071168" cy="5149215"/>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p:txBody>
      </p:sp>
      <p:sp>
        <p:nvSpPr>
          <p:cNvPr id="668703" name="Line 31"/>
          <p:cNvSpPr>
            <a:spLocks noChangeShapeType="1"/>
          </p:cNvSpPr>
          <p:nvPr/>
        </p:nvSpPr>
        <p:spPr bwMode="auto">
          <a:xfrm>
            <a:off x="1789907" y="1394357"/>
            <a:ext cx="0" cy="5849725"/>
          </a:xfrm>
          <a:prstGeom prst="line">
            <a:avLst/>
          </a:prstGeom>
          <a:noFill/>
          <a:ln w="3175">
            <a:solidFill>
              <a:schemeClr val="accent1"/>
            </a:solidFill>
            <a:round/>
            <a:headEnd/>
            <a:tailEnd/>
          </a:ln>
          <a:effectLst/>
        </p:spPr>
        <p:txBody>
          <a:bodyPr lIns="101858" tIns="50929" rIns="101858" bIns="50929"/>
          <a:lstStyle/>
          <a:p>
            <a:pPr>
              <a:defRPr/>
            </a:pPr>
            <a:endParaRPr lang="en-US" dirty="0">
              <a:solidFill>
                <a:srgbClr val="000000"/>
              </a:solidFill>
            </a:endParaRPr>
          </a:p>
        </p:txBody>
      </p:sp>
      <p:sp>
        <p:nvSpPr>
          <p:cNvPr id="45"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solidFill>
                <a:srgbClr val="000000"/>
              </a:solidFill>
            </a:endParaRPr>
          </a:p>
        </p:txBody>
      </p:sp>
      <p:sp>
        <p:nvSpPr>
          <p:cNvPr id="21"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22"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3"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pic>
        <p:nvPicPr>
          <p:cNvPr id="49" name="Picture 20" descr="Cello_LOGO_Horizontal_Short.png"/>
          <p:cNvPicPr>
            <a:picLocks noChangeAspect="1"/>
          </p:cNvPicPr>
          <p:nvPr userDrawn="1"/>
        </p:nvPicPr>
        <p:blipFill>
          <a:blip r:embed="rId3" cstate="print"/>
          <a:srcRect/>
          <a:stretch>
            <a:fillRect/>
          </a:stretch>
        </p:blipFill>
        <p:spPr bwMode="auto">
          <a:xfrm>
            <a:off x="320821" y="322236"/>
            <a:ext cx="2416810" cy="451590"/>
          </a:xfrm>
          <a:prstGeom prst="rect">
            <a:avLst/>
          </a:prstGeom>
          <a:noFill/>
          <a:ln w="9525">
            <a:noFill/>
            <a:miter lim="800000"/>
            <a:headEnd/>
            <a:tailEnd/>
          </a:ln>
        </p:spPr>
      </p:pic>
      <p:sp>
        <p:nvSpPr>
          <p:cNvPr id="24"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34" name="Straight Connector 33"/>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751" r:id="rId1"/>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mj-lt"/>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2" algn="r" rtl="0" fontAlgn="base">
        <a:spcBef>
          <a:spcPct val="0"/>
        </a:spcBef>
        <a:spcAft>
          <a:spcPct val="0"/>
        </a:spcAft>
        <a:defRPr sz="1900">
          <a:solidFill>
            <a:schemeClr val="bg1"/>
          </a:solidFill>
          <a:latin typeface="Calibri" pitchFamily="34" charset="0"/>
        </a:defRPr>
      </a:lvl6pPr>
      <a:lvl7pPr marL="1018586" algn="r" rtl="0" fontAlgn="base">
        <a:spcBef>
          <a:spcPct val="0"/>
        </a:spcBef>
        <a:spcAft>
          <a:spcPct val="0"/>
        </a:spcAft>
        <a:defRPr sz="1900">
          <a:solidFill>
            <a:schemeClr val="bg1"/>
          </a:solidFill>
          <a:latin typeface="Calibri" pitchFamily="34" charset="0"/>
        </a:defRPr>
      </a:lvl7pPr>
      <a:lvl8pPr marL="1527879" algn="r" rtl="0" fontAlgn="base">
        <a:spcBef>
          <a:spcPct val="0"/>
        </a:spcBef>
        <a:spcAft>
          <a:spcPct val="0"/>
        </a:spcAft>
        <a:defRPr sz="1900">
          <a:solidFill>
            <a:schemeClr val="bg1"/>
          </a:solidFill>
          <a:latin typeface="Calibri" pitchFamily="34" charset="0"/>
        </a:defRPr>
      </a:lvl8pPr>
      <a:lvl9pPr marL="2037173" algn="r" rtl="0" fontAlgn="base">
        <a:spcBef>
          <a:spcPct val="0"/>
        </a:spcBef>
        <a:spcAft>
          <a:spcPct val="0"/>
        </a:spcAft>
        <a:defRPr sz="1900">
          <a:solidFill>
            <a:schemeClr val="bg1"/>
          </a:solidFill>
          <a:latin typeface="Calibri" pitchFamily="34" charset="0"/>
        </a:defRPr>
      </a:lvl9pPr>
    </p:titleStyle>
    <p:bodyStyle>
      <a:lvl1pPr algn="just" rtl="0" eaLnBrk="0" fontAlgn="base" hangingPunct="0">
        <a:spcBef>
          <a:spcPct val="47000"/>
        </a:spcBef>
        <a:spcAft>
          <a:spcPct val="0"/>
        </a:spcAft>
        <a:buClr>
          <a:schemeClr val="tx2"/>
        </a:buClr>
        <a:defRPr sz="1200">
          <a:solidFill>
            <a:schemeClr val="tx1"/>
          </a:solidFill>
          <a:latin typeface="+mn-lt"/>
          <a:ea typeface="+mn-ea"/>
          <a:cs typeface="+mn-cs"/>
        </a:defRPr>
      </a:lvl1pPr>
      <a:lvl2pPr marL="1769" algn="l" rtl="0" eaLnBrk="0" fontAlgn="base" hangingPunct="0">
        <a:spcBef>
          <a:spcPct val="47000"/>
        </a:spcBef>
        <a:spcAft>
          <a:spcPct val="0"/>
        </a:spcAft>
        <a:buClr>
          <a:schemeClr val="tx2"/>
        </a:buClr>
        <a:buFont typeface="Times" pitchFamily="18" charset="0"/>
        <a:defRPr sz="1200">
          <a:solidFill>
            <a:schemeClr val="tx1"/>
          </a:solidFill>
          <a:latin typeface="+mn-lt"/>
        </a:defRPr>
      </a:lvl2pPr>
      <a:lvl3pPr marL="3538" algn="l" rtl="0" eaLnBrk="0" fontAlgn="base" hangingPunct="0">
        <a:spcBef>
          <a:spcPct val="20000"/>
        </a:spcBef>
        <a:spcAft>
          <a:spcPct val="0"/>
        </a:spcAft>
        <a:buClr>
          <a:schemeClr val="tx2"/>
        </a:buClr>
        <a:buFont typeface="Times" pitchFamily="18" charset="0"/>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799345" indent="-252880" algn="l" rtl="0" fontAlgn="base">
        <a:spcBef>
          <a:spcPct val="20000"/>
        </a:spcBef>
        <a:spcAft>
          <a:spcPct val="0"/>
        </a:spcAft>
        <a:buChar char="»"/>
        <a:defRPr sz="1600">
          <a:solidFill>
            <a:schemeClr val="tx1"/>
          </a:solidFill>
          <a:latin typeface="Arial" charset="0"/>
        </a:defRPr>
      </a:lvl6pPr>
      <a:lvl7pPr marL="3308637" indent="-252880" algn="l" rtl="0" fontAlgn="base">
        <a:spcBef>
          <a:spcPct val="20000"/>
        </a:spcBef>
        <a:spcAft>
          <a:spcPct val="0"/>
        </a:spcAft>
        <a:buChar char="»"/>
        <a:defRPr sz="1600">
          <a:solidFill>
            <a:schemeClr val="tx1"/>
          </a:solidFill>
          <a:latin typeface="Arial" charset="0"/>
        </a:defRPr>
      </a:lvl7pPr>
      <a:lvl8pPr marL="3817931" indent="-252880" algn="l" rtl="0" fontAlgn="base">
        <a:spcBef>
          <a:spcPct val="20000"/>
        </a:spcBef>
        <a:spcAft>
          <a:spcPct val="0"/>
        </a:spcAft>
        <a:buChar char="»"/>
        <a:defRPr sz="1600">
          <a:solidFill>
            <a:schemeClr val="tx1"/>
          </a:solidFill>
          <a:latin typeface="Arial" charset="0"/>
        </a:defRPr>
      </a:lvl8pPr>
      <a:lvl9pPr marL="4327224" indent="-252880"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8" name="Picture 33" descr="Cello_CoverDesigns_FINAL_2-02"/>
          <p:cNvPicPr>
            <a:picLocks noChangeAspect="1" noChangeArrowheads="1"/>
          </p:cNvPicPr>
          <p:nvPr userDrawn="1"/>
        </p:nvPicPr>
        <p:blipFill>
          <a:blip r:embed="rId3" cstate="print"/>
          <a:srcRect b="13019"/>
          <a:stretch>
            <a:fillRect/>
          </a:stretch>
        </p:blipFill>
        <p:spPr bwMode="auto">
          <a:xfrm>
            <a:off x="228600" y="788038"/>
            <a:ext cx="9601200" cy="3853742"/>
          </a:xfrm>
          <a:prstGeom prst="rect">
            <a:avLst/>
          </a:prstGeom>
          <a:noFill/>
          <a:ln w="9525">
            <a:noFill/>
            <a:miter lim="800000"/>
            <a:headEnd/>
            <a:tailEnd/>
          </a:ln>
        </p:spPr>
      </p:pic>
      <p:sp>
        <p:nvSpPr>
          <p:cNvPr id="29" name="Rectangle 48"/>
          <p:cNvSpPr>
            <a:spLocks noChangeArrowheads="1"/>
          </p:cNvSpPr>
          <p:nvPr userDrawn="1"/>
        </p:nvSpPr>
        <p:spPr bwMode="auto">
          <a:xfrm>
            <a:off x="228600" y="7136284"/>
            <a:ext cx="9601200" cy="401215"/>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101858" tIns="50929" rIns="101858" bIns="50929" anchor="ctr"/>
          <a:lstStyle/>
          <a:p>
            <a:endParaRPr lang="en-US" dirty="0"/>
          </a:p>
        </p:txBody>
      </p:sp>
      <p:sp>
        <p:nvSpPr>
          <p:cNvPr id="30" name="Rectangle 50"/>
          <p:cNvSpPr>
            <a:spLocks noChangeArrowheads="1"/>
          </p:cNvSpPr>
          <p:nvPr userDrawn="1"/>
        </p:nvSpPr>
        <p:spPr bwMode="auto">
          <a:xfrm flipV="1">
            <a:off x="228600" y="4967500"/>
            <a:ext cx="9601200" cy="401214"/>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91418" tIns="45710" rIns="91418" bIns="45710" anchor="ctr"/>
          <a:lstStyle/>
          <a:p>
            <a:endParaRPr lang="en-US" dirty="0"/>
          </a:p>
        </p:txBody>
      </p:sp>
      <p:grpSp>
        <p:nvGrpSpPr>
          <p:cNvPr id="31" name="Group 33"/>
          <p:cNvGrpSpPr>
            <a:grpSpLocks/>
          </p:cNvGrpSpPr>
          <p:nvPr userDrawn="1"/>
        </p:nvGrpSpPr>
        <p:grpSpPr bwMode="auto">
          <a:xfrm>
            <a:off x="1011082" y="3986954"/>
            <a:ext cx="2175828" cy="2880466"/>
            <a:chOff x="2173" y="2091"/>
            <a:chExt cx="1436" cy="1845"/>
          </a:xfrm>
        </p:grpSpPr>
        <p:sp>
          <p:nvSpPr>
            <p:cNvPr id="32"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4" name="Freeform 24"/>
            <p:cNvSpPr>
              <a:spLocks/>
            </p:cNvSpPr>
            <p:nvPr userDrawn="1"/>
          </p:nvSpPr>
          <p:spPr bwMode="auto">
            <a:xfrm>
              <a:off x="2486" y="3627"/>
              <a:ext cx="256"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5"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6"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7"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8" name="Freeform 28"/>
            <p:cNvSpPr>
              <a:spLocks/>
            </p:cNvSpPr>
            <p:nvPr userDrawn="1"/>
          </p:nvSpPr>
          <p:spPr bwMode="auto">
            <a:xfrm>
              <a:off x="2180" y="2093"/>
              <a:ext cx="1418" cy="1416"/>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9"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40"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41"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42" name="Freeform 32"/>
            <p:cNvSpPr>
              <a:spLocks/>
            </p:cNvSpPr>
            <p:nvPr userDrawn="1"/>
          </p:nvSpPr>
          <p:spPr bwMode="auto">
            <a:xfrm>
              <a:off x="2525" y="2105"/>
              <a:ext cx="735"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43" name="Rectangle 14"/>
          <p:cNvSpPr>
            <a:spLocks noChangeArrowheads="1"/>
          </p:cNvSpPr>
          <p:nvPr userDrawn="1"/>
        </p:nvSpPr>
        <p:spPr bwMode="auto">
          <a:xfrm>
            <a:off x="228600" y="228600"/>
            <a:ext cx="9601200" cy="7315200"/>
          </a:xfrm>
          <a:prstGeom prst="rect">
            <a:avLst/>
          </a:prstGeom>
          <a:noFill/>
          <a:ln w="25400">
            <a:solidFill>
              <a:schemeClr val="hlink"/>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sldLayoutIdLst>
    <p:sldLayoutId id="2147483763" r:id="rId1"/>
  </p:sldLayoutIdLst>
  <p:timing>
    <p:tnLst>
      <p:par>
        <p:cTn id="1" dur="indefinite" restart="never" nodeType="tmRoot"/>
      </p:par>
    </p:tnLst>
  </p:timing>
  <p:txStyles>
    <p:titleStyle>
      <a:lvl1pPr algn="ctr" rtl="0" eaLnBrk="0" fontAlgn="base" hangingPunct="0">
        <a:spcBef>
          <a:spcPct val="0"/>
        </a:spcBef>
        <a:spcAft>
          <a:spcPct val="0"/>
        </a:spcAft>
        <a:defRPr sz="4000">
          <a:solidFill>
            <a:schemeClr val="tx2"/>
          </a:solidFill>
          <a:latin typeface="+mj-lt"/>
          <a:ea typeface="+mj-ea"/>
          <a:cs typeface="+mj-cs"/>
        </a:defRPr>
      </a:lvl1pPr>
      <a:lvl2pPr algn="ctr" rtl="0" eaLnBrk="0" fontAlgn="base" hangingPunct="0">
        <a:spcBef>
          <a:spcPct val="0"/>
        </a:spcBef>
        <a:spcAft>
          <a:spcPct val="0"/>
        </a:spcAft>
        <a:defRPr sz="4000">
          <a:solidFill>
            <a:schemeClr val="tx2"/>
          </a:solidFill>
          <a:latin typeface="Calibri" pitchFamily="34" charset="0"/>
        </a:defRPr>
      </a:lvl2pPr>
      <a:lvl3pPr algn="ctr" rtl="0" eaLnBrk="0" fontAlgn="base" hangingPunct="0">
        <a:spcBef>
          <a:spcPct val="0"/>
        </a:spcBef>
        <a:spcAft>
          <a:spcPct val="0"/>
        </a:spcAft>
        <a:defRPr sz="4000">
          <a:solidFill>
            <a:schemeClr val="tx2"/>
          </a:solidFill>
          <a:latin typeface="Calibri" pitchFamily="34" charset="0"/>
        </a:defRPr>
      </a:lvl3pPr>
      <a:lvl4pPr algn="ctr" rtl="0" eaLnBrk="0" fontAlgn="base" hangingPunct="0">
        <a:spcBef>
          <a:spcPct val="0"/>
        </a:spcBef>
        <a:spcAft>
          <a:spcPct val="0"/>
        </a:spcAft>
        <a:defRPr sz="4000">
          <a:solidFill>
            <a:schemeClr val="tx2"/>
          </a:solidFill>
          <a:latin typeface="Calibri" pitchFamily="34" charset="0"/>
        </a:defRPr>
      </a:lvl4pPr>
      <a:lvl5pPr algn="ctr" rtl="0" eaLnBrk="0" fontAlgn="base" hangingPunct="0">
        <a:spcBef>
          <a:spcPct val="0"/>
        </a:spcBef>
        <a:spcAft>
          <a:spcPct val="0"/>
        </a:spcAft>
        <a:defRPr sz="4000">
          <a:solidFill>
            <a:schemeClr val="tx2"/>
          </a:solidFill>
          <a:latin typeface="Calibri" pitchFamily="34" charset="0"/>
        </a:defRPr>
      </a:lvl5pPr>
      <a:lvl6pPr marL="509292" algn="ctr" rtl="0" fontAlgn="base">
        <a:spcBef>
          <a:spcPct val="0"/>
        </a:spcBef>
        <a:spcAft>
          <a:spcPct val="0"/>
        </a:spcAft>
        <a:defRPr sz="4000">
          <a:solidFill>
            <a:schemeClr val="tx2"/>
          </a:solidFill>
          <a:latin typeface="Calibri" pitchFamily="34" charset="0"/>
        </a:defRPr>
      </a:lvl6pPr>
      <a:lvl7pPr marL="1018586" algn="ctr" rtl="0" fontAlgn="base">
        <a:spcBef>
          <a:spcPct val="0"/>
        </a:spcBef>
        <a:spcAft>
          <a:spcPct val="0"/>
        </a:spcAft>
        <a:defRPr sz="4000">
          <a:solidFill>
            <a:schemeClr val="tx2"/>
          </a:solidFill>
          <a:latin typeface="Calibri" pitchFamily="34" charset="0"/>
        </a:defRPr>
      </a:lvl7pPr>
      <a:lvl8pPr marL="1527879" algn="ctr" rtl="0" fontAlgn="base">
        <a:spcBef>
          <a:spcPct val="0"/>
        </a:spcBef>
        <a:spcAft>
          <a:spcPct val="0"/>
        </a:spcAft>
        <a:defRPr sz="4000">
          <a:solidFill>
            <a:schemeClr val="tx2"/>
          </a:solidFill>
          <a:latin typeface="Calibri" pitchFamily="34" charset="0"/>
        </a:defRPr>
      </a:lvl8pPr>
      <a:lvl9pPr marL="2037173" algn="ctr" rtl="0" fontAlgn="base">
        <a:spcBef>
          <a:spcPct val="0"/>
        </a:spcBef>
        <a:spcAft>
          <a:spcPct val="0"/>
        </a:spcAft>
        <a:defRPr sz="4000">
          <a:solidFill>
            <a:schemeClr val="tx2"/>
          </a:solidFill>
          <a:latin typeface="Calibri" pitchFamily="34"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342901" y="1567075"/>
            <a:ext cx="9372600" cy="5375910"/>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p:txBody>
      </p:sp>
      <p:sp>
        <p:nvSpPr>
          <p:cNvPr id="20"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21"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2"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pic>
        <p:nvPicPr>
          <p:cNvPr id="36" name="Picture 20" descr="Cello_LOGO_Horizontal_Short.png"/>
          <p:cNvPicPr>
            <a:picLocks noChangeAspect="1"/>
          </p:cNvPicPr>
          <p:nvPr userDrawn="1"/>
        </p:nvPicPr>
        <p:blipFill>
          <a:blip r:embed="rId3" cstate="print"/>
          <a:srcRect/>
          <a:stretch>
            <a:fillRect/>
          </a:stretch>
        </p:blipFill>
        <p:spPr bwMode="auto">
          <a:xfrm>
            <a:off x="320821" y="322236"/>
            <a:ext cx="2416810" cy="451590"/>
          </a:xfrm>
          <a:prstGeom prst="rect">
            <a:avLst/>
          </a:prstGeom>
          <a:noFill/>
          <a:ln w="9525">
            <a:noFill/>
            <a:miter lim="800000"/>
            <a:headEnd/>
            <a:tailEnd/>
          </a:ln>
        </p:spPr>
      </p:pic>
      <p:sp>
        <p:nvSpPr>
          <p:cNvPr id="23"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38" name="Straight Connector 37"/>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775" r:id="rId1"/>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35" algn="r" rtl="0" fontAlgn="base">
        <a:spcBef>
          <a:spcPct val="0"/>
        </a:spcBef>
        <a:spcAft>
          <a:spcPct val="0"/>
        </a:spcAft>
        <a:defRPr sz="1900">
          <a:solidFill>
            <a:schemeClr val="bg1"/>
          </a:solidFill>
          <a:latin typeface="Calisto MT" pitchFamily="18" charset="0"/>
        </a:defRPr>
      </a:lvl6pPr>
      <a:lvl7pPr marL="1018472" algn="r" rtl="0" fontAlgn="base">
        <a:spcBef>
          <a:spcPct val="0"/>
        </a:spcBef>
        <a:spcAft>
          <a:spcPct val="0"/>
        </a:spcAft>
        <a:defRPr sz="1900">
          <a:solidFill>
            <a:schemeClr val="bg1"/>
          </a:solidFill>
          <a:latin typeface="Calisto MT" pitchFamily="18" charset="0"/>
        </a:defRPr>
      </a:lvl7pPr>
      <a:lvl8pPr marL="1527709" algn="r" rtl="0" fontAlgn="base">
        <a:spcBef>
          <a:spcPct val="0"/>
        </a:spcBef>
        <a:spcAft>
          <a:spcPct val="0"/>
        </a:spcAft>
        <a:defRPr sz="1900">
          <a:solidFill>
            <a:schemeClr val="bg1"/>
          </a:solidFill>
          <a:latin typeface="Calisto MT" pitchFamily="18" charset="0"/>
        </a:defRPr>
      </a:lvl8pPr>
      <a:lvl9pPr marL="2036945" algn="r" rtl="0" fontAlgn="base">
        <a:spcBef>
          <a:spcPct val="0"/>
        </a:spcBef>
        <a:spcAft>
          <a:spcPct val="0"/>
        </a:spcAft>
        <a:defRPr sz="1900">
          <a:solidFill>
            <a:schemeClr val="bg1"/>
          </a:solidFill>
          <a:latin typeface="Calisto MT" pitchFamily="18" charset="0"/>
        </a:defRPr>
      </a:lvl9pPr>
    </p:titleStyle>
    <p:bodyStyle>
      <a:lvl1pPr marL="187449" indent="-187449"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665" indent="-185681"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882" indent="-185681"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800798" indent="-254617" algn="l" rtl="0" fontAlgn="base">
        <a:spcBef>
          <a:spcPct val="20000"/>
        </a:spcBef>
        <a:spcAft>
          <a:spcPct val="0"/>
        </a:spcAft>
        <a:buChar char="»"/>
        <a:defRPr sz="1600">
          <a:solidFill>
            <a:schemeClr val="tx1"/>
          </a:solidFill>
          <a:latin typeface="Arial" charset="0"/>
        </a:defRPr>
      </a:lvl6pPr>
      <a:lvl7pPr marL="3310035" indent="-254617" algn="l" rtl="0" fontAlgn="base">
        <a:spcBef>
          <a:spcPct val="20000"/>
        </a:spcBef>
        <a:spcAft>
          <a:spcPct val="0"/>
        </a:spcAft>
        <a:buChar char="»"/>
        <a:defRPr sz="1600">
          <a:solidFill>
            <a:schemeClr val="tx1"/>
          </a:solidFill>
          <a:latin typeface="Arial" charset="0"/>
        </a:defRPr>
      </a:lvl7pPr>
      <a:lvl8pPr marL="3819270" indent="-254617" algn="l" rtl="0" fontAlgn="base">
        <a:spcBef>
          <a:spcPct val="20000"/>
        </a:spcBef>
        <a:spcAft>
          <a:spcPct val="0"/>
        </a:spcAft>
        <a:buChar char="»"/>
        <a:defRPr sz="1600">
          <a:solidFill>
            <a:schemeClr val="tx1"/>
          </a:solidFill>
          <a:latin typeface="Arial" charset="0"/>
        </a:defRPr>
      </a:lvl8pPr>
      <a:lvl9pPr marL="4328505" indent="-254617"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50207" name="Picture 31" descr="Cello_CoverDesigns_cellofade-02"/>
          <p:cNvPicPr>
            <a:picLocks noChangeAspect="1" noChangeArrowheads="1"/>
          </p:cNvPicPr>
          <p:nvPr userDrawn="1"/>
        </p:nvPicPr>
        <p:blipFill>
          <a:blip r:embed="rId2" cstate="print"/>
          <a:srcRect l="2904" t="426" r="180"/>
          <a:stretch>
            <a:fillRect/>
          </a:stretch>
        </p:blipFill>
        <p:spPr bwMode="auto">
          <a:xfrm>
            <a:off x="228600" y="868436"/>
            <a:ext cx="9601200" cy="4295367"/>
          </a:xfrm>
          <a:prstGeom prst="rect">
            <a:avLst/>
          </a:prstGeom>
          <a:noFill/>
        </p:spPr>
      </p:pic>
      <p:sp>
        <p:nvSpPr>
          <p:cNvPr id="323601" name="Line 17"/>
          <p:cNvSpPr>
            <a:spLocks noChangeShapeType="1"/>
          </p:cNvSpPr>
          <p:nvPr/>
        </p:nvSpPr>
        <p:spPr bwMode="auto">
          <a:xfrm>
            <a:off x="228600" y="5181262"/>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solidFill>
                <a:srgbClr val="000000"/>
              </a:solidFill>
            </a:endParaRPr>
          </a:p>
        </p:txBody>
      </p:sp>
      <p:sp>
        <p:nvSpPr>
          <p:cNvPr id="2" name="Line 17"/>
          <p:cNvSpPr>
            <a:spLocks noChangeShapeType="1"/>
          </p:cNvSpPr>
          <p:nvPr/>
        </p:nvSpPr>
        <p:spPr bwMode="auto">
          <a:xfrm>
            <a:off x="228600" y="829416"/>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solidFill>
                <a:srgbClr val="000000"/>
              </a:solidFill>
            </a:endParaRPr>
          </a:p>
        </p:txBody>
      </p:sp>
      <p:grpSp>
        <p:nvGrpSpPr>
          <p:cNvPr id="4" name="Group 33"/>
          <p:cNvGrpSpPr>
            <a:grpSpLocks/>
          </p:cNvGrpSpPr>
          <p:nvPr/>
        </p:nvGrpSpPr>
        <p:grpSpPr bwMode="auto">
          <a:xfrm>
            <a:off x="3794604"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grpSp>
      <p:sp>
        <p:nvSpPr>
          <p:cNvPr id="33" name="Rectangle 20"/>
          <p:cNvSpPr>
            <a:spLocks noChangeArrowheads="1"/>
          </p:cNvSpPr>
          <p:nvPr/>
        </p:nvSpPr>
        <p:spPr bwMode="auto">
          <a:xfrm>
            <a:off x="228600" y="228600"/>
            <a:ext cx="9601200" cy="7315200"/>
          </a:xfrm>
          <a:prstGeom prst="rect">
            <a:avLst/>
          </a:prstGeom>
          <a:noFill/>
          <a:ln w="38100">
            <a:solidFill>
              <a:schemeClr val="accent1"/>
            </a:solidFill>
            <a:miter lim="800000"/>
            <a:headEnd/>
            <a:tailEnd/>
          </a:ln>
        </p:spPr>
        <p:txBody>
          <a:bodyPr wrap="none" lIns="101847" tIns="50923" rIns="101847" bIns="50923" anchor="ctr"/>
          <a:lstStyle/>
          <a:p>
            <a:pPr>
              <a:defRPr/>
            </a:pPr>
            <a:endParaRPr lang="en-US" dirty="0">
              <a:solidFill>
                <a:srgbClr val="000000"/>
              </a:solidFill>
            </a:endParaRPr>
          </a:p>
        </p:txBody>
      </p:sp>
      <p:pic>
        <p:nvPicPr>
          <p:cNvPr id="28" name="Picture 27" descr="GUGG_logo_262.gif"/>
          <p:cNvPicPr>
            <a:picLocks noChangeAspect="1"/>
          </p:cNvPicPr>
          <p:nvPr userDrawn="1"/>
        </p:nvPicPr>
        <p:blipFill>
          <a:blip r:embed="rId3" cstate="print"/>
          <a:stretch>
            <a:fillRect/>
          </a:stretch>
        </p:blipFill>
        <p:spPr>
          <a:xfrm>
            <a:off x="3992880" y="468949"/>
            <a:ext cx="2072640" cy="153375"/>
          </a:xfrm>
          <a:prstGeom prst="rect">
            <a:avLst/>
          </a:prstGeom>
        </p:spPr>
      </p:pic>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92" algn="ctr" rtl="0" fontAlgn="base">
        <a:spcBef>
          <a:spcPct val="0"/>
        </a:spcBef>
        <a:spcAft>
          <a:spcPct val="0"/>
        </a:spcAft>
        <a:defRPr sz="4900">
          <a:solidFill>
            <a:schemeClr val="tx2"/>
          </a:solidFill>
          <a:latin typeface="Cambria" pitchFamily="18" charset="0"/>
        </a:defRPr>
      </a:lvl6pPr>
      <a:lvl7pPr marL="1018586" algn="ctr" rtl="0" fontAlgn="base">
        <a:spcBef>
          <a:spcPct val="0"/>
        </a:spcBef>
        <a:spcAft>
          <a:spcPct val="0"/>
        </a:spcAft>
        <a:defRPr sz="4900">
          <a:solidFill>
            <a:schemeClr val="tx2"/>
          </a:solidFill>
          <a:latin typeface="Cambria" pitchFamily="18" charset="0"/>
        </a:defRPr>
      </a:lvl7pPr>
      <a:lvl8pPr marL="1527879" algn="ctr" rtl="0" fontAlgn="base">
        <a:spcBef>
          <a:spcPct val="0"/>
        </a:spcBef>
        <a:spcAft>
          <a:spcPct val="0"/>
        </a:spcAft>
        <a:defRPr sz="4900">
          <a:solidFill>
            <a:schemeClr val="tx2"/>
          </a:solidFill>
          <a:latin typeface="Cambria" pitchFamily="18" charset="0"/>
        </a:defRPr>
      </a:lvl8pPr>
      <a:lvl9pPr marL="2037173"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7918" name="Picture 30" descr="Cello_CoverDesigns_Cellobluestrip-01"/>
          <p:cNvPicPr>
            <a:picLocks noChangeAspect="1" noChangeArrowheads="1"/>
          </p:cNvPicPr>
          <p:nvPr userDrawn="1"/>
        </p:nvPicPr>
        <p:blipFill>
          <a:blip r:embed="rId2" cstate="print"/>
          <a:srcRect b="3510"/>
          <a:stretch>
            <a:fillRect/>
          </a:stretch>
        </p:blipFill>
        <p:spPr bwMode="auto">
          <a:xfrm>
            <a:off x="228600" y="4697402"/>
            <a:ext cx="9601200" cy="482500"/>
          </a:xfrm>
          <a:prstGeom prst="rect">
            <a:avLst/>
          </a:prstGeom>
          <a:noFill/>
        </p:spPr>
      </p:pic>
      <p:pic>
        <p:nvPicPr>
          <p:cNvPr id="37892" name="Picture 33" descr="Cello_CoverDesigns_FINAL_2-02"/>
          <p:cNvPicPr>
            <a:picLocks noChangeAspect="1" noChangeArrowheads="1"/>
          </p:cNvPicPr>
          <p:nvPr/>
        </p:nvPicPr>
        <p:blipFill>
          <a:blip r:embed="rId3" cstate="print"/>
          <a:srcRect b="13019"/>
          <a:stretch>
            <a:fillRect/>
          </a:stretch>
        </p:blipFill>
        <p:spPr bwMode="auto">
          <a:xfrm>
            <a:off x="228600" y="788038"/>
            <a:ext cx="9601200" cy="3853742"/>
          </a:xfrm>
          <a:prstGeom prst="rect">
            <a:avLst/>
          </a:prstGeom>
          <a:noFill/>
          <a:ln w="9525">
            <a:noFill/>
            <a:miter lim="800000"/>
            <a:headEnd/>
            <a:tailEnd/>
          </a:ln>
        </p:spPr>
      </p:pic>
      <p:sp>
        <p:nvSpPr>
          <p:cNvPr id="33" name="Rectangle 20"/>
          <p:cNvSpPr>
            <a:spLocks noChangeArrowheads="1"/>
          </p:cNvSpPr>
          <p:nvPr/>
        </p:nvSpPr>
        <p:spPr bwMode="auto">
          <a:xfrm>
            <a:off x="228600" y="228600"/>
            <a:ext cx="9601200" cy="7315200"/>
          </a:xfrm>
          <a:prstGeom prst="rect">
            <a:avLst/>
          </a:prstGeom>
          <a:noFill/>
          <a:ln w="38100">
            <a:solidFill>
              <a:srgbClr val="DAD6D3"/>
            </a:solidFill>
            <a:miter lim="800000"/>
            <a:headEnd/>
            <a:tailEnd/>
          </a:ln>
          <a:effectLst/>
        </p:spPr>
        <p:txBody>
          <a:bodyPr wrap="none" lIns="101847" tIns="50923" rIns="101847" bIns="50923" anchor="ctr"/>
          <a:lstStyle/>
          <a:p>
            <a:pPr>
              <a:defRPr/>
            </a:pPr>
            <a:endParaRPr lang="en-US" dirty="0">
              <a:solidFill>
                <a:srgbClr val="000000"/>
              </a:solidFill>
            </a:endParaRPr>
          </a:p>
        </p:txBody>
      </p:sp>
      <p:grpSp>
        <p:nvGrpSpPr>
          <p:cNvPr id="4" name="Group 33"/>
          <p:cNvGrpSpPr>
            <a:grpSpLocks/>
          </p:cNvGrpSpPr>
          <p:nvPr/>
        </p:nvGrpSpPr>
        <p:grpSpPr bwMode="auto">
          <a:xfrm>
            <a:off x="3775395"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grpSp>
      <p:pic>
        <p:nvPicPr>
          <p:cNvPr id="27" name="Picture 26" descr="GUGG_logo_262.gif"/>
          <p:cNvPicPr>
            <a:picLocks noChangeAspect="1"/>
          </p:cNvPicPr>
          <p:nvPr userDrawn="1"/>
        </p:nvPicPr>
        <p:blipFill>
          <a:blip r:embed="rId4" cstate="print"/>
          <a:stretch>
            <a:fillRect/>
          </a:stretch>
        </p:blipFill>
        <p:spPr>
          <a:xfrm>
            <a:off x="3992880" y="468949"/>
            <a:ext cx="2072640" cy="153375"/>
          </a:xfrm>
          <a:prstGeom prst="rect">
            <a:avLst/>
          </a:prstGeom>
        </p:spPr>
      </p:pic>
    </p:spTree>
  </p:cSld>
  <p:clrMap bg1="lt1" tx1="dk1" bg2="lt2" tx2="dk2" accent1="accent1" accent2="accent2" accent3="accent3" accent4="accent4" accent5="accent5" accent6="accent6" hlink="hlink" folHlink="folHlink"/>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35" algn="ctr" rtl="0" fontAlgn="base">
        <a:spcBef>
          <a:spcPct val="0"/>
        </a:spcBef>
        <a:spcAft>
          <a:spcPct val="0"/>
        </a:spcAft>
        <a:defRPr sz="4900">
          <a:solidFill>
            <a:schemeClr val="tx2"/>
          </a:solidFill>
          <a:latin typeface="Cambria" pitchFamily="18" charset="0"/>
        </a:defRPr>
      </a:lvl6pPr>
      <a:lvl7pPr marL="1018472" algn="ctr" rtl="0" fontAlgn="base">
        <a:spcBef>
          <a:spcPct val="0"/>
        </a:spcBef>
        <a:spcAft>
          <a:spcPct val="0"/>
        </a:spcAft>
        <a:defRPr sz="4900">
          <a:solidFill>
            <a:schemeClr val="tx2"/>
          </a:solidFill>
          <a:latin typeface="Cambria" pitchFamily="18" charset="0"/>
        </a:defRPr>
      </a:lvl7pPr>
      <a:lvl8pPr marL="1527709" algn="ctr" rtl="0" fontAlgn="base">
        <a:spcBef>
          <a:spcPct val="0"/>
        </a:spcBef>
        <a:spcAft>
          <a:spcPct val="0"/>
        </a:spcAft>
        <a:defRPr sz="4900">
          <a:solidFill>
            <a:schemeClr val="tx2"/>
          </a:solidFill>
          <a:latin typeface="Cambria" pitchFamily="18" charset="0"/>
        </a:defRPr>
      </a:lvl8pPr>
      <a:lvl9pPr marL="2036945"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800798" indent="-254617" algn="l" rtl="0" fontAlgn="base">
        <a:spcBef>
          <a:spcPct val="20000"/>
        </a:spcBef>
        <a:spcAft>
          <a:spcPct val="0"/>
        </a:spcAft>
        <a:buChar char="»"/>
        <a:defRPr sz="2200">
          <a:solidFill>
            <a:schemeClr val="tx1"/>
          </a:solidFill>
          <a:latin typeface="+mn-lt"/>
        </a:defRPr>
      </a:lvl6pPr>
      <a:lvl7pPr marL="3310035" indent="-254617" algn="l" rtl="0" fontAlgn="base">
        <a:spcBef>
          <a:spcPct val="20000"/>
        </a:spcBef>
        <a:spcAft>
          <a:spcPct val="0"/>
        </a:spcAft>
        <a:buChar char="»"/>
        <a:defRPr sz="2200">
          <a:solidFill>
            <a:schemeClr val="tx1"/>
          </a:solidFill>
          <a:latin typeface="+mn-lt"/>
        </a:defRPr>
      </a:lvl7pPr>
      <a:lvl8pPr marL="3819270" indent="-254617" algn="l" rtl="0" fontAlgn="base">
        <a:spcBef>
          <a:spcPct val="20000"/>
        </a:spcBef>
        <a:spcAft>
          <a:spcPct val="0"/>
        </a:spcAft>
        <a:buChar char="»"/>
        <a:defRPr sz="2200">
          <a:solidFill>
            <a:schemeClr val="tx1"/>
          </a:solidFill>
          <a:latin typeface="+mn-lt"/>
        </a:defRPr>
      </a:lvl8pPr>
      <a:lvl9pPr marL="4328505" indent="-254617"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101859" tIns="50929" rIns="101859" bIns="50929"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1"/>
            <a:ext cx="9601200" cy="649224"/>
          </a:xfrm>
          <a:prstGeom prst="rect">
            <a:avLst/>
          </a:prstGeom>
          <a:solidFill>
            <a:srgbClr val="2E398A"/>
          </a:solidFill>
          <a:ln w="9525">
            <a:noFill/>
            <a:miter lim="800000"/>
            <a:headEnd/>
            <a:tailEnd/>
          </a:ln>
          <a:effectLst/>
        </p:spPr>
        <p:txBody>
          <a:bodyPr wrap="none" lIns="101859" tIns="50929" rIns="101859" bIns="50929" anchor="ctr"/>
          <a:lstStyle/>
          <a:p>
            <a:pPr defTabSz="1018824">
              <a:defRPr/>
            </a:pPr>
            <a:endParaRPr lang="en-US" sz="2000" dirty="0">
              <a:solidFill>
                <a:srgbClr val="000000"/>
              </a:solidFill>
            </a:endParaRPr>
          </a:p>
        </p:txBody>
      </p:sp>
      <p:sp>
        <p:nvSpPr>
          <p:cNvPr id="1029" name="Rectangle 2"/>
          <p:cNvSpPr>
            <a:spLocks noGrp="1" noChangeArrowheads="1"/>
          </p:cNvSpPr>
          <p:nvPr>
            <p:ph type="title"/>
          </p:nvPr>
        </p:nvSpPr>
        <p:spPr bwMode="auto">
          <a:xfrm>
            <a:off x="2518974" y="220861"/>
            <a:ext cx="7280116" cy="644102"/>
          </a:xfrm>
          <a:prstGeom prst="rect">
            <a:avLst/>
          </a:prstGeom>
          <a:noFill/>
          <a:ln w="9525">
            <a:noFill/>
            <a:miter lim="800000"/>
            <a:headEnd/>
            <a:tailEnd/>
          </a:ln>
        </p:spPr>
        <p:txBody>
          <a:bodyPr vert="horz" wrap="square" lIns="101859" tIns="50929" rIns="101859" bIns="50929"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01" y="7333576"/>
            <a:ext cx="827723" cy="213400"/>
          </a:xfrm>
          <a:prstGeom prst="rect">
            <a:avLst/>
          </a:prstGeom>
          <a:noFill/>
          <a:ln w="9525">
            <a:noFill/>
            <a:miter lim="800000"/>
            <a:headEnd/>
            <a:tailEnd/>
          </a:ln>
          <a:effectLst/>
        </p:spPr>
        <p:txBody>
          <a:bodyPr lIns="0" tIns="0" rIns="0" bIns="0" anchor="b"/>
          <a:lstStyle/>
          <a:p>
            <a:pPr defTabSz="1018824">
              <a:defRPr/>
            </a:pPr>
            <a:r>
              <a:rPr lang="en-US" sz="900" b="1" dirty="0">
                <a:solidFill>
                  <a:srgbClr val="203353"/>
                </a:solidFill>
                <a:latin typeface="Calibri"/>
              </a:rPr>
              <a:t>PAGE </a:t>
            </a:r>
            <a:fld id="{54B17DE0-6D87-48AB-BBA0-9128AA86CC3B}" type="slidenum">
              <a:rPr lang="en-US" sz="900" b="1">
                <a:solidFill>
                  <a:srgbClr val="203353"/>
                </a:solidFill>
                <a:latin typeface="Calibri"/>
              </a:rPr>
              <a:pPr defTabSz="1018824">
                <a:defRPr/>
              </a:pPr>
              <a:t>‹#›</a:t>
            </a:fld>
            <a:endParaRPr lang="en-US" sz="900" b="1" dirty="0">
              <a:solidFill>
                <a:srgbClr val="203353"/>
              </a:solidFill>
              <a:latin typeface="Calibri"/>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6047961"/>
      </p:ext>
    </p:extLst>
  </p:cSld>
  <p:clrMap bg1="lt1" tx1="dk1" bg2="lt2" tx2="dk2" accent1="accent1" accent2="accent2" accent3="accent3" accent4="accent4" accent5="accent5" accent6="accent6" hlink="hlink" folHlink="folHlink"/>
  <p:sldLayoutIdLst>
    <p:sldLayoutId id="2147483848" r:id="rId1"/>
    <p:sldLayoutId id="2147483849" r:id="rId2"/>
    <p:sldLayoutId id="2147483850" r:id="rId3"/>
    <p:sldLayoutId id="2147483851" r:id="rId4"/>
    <p:sldLayoutId id="2147483852" r:id="rId5"/>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5" algn="r" rtl="0" fontAlgn="base">
        <a:spcBef>
          <a:spcPct val="0"/>
        </a:spcBef>
        <a:spcAft>
          <a:spcPct val="0"/>
        </a:spcAft>
        <a:defRPr sz="1900">
          <a:solidFill>
            <a:schemeClr val="bg1"/>
          </a:solidFill>
          <a:latin typeface="Calisto MT" pitchFamily="18" charset="0"/>
        </a:defRPr>
      </a:lvl6pPr>
      <a:lvl7pPr marL="1018592" algn="r" rtl="0" fontAlgn="base">
        <a:spcBef>
          <a:spcPct val="0"/>
        </a:spcBef>
        <a:spcAft>
          <a:spcPct val="0"/>
        </a:spcAft>
        <a:defRPr sz="1900">
          <a:solidFill>
            <a:schemeClr val="bg1"/>
          </a:solidFill>
          <a:latin typeface="Calisto MT" pitchFamily="18" charset="0"/>
        </a:defRPr>
      </a:lvl7pPr>
      <a:lvl8pPr marL="1527887" algn="r" rtl="0" fontAlgn="base">
        <a:spcBef>
          <a:spcPct val="0"/>
        </a:spcBef>
        <a:spcAft>
          <a:spcPct val="0"/>
        </a:spcAft>
        <a:defRPr sz="1900">
          <a:solidFill>
            <a:schemeClr val="bg1"/>
          </a:solidFill>
          <a:latin typeface="Calisto MT" pitchFamily="18" charset="0"/>
        </a:defRPr>
      </a:lvl8pPr>
      <a:lvl9pPr marL="2037183" algn="r" rtl="0" fontAlgn="base">
        <a:spcBef>
          <a:spcPct val="0"/>
        </a:spcBef>
        <a:spcAft>
          <a:spcPct val="0"/>
        </a:spcAft>
        <a:defRPr sz="1900">
          <a:solidFill>
            <a:schemeClr val="bg1"/>
          </a:solidFill>
          <a:latin typeface="Calisto MT" pitchFamily="18" charset="0"/>
        </a:defRPr>
      </a:lvl9pPr>
    </p:titleStyle>
    <p:bodyStyle>
      <a:lvl1pPr marL="187470" indent="-187470"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709" indent="-185703"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948" indent="-185703"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80966" indent="-252909" algn="l" rtl="0" eaLnBrk="0" fontAlgn="base" hangingPunct="0">
        <a:spcBef>
          <a:spcPct val="20000"/>
        </a:spcBef>
        <a:spcAft>
          <a:spcPct val="0"/>
        </a:spcAft>
        <a:buChar char="–"/>
        <a:defRPr sz="1600">
          <a:solidFill>
            <a:schemeClr val="tx1"/>
          </a:solidFill>
          <a:latin typeface="Arial" charset="0"/>
        </a:defRPr>
      </a:lvl4pPr>
      <a:lvl5pPr marL="2290319" indent="-252909" algn="l" rtl="0" eaLnBrk="0" fontAlgn="base" hangingPunct="0">
        <a:spcBef>
          <a:spcPct val="20000"/>
        </a:spcBef>
        <a:spcAft>
          <a:spcPct val="0"/>
        </a:spcAft>
        <a:buChar char="»"/>
        <a:defRPr sz="1600">
          <a:solidFill>
            <a:schemeClr val="tx1"/>
          </a:solidFill>
          <a:latin typeface="Arial" charset="0"/>
        </a:defRPr>
      </a:lvl5pPr>
      <a:lvl6pPr marL="2801126" indent="-254647" algn="l" rtl="0" fontAlgn="base">
        <a:spcBef>
          <a:spcPct val="20000"/>
        </a:spcBef>
        <a:spcAft>
          <a:spcPct val="0"/>
        </a:spcAft>
        <a:buChar char="»"/>
        <a:defRPr sz="1600">
          <a:solidFill>
            <a:schemeClr val="tx1"/>
          </a:solidFill>
          <a:latin typeface="Arial" charset="0"/>
        </a:defRPr>
      </a:lvl6pPr>
      <a:lvl7pPr marL="3310422" indent="-254647" algn="l" rtl="0" fontAlgn="base">
        <a:spcBef>
          <a:spcPct val="20000"/>
        </a:spcBef>
        <a:spcAft>
          <a:spcPct val="0"/>
        </a:spcAft>
        <a:buChar char="»"/>
        <a:defRPr sz="1600">
          <a:solidFill>
            <a:schemeClr val="tx1"/>
          </a:solidFill>
          <a:latin typeface="Arial" charset="0"/>
        </a:defRPr>
      </a:lvl7pPr>
      <a:lvl8pPr marL="3819717" indent="-254647" algn="l" rtl="0" fontAlgn="base">
        <a:spcBef>
          <a:spcPct val="20000"/>
        </a:spcBef>
        <a:spcAft>
          <a:spcPct val="0"/>
        </a:spcAft>
        <a:buChar char="»"/>
        <a:defRPr sz="1600">
          <a:solidFill>
            <a:schemeClr val="tx1"/>
          </a:solidFill>
          <a:latin typeface="Arial" charset="0"/>
        </a:defRPr>
      </a:lvl8pPr>
      <a:lvl9pPr marL="4329012" indent="-254647"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92" rtl="0" eaLnBrk="1" latinLnBrk="0" hangingPunct="1">
        <a:defRPr sz="2000" kern="1200">
          <a:solidFill>
            <a:schemeClr val="tx1"/>
          </a:solidFill>
          <a:latin typeface="+mn-lt"/>
          <a:ea typeface="+mn-ea"/>
          <a:cs typeface="+mn-cs"/>
        </a:defRPr>
      </a:lvl1pPr>
      <a:lvl2pPr marL="509295" algn="l" defTabSz="1018592" rtl="0" eaLnBrk="1" latinLnBrk="0" hangingPunct="1">
        <a:defRPr sz="2000" kern="1200">
          <a:solidFill>
            <a:schemeClr val="tx1"/>
          </a:solidFill>
          <a:latin typeface="+mn-lt"/>
          <a:ea typeface="+mn-ea"/>
          <a:cs typeface="+mn-cs"/>
        </a:defRPr>
      </a:lvl2pPr>
      <a:lvl3pPr marL="1018592" algn="l" defTabSz="1018592" rtl="0" eaLnBrk="1" latinLnBrk="0" hangingPunct="1">
        <a:defRPr sz="2000" kern="1200">
          <a:solidFill>
            <a:schemeClr val="tx1"/>
          </a:solidFill>
          <a:latin typeface="+mn-lt"/>
          <a:ea typeface="+mn-ea"/>
          <a:cs typeface="+mn-cs"/>
        </a:defRPr>
      </a:lvl3pPr>
      <a:lvl4pPr marL="1527887" algn="l" defTabSz="1018592" rtl="0" eaLnBrk="1" latinLnBrk="0" hangingPunct="1">
        <a:defRPr sz="2000" kern="1200">
          <a:solidFill>
            <a:schemeClr val="tx1"/>
          </a:solidFill>
          <a:latin typeface="+mn-lt"/>
          <a:ea typeface="+mn-ea"/>
          <a:cs typeface="+mn-cs"/>
        </a:defRPr>
      </a:lvl4pPr>
      <a:lvl5pPr marL="2037183" algn="l" defTabSz="1018592" rtl="0" eaLnBrk="1" latinLnBrk="0" hangingPunct="1">
        <a:defRPr sz="2000" kern="1200">
          <a:solidFill>
            <a:schemeClr val="tx1"/>
          </a:solidFill>
          <a:latin typeface="+mn-lt"/>
          <a:ea typeface="+mn-ea"/>
          <a:cs typeface="+mn-cs"/>
        </a:defRPr>
      </a:lvl5pPr>
      <a:lvl6pPr marL="2546478" algn="l" defTabSz="1018592" rtl="0" eaLnBrk="1" latinLnBrk="0" hangingPunct="1">
        <a:defRPr sz="2000" kern="1200">
          <a:solidFill>
            <a:schemeClr val="tx1"/>
          </a:solidFill>
          <a:latin typeface="+mn-lt"/>
          <a:ea typeface="+mn-ea"/>
          <a:cs typeface="+mn-cs"/>
        </a:defRPr>
      </a:lvl6pPr>
      <a:lvl7pPr marL="3055774" algn="l" defTabSz="1018592" rtl="0" eaLnBrk="1" latinLnBrk="0" hangingPunct="1">
        <a:defRPr sz="2000" kern="1200">
          <a:solidFill>
            <a:schemeClr val="tx1"/>
          </a:solidFill>
          <a:latin typeface="+mn-lt"/>
          <a:ea typeface="+mn-ea"/>
          <a:cs typeface="+mn-cs"/>
        </a:defRPr>
      </a:lvl7pPr>
      <a:lvl8pPr marL="3565070" algn="l" defTabSz="1018592" rtl="0" eaLnBrk="1" latinLnBrk="0" hangingPunct="1">
        <a:defRPr sz="2000" kern="1200">
          <a:solidFill>
            <a:schemeClr val="tx1"/>
          </a:solidFill>
          <a:latin typeface="+mn-lt"/>
          <a:ea typeface="+mn-ea"/>
          <a:cs typeface="+mn-cs"/>
        </a:defRPr>
      </a:lvl8pPr>
      <a:lvl9pPr marL="4074364" algn="l" defTabSz="1018592" rtl="0" eaLnBrk="1" latinLnBrk="0" hangingPunct="1">
        <a:defRPr sz="20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101692" tIns="50847" rIns="101692" bIns="50847"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4"/>
            <a:ext cx="9601200" cy="649224"/>
          </a:xfrm>
          <a:prstGeom prst="rect">
            <a:avLst/>
          </a:prstGeom>
          <a:solidFill>
            <a:srgbClr val="2E398A"/>
          </a:solidFill>
          <a:ln w="9525">
            <a:noFill/>
            <a:miter lim="800000"/>
            <a:headEnd/>
            <a:tailEnd/>
          </a:ln>
          <a:effectLst/>
        </p:spPr>
        <p:txBody>
          <a:bodyPr wrap="none" lIns="101692" tIns="50847" rIns="101692" bIns="50847" anchor="ctr"/>
          <a:lstStyle/>
          <a:p>
            <a:pPr defTabSz="1017157">
              <a:defRPr/>
            </a:pPr>
            <a:endParaRPr lang="en-US" sz="2000" dirty="0">
              <a:solidFill>
                <a:srgbClr val="000000"/>
              </a:solidFill>
            </a:endParaRPr>
          </a:p>
        </p:txBody>
      </p:sp>
      <p:sp>
        <p:nvSpPr>
          <p:cNvPr id="1029"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692" tIns="50847" rIns="101692" bIns="50847"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17" y="7333576"/>
            <a:ext cx="827723" cy="213400"/>
          </a:xfrm>
          <a:prstGeom prst="rect">
            <a:avLst/>
          </a:prstGeom>
          <a:noFill/>
          <a:ln w="9525">
            <a:noFill/>
            <a:miter lim="800000"/>
            <a:headEnd/>
            <a:tailEnd/>
          </a:ln>
          <a:effectLst/>
        </p:spPr>
        <p:txBody>
          <a:bodyPr lIns="0" tIns="0" rIns="0" bIns="0" anchor="b"/>
          <a:lstStyle/>
          <a:p>
            <a:pPr defTabSz="1017157">
              <a:defRPr/>
            </a:pPr>
            <a:r>
              <a:rPr lang="en-US" sz="900" b="1" dirty="0">
                <a:solidFill>
                  <a:srgbClr val="203353"/>
                </a:solidFill>
                <a:latin typeface="Calibri"/>
              </a:rPr>
              <a:t>PAGE </a:t>
            </a:r>
            <a:fld id="{54B17DE0-6D87-48AB-BBA0-9128AA86CC3B}" type="slidenum">
              <a:rPr lang="en-US" sz="900" b="1">
                <a:solidFill>
                  <a:srgbClr val="203353"/>
                </a:solidFill>
                <a:latin typeface="Calibri"/>
              </a:rPr>
              <a:pPr defTabSz="1017157">
                <a:defRPr/>
              </a:pPr>
              <a:t>‹#›</a:t>
            </a:fld>
            <a:endParaRPr lang="en-US" sz="900" b="1" dirty="0">
              <a:solidFill>
                <a:srgbClr val="203353"/>
              </a:solidFill>
              <a:latin typeface="Calibri"/>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7169777"/>
      </p:ext>
    </p:extLst>
  </p:cSld>
  <p:clrMap bg1="lt1" tx1="dk1" bg2="lt2" tx2="dk2" accent1="accent1" accent2="accent2" accent3="accent3" accent4="accent4" accent5="accent5" accent6="accent6" hlink="hlink" folHlink="folHlink"/>
  <p:sldLayoutIdLst>
    <p:sldLayoutId id="2147483854" r:id="rId1"/>
    <p:sldLayoutId id="2147483855" r:id="rId2"/>
    <p:sldLayoutId id="2147483856" r:id="rId3"/>
    <p:sldLayoutId id="2147483857" r:id="rId4"/>
    <p:sldLayoutId id="2147483858" r:id="rId5"/>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8463" algn="r" rtl="0" fontAlgn="base">
        <a:spcBef>
          <a:spcPct val="0"/>
        </a:spcBef>
        <a:spcAft>
          <a:spcPct val="0"/>
        </a:spcAft>
        <a:defRPr sz="1900">
          <a:solidFill>
            <a:schemeClr val="bg1"/>
          </a:solidFill>
          <a:latin typeface="Calisto MT" pitchFamily="18" charset="0"/>
        </a:defRPr>
      </a:lvl6pPr>
      <a:lvl7pPr marL="1016925" algn="r" rtl="0" fontAlgn="base">
        <a:spcBef>
          <a:spcPct val="0"/>
        </a:spcBef>
        <a:spcAft>
          <a:spcPct val="0"/>
        </a:spcAft>
        <a:defRPr sz="1900">
          <a:solidFill>
            <a:schemeClr val="bg1"/>
          </a:solidFill>
          <a:latin typeface="Calisto MT" pitchFamily="18" charset="0"/>
        </a:defRPr>
      </a:lvl7pPr>
      <a:lvl8pPr marL="1525388" algn="r" rtl="0" fontAlgn="base">
        <a:spcBef>
          <a:spcPct val="0"/>
        </a:spcBef>
        <a:spcAft>
          <a:spcPct val="0"/>
        </a:spcAft>
        <a:defRPr sz="1900">
          <a:solidFill>
            <a:schemeClr val="bg1"/>
          </a:solidFill>
          <a:latin typeface="Calisto MT" pitchFamily="18" charset="0"/>
        </a:defRPr>
      </a:lvl8pPr>
      <a:lvl9pPr marL="2033851" algn="r" rtl="0" fontAlgn="base">
        <a:spcBef>
          <a:spcPct val="0"/>
        </a:spcBef>
        <a:spcAft>
          <a:spcPct val="0"/>
        </a:spcAft>
        <a:defRPr sz="1900">
          <a:solidFill>
            <a:schemeClr val="bg1"/>
          </a:solidFill>
          <a:latin typeface="Calisto MT" pitchFamily="18" charset="0"/>
        </a:defRPr>
      </a:lvl9pPr>
    </p:titleStyle>
    <p:bodyStyle>
      <a:lvl1pPr marL="187164" indent="-187164"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093" indent="-185400"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023" indent="-185400"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78054" indent="-252500" algn="l" rtl="0" eaLnBrk="0" fontAlgn="base" hangingPunct="0">
        <a:spcBef>
          <a:spcPct val="20000"/>
        </a:spcBef>
        <a:spcAft>
          <a:spcPct val="0"/>
        </a:spcAft>
        <a:buChar char="–"/>
        <a:defRPr sz="1600">
          <a:solidFill>
            <a:schemeClr val="tx1"/>
          </a:solidFill>
          <a:latin typeface="Arial" charset="0"/>
        </a:defRPr>
      </a:lvl4pPr>
      <a:lvl5pPr marL="2286573" indent="-252500" algn="l" rtl="0" eaLnBrk="0" fontAlgn="base" hangingPunct="0">
        <a:spcBef>
          <a:spcPct val="20000"/>
        </a:spcBef>
        <a:spcAft>
          <a:spcPct val="0"/>
        </a:spcAft>
        <a:buChar char="»"/>
        <a:defRPr sz="1600">
          <a:solidFill>
            <a:schemeClr val="tx1"/>
          </a:solidFill>
          <a:latin typeface="Arial" charset="0"/>
        </a:defRPr>
      </a:lvl5pPr>
      <a:lvl6pPr marL="2796545" indent="-254235" algn="l" rtl="0" fontAlgn="base">
        <a:spcBef>
          <a:spcPct val="20000"/>
        </a:spcBef>
        <a:spcAft>
          <a:spcPct val="0"/>
        </a:spcAft>
        <a:buChar char="»"/>
        <a:defRPr sz="1600">
          <a:solidFill>
            <a:schemeClr val="tx1"/>
          </a:solidFill>
          <a:latin typeface="Arial" charset="0"/>
        </a:defRPr>
      </a:lvl6pPr>
      <a:lvl7pPr marL="3305008" indent="-254235" algn="l" rtl="0" fontAlgn="base">
        <a:spcBef>
          <a:spcPct val="20000"/>
        </a:spcBef>
        <a:spcAft>
          <a:spcPct val="0"/>
        </a:spcAft>
        <a:buChar char="»"/>
        <a:defRPr sz="1600">
          <a:solidFill>
            <a:schemeClr val="tx1"/>
          </a:solidFill>
          <a:latin typeface="Arial" charset="0"/>
        </a:defRPr>
      </a:lvl7pPr>
      <a:lvl8pPr marL="3813470" indent="-254235" algn="l" rtl="0" fontAlgn="base">
        <a:spcBef>
          <a:spcPct val="20000"/>
        </a:spcBef>
        <a:spcAft>
          <a:spcPct val="0"/>
        </a:spcAft>
        <a:buChar char="»"/>
        <a:defRPr sz="1600">
          <a:solidFill>
            <a:schemeClr val="tx1"/>
          </a:solidFill>
          <a:latin typeface="Arial" charset="0"/>
        </a:defRPr>
      </a:lvl8pPr>
      <a:lvl9pPr marL="4321928" indent="-254235"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6925" rtl="0" eaLnBrk="1" latinLnBrk="0" hangingPunct="1">
        <a:defRPr sz="2000" kern="1200">
          <a:solidFill>
            <a:schemeClr val="tx1"/>
          </a:solidFill>
          <a:latin typeface="+mn-lt"/>
          <a:ea typeface="+mn-ea"/>
          <a:cs typeface="+mn-cs"/>
        </a:defRPr>
      </a:lvl1pPr>
      <a:lvl2pPr marL="508463" algn="l" defTabSz="1016925" rtl="0" eaLnBrk="1" latinLnBrk="0" hangingPunct="1">
        <a:defRPr sz="2000" kern="1200">
          <a:solidFill>
            <a:schemeClr val="tx1"/>
          </a:solidFill>
          <a:latin typeface="+mn-lt"/>
          <a:ea typeface="+mn-ea"/>
          <a:cs typeface="+mn-cs"/>
        </a:defRPr>
      </a:lvl2pPr>
      <a:lvl3pPr marL="1016925" algn="l" defTabSz="1016925" rtl="0" eaLnBrk="1" latinLnBrk="0" hangingPunct="1">
        <a:defRPr sz="2000" kern="1200">
          <a:solidFill>
            <a:schemeClr val="tx1"/>
          </a:solidFill>
          <a:latin typeface="+mn-lt"/>
          <a:ea typeface="+mn-ea"/>
          <a:cs typeface="+mn-cs"/>
        </a:defRPr>
      </a:lvl3pPr>
      <a:lvl4pPr marL="1525388" algn="l" defTabSz="1016925" rtl="0" eaLnBrk="1" latinLnBrk="0" hangingPunct="1">
        <a:defRPr sz="2000" kern="1200">
          <a:solidFill>
            <a:schemeClr val="tx1"/>
          </a:solidFill>
          <a:latin typeface="+mn-lt"/>
          <a:ea typeface="+mn-ea"/>
          <a:cs typeface="+mn-cs"/>
        </a:defRPr>
      </a:lvl4pPr>
      <a:lvl5pPr marL="2033851" algn="l" defTabSz="1016925" rtl="0" eaLnBrk="1" latinLnBrk="0" hangingPunct="1">
        <a:defRPr sz="2000" kern="1200">
          <a:solidFill>
            <a:schemeClr val="tx1"/>
          </a:solidFill>
          <a:latin typeface="+mn-lt"/>
          <a:ea typeface="+mn-ea"/>
          <a:cs typeface="+mn-cs"/>
        </a:defRPr>
      </a:lvl5pPr>
      <a:lvl6pPr marL="2542312" algn="l" defTabSz="1016925" rtl="0" eaLnBrk="1" latinLnBrk="0" hangingPunct="1">
        <a:defRPr sz="2000" kern="1200">
          <a:solidFill>
            <a:schemeClr val="tx1"/>
          </a:solidFill>
          <a:latin typeface="+mn-lt"/>
          <a:ea typeface="+mn-ea"/>
          <a:cs typeface="+mn-cs"/>
        </a:defRPr>
      </a:lvl6pPr>
      <a:lvl7pPr marL="3050775" algn="l" defTabSz="1016925" rtl="0" eaLnBrk="1" latinLnBrk="0" hangingPunct="1">
        <a:defRPr sz="2000" kern="1200">
          <a:solidFill>
            <a:schemeClr val="tx1"/>
          </a:solidFill>
          <a:latin typeface="+mn-lt"/>
          <a:ea typeface="+mn-ea"/>
          <a:cs typeface="+mn-cs"/>
        </a:defRPr>
      </a:lvl7pPr>
      <a:lvl8pPr marL="3559239" algn="l" defTabSz="1016925" rtl="0" eaLnBrk="1" latinLnBrk="0" hangingPunct="1">
        <a:defRPr sz="2000" kern="1200">
          <a:solidFill>
            <a:schemeClr val="tx1"/>
          </a:solidFill>
          <a:latin typeface="+mn-lt"/>
          <a:ea typeface="+mn-ea"/>
          <a:cs typeface="+mn-cs"/>
        </a:defRPr>
      </a:lvl8pPr>
      <a:lvl9pPr marL="4067698" algn="l" defTabSz="1016925" rtl="0" eaLnBrk="1" latinLnBrk="0" hangingPunct="1">
        <a:defRPr sz="2000" kern="1200">
          <a:solidFill>
            <a:schemeClr val="tx1"/>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91354" tIns="45678" rIns="91354" bIns="45678"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4"/>
            <a:ext cx="9601200" cy="649224"/>
          </a:xfrm>
          <a:prstGeom prst="rect">
            <a:avLst/>
          </a:prstGeom>
          <a:solidFill>
            <a:srgbClr val="2E398A"/>
          </a:solidFill>
          <a:ln w="9525">
            <a:noFill/>
            <a:miter lim="800000"/>
            <a:headEnd/>
            <a:tailEnd/>
          </a:ln>
          <a:effectLst/>
        </p:spPr>
        <p:txBody>
          <a:bodyPr wrap="none" lIns="100489" tIns="50246" rIns="100489" bIns="50246" anchor="ctr"/>
          <a:lstStyle/>
          <a:p>
            <a:pPr defTabSz="1005134">
              <a:defRPr/>
            </a:pPr>
            <a:endParaRPr lang="en-US" dirty="0">
              <a:solidFill>
                <a:srgbClr val="000000"/>
              </a:solidFill>
            </a:endParaRPr>
          </a:p>
        </p:txBody>
      </p:sp>
      <p:sp>
        <p:nvSpPr>
          <p:cNvPr id="1029"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91354" tIns="45678" rIns="91354" bIns="45678"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08" y="7333576"/>
            <a:ext cx="827723" cy="213400"/>
          </a:xfrm>
          <a:prstGeom prst="rect">
            <a:avLst/>
          </a:prstGeom>
          <a:noFill/>
          <a:ln w="9525">
            <a:noFill/>
            <a:miter lim="800000"/>
            <a:headEnd/>
            <a:tailEnd/>
          </a:ln>
          <a:effectLst/>
        </p:spPr>
        <p:txBody>
          <a:bodyPr lIns="0" tIns="0" rIns="0" bIns="0" anchor="b"/>
          <a:lstStyle/>
          <a:p>
            <a:pPr defTabSz="1005134">
              <a:defRPr/>
            </a:pPr>
            <a:r>
              <a:rPr lang="en-US" sz="880" b="1" dirty="0">
                <a:solidFill>
                  <a:srgbClr val="203353"/>
                </a:solidFill>
                <a:latin typeface="Calibri"/>
              </a:rPr>
              <a:t>PAGE </a:t>
            </a:r>
            <a:fld id="{54B17DE0-6D87-48AB-BBA0-9128AA86CC3B}" type="slidenum">
              <a:rPr lang="en-US" sz="880" b="1">
                <a:solidFill>
                  <a:srgbClr val="203353"/>
                </a:solidFill>
                <a:latin typeface="Calibri"/>
              </a:rPr>
              <a:pPr defTabSz="1005134">
                <a:defRPr/>
              </a:pPr>
              <a:t>‹#›</a:t>
            </a:fld>
            <a:endParaRPr lang="en-US" sz="880" b="1" dirty="0">
              <a:solidFill>
                <a:srgbClr val="203353"/>
              </a:solidFill>
              <a:latin typeface="Calibri"/>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92683468"/>
      </p:ext>
    </p:extLst>
  </p:cSld>
  <p:clrMap bg1="lt1" tx1="dk1" bg2="lt2" tx2="dk2" accent1="accent1" accent2="accent2" accent3="accent3" accent4="accent4" accent5="accent5" accent6="accent6" hlink="hlink" folHlink="folHlink"/>
  <p:sldLayoutIdLst>
    <p:sldLayoutId id="2147483861" r:id="rId1"/>
    <p:sldLayoutId id="2147483862" r:id="rId2"/>
    <p:sldLayoutId id="2147483863" r:id="rId3"/>
    <p:sldLayoutId id="2147483864" r:id="rId4"/>
    <p:sldLayoutId id="2147483865" r:id="rId5"/>
  </p:sldLayoutIdLst>
  <p:timing>
    <p:tnLst>
      <p:par>
        <p:cTn id="1" dur="indefinite" restart="never" nodeType="tmRoot"/>
      </p:par>
    </p:tnLst>
  </p:timing>
  <p:txStyles>
    <p:titleStyle>
      <a:lvl1pPr algn="r" rtl="0" eaLnBrk="0" fontAlgn="base" hangingPunct="0">
        <a:spcBef>
          <a:spcPct val="0"/>
        </a:spcBef>
        <a:spcAft>
          <a:spcPct val="0"/>
        </a:spcAft>
        <a:defRPr sz="1430" b="1">
          <a:solidFill>
            <a:schemeClr val="bg1"/>
          </a:solidFill>
          <a:latin typeface="Calibri" pitchFamily="34" charset="0"/>
          <a:ea typeface="+mj-ea"/>
          <a:cs typeface="+mj-cs"/>
        </a:defRPr>
      </a:lvl1pPr>
      <a:lvl2pPr algn="r" rtl="0" eaLnBrk="0" fontAlgn="base" hangingPunct="0">
        <a:spcBef>
          <a:spcPct val="0"/>
        </a:spcBef>
        <a:spcAft>
          <a:spcPct val="0"/>
        </a:spcAft>
        <a:defRPr sz="1430" b="1">
          <a:solidFill>
            <a:schemeClr val="bg1"/>
          </a:solidFill>
          <a:latin typeface="Calibri" pitchFamily="34" charset="0"/>
        </a:defRPr>
      </a:lvl2pPr>
      <a:lvl3pPr algn="r" rtl="0" eaLnBrk="0" fontAlgn="base" hangingPunct="0">
        <a:spcBef>
          <a:spcPct val="0"/>
        </a:spcBef>
        <a:spcAft>
          <a:spcPct val="0"/>
        </a:spcAft>
        <a:defRPr sz="1430" b="1">
          <a:solidFill>
            <a:schemeClr val="bg1"/>
          </a:solidFill>
          <a:latin typeface="Calibri" pitchFamily="34" charset="0"/>
        </a:defRPr>
      </a:lvl3pPr>
      <a:lvl4pPr algn="r" rtl="0" eaLnBrk="0" fontAlgn="base" hangingPunct="0">
        <a:spcBef>
          <a:spcPct val="0"/>
        </a:spcBef>
        <a:spcAft>
          <a:spcPct val="0"/>
        </a:spcAft>
        <a:defRPr sz="1430" b="1">
          <a:solidFill>
            <a:schemeClr val="bg1"/>
          </a:solidFill>
          <a:latin typeface="Calibri" pitchFamily="34" charset="0"/>
        </a:defRPr>
      </a:lvl4pPr>
      <a:lvl5pPr algn="r" rtl="0" eaLnBrk="0" fontAlgn="base" hangingPunct="0">
        <a:spcBef>
          <a:spcPct val="0"/>
        </a:spcBef>
        <a:spcAft>
          <a:spcPct val="0"/>
        </a:spcAft>
        <a:defRPr sz="1430" b="1">
          <a:solidFill>
            <a:schemeClr val="bg1"/>
          </a:solidFill>
          <a:latin typeface="Calibri" pitchFamily="34" charset="0"/>
        </a:defRPr>
      </a:lvl5pPr>
      <a:lvl6pPr marL="502453" algn="r" rtl="0" fontAlgn="base">
        <a:spcBef>
          <a:spcPct val="0"/>
        </a:spcBef>
        <a:spcAft>
          <a:spcPct val="0"/>
        </a:spcAft>
        <a:defRPr sz="1870">
          <a:solidFill>
            <a:schemeClr val="bg1"/>
          </a:solidFill>
          <a:latin typeface="Calisto MT" pitchFamily="18" charset="0"/>
        </a:defRPr>
      </a:lvl6pPr>
      <a:lvl7pPr marL="1004905" algn="r" rtl="0" fontAlgn="base">
        <a:spcBef>
          <a:spcPct val="0"/>
        </a:spcBef>
        <a:spcAft>
          <a:spcPct val="0"/>
        </a:spcAft>
        <a:defRPr sz="1870">
          <a:solidFill>
            <a:schemeClr val="bg1"/>
          </a:solidFill>
          <a:latin typeface="Calisto MT" pitchFamily="18" charset="0"/>
        </a:defRPr>
      </a:lvl7pPr>
      <a:lvl8pPr marL="1507356" algn="r" rtl="0" fontAlgn="base">
        <a:spcBef>
          <a:spcPct val="0"/>
        </a:spcBef>
        <a:spcAft>
          <a:spcPct val="0"/>
        </a:spcAft>
        <a:defRPr sz="1870">
          <a:solidFill>
            <a:schemeClr val="bg1"/>
          </a:solidFill>
          <a:latin typeface="Calisto MT" pitchFamily="18" charset="0"/>
        </a:defRPr>
      </a:lvl8pPr>
      <a:lvl9pPr marL="2009808" algn="r" rtl="0" fontAlgn="base">
        <a:spcBef>
          <a:spcPct val="0"/>
        </a:spcBef>
        <a:spcAft>
          <a:spcPct val="0"/>
        </a:spcAft>
        <a:defRPr sz="1870">
          <a:solidFill>
            <a:schemeClr val="bg1"/>
          </a:solidFill>
          <a:latin typeface="Calisto MT" pitchFamily="18" charset="0"/>
        </a:defRPr>
      </a:lvl9pPr>
    </p:titleStyle>
    <p:bodyStyle>
      <a:lvl1pPr marL="184953" indent="-184953" algn="l" rtl="0" eaLnBrk="0" fontAlgn="base" hangingPunct="0">
        <a:spcBef>
          <a:spcPct val="110000"/>
        </a:spcBef>
        <a:spcAft>
          <a:spcPct val="0"/>
        </a:spcAft>
        <a:buClr>
          <a:schemeClr val="tx2"/>
        </a:buClr>
        <a:buChar char="•"/>
        <a:defRPr sz="1210">
          <a:solidFill>
            <a:schemeClr val="tx1"/>
          </a:solidFill>
          <a:latin typeface="+mn-lt"/>
          <a:ea typeface="+mn-ea"/>
          <a:cs typeface="+mn-cs"/>
        </a:defRPr>
      </a:lvl1pPr>
      <a:lvl2pPr marL="371647" indent="-183208" algn="l" rtl="0" eaLnBrk="0" fontAlgn="base" hangingPunct="0">
        <a:spcBef>
          <a:spcPct val="47000"/>
        </a:spcBef>
        <a:spcAft>
          <a:spcPct val="0"/>
        </a:spcAft>
        <a:buClr>
          <a:schemeClr val="tx2"/>
        </a:buClr>
        <a:buFont typeface="Times" pitchFamily="18" charset="0"/>
        <a:buChar char="–"/>
        <a:defRPr sz="1210">
          <a:solidFill>
            <a:schemeClr val="tx1"/>
          </a:solidFill>
          <a:latin typeface="+mn-lt"/>
        </a:defRPr>
      </a:lvl2pPr>
      <a:lvl3pPr marL="558345" indent="-183208" algn="l" rtl="0" eaLnBrk="0" fontAlgn="base" hangingPunct="0">
        <a:spcBef>
          <a:spcPct val="20000"/>
        </a:spcBef>
        <a:spcAft>
          <a:spcPct val="0"/>
        </a:spcAft>
        <a:buClr>
          <a:schemeClr val="tx2"/>
        </a:buClr>
        <a:buFont typeface="Times" pitchFamily="18" charset="0"/>
        <a:buChar char="–"/>
        <a:defRPr sz="1210">
          <a:solidFill>
            <a:schemeClr val="tx1"/>
          </a:solidFill>
          <a:latin typeface="+mn-lt"/>
        </a:defRPr>
      </a:lvl3pPr>
      <a:lvl4pPr marL="1757037" indent="-249513" algn="l" rtl="0" eaLnBrk="0" fontAlgn="base" hangingPunct="0">
        <a:spcBef>
          <a:spcPct val="20000"/>
        </a:spcBef>
        <a:spcAft>
          <a:spcPct val="0"/>
        </a:spcAft>
        <a:buChar char="–"/>
        <a:defRPr sz="1540">
          <a:solidFill>
            <a:schemeClr val="tx1"/>
          </a:solidFill>
          <a:latin typeface="Arial" charset="0"/>
        </a:defRPr>
      </a:lvl4pPr>
      <a:lvl5pPr marL="2259545" indent="-249513" algn="l" rtl="0" eaLnBrk="0" fontAlgn="base" hangingPunct="0">
        <a:spcBef>
          <a:spcPct val="20000"/>
        </a:spcBef>
        <a:spcAft>
          <a:spcPct val="0"/>
        </a:spcAft>
        <a:buChar char="»"/>
        <a:defRPr sz="1540">
          <a:solidFill>
            <a:schemeClr val="tx1"/>
          </a:solidFill>
          <a:latin typeface="Arial" charset="0"/>
        </a:defRPr>
      </a:lvl5pPr>
      <a:lvl6pPr marL="2763487" indent="-251226" algn="l" rtl="0" fontAlgn="base">
        <a:spcBef>
          <a:spcPct val="20000"/>
        </a:spcBef>
        <a:spcAft>
          <a:spcPct val="0"/>
        </a:spcAft>
        <a:buChar char="»"/>
        <a:defRPr sz="1540">
          <a:solidFill>
            <a:schemeClr val="tx1"/>
          </a:solidFill>
          <a:latin typeface="Arial" charset="0"/>
        </a:defRPr>
      </a:lvl6pPr>
      <a:lvl7pPr marL="3265941" indent="-251226" algn="l" rtl="0" fontAlgn="base">
        <a:spcBef>
          <a:spcPct val="20000"/>
        </a:spcBef>
        <a:spcAft>
          <a:spcPct val="0"/>
        </a:spcAft>
        <a:buChar char="»"/>
        <a:defRPr sz="1540">
          <a:solidFill>
            <a:schemeClr val="tx1"/>
          </a:solidFill>
          <a:latin typeface="Arial" charset="0"/>
        </a:defRPr>
      </a:lvl7pPr>
      <a:lvl8pPr marL="3768391" indent="-251226" algn="l" rtl="0" fontAlgn="base">
        <a:spcBef>
          <a:spcPct val="20000"/>
        </a:spcBef>
        <a:spcAft>
          <a:spcPct val="0"/>
        </a:spcAft>
        <a:buChar char="»"/>
        <a:defRPr sz="1540">
          <a:solidFill>
            <a:schemeClr val="tx1"/>
          </a:solidFill>
          <a:latin typeface="Arial" charset="0"/>
        </a:defRPr>
      </a:lvl8pPr>
      <a:lvl9pPr marL="4270841" indent="-251226" algn="l" rtl="0" fontAlgn="base">
        <a:spcBef>
          <a:spcPct val="20000"/>
        </a:spcBef>
        <a:spcAft>
          <a:spcPct val="0"/>
        </a:spcAft>
        <a:buChar char="»"/>
        <a:defRPr sz="1540">
          <a:solidFill>
            <a:schemeClr val="tx1"/>
          </a:solidFill>
          <a:latin typeface="Arial" charset="0"/>
        </a:defRPr>
      </a:lvl9pPr>
    </p:bodyStyle>
    <p:otherStyle>
      <a:defPPr>
        <a:defRPr lang="en-US"/>
      </a:defPPr>
      <a:lvl1pPr marL="0" algn="l" defTabSz="1004905" rtl="0" eaLnBrk="1" latinLnBrk="0" hangingPunct="1">
        <a:defRPr sz="1980" kern="1200">
          <a:solidFill>
            <a:schemeClr val="tx1"/>
          </a:solidFill>
          <a:latin typeface="+mn-lt"/>
          <a:ea typeface="+mn-ea"/>
          <a:cs typeface="+mn-cs"/>
        </a:defRPr>
      </a:lvl1pPr>
      <a:lvl2pPr marL="502453" algn="l" defTabSz="1004905" rtl="0" eaLnBrk="1" latinLnBrk="0" hangingPunct="1">
        <a:defRPr sz="1980" kern="1200">
          <a:solidFill>
            <a:schemeClr val="tx1"/>
          </a:solidFill>
          <a:latin typeface="+mn-lt"/>
          <a:ea typeface="+mn-ea"/>
          <a:cs typeface="+mn-cs"/>
        </a:defRPr>
      </a:lvl2pPr>
      <a:lvl3pPr marL="1004905" algn="l" defTabSz="1004905" rtl="0" eaLnBrk="1" latinLnBrk="0" hangingPunct="1">
        <a:defRPr sz="1980" kern="1200">
          <a:solidFill>
            <a:schemeClr val="tx1"/>
          </a:solidFill>
          <a:latin typeface="+mn-lt"/>
          <a:ea typeface="+mn-ea"/>
          <a:cs typeface="+mn-cs"/>
        </a:defRPr>
      </a:lvl3pPr>
      <a:lvl4pPr marL="1507356" algn="l" defTabSz="1004905" rtl="0" eaLnBrk="1" latinLnBrk="0" hangingPunct="1">
        <a:defRPr sz="1980" kern="1200">
          <a:solidFill>
            <a:schemeClr val="tx1"/>
          </a:solidFill>
          <a:latin typeface="+mn-lt"/>
          <a:ea typeface="+mn-ea"/>
          <a:cs typeface="+mn-cs"/>
        </a:defRPr>
      </a:lvl4pPr>
      <a:lvl5pPr marL="2009808" algn="l" defTabSz="1004905" rtl="0" eaLnBrk="1" latinLnBrk="0" hangingPunct="1">
        <a:defRPr sz="1980" kern="1200">
          <a:solidFill>
            <a:schemeClr val="tx1"/>
          </a:solidFill>
          <a:latin typeface="+mn-lt"/>
          <a:ea typeface="+mn-ea"/>
          <a:cs typeface="+mn-cs"/>
        </a:defRPr>
      </a:lvl5pPr>
      <a:lvl6pPr marL="2512261" algn="l" defTabSz="1004905" rtl="0" eaLnBrk="1" latinLnBrk="0" hangingPunct="1">
        <a:defRPr sz="1980" kern="1200">
          <a:solidFill>
            <a:schemeClr val="tx1"/>
          </a:solidFill>
          <a:latin typeface="+mn-lt"/>
          <a:ea typeface="+mn-ea"/>
          <a:cs typeface="+mn-cs"/>
        </a:defRPr>
      </a:lvl6pPr>
      <a:lvl7pPr marL="3014714" algn="l" defTabSz="1004905" rtl="0" eaLnBrk="1" latinLnBrk="0" hangingPunct="1">
        <a:defRPr sz="1980" kern="1200">
          <a:solidFill>
            <a:schemeClr val="tx1"/>
          </a:solidFill>
          <a:latin typeface="+mn-lt"/>
          <a:ea typeface="+mn-ea"/>
          <a:cs typeface="+mn-cs"/>
        </a:defRPr>
      </a:lvl7pPr>
      <a:lvl8pPr marL="3517168" algn="l" defTabSz="1004905" rtl="0" eaLnBrk="1" latinLnBrk="0" hangingPunct="1">
        <a:defRPr sz="1980" kern="1200">
          <a:solidFill>
            <a:schemeClr val="tx1"/>
          </a:solidFill>
          <a:latin typeface="+mn-lt"/>
          <a:ea typeface="+mn-ea"/>
          <a:cs typeface="+mn-cs"/>
        </a:defRPr>
      </a:lvl8pPr>
      <a:lvl9pPr marL="4019617" algn="l" defTabSz="1004905" rtl="0" eaLnBrk="1" latinLnBrk="0" hangingPunct="1">
        <a:defRPr sz="1980" kern="1200">
          <a:solidFill>
            <a:schemeClr val="tx1"/>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91354" tIns="45678" rIns="91354" bIns="45678"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4"/>
            <a:ext cx="9601200" cy="649224"/>
          </a:xfrm>
          <a:prstGeom prst="rect">
            <a:avLst/>
          </a:prstGeom>
          <a:solidFill>
            <a:srgbClr val="2E398A"/>
          </a:solidFill>
          <a:ln w="9525">
            <a:noFill/>
            <a:miter lim="800000"/>
            <a:headEnd/>
            <a:tailEnd/>
          </a:ln>
          <a:effectLst/>
        </p:spPr>
        <p:txBody>
          <a:bodyPr wrap="none" lIns="97534" tIns="48769" rIns="97534" bIns="48769" anchor="ctr"/>
          <a:lstStyle/>
          <a:p>
            <a:pPr defTabSz="975623">
              <a:defRPr/>
            </a:pPr>
            <a:endParaRPr lang="en-US" sz="1747" dirty="0">
              <a:solidFill>
                <a:srgbClr val="000000"/>
              </a:solidFill>
            </a:endParaRPr>
          </a:p>
        </p:txBody>
      </p:sp>
      <p:sp>
        <p:nvSpPr>
          <p:cNvPr id="1029" name="Rectangle 2"/>
          <p:cNvSpPr>
            <a:spLocks noGrp="1" noChangeArrowheads="1"/>
          </p:cNvSpPr>
          <p:nvPr>
            <p:ph type="title"/>
          </p:nvPr>
        </p:nvSpPr>
        <p:spPr bwMode="auto">
          <a:xfrm>
            <a:off x="2518975" y="220862"/>
            <a:ext cx="7280116" cy="644102"/>
          </a:xfrm>
          <a:prstGeom prst="rect">
            <a:avLst/>
          </a:prstGeom>
          <a:noFill/>
          <a:ln w="9525">
            <a:noFill/>
            <a:miter lim="800000"/>
            <a:headEnd/>
            <a:tailEnd/>
          </a:ln>
        </p:spPr>
        <p:txBody>
          <a:bodyPr vert="horz" wrap="square" lIns="91354" tIns="45678" rIns="91354" bIns="45678"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09" y="7333576"/>
            <a:ext cx="827723" cy="213400"/>
          </a:xfrm>
          <a:prstGeom prst="rect">
            <a:avLst/>
          </a:prstGeom>
          <a:noFill/>
          <a:ln w="9525">
            <a:noFill/>
            <a:miter lim="800000"/>
            <a:headEnd/>
            <a:tailEnd/>
          </a:ln>
          <a:effectLst/>
        </p:spPr>
        <p:txBody>
          <a:bodyPr lIns="0" tIns="0" rIns="0" bIns="0" anchor="b"/>
          <a:lstStyle/>
          <a:p>
            <a:pPr defTabSz="975623">
              <a:defRPr/>
            </a:pPr>
            <a:r>
              <a:rPr lang="en-US" sz="855" b="1" dirty="0">
                <a:solidFill>
                  <a:srgbClr val="203353"/>
                </a:solidFill>
                <a:latin typeface="Calibri"/>
              </a:rPr>
              <a:t>PAGE </a:t>
            </a:r>
            <a:fld id="{54B17DE0-6D87-48AB-BBA0-9128AA86CC3B}" type="slidenum">
              <a:rPr lang="en-US" sz="855" b="1">
                <a:solidFill>
                  <a:srgbClr val="203353"/>
                </a:solidFill>
                <a:latin typeface="Calibri"/>
              </a:rPr>
              <a:pPr defTabSz="975623">
                <a:defRPr/>
              </a:pPr>
              <a:t>‹#›</a:t>
            </a:fld>
            <a:endParaRPr lang="en-US" sz="855" b="1" dirty="0">
              <a:solidFill>
                <a:srgbClr val="203353"/>
              </a:solidFill>
              <a:latin typeface="Calibri"/>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37365761"/>
      </p:ext>
    </p:extLst>
  </p:cSld>
  <p:clrMap bg1="lt1" tx1="dk1" bg2="lt2" tx2="dk2" accent1="accent1" accent2="accent2" accent3="accent3" accent4="accent4" accent5="accent5" accent6="accent6" hlink="hlink" folHlink="folHlink"/>
  <p:sldLayoutIdLst>
    <p:sldLayoutId id="2147483867" r:id="rId1"/>
    <p:sldLayoutId id="2147483868" r:id="rId2"/>
    <p:sldLayoutId id="2147483869" r:id="rId3"/>
    <p:sldLayoutId id="2147483870" r:id="rId4"/>
    <p:sldLayoutId id="2147483871" r:id="rId5"/>
  </p:sldLayoutIdLst>
  <p:timing>
    <p:tnLst>
      <p:par>
        <p:cTn id="1" dur="indefinite" restart="never" nodeType="tmRoot"/>
      </p:par>
    </p:tnLst>
  </p:timing>
  <p:txStyles>
    <p:titleStyle>
      <a:lvl1pPr algn="r" rtl="0" eaLnBrk="0" fontAlgn="base" hangingPunct="0">
        <a:spcBef>
          <a:spcPct val="0"/>
        </a:spcBef>
        <a:spcAft>
          <a:spcPct val="0"/>
        </a:spcAft>
        <a:defRPr sz="1388" b="1">
          <a:solidFill>
            <a:schemeClr val="bg1"/>
          </a:solidFill>
          <a:latin typeface="Calibri" pitchFamily="34" charset="0"/>
          <a:ea typeface="+mj-ea"/>
          <a:cs typeface="+mj-cs"/>
        </a:defRPr>
      </a:lvl1pPr>
      <a:lvl2pPr algn="r" rtl="0" eaLnBrk="0" fontAlgn="base" hangingPunct="0">
        <a:spcBef>
          <a:spcPct val="0"/>
        </a:spcBef>
        <a:spcAft>
          <a:spcPct val="0"/>
        </a:spcAft>
        <a:defRPr sz="1388" b="1">
          <a:solidFill>
            <a:schemeClr val="bg1"/>
          </a:solidFill>
          <a:latin typeface="Calibri" pitchFamily="34" charset="0"/>
        </a:defRPr>
      </a:lvl2pPr>
      <a:lvl3pPr algn="r" rtl="0" eaLnBrk="0" fontAlgn="base" hangingPunct="0">
        <a:spcBef>
          <a:spcPct val="0"/>
        </a:spcBef>
        <a:spcAft>
          <a:spcPct val="0"/>
        </a:spcAft>
        <a:defRPr sz="1388" b="1">
          <a:solidFill>
            <a:schemeClr val="bg1"/>
          </a:solidFill>
          <a:latin typeface="Calibri" pitchFamily="34" charset="0"/>
        </a:defRPr>
      </a:lvl3pPr>
      <a:lvl4pPr algn="r" rtl="0" eaLnBrk="0" fontAlgn="base" hangingPunct="0">
        <a:spcBef>
          <a:spcPct val="0"/>
        </a:spcBef>
        <a:spcAft>
          <a:spcPct val="0"/>
        </a:spcAft>
        <a:defRPr sz="1388" b="1">
          <a:solidFill>
            <a:schemeClr val="bg1"/>
          </a:solidFill>
          <a:latin typeface="Calibri" pitchFamily="34" charset="0"/>
        </a:defRPr>
      </a:lvl4pPr>
      <a:lvl5pPr algn="r" rtl="0" eaLnBrk="0" fontAlgn="base" hangingPunct="0">
        <a:spcBef>
          <a:spcPct val="0"/>
        </a:spcBef>
        <a:spcAft>
          <a:spcPct val="0"/>
        </a:spcAft>
        <a:defRPr sz="1388" b="1">
          <a:solidFill>
            <a:schemeClr val="bg1"/>
          </a:solidFill>
          <a:latin typeface="Calibri" pitchFamily="34" charset="0"/>
        </a:defRPr>
      </a:lvl5pPr>
      <a:lvl6pPr marL="487702" algn="r" rtl="0" fontAlgn="base">
        <a:spcBef>
          <a:spcPct val="0"/>
        </a:spcBef>
        <a:spcAft>
          <a:spcPct val="0"/>
        </a:spcAft>
        <a:defRPr sz="1815">
          <a:solidFill>
            <a:schemeClr val="bg1"/>
          </a:solidFill>
          <a:latin typeface="Calisto MT" pitchFamily="18" charset="0"/>
        </a:defRPr>
      </a:lvl6pPr>
      <a:lvl7pPr marL="975401" algn="r" rtl="0" fontAlgn="base">
        <a:spcBef>
          <a:spcPct val="0"/>
        </a:spcBef>
        <a:spcAft>
          <a:spcPct val="0"/>
        </a:spcAft>
        <a:defRPr sz="1815">
          <a:solidFill>
            <a:schemeClr val="bg1"/>
          </a:solidFill>
          <a:latin typeface="Calisto MT" pitchFamily="18" charset="0"/>
        </a:defRPr>
      </a:lvl7pPr>
      <a:lvl8pPr marL="1463100" algn="r" rtl="0" fontAlgn="base">
        <a:spcBef>
          <a:spcPct val="0"/>
        </a:spcBef>
        <a:spcAft>
          <a:spcPct val="0"/>
        </a:spcAft>
        <a:defRPr sz="1815">
          <a:solidFill>
            <a:schemeClr val="bg1"/>
          </a:solidFill>
          <a:latin typeface="Calisto MT" pitchFamily="18" charset="0"/>
        </a:defRPr>
      </a:lvl8pPr>
      <a:lvl9pPr marL="1950801" algn="r" rtl="0" fontAlgn="base">
        <a:spcBef>
          <a:spcPct val="0"/>
        </a:spcBef>
        <a:spcAft>
          <a:spcPct val="0"/>
        </a:spcAft>
        <a:defRPr sz="1815">
          <a:solidFill>
            <a:schemeClr val="bg1"/>
          </a:solidFill>
          <a:latin typeface="Calisto MT" pitchFamily="18" charset="0"/>
        </a:defRPr>
      </a:lvl9pPr>
    </p:titleStyle>
    <p:bodyStyle>
      <a:lvl1pPr marL="179523" indent="-179523" algn="l" rtl="0" eaLnBrk="0" fontAlgn="base" hangingPunct="0">
        <a:spcBef>
          <a:spcPct val="110000"/>
        </a:spcBef>
        <a:spcAft>
          <a:spcPct val="0"/>
        </a:spcAft>
        <a:buClr>
          <a:schemeClr val="tx2"/>
        </a:buClr>
        <a:buChar char="•"/>
        <a:defRPr sz="1175">
          <a:solidFill>
            <a:schemeClr val="tx1"/>
          </a:solidFill>
          <a:latin typeface="+mn-lt"/>
          <a:ea typeface="+mn-ea"/>
          <a:cs typeface="+mn-cs"/>
        </a:defRPr>
      </a:lvl1pPr>
      <a:lvl2pPr marL="360735" indent="-177829" algn="l" rtl="0" eaLnBrk="0" fontAlgn="base" hangingPunct="0">
        <a:spcBef>
          <a:spcPct val="47000"/>
        </a:spcBef>
        <a:spcAft>
          <a:spcPct val="0"/>
        </a:spcAft>
        <a:buClr>
          <a:schemeClr val="tx2"/>
        </a:buClr>
        <a:buFont typeface="Times" pitchFamily="18" charset="0"/>
        <a:buChar char="–"/>
        <a:defRPr sz="1175">
          <a:solidFill>
            <a:schemeClr val="tx1"/>
          </a:solidFill>
          <a:latin typeface="+mn-lt"/>
        </a:defRPr>
      </a:lvl2pPr>
      <a:lvl3pPr marL="541952" indent="-177829" algn="l" rtl="0" eaLnBrk="0" fontAlgn="base" hangingPunct="0">
        <a:spcBef>
          <a:spcPct val="20000"/>
        </a:spcBef>
        <a:spcAft>
          <a:spcPct val="0"/>
        </a:spcAft>
        <a:buClr>
          <a:schemeClr val="tx2"/>
        </a:buClr>
        <a:buFont typeface="Times" pitchFamily="18" charset="0"/>
        <a:buChar char="–"/>
        <a:defRPr sz="1175">
          <a:solidFill>
            <a:schemeClr val="tx1"/>
          </a:solidFill>
          <a:latin typeface="+mn-lt"/>
        </a:defRPr>
      </a:lvl3pPr>
      <a:lvl4pPr marL="1705450" indent="-242187" algn="l" rtl="0" eaLnBrk="0" fontAlgn="base" hangingPunct="0">
        <a:spcBef>
          <a:spcPct val="20000"/>
        </a:spcBef>
        <a:spcAft>
          <a:spcPct val="0"/>
        </a:spcAft>
        <a:buChar char="–"/>
        <a:defRPr sz="1495">
          <a:solidFill>
            <a:schemeClr val="tx1"/>
          </a:solidFill>
          <a:latin typeface="Arial" charset="0"/>
        </a:defRPr>
      </a:lvl4pPr>
      <a:lvl5pPr marL="2193205" indent="-242187" algn="l" rtl="0" eaLnBrk="0" fontAlgn="base" hangingPunct="0">
        <a:spcBef>
          <a:spcPct val="20000"/>
        </a:spcBef>
        <a:spcAft>
          <a:spcPct val="0"/>
        </a:spcAft>
        <a:buChar char="»"/>
        <a:defRPr sz="1495">
          <a:solidFill>
            <a:schemeClr val="tx1"/>
          </a:solidFill>
          <a:latin typeface="Arial" charset="0"/>
        </a:defRPr>
      </a:lvl5pPr>
      <a:lvl6pPr marL="2682351" indent="-243850" algn="l" rtl="0" fontAlgn="base">
        <a:spcBef>
          <a:spcPct val="20000"/>
        </a:spcBef>
        <a:spcAft>
          <a:spcPct val="0"/>
        </a:spcAft>
        <a:buChar char="»"/>
        <a:defRPr sz="1495">
          <a:solidFill>
            <a:schemeClr val="tx1"/>
          </a:solidFill>
          <a:latin typeface="Arial" charset="0"/>
        </a:defRPr>
      </a:lvl6pPr>
      <a:lvl7pPr marL="3170053" indent="-243850" algn="l" rtl="0" fontAlgn="base">
        <a:spcBef>
          <a:spcPct val="20000"/>
        </a:spcBef>
        <a:spcAft>
          <a:spcPct val="0"/>
        </a:spcAft>
        <a:buChar char="»"/>
        <a:defRPr sz="1495">
          <a:solidFill>
            <a:schemeClr val="tx1"/>
          </a:solidFill>
          <a:latin typeface="Arial" charset="0"/>
        </a:defRPr>
      </a:lvl7pPr>
      <a:lvl8pPr marL="3657751" indent="-243850" algn="l" rtl="0" fontAlgn="base">
        <a:spcBef>
          <a:spcPct val="20000"/>
        </a:spcBef>
        <a:spcAft>
          <a:spcPct val="0"/>
        </a:spcAft>
        <a:buChar char="»"/>
        <a:defRPr sz="1495">
          <a:solidFill>
            <a:schemeClr val="tx1"/>
          </a:solidFill>
          <a:latin typeface="Arial" charset="0"/>
        </a:defRPr>
      </a:lvl8pPr>
      <a:lvl9pPr marL="4145449" indent="-243850" algn="l" rtl="0" fontAlgn="base">
        <a:spcBef>
          <a:spcPct val="20000"/>
        </a:spcBef>
        <a:spcAft>
          <a:spcPct val="0"/>
        </a:spcAft>
        <a:buChar char="»"/>
        <a:defRPr sz="1495">
          <a:solidFill>
            <a:schemeClr val="tx1"/>
          </a:solidFill>
          <a:latin typeface="Arial" charset="0"/>
        </a:defRPr>
      </a:lvl9pPr>
    </p:bodyStyle>
    <p:otherStyle>
      <a:defPPr>
        <a:defRPr lang="en-US"/>
      </a:defPPr>
      <a:lvl1pPr marL="0" algn="l" defTabSz="975401" rtl="0" eaLnBrk="1" latinLnBrk="0" hangingPunct="1">
        <a:defRPr sz="1922" kern="1200">
          <a:solidFill>
            <a:schemeClr val="tx1"/>
          </a:solidFill>
          <a:latin typeface="+mn-lt"/>
          <a:ea typeface="+mn-ea"/>
          <a:cs typeface="+mn-cs"/>
        </a:defRPr>
      </a:lvl1pPr>
      <a:lvl2pPr marL="487702" algn="l" defTabSz="975401" rtl="0" eaLnBrk="1" latinLnBrk="0" hangingPunct="1">
        <a:defRPr sz="1922" kern="1200">
          <a:solidFill>
            <a:schemeClr val="tx1"/>
          </a:solidFill>
          <a:latin typeface="+mn-lt"/>
          <a:ea typeface="+mn-ea"/>
          <a:cs typeface="+mn-cs"/>
        </a:defRPr>
      </a:lvl2pPr>
      <a:lvl3pPr marL="975401" algn="l" defTabSz="975401" rtl="0" eaLnBrk="1" latinLnBrk="0" hangingPunct="1">
        <a:defRPr sz="1922" kern="1200">
          <a:solidFill>
            <a:schemeClr val="tx1"/>
          </a:solidFill>
          <a:latin typeface="+mn-lt"/>
          <a:ea typeface="+mn-ea"/>
          <a:cs typeface="+mn-cs"/>
        </a:defRPr>
      </a:lvl3pPr>
      <a:lvl4pPr marL="1463100" algn="l" defTabSz="975401" rtl="0" eaLnBrk="1" latinLnBrk="0" hangingPunct="1">
        <a:defRPr sz="1922" kern="1200">
          <a:solidFill>
            <a:schemeClr val="tx1"/>
          </a:solidFill>
          <a:latin typeface="+mn-lt"/>
          <a:ea typeface="+mn-ea"/>
          <a:cs typeface="+mn-cs"/>
        </a:defRPr>
      </a:lvl4pPr>
      <a:lvl5pPr marL="1950801" algn="l" defTabSz="975401" rtl="0" eaLnBrk="1" latinLnBrk="0" hangingPunct="1">
        <a:defRPr sz="1922" kern="1200">
          <a:solidFill>
            <a:schemeClr val="tx1"/>
          </a:solidFill>
          <a:latin typeface="+mn-lt"/>
          <a:ea typeface="+mn-ea"/>
          <a:cs typeface="+mn-cs"/>
        </a:defRPr>
      </a:lvl5pPr>
      <a:lvl6pPr marL="2438501" algn="l" defTabSz="975401" rtl="0" eaLnBrk="1" latinLnBrk="0" hangingPunct="1">
        <a:defRPr sz="1922" kern="1200">
          <a:solidFill>
            <a:schemeClr val="tx1"/>
          </a:solidFill>
          <a:latin typeface="+mn-lt"/>
          <a:ea typeface="+mn-ea"/>
          <a:cs typeface="+mn-cs"/>
        </a:defRPr>
      </a:lvl6pPr>
      <a:lvl7pPr marL="2926202" algn="l" defTabSz="975401" rtl="0" eaLnBrk="1" latinLnBrk="0" hangingPunct="1">
        <a:defRPr sz="1922" kern="1200">
          <a:solidFill>
            <a:schemeClr val="tx1"/>
          </a:solidFill>
          <a:latin typeface="+mn-lt"/>
          <a:ea typeface="+mn-ea"/>
          <a:cs typeface="+mn-cs"/>
        </a:defRPr>
      </a:lvl7pPr>
      <a:lvl8pPr marL="3413904" algn="l" defTabSz="975401" rtl="0" eaLnBrk="1" latinLnBrk="0" hangingPunct="1">
        <a:defRPr sz="1922" kern="1200">
          <a:solidFill>
            <a:schemeClr val="tx1"/>
          </a:solidFill>
          <a:latin typeface="+mn-lt"/>
          <a:ea typeface="+mn-ea"/>
          <a:cs typeface="+mn-cs"/>
        </a:defRPr>
      </a:lvl8pPr>
      <a:lvl9pPr marL="3901601" algn="l" defTabSz="975401" rtl="0" eaLnBrk="1" latinLnBrk="0" hangingPunct="1">
        <a:defRPr sz="1922" kern="1200">
          <a:solidFill>
            <a:schemeClr val="tx1"/>
          </a:solidFill>
          <a:latin typeface="+mn-lt"/>
          <a:ea typeface="+mn-ea"/>
          <a:cs typeface="+mn-cs"/>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91354" tIns="45678" rIns="91354" bIns="45678"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4"/>
            <a:ext cx="9601200" cy="649224"/>
          </a:xfrm>
          <a:prstGeom prst="rect">
            <a:avLst/>
          </a:prstGeom>
          <a:solidFill>
            <a:srgbClr val="2E398A"/>
          </a:solidFill>
          <a:ln w="9525">
            <a:noFill/>
            <a:miter lim="800000"/>
            <a:headEnd/>
            <a:tailEnd/>
          </a:ln>
          <a:effectLst/>
        </p:spPr>
        <p:txBody>
          <a:bodyPr wrap="none" lIns="100489" tIns="50246" rIns="100489" bIns="50246" anchor="ctr"/>
          <a:lstStyle/>
          <a:p>
            <a:pPr defTabSz="1005134">
              <a:defRPr/>
            </a:pPr>
            <a:endParaRPr lang="en-US" dirty="0">
              <a:solidFill>
                <a:srgbClr val="000000"/>
              </a:solidFill>
            </a:endParaRPr>
          </a:p>
        </p:txBody>
      </p:sp>
      <p:sp>
        <p:nvSpPr>
          <p:cNvPr id="1029"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91354" tIns="45678" rIns="91354" bIns="45678"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08" y="7333576"/>
            <a:ext cx="827723" cy="213400"/>
          </a:xfrm>
          <a:prstGeom prst="rect">
            <a:avLst/>
          </a:prstGeom>
          <a:noFill/>
          <a:ln w="9525">
            <a:noFill/>
            <a:miter lim="800000"/>
            <a:headEnd/>
            <a:tailEnd/>
          </a:ln>
          <a:effectLst/>
        </p:spPr>
        <p:txBody>
          <a:bodyPr lIns="0" tIns="0" rIns="0" bIns="0" anchor="b"/>
          <a:lstStyle/>
          <a:p>
            <a:pPr defTabSz="1005134">
              <a:defRPr/>
            </a:pPr>
            <a:r>
              <a:rPr lang="en-US" sz="880" b="1" dirty="0">
                <a:solidFill>
                  <a:srgbClr val="203353"/>
                </a:solidFill>
                <a:latin typeface="Calibri"/>
              </a:rPr>
              <a:t>PAGE </a:t>
            </a:r>
            <a:fld id="{54B17DE0-6D87-48AB-BBA0-9128AA86CC3B}" type="slidenum">
              <a:rPr lang="en-US" sz="880" b="1">
                <a:solidFill>
                  <a:srgbClr val="203353"/>
                </a:solidFill>
                <a:latin typeface="Calibri"/>
              </a:rPr>
              <a:pPr defTabSz="1005134">
                <a:defRPr/>
              </a:pPr>
              <a:t>‹#›</a:t>
            </a:fld>
            <a:endParaRPr lang="en-US" sz="880" b="1" dirty="0">
              <a:solidFill>
                <a:srgbClr val="203353"/>
              </a:solidFill>
              <a:latin typeface="Calibri"/>
            </a:endParaRPr>
          </a:p>
        </p:txBody>
      </p:sp>
      <p:pic>
        <p:nvPicPr>
          <p:cNvPr id="1032" name="Picture 20" descr="Cello_LOGO_Horizontal_Short.png"/>
          <p:cNvPicPr>
            <a:picLocks noChangeAspect="1"/>
          </p:cNvPicPr>
          <p:nvPr userDrawn="1"/>
        </p:nvPicPr>
        <p:blipFill>
          <a:blip r:embed="rId8"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7192751"/>
      </p:ext>
    </p:extLst>
  </p:cSld>
  <p:clrMap bg1="lt1" tx1="dk1" bg2="lt2" tx2="dk2" accent1="accent1" accent2="accent2" accent3="accent3" accent4="accent4" accent5="accent5" accent6="accent6" hlink="hlink" folHlink="folHlink"/>
  <p:sldLayoutIdLst>
    <p:sldLayoutId id="2147483873" r:id="rId1"/>
    <p:sldLayoutId id="2147483874" r:id="rId2"/>
    <p:sldLayoutId id="2147483875" r:id="rId3"/>
    <p:sldLayoutId id="2147483876" r:id="rId4"/>
    <p:sldLayoutId id="2147483877" r:id="rId5"/>
    <p:sldLayoutId id="2147483878" r:id="rId6"/>
  </p:sldLayoutIdLst>
  <p:timing>
    <p:tnLst>
      <p:par>
        <p:cTn id="1" dur="indefinite" restart="never" nodeType="tmRoot"/>
      </p:par>
    </p:tnLst>
  </p:timing>
  <p:txStyles>
    <p:titleStyle>
      <a:lvl1pPr algn="r" rtl="0" eaLnBrk="0" fontAlgn="base" hangingPunct="0">
        <a:spcBef>
          <a:spcPct val="0"/>
        </a:spcBef>
        <a:spcAft>
          <a:spcPct val="0"/>
        </a:spcAft>
        <a:defRPr sz="1430" b="1">
          <a:solidFill>
            <a:schemeClr val="bg1"/>
          </a:solidFill>
          <a:latin typeface="Calibri" pitchFamily="34" charset="0"/>
          <a:ea typeface="+mj-ea"/>
          <a:cs typeface="+mj-cs"/>
        </a:defRPr>
      </a:lvl1pPr>
      <a:lvl2pPr algn="r" rtl="0" eaLnBrk="0" fontAlgn="base" hangingPunct="0">
        <a:spcBef>
          <a:spcPct val="0"/>
        </a:spcBef>
        <a:spcAft>
          <a:spcPct val="0"/>
        </a:spcAft>
        <a:defRPr sz="1430" b="1">
          <a:solidFill>
            <a:schemeClr val="bg1"/>
          </a:solidFill>
          <a:latin typeface="Calibri" pitchFamily="34" charset="0"/>
        </a:defRPr>
      </a:lvl2pPr>
      <a:lvl3pPr algn="r" rtl="0" eaLnBrk="0" fontAlgn="base" hangingPunct="0">
        <a:spcBef>
          <a:spcPct val="0"/>
        </a:spcBef>
        <a:spcAft>
          <a:spcPct val="0"/>
        </a:spcAft>
        <a:defRPr sz="1430" b="1">
          <a:solidFill>
            <a:schemeClr val="bg1"/>
          </a:solidFill>
          <a:latin typeface="Calibri" pitchFamily="34" charset="0"/>
        </a:defRPr>
      </a:lvl3pPr>
      <a:lvl4pPr algn="r" rtl="0" eaLnBrk="0" fontAlgn="base" hangingPunct="0">
        <a:spcBef>
          <a:spcPct val="0"/>
        </a:spcBef>
        <a:spcAft>
          <a:spcPct val="0"/>
        </a:spcAft>
        <a:defRPr sz="1430" b="1">
          <a:solidFill>
            <a:schemeClr val="bg1"/>
          </a:solidFill>
          <a:latin typeface="Calibri" pitchFamily="34" charset="0"/>
        </a:defRPr>
      </a:lvl4pPr>
      <a:lvl5pPr algn="r" rtl="0" eaLnBrk="0" fontAlgn="base" hangingPunct="0">
        <a:spcBef>
          <a:spcPct val="0"/>
        </a:spcBef>
        <a:spcAft>
          <a:spcPct val="0"/>
        </a:spcAft>
        <a:defRPr sz="1430" b="1">
          <a:solidFill>
            <a:schemeClr val="bg1"/>
          </a:solidFill>
          <a:latin typeface="Calibri" pitchFamily="34" charset="0"/>
        </a:defRPr>
      </a:lvl5pPr>
      <a:lvl6pPr marL="502453" algn="r" rtl="0" fontAlgn="base">
        <a:spcBef>
          <a:spcPct val="0"/>
        </a:spcBef>
        <a:spcAft>
          <a:spcPct val="0"/>
        </a:spcAft>
        <a:defRPr sz="1870">
          <a:solidFill>
            <a:schemeClr val="bg1"/>
          </a:solidFill>
          <a:latin typeface="Calisto MT" pitchFamily="18" charset="0"/>
        </a:defRPr>
      </a:lvl6pPr>
      <a:lvl7pPr marL="1004905" algn="r" rtl="0" fontAlgn="base">
        <a:spcBef>
          <a:spcPct val="0"/>
        </a:spcBef>
        <a:spcAft>
          <a:spcPct val="0"/>
        </a:spcAft>
        <a:defRPr sz="1870">
          <a:solidFill>
            <a:schemeClr val="bg1"/>
          </a:solidFill>
          <a:latin typeface="Calisto MT" pitchFamily="18" charset="0"/>
        </a:defRPr>
      </a:lvl7pPr>
      <a:lvl8pPr marL="1507356" algn="r" rtl="0" fontAlgn="base">
        <a:spcBef>
          <a:spcPct val="0"/>
        </a:spcBef>
        <a:spcAft>
          <a:spcPct val="0"/>
        </a:spcAft>
        <a:defRPr sz="1870">
          <a:solidFill>
            <a:schemeClr val="bg1"/>
          </a:solidFill>
          <a:latin typeface="Calisto MT" pitchFamily="18" charset="0"/>
        </a:defRPr>
      </a:lvl8pPr>
      <a:lvl9pPr marL="2009808" algn="r" rtl="0" fontAlgn="base">
        <a:spcBef>
          <a:spcPct val="0"/>
        </a:spcBef>
        <a:spcAft>
          <a:spcPct val="0"/>
        </a:spcAft>
        <a:defRPr sz="1870">
          <a:solidFill>
            <a:schemeClr val="bg1"/>
          </a:solidFill>
          <a:latin typeface="Calisto MT" pitchFamily="18" charset="0"/>
        </a:defRPr>
      </a:lvl9pPr>
    </p:titleStyle>
    <p:bodyStyle>
      <a:lvl1pPr marL="184953" indent="-184953" algn="l" rtl="0" eaLnBrk="0" fontAlgn="base" hangingPunct="0">
        <a:spcBef>
          <a:spcPct val="110000"/>
        </a:spcBef>
        <a:spcAft>
          <a:spcPct val="0"/>
        </a:spcAft>
        <a:buClr>
          <a:schemeClr val="tx2"/>
        </a:buClr>
        <a:buChar char="•"/>
        <a:defRPr sz="1210">
          <a:solidFill>
            <a:schemeClr val="tx1"/>
          </a:solidFill>
          <a:latin typeface="+mn-lt"/>
          <a:ea typeface="+mn-ea"/>
          <a:cs typeface="+mn-cs"/>
        </a:defRPr>
      </a:lvl1pPr>
      <a:lvl2pPr marL="371647" indent="-183208" algn="l" rtl="0" eaLnBrk="0" fontAlgn="base" hangingPunct="0">
        <a:spcBef>
          <a:spcPct val="47000"/>
        </a:spcBef>
        <a:spcAft>
          <a:spcPct val="0"/>
        </a:spcAft>
        <a:buClr>
          <a:schemeClr val="tx2"/>
        </a:buClr>
        <a:buFont typeface="Times" pitchFamily="18" charset="0"/>
        <a:buChar char="–"/>
        <a:defRPr sz="1210">
          <a:solidFill>
            <a:schemeClr val="tx1"/>
          </a:solidFill>
          <a:latin typeface="+mn-lt"/>
        </a:defRPr>
      </a:lvl2pPr>
      <a:lvl3pPr marL="558345" indent="-183208" algn="l" rtl="0" eaLnBrk="0" fontAlgn="base" hangingPunct="0">
        <a:spcBef>
          <a:spcPct val="20000"/>
        </a:spcBef>
        <a:spcAft>
          <a:spcPct val="0"/>
        </a:spcAft>
        <a:buClr>
          <a:schemeClr val="tx2"/>
        </a:buClr>
        <a:buFont typeface="Times" pitchFamily="18" charset="0"/>
        <a:buChar char="–"/>
        <a:defRPr sz="1210">
          <a:solidFill>
            <a:schemeClr val="tx1"/>
          </a:solidFill>
          <a:latin typeface="+mn-lt"/>
        </a:defRPr>
      </a:lvl3pPr>
      <a:lvl4pPr marL="1757037" indent="-249513" algn="l" rtl="0" eaLnBrk="0" fontAlgn="base" hangingPunct="0">
        <a:spcBef>
          <a:spcPct val="20000"/>
        </a:spcBef>
        <a:spcAft>
          <a:spcPct val="0"/>
        </a:spcAft>
        <a:buChar char="–"/>
        <a:defRPr sz="1540">
          <a:solidFill>
            <a:schemeClr val="tx1"/>
          </a:solidFill>
          <a:latin typeface="Arial" charset="0"/>
        </a:defRPr>
      </a:lvl4pPr>
      <a:lvl5pPr marL="2259545" indent="-249513" algn="l" rtl="0" eaLnBrk="0" fontAlgn="base" hangingPunct="0">
        <a:spcBef>
          <a:spcPct val="20000"/>
        </a:spcBef>
        <a:spcAft>
          <a:spcPct val="0"/>
        </a:spcAft>
        <a:buChar char="»"/>
        <a:defRPr sz="1540">
          <a:solidFill>
            <a:schemeClr val="tx1"/>
          </a:solidFill>
          <a:latin typeface="Arial" charset="0"/>
        </a:defRPr>
      </a:lvl5pPr>
      <a:lvl6pPr marL="2763487" indent="-251226" algn="l" rtl="0" fontAlgn="base">
        <a:spcBef>
          <a:spcPct val="20000"/>
        </a:spcBef>
        <a:spcAft>
          <a:spcPct val="0"/>
        </a:spcAft>
        <a:buChar char="»"/>
        <a:defRPr sz="1540">
          <a:solidFill>
            <a:schemeClr val="tx1"/>
          </a:solidFill>
          <a:latin typeface="Arial" charset="0"/>
        </a:defRPr>
      </a:lvl6pPr>
      <a:lvl7pPr marL="3265941" indent="-251226" algn="l" rtl="0" fontAlgn="base">
        <a:spcBef>
          <a:spcPct val="20000"/>
        </a:spcBef>
        <a:spcAft>
          <a:spcPct val="0"/>
        </a:spcAft>
        <a:buChar char="»"/>
        <a:defRPr sz="1540">
          <a:solidFill>
            <a:schemeClr val="tx1"/>
          </a:solidFill>
          <a:latin typeface="Arial" charset="0"/>
        </a:defRPr>
      </a:lvl7pPr>
      <a:lvl8pPr marL="3768391" indent="-251226" algn="l" rtl="0" fontAlgn="base">
        <a:spcBef>
          <a:spcPct val="20000"/>
        </a:spcBef>
        <a:spcAft>
          <a:spcPct val="0"/>
        </a:spcAft>
        <a:buChar char="»"/>
        <a:defRPr sz="1540">
          <a:solidFill>
            <a:schemeClr val="tx1"/>
          </a:solidFill>
          <a:latin typeface="Arial" charset="0"/>
        </a:defRPr>
      </a:lvl8pPr>
      <a:lvl9pPr marL="4270841" indent="-251226" algn="l" rtl="0" fontAlgn="base">
        <a:spcBef>
          <a:spcPct val="20000"/>
        </a:spcBef>
        <a:spcAft>
          <a:spcPct val="0"/>
        </a:spcAft>
        <a:buChar char="»"/>
        <a:defRPr sz="1540">
          <a:solidFill>
            <a:schemeClr val="tx1"/>
          </a:solidFill>
          <a:latin typeface="Arial" charset="0"/>
        </a:defRPr>
      </a:lvl9pPr>
    </p:bodyStyle>
    <p:otherStyle>
      <a:defPPr>
        <a:defRPr lang="en-US"/>
      </a:defPPr>
      <a:lvl1pPr marL="0" algn="l" defTabSz="1004905" rtl="0" eaLnBrk="1" latinLnBrk="0" hangingPunct="1">
        <a:defRPr sz="1980" kern="1200">
          <a:solidFill>
            <a:schemeClr val="tx1"/>
          </a:solidFill>
          <a:latin typeface="+mn-lt"/>
          <a:ea typeface="+mn-ea"/>
          <a:cs typeface="+mn-cs"/>
        </a:defRPr>
      </a:lvl1pPr>
      <a:lvl2pPr marL="502453" algn="l" defTabSz="1004905" rtl="0" eaLnBrk="1" latinLnBrk="0" hangingPunct="1">
        <a:defRPr sz="1980" kern="1200">
          <a:solidFill>
            <a:schemeClr val="tx1"/>
          </a:solidFill>
          <a:latin typeface="+mn-lt"/>
          <a:ea typeface="+mn-ea"/>
          <a:cs typeface="+mn-cs"/>
        </a:defRPr>
      </a:lvl2pPr>
      <a:lvl3pPr marL="1004905" algn="l" defTabSz="1004905" rtl="0" eaLnBrk="1" latinLnBrk="0" hangingPunct="1">
        <a:defRPr sz="1980" kern="1200">
          <a:solidFill>
            <a:schemeClr val="tx1"/>
          </a:solidFill>
          <a:latin typeface="+mn-lt"/>
          <a:ea typeface="+mn-ea"/>
          <a:cs typeface="+mn-cs"/>
        </a:defRPr>
      </a:lvl3pPr>
      <a:lvl4pPr marL="1507356" algn="l" defTabSz="1004905" rtl="0" eaLnBrk="1" latinLnBrk="0" hangingPunct="1">
        <a:defRPr sz="1980" kern="1200">
          <a:solidFill>
            <a:schemeClr val="tx1"/>
          </a:solidFill>
          <a:latin typeface="+mn-lt"/>
          <a:ea typeface="+mn-ea"/>
          <a:cs typeface="+mn-cs"/>
        </a:defRPr>
      </a:lvl4pPr>
      <a:lvl5pPr marL="2009808" algn="l" defTabSz="1004905" rtl="0" eaLnBrk="1" latinLnBrk="0" hangingPunct="1">
        <a:defRPr sz="1980" kern="1200">
          <a:solidFill>
            <a:schemeClr val="tx1"/>
          </a:solidFill>
          <a:latin typeface="+mn-lt"/>
          <a:ea typeface="+mn-ea"/>
          <a:cs typeface="+mn-cs"/>
        </a:defRPr>
      </a:lvl5pPr>
      <a:lvl6pPr marL="2512261" algn="l" defTabSz="1004905" rtl="0" eaLnBrk="1" latinLnBrk="0" hangingPunct="1">
        <a:defRPr sz="1980" kern="1200">
          <a:solidFill>
            <a:schemeClr val="tx1"/>
          </a:solidFill>
          <a:latin typeface="+mn-lt"/>
          <a:ea typeface="+mn-ea"/>
          <a:cs typeface="+mn-cs"/>
        </a:defRPr>
      </a:lvl6pPr>
      <a:lvl7pPr marL="3014714" algn="l" defTabSz="1004905" rtl="0" eaLnBrk="1" latinLnBrk="0" hangingPunct="1">
        <a:defRPr sz="1980" kern="1200">
          <a:solidFill>
            <a:schemeClr val="tx1"/>
          </a:solidFill>
          <a:latin typeface="+mn-lt"/>
          <a:ea typeface="+mn-ea"/>
          <a:cs typeface="+mn-cs"/>
        </a:defRPr>
      </a:lvl7pPr>
      <a:lvl8pPr marL="3517168" algn="l" defTabSz="1004905" rtl="0" eaLnBrk="1" latinLnBrk="0" hangingPunct="1">
        <a:defRPr sz="1980" kern="1200">
          <a:solidFill>
            <a:schemeClr val="tx1"/>
          </a:solidFill>
          <a:latin typeface="+mn-lt"/>
          <a:ea typeface="+mn-ea"/>
          <a:cs typeface="+mn-cs"/>
        </a:defRPr>
      </a:lvl8pPr>
      <a:lvl9pPr marL="4019617" algn="l" defTabSz="1004905" rtl="0" eaLnBrk="1" latinLnBrk="0" hangingPunct="1">
        <a:defRPr sz="1980" kern="1200">
          <a:solidFill>
            <a:schemeClr val="tx1"/>
          </a:solidFill>
          <a:latin typeface="+mn-lt"/>
          <a:ea typeface="+mn-ea"/>
          <a:cs typeface="+mn-cs"/>
        </a:defRPr>
      </a:lvl9pPr>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91354" tIns="45678" rIns="91354" bIns="45678"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4"/>
            <a:ext cx="9601200" cy="649224"/>
          </a:xfrm>
          <a:prstGeom prst="rect">
            <a:avLst/>
          </a:prstGeom>
          <a:solidFill>
            <a:srgbClr val="2E398A"/>
          </a:solidFill>
          <a:ln w="9525">
            <a:noFill/>
            <a:miter lim="800000"/>
            <a:headEnd/>
            <a:tailEnd/>
          </a:ln>
          <a:effectLst/>
        </p:spPr>
        <p:txBody>
          <a:bodyPr wrap="none" lIns="97534" tIns="48769" rIns="97534" bIns="48769" anchor="ctr"/>
          <a:lstStyle/>
          <a:p>
            <a:pPr defTabSz="975623">
              <a:defRPr/>
            </a:pPr>
            <a:endParaRPr lang="en-US" sz="1747" dirty="0">
              <a:solidFill>
                <a:srgbClr val="000000"/>
              </a:solidFill>
            </a:endParaRPr>
          </a:p>
        </p:txBody>
      </p:sp>
      <p:sp>
        <p:nvSpPr>
          <p:cNvPr id="1029" name="Rectangle 2"/>
          <p:cNvSpPr>
            <a:spLocks noGrp="1" noChangeArrowheads="1"/>
          </p:cNvSpPr>
          <p:nvPr>
            <p:ph type="title"/>
          </p:nvPr>
        </p:nvSpPr>
        <p:spPr bwMode="auto">
          <a:xfrm>
            <a:off x="2518975" y="220862"/>
            <a:ext cx="7280116" cy="644102"/>
          </a:xfrm>
          <a:prstGeom prst="rect">
            <a:avLst/>
          </a:prstGeom>
          <a:noFill/>
          <a:ln w="9525">
            <a:noFill/>
            <a:miter lim="800000"/>
            <a:headEnd/>
            <a:tailEnd/>
          </a:ln>
        </p:spPr>
        <p:txBody>
          <a:bodyPr vert="horz" wrap="square" lIns="91354" tIns="45678" rIns="91354" bIns="45678"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09" y="7333576"/>
            <a:ext cx="827723" cy="213400"/>
          </a:xfrm>
          <a:prstGeom prst="rect">
            <a:avLst/>
          </a:prstGeom>
          <a:noFill/>
          <a:ln w="9525">
            <a:noFill/>
            <a:miter lim="800000"/>
            <a:headEnd/>
            <a:tailEnd/>
          </a:ln>
          <a:effectLst/>
        </p:spPr>
        <p:txBody>
          <a:bodyPr lIns="0" tIns="0" rIns="0" bIns="0" anchor="b"/>
          <a:lstStyle/>
          <a:p>
            <a:pPr defTabSz="975623">
              <a:defRPr/>
            </a:pPr>
            <a:r>
              <a:rPr lang="en-US" sz="855" b="1" dirty="0">
                <a:solidFill>
                  <a:srgbClr val="203353"/>
                </a:solidFill>
                <a:latin typeface="Calibri"/>
              </a:rPr>
              <a:t>PAGE </a:t>
            </a:r>
            <a:fld id="{54B17DE0-6D87-48AB-BBA0-9128AA86CC3B}" type="slidenum">
              <a:rPr lang="en-US" sz="855" b="1">
                <a:solidFill>
                  <a:srgbClr val="203353"/>
                </a:solidFill>
                <a:latin typeface="Calibri"/>
              </a:rPr>
              <a:pPr defTabSz="975623">
                <a:defRPr/>
              </a:pPr>
              <a:t>‹#›</a:t>
            </a:fld>
            <a:endParaRPr lang="en-US" sz="855" b="1" dirty="0">
              <a:solidFill>
                <a:srgbClr val="203353"/>
              </a:solidFill>
              <a:latin typeface="Calibri"/>
            </a:endParaRPr>
          </a:p>
        </p:txBody>
      </p:sp>
      <p:pic>
        <p:nvPicPr>
          <p:cNvPr id="1032" name="Picture 20" descr="Cello_LOGO_Horizontal_Short.png"/>
          <p:cNvPicPr>
            <a:picLocks noChangeAspect="1"/>
          </p:cNvPicPr>
          <p:nvPr userDrawn="1"/>
        </p:nvPicPr>
        <p:blipFill>
          <a:blip r:embed="rId8"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76436001"/>
      </p:ext>
    </p:extLst>
  </p:cSld>
  <p:clrMap bg1="lt1" tx1="dk1" bg2="lt2" tx2="dk2" accent1="accent1" accent2="accent2" accent3="accent3" accent4="accent4" accent5="accent5" accent6="accent6" hlink="hlink" folHlink="folHlink"/>
  <p:sldLayoutIdLst>
    <p:sldLayoutId id="2147483880" r:id="rId1"/>
    <p:sldLayoutId id="2147483881" r:id="rId2"/>
    <p:sldLayoutId id="2147483882" r:id="rId3"/>
    <p:sldLayoutId id="2147483883" r:id="rId4"/>
    <p:sldLayoutId id="2147483884" r:id="rId5"/>
    <p:sldLayoutId id="2147483885" r:id="rId6"/>
  </p:sldLayoutIdLst>
  <p:timing>
    <p:tnLst>
      <p:par>
        <p:cTn id="1" dur="indefinite" restart="never" nodeType="tmRoot"/>
      </p:par>
    </p:tnLst>
  </p:timing>
  <p:txStyles>
    <p:titleStyle>
      <a:lvl1pPr algn="r" rtl="0" eaLnBrk="0" fontAlgn="base" hangingPunct="0">
        <a:spcBef>
          <a:spcPct val="0"/>
        </a:spcBef>
        <a:spcAft>
          <a:spcPct val="0"/>
        </a:spcAft>
        <a:defRPr sz="1388" b="1">
          <a:solidFill>
            <a:schemeClr val="bg1"/>
          </a:solidFill>
          <a:latin typeface="Calibri" pitchFamily="34" charset="0"/>
          <a:ea typeface="+mj-ea"/>
          <a:cs typeface="+mj-cs"/>
        </a:defRPr>
      </a:lvl1pPr>
      <a:lvl2pPr algn="r" rtl="0" eaLnBrk="0" fontAlgn="base" hangingPunct="0">
        <a:spcBef>
          <a:spcPct val="0"/>
        </a:spcBef>
        <a:spcAft>
          <a:spcPct val="0"/>
        </a:spcAft>
        <a:defRPr sz="1388" b="1">
          <a:solidFill>
            <a:schemeClr val="bg1"/>
          </a:solidFill>
          <a:latin typeface="Calibri" pitchFamily="34" charset="0"/>
        </a:defRPr>
      </a:lvl2pPr>
      <a:lvl3pPr algn="r" rtl="0" eaLnBrk="0" fontAlgn="base" hangingPunct="0">
        <a:spcBef>
          <a:spcPct val="0"/>
        </a:spcBef>
        <a:spcAft>
          <a:spcPct val="0"/>
        </a:spcAft>
        <a:defRPr sz="1388" b="1">
          <a:solidFill>
            <a:schemeClr val="bg1"/>
          </a:solidFill>
          <a:latin typeface="Calibri" pitchFamily="34" charset="0"/>
        </a:defRPr>
      </a:lvl3pPr>
      <a:lvl4pPr algn="r" rtl="0" eaLnBrk="0" fontAlgn="base" hangingPunct="0">
        <a:spcBef>
          <a:spcPct val="0"/>
        </a:spcBef>
        <a:spcAft>
          <a:spcPct val="0"/>
        </a:spcAft>
        <a:defRPr sz="1388" b="1">
          <a:solidFill>
            <a:schemeClr val="bg1"/>
          </a:solidFill>
          <a:latin typeface="Calibri" pitchFamily="34" charset="0"/>
        </a:defRPr>
      </a:lvl4pPr>
      <a:lvl5pPr algn="r" rtl="0" eaLnBrk="0" fontAlgn="base" hangingPunct="0">
        <a:spcBef>
          <a:spcPct val="0"/>
        </a:spcBef>
        <a:spcAft>
          <a:spcPct val="0"/>
        </a:spcAft>
        <a:defRPr sz="1388" b="1">
          <a:solidFill>
            <a:schemeClr val="bg1"/>
          </a:solidFill>
          <a:latin typeface="Calibri" pitchFamily="34" charset="0"/>
        </a:defRPr>
      </a:lvl5pPr>
      <a:lvl6pPr marL="487702" algn="r" rtl="0" fontAlgn="base">
        <a:spcBef>
          <a:spcPct val="0"/>
        </a:spcBef>
        <a:spcAft>
          <a:spcPct val="0"/>
        </a:spcAft>
        <a:defRPr sz="1815">
          <a:solidFill>
            <a:schemeClr val="bg1"/>
          </a:solidFill>
          <a:latin typeface="Calisto MT" pitchFamily="18" charset="0"/>
        </a:defRPr>
      </a:lvl6pPr>
      <a:lvl7pPr marL="975401" algn="r" rtl="0" fontAlgn="base">
        <a:spcBef>
          <a:spcPct val="0"/>
        </a:spcBef>
        <a:spcAft>
          <a:spcPct val="0"/>
        </a:spcAft>
        <a:defRPr sz="1815">
          <a:solidFill>
            <a:schemeClr val="bg1"/>
          </a:solidFill>
          <a:latin typeface="Calisto MT" pitchFamily="18" charset="0"/>
        </a:defRPr>
      </a:lvl7pPr>
      <a:lvl8pPr marL="1463100" algn="r" rtl="0" fontAlgn="base">
        <a:spcBef>
          <a:spcPct val="0"/>
        </a:spcBef>
        <a:spcAft>
          <a:spcPct val="0"/>
        </a:spcAft>
        <a:defRPr sz="1815">
          <a:solidFill>
            <a:schemeClr val="bg1"/>
          </a:solidFill>
          <a:latin typeface="Calisto MT" pitchFamily="18" charset="0"/>
        </a:defRPr>
      </a:lvl8pPr>
      <a:lvl9pPr marL="1950801" algn="r" rtl="0" fontAlgn="base">
        <a:spcBef>
          <a:spcPct val="0"/>
        </a:spcBef>
        <a:spcAft>
          <a:spcPct val="0"/>
        </a:spcAft>
        <a:defRPr sz="1815">
          <a:solidFill>
            <a:schemeClr val="bg1"/>
          </a:solidFill>
          <a:latin typeface="Calisto MT" pitchFamily="18" charset="0"/>
        </a:defRPr>
      </a:lvl9pPr>
    </p:titleStyle>
    <p:bodyStyle>
      <a:lvl1pPr marL="179523" indent="-179523" algn="l" rtl="0" eaLnBrk="0" fontAlgn="base" hangingPunct="0">
        <a:spcBef>
          <a:spcPct val="110000"/>
        </a:spcBef>
        <a:spcAft>
          <a:spcPct val="0"/>
        </a:spcAft>
        <a:buClr>
          <a:schemeClr val="tx2"/>
        </a:buClr>
        <a:buChar char="•"/>
        <a:defRPr sz="1175">
          <a:solidFill>
            <a:schemeClr val="tx1"/>
          </a:solidFill>
          <a:latin typeface="+mn-lt"/>
          <a:ea typeface="+mn-ea"/>
          <a:cs typeface="+mn-cs"/>
        </a:defRPr>
      </a:lvl1pPr>
      <a:lvl2pPr marL="360735" indent="-177829" algn="l" rtl="0" eaLnBrk="0" fontAlgn="base" hangingPunct="0">
        <a:spcBef>
          <a:spcPct val="47000"/>
        </a:spcBef>
        <a:spcAft>
          <a:spcPct val="0"/>
        </a:spcAft>
        <a:buClr>
          <a:schemeClr val="tx2"/>
        </a:buClr>
        <a:buFont typeface="Times" pitchFamily="18" charset="0"/>
        <a:buChar char="–"/>
        <a:defRPr sz="1175">
          <a:solidFill>
            <a:schemeClr val="tx1"/>
          </a:solidFill>
          <a:latin typeface="+mn-lt"/>
        </a:defRPr>
      </a:lvl2pPr>
      <a:lvl3pPr marL="541952" indent="-177829" algn="l" rtl="0" eaLnBrk="0" fontAlgn="base" hangingPunct="0">
        <a:spcBef>
          <a:spcPct val="20000"/>
        </a:spcBef>
        <a:spcAft>
          <a:spcPct val="0"/>
        </a:spcAft>
        <a:buClr>
          <a:schemeClr val="tx2"/>
        </a:buClr>
        <a:buFont typeface="Times" pitchFamily="18" charset="0"/>
        <a:buChar char="–"/>
        <a:defRPr sz="1175">
          <a:solidFill>
            <a:schemeClr val="tx1"/>
          </a:solidFill>
          <a:latin typeface="+mn-lt"/>
        </a:defRPr>
      </a:lvl3pPr>
      <a:lvl4pPr marL="1705450" indent="-242187" algn="l" rtl="0" eaLnBrk="0" fontAlgn="base" hangingPunct="0">
        <a:spcBef>
          <a:spcPct val="20000"/>
        </a:spcBef>
        <a:spcAft>
          <a:spcPct val="0"/>
        </a:spcAft>
        <a:buChar char="–"/>
        <a:defRPr sz="1495">
          <a:solidFill>
            <a:schemeClr val="tx1"/>
          </a:solidFill>
          <a:latin typeface="Arial" charset="0"/>
        </a:defRPr>
      </a:lvl4pPr>
      <a:lvl5pPr marL="2193205" indent="-242187" algn="l" rtl="0" eaLnBrk="0" fontAlgn="base" hangingPunct="0">
        <a:spcBef>
          <a:spcPct val="20000"/>
        </a:spcBef>
        <a:spcAft>
          <a:spcPct val="0"/>
        </a:spcAft>
        <a:buChar char="»"/>
        <a:defRPr sz="1495">
          <a:solidFill>
            <a:schemeClr val="tx1"/>
          </a:solidFill>
          <a:latin typeface="Arial" charset="0"/>
        </a:defRPr>
      </a:lvl5pPr>
      <a:lvl6pPr marL="2682351" indent="-243850" algn="l" rtl="0" fontAlgn="base">
        <a:spcBef>
          <a:spcPct val="20000"/>
        </a:spcBef>
        <a:spcAft>
          <a:spcPct val="0"/>
        </a:spcAft>
        <a:buChar char="»"/>
        <a:defRPr sz="1495">
          <a:solidFill>
            <a:schemeClr val="tx1"/>
          </a:solidFill>
          <a:latin typeface="Arial" charset="0"/>
        </a:defRPr>
      </a:lvl6pPr>
      <a:lvl7pPr marL="3170053" indent="-243850" algn="l" rtl="0" fontAlgn="base">
        <a:spcBef>
          <a:spcPct val="20000"/>
        </a:spcBef>
        <a:spcAft>
          <a:spcPct val="0"/>
        </a:spcAft>
        <a:buChar char="»"/>
        <a:defRPr sz="1495">
          <a:solidFill>
            <a:schemeClr val="tx1"/>
          </a:solidFill>
          <a:latin typeface="Arial" charset="0"/>
        </a:defRPr>
      </a:lvl7pPr>
      <a:lvl8pPr marL="3657751" indent="-243850" algn="l" rtl="0" fontAlgn="base">
        <a:spcBef>
          <a:spcPct val="20000"/>
        </a:spcBef>
        <a:spcAft>
          <a:spcPct val="0"/>
        </a:spcAft>
        <a:buChar char="»"/>
        <a:defRPr sz="1495">
          <a:solidFill>
            <a:schemeClr val="tx1"/>
          </a:solidFill>
          <a:latin typeface="Arial" charset="0"/>
        </a:defRPr>
      </a:lvl8pPr>
      <a:lvl9pPr marL="4145449" indent="-243850" algn="l" rtl="0" fontAlgn="base">
        <a:spcBef>
          <a:spcPct val="20000"/>
        </a:spcBef>
        <a:spcAft>
          <a:spcPct val="0"/>
        </a:spcAft>
        <a:buChar char="»"/>
        <a:defRPr sz="1495">
          <a:solidFill>
            <a:schemeClr val="tx1"/>
          </a:solidFill>
          <a:latin typeface="Arial" charset="0"/>
        </a:defRPr>
      </a:lvl9pPr>
    </p:bodyStyle>
    <p:otherStyle>
      <a:defPPr>
        <a:defRPr lang="en-US"/>
      </a:defPPr>
      <a:lvl1pPr marL="0" algn="l" defTabSz="975401" rtl="0" eaLnBrk="1" latinLnBrk="0" hangingPunct="1">
        <a:defRPr sz="1922" kern="1200">
          <a:solidFill>
            <a:schemeClr val="tx1"/>
          </a:solidFill>
          <a:latin typeface="+mn-lt"/>
          <a:ea typeface="+mn-ea"/>
          <a:cs typeface="+mn-cs"/>
        </a:defRPr>
      </a:lvl1pPr>
      <a:lvl2pPr marL="487702" algn="l" defTabSz="975401" rtl="0" eaLnBrk="1" latinLnBrk="0" hangingPunct="1">
        <a:defRPr sz="1922" kern="1200">
          <a:solidFill>
            <a:schemeClr val="tx1"/>
          </a:solidFill>
          <a:latin typeface="+mn-lt"/>
          <a:ea typeface="+mn-ea"/>
          <a:cs typeface="+mn-cs"/>
        </a:defRPr>
      </a:lvl2pPr>
      <a:lvl3pPr marL="975401" algn="l" defTabSz="975401" rtl="0" eaLnBrk="1" latinLnBrk="0" hangingPunct="1">
        <a:defRPr sz="1922" kern="1200">
          <a:solidFill>
            <a:schemeClr val="tx1"/>
          </a:solidFill>
          <a:latin typeface="+mn-lt"/>
          <a:ea typeface="+mn-ea"/>
          <a:cs typeface="+mn-cs"/>
        </a:defRPr>
      </a:lvl3pPr>
      <a:lvl4pPr marL="1463100" algn="l" defTabSz="975401" rtl="0" eaLnBrk="1" latinLnBrk="0" hangingPunct="1">
        <a:defRPr sz="1922" kern="1200">
          <a:solidFill>
            <a:schemeClr val="tx1"/>
          </a:solidFill>
          <a:latin typeface="+mn-lt"/>
          <a:ea typeface="+mn-ea"/>
          <a:cs typeface="+mn-cs"/>
        </a:defRPr>
      </a:lvl4pPr>
      <a:lvl5pPr marL="1950801" algn="l" defTabSz="975401" rtl="0" eaLnBrk="1" latinLnBrk="0" hangingPunct="1">
        <a:defRPr sz="1922" kern="1200">
          <a:solidFill>
            <a:schemeClr val="tx1"/>
          </a:solidFill>
          <a:latin typeface="+mn-lt"/>
          <a:ea typeface="+mn-ea"/>
          <a:cs typeface="+mn-cs"/>
        </a:defRPr>
      </a:lvl5pPr>
      <a:lvl6pPr marL="2438501" algn="l" defTabSz="975401" rtl="0" eaLnBrk="1" latinLnBrk="0" hangingPunct="1">
        <a:defRPr sz="1922" kern="1200">
          <a:solidFill>
            <a:schemeClr val="tx1"/>
          </a:solidFill>
          <a:latin typeface="+mn-lt"/>
          <a:ea typeface="+mn-ea"/>
          <a:cs typeface="+mn-cs"/>
        </a:defRPr>
      </a:lvl6pPr>
      <a:lvl7pPr marL="2926202" algn="l" defTabSz="975401" rtl="0" eaLnBrk="1" latinLnBrk="0" hangingPunct="1">
        <a:defRPr sz="1922" kern="1200">
          <a:solidFill>
            <a:schemeClr val="tx1"/>
          </a:solidFill>
          <a:latin typeface="+mn-lt"/>
          <a:ea typeface="+mn-ea"/>
          <a:cs typeface="+mn-cs"/>
        </a:defRPr>
      </a:lvl7pPr>
      <a:lvl8pPr marL="3413904" algn="l" defTabSz="975401" rtl="0" eaLnBrk="1" latinLnBrk="0" hangingPunct="1">
        <a:defRPr sz="1922" kern="1200">
          <a:solidFill>
            <a:schemeClr val="tx1"/>
          </a:solidFill>
          <a:latin typeface="+mn-lt"/>
          <a:ea typeface="+mn-ea"/>
          <a:cs typeface="+mn-cs"/>
        </a:defRPr>
      </a:lvl8pPr>
      <a:lvl9pPr marL="3901601" algn="l" defTabSz="975401" rtl="0" eaLnBrk="1" latinLnBrk="0" hangingPunct="1">
        <a:defRPr sz="1922"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Layout" Target="../slideLayouts/slideLayout9.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88"/>
          <p:cNvSpPr txBox="1">
            <a:spLocks noChangeArrowheads="1"/>
          </p:cNvSpPr>
          <p:nvPr/>
        </p:nvSpPr>
        <p:spPr bwMode="auto">
          <a:xfrm>
            <a:off x="3321171" y="6084608"/>
            <a:ext cx="6370526" cy="856893"/>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spAutoFit/>
          </a:bodyPr>
          <a:lstStyle/>
          <a:p>
            <a:pPr algn="r" defTabSz="1018586"/>
            <a:r>
              <a:rPr lang="en-US" sz="3100" dirty="0" smtClean="0">
                <a:solidFill>
                  <a:srgbClr val="968880"/>
                </a:solidFill>
                <a:latin typeface="Calibri" pitchFamily="34" charset="0"/>
              </a:rPr>
              <a:t>Modeling Mortgage Credit Availability</a:t>
            </a:r>
            <a:endParaRPr lang="en-US" sz="3100" dirty="0">
              <a:solidFill>
                <a:srgbClr val="968880"/>
              </a:solidFill>
              <a:latin typeface="Calibri" pitchFamily="34" charset="0"/>
            </a:endParaRPr>
          </a:p>
          <a:p>
            <a:pPr algn="r" defTabSz="1018586"/>
            <a:r>
              <a:rPr lang="en-US" dirty="0" smtClean="0">
                <a:solidFill>
                  <a:schemeClr val="tx2"/>
                </a:solidFill>
                <a:latin typeface="Calibri" pitchFamily="34" charset="0"/>
              </a:rPr>
              <a:t>September 2015</a:t>
            </a:r>
            <a:endParaRPr lang="en-US" dirty="0">
              <a:solidFill>
                <a:schemeClr val="tx2"/>
              </a:solidFill>
              <a:latin typeface="Arial"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99268" y="244312"/>
            <a:ext cx="6014434" cy="609918"/>
          </a:xfrm>
        </p:spPr>
        <p:txBody>
          <a:bodyPr/>
          <a:lstStyle/>
          <a:p>
            <a:r>
              <a:rPr lang="en-US" dirty="0" smtClean="0"/>
              <a:t>WHAT IS MORTGAGE CREDIT AVAILABILITY?</a:t>
            </a:r>
            <a:endParaRPr lang="en-US" sz="1200" b="0" dirty="0"/>
          </a:p>
        </p:txBody>
      </p:sp>
      <p:sp>
        <p:nvSpPr>
          <p:cNvPr id="3" name="TextBox 2"/>
          <p:cNvSpPr txBox="1"/>
          <p:nvPr/>
        </p:nvSpPr>
        <p:spPr>
          <a:xfrm>
            <a:off x="145657" y="1218129"/>
            <a:ext cx="2168665" cy="6909584"/>
          </a:xfrm>
          <a:prstGeom prst="rect">
            <a:avLst/>
          </a:prstGeom>
          <a:noFill/>
        </p:spPr>
        <p:txBody>
          <a:bodyPr wrap="square" rtlCol="0">
            <a:spAutoFit/>
          </a:bodyPr>
          <a:lstStyle/>
          <a:p>
            <a:pPr>
              <a:lnSpc>
                <a:spcPct val="100000"/>
              </a:lnSpc>
              <a:spcBef>
                <a:spcPts val="0"/>
              </a:spcBef>
            </a:pPr>
            <a:r>
              <a:rPr lang="en-US" sz="1200" b="1" dirty="0" smtClean="0">
                <a:latin typeface="Calibri" panose="020F0502020204030204" pitchFamily="34" charset="0"/>
              </a:rPr>
              <a:t>Mortgage Credit Availability </a:t>
            </a:r>
            <a:r>
              <a:rPr lang="en-US" sz="1200" dirty="0" smtClean="0">
                <a:latin typeface="Calibri" panose="020F0502020204030204" pitchFamily="34" charset="0"/>
              </a:rPr>
              <a:t>can be defined as the supply of mortgage credit available for a reference household. </a:t>
            </a:r>
          </a:p>
          <a:p>
            <a:pPr>
              <a:lnSpc>
                <a:spcPct val="100000"/>
              </a:lnSpc>
              <a:spcBef>
                <a:spcPts val="0"/>
              </a:spcBef>
            </a:pPr>
            <a:endParaRPr lang="en-US" sz="1200" b="1" dirty="0">
              <a:latin typeface="Calibri" panose="020F0502020204030204" pitchFamily="34" charset="0"/>
            </a:endParaRPr>
          </a:p>
          <a:p>
            <a:pPr>
              <a:lnSpc>
                <a:spcPct val="100000"/>
              </a:lnSpc>
              <a:spcBef>
                <a:spcPts val="0"/>
              </a:spcBef>
            </a:pPr>
            <a:r>
              <a:rPr lang="en-US" sz="1200" dirty="0" smtClean="0">
                <a:latin typeface="Calibri" panose="020F0502020204030204" pitchFamily="34" charset="0"/>
              </a:rPr>
              <a:t>A </a:t>
            </a:r>
            <a:r>
              <a:rPr lang="en-US" sz="1200" b="1" dirty="0" smtClean="0">
                <a:latin typeface="Calibri" panose="020F0502020204030204" pitchFamily="34" charset="0"/>
              </a:rPr>
              <a:t>Mortgage Credit Availability Index (MCAI) </a:t>
            </a:r>
            <a:r>
              <a:rPr lang="en-US" sz="1200" dirty="0" smtClean="0">
                <a:latin typeface="Calibri" panose="020F0502020204030204" pitchFamily="34" charset="0"/>
              </a:rPr>
              <a:t>measures the supply of mortgage credit in a systematic way over time. A change in the MCAI corresponds to either a change in underwriting standards for benchmark mortgage products </a:t>
            </a:r>
            <a:r>
              <a:rPr lang="en-US" sz="1200" b="1" dirty="0" smtClean="0">
                <a:latin typeface="Calibri" panose="020F0502020204030204" pitchFamily="34" charset="0"/>
              </a:rPr>
              <a:t>(Borrower Risk)</a:t>
            </a:r>
            <a:r>
              <a:rPr lang="en-US" sz="1200" dirty="0" smtClean="0">
                <a:latin typeface="Calibri" panose="020F0502020204030204" pitchFamily="34" charset="0"/>
              </a:rPr>
              <a:t> or the introduction/de-emphasis of non-standard mortgage products </a:t>
            </a:r>
            <a:r>
              <a:rPr lang="en-US" sz="1200" b="1" dirty="0" smtClean="0">
                <a:latin typeface="Calibri" panose="020F0502020204030204" pitchFamily="34" charset="0"/>
              </a:rPr>
              <a:t>(Product Risk)</a:t>
            </a:r>
            <a:r>
              <a:rPr lang="en-US" sz="1200" dirty="0" smtClean="0">
                <a:latin typeface="Calibri" panose="020F0502020204030204" pitchFamily="34" charset="0"/>
              </a:rPr>
              <a:t>.</a:t>
            </a:r>
          </a:p>
          <a:p>
            <a:pPr>
              <a:lnSpc>
                <a:spcPct val="100000"/>
              </a:lnSpc>
              <a:spcBef>
                <a:spcPts val="0"/>
              </a:spcBef>
            </a:pPr>
            <a:endParaRPr lang="en-US" sz="1200" dirty="0">
              <a:latin typeface="Calibri" panose="020F0502020204030204" pitchFamily="34" charset="0"/>
            </a:endParaRPr>
          </a:p>
          <a:p>
            <a:pPr>
              <a:lnSpc>
                <a:spcPct val="100000"/>
              </a:lnSpc>
              <a:spcBef>
                <a:spcPts val="0"/>
              </a:spcBef>
            </a:pPr>
            <a:r>
              <a:rPr lang="en-US" sz="1200" dirty="0" smtClean="0">
                <a:latin typeface="Calibri" panose="020F0502020204030204" pitchFamily="34" charset="0"/>
              </a:rPr>
              <a:t>Tracking changes in an MCAI is informative from the perspective of the overall strength of the housing market and for tracking structural changes in refinancing efficiency.   </a:t>
            </a:r>
            <a:endParaRPr lang="en-US" sz="1200" dirty="0">
              <a:latin typeface="Calibri" panose="020F0502020204030204" pitchFamily="34" charset="0"/>
            </a:endParaRPr>
          </a:p>
          <a:p>
            <a:pPr>
              <a:lnSpc>
                <a:spcPct val="100000"/>
              </a:lnSpc>
              <a:spcBef>
                <a:spcPts val="0"/>
              </a:spcBef>
            </a:pPr>
            <a:endParaRPr lang="en-US" sz="1400" dirty="0"/>
          </a:p>
          <a:p>
            <a:pPr>
              <a:spcBef>
                <a:spcPts val="0"/>
              </a:spcBef>
              <a:buClr>
                <a:srgbClr val="203353"/>
              </a:buClr>
              <a:defRPr/>
            </a:pPr>
            <a:endParaRPr lang="en-US" sz="1400" dirty="0" smtClean="0">
              <a:solidFill>
                <a:srgbClr val="000000"/>
              </a:solidFill>
              <a:latin typeface="Calibri"/>
            </a:endParaRPr>
          </a:p>
          <a:p>
            <a:pPr>
              <a:spcBef>
                <a:spcPts val="0"/>
              </a:spcBef>
              <a:buClr>
                <a:srgbClr val="203353"/>
              </a:buClr>
              <a:defRPr/>
            </a:pPr>
            <a:endParaRPr lang="en-US" sz="1400" b="1" dirty="0" smtClean="0">
              <a:solidFill>
                <a:srgbClr val="000000"/>
              </a:solidFill>
              <a:latin typeface="Calibri"/>
            </a:endParaRPr>
          </a:p>
          <a:p>
            <a:pPr>
              <a:spcBef>
                <a:spcPts val="0"/>
              </a:spcBef>
              <a:buClr>
                <a:srgbClr val="203353"/>
              </a:buClr>
              <a:defRPr/>
            </a:pPr>
            <a:endParaRPr lang="en-US" sz="1400" b="1" dirty="0">
              <a:solidFill>
                <a:srgbClr val="000000"/>
              </a:solidFill>
              <a:latin typeface="Calibri"/>
            </a:endParaRPr>
          </a:p>
          <a:p>
            <a:pPr>
              <a:spcBef>
                <a:spcPts val="0"/>
              </a:spcBef>
              <a:buClr>
                <a:srgbClr val="203353"/>
              </a:buClr>
              <a:defRPr/>
            </a:pPr>
            <a:endParaRPr lang="en-US" sz="1500" dirty="0" smtClean="0">
              <a:solidFill>
                <a:srgbClr val="2E398A"/>
              </a:solidFill>
              <a:latin typeface="Calibri"/>
            </a:endParaRPr>
          </a:p>
          <a:p>
            <a:pPr>
              <a:spcBef>
                <a:spcPts val="0"/>
              </a:spcBef>
              <a:buClr>
                <a:srgbClr val="203353"/>
              </a:buClr>
              <a:defRPr/>
            </a:pPr>
            <a:endParaRPr lang="en-US" sz="1500" dirty="0">
              <a:solidFill>
                <a:srgbClr val="2E398A"/>
              </a:solidFill>
              <a:latin typeface="Calibri"/>
            </a:endParaRPr>
          </a:p>
          <a:p>
            <a:pPr>
              <a:spcBef>
                <a:spcPts val="0"/>
              </a:spcBef>
              <a:buClr>
                <a:srgbClr val="203353"/>
              </a:buClr>
              <a:defRPr/>
            </a:pPr>
            <a:endParaRPr lang="en-US" sz="1500" dirty="0" smtClean="0">
              <a:solidFill>
                <a:srgbClr val="2E398A"/>
              </a:solidFill>
              <a:latin typeface="Calibri"/>
            </a:endParaRPr>
          </a:p>
          <a:p>
            <a:pPr>
              <a:spcBef>
                <a:spcPts val="0"/>
              </a:spcBef>
              <a:buClr>
                <a:srgbClr val="203353"/>
              </a:buClr>
              <a:defRPr/>
            </a:pPr>
            <a:endParaRPr lang="en-US" sz="1500" dirty="0">
              <a:solidFill>
                <a:srgbClr val="2E398A"/>
              </a:solidFill>
              <a:latin typeface="Calibri"/>
            </a:endParaRPr>
          </a:p>
          <a:p>
            <a:pPr>
              <a:spcBef>
                <a:spcPts val="0"/>
              </a:spcBef>
              <a:buClr>
                <a:srgbClr val="203353"/>
              </a:buClr>
              <a:defRPr/>
            </a:pPr>
            <a:endParaRPr lang="en-US" sz="1500" dirty="0">
              <a:solidFill>
                <a:srgbClr val="2E398A"/>
              </a:solidFill>
              <a:latin typeface="Calibri"/>
            </a:endParaRPr>
          </a:p>
        </p:txBody>
      </p:sp>
      <p:pic>
        <p:nvPicPr>
          <p:cNvPr id="6147" name="Picture 3"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49" name="Picture 5"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51" name="Picture 7"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53" name="Picture 9"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0" name="Picture 16"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2" name="Picture 18"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4" name="Picture 20"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6" name="Picture 22"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p:cNvSpPr/>
          <p:nvPr/>
        </p:nvSpPr>
        <p:spPr>
          <a:xfrm>
            <a:off x="2472699" y="1266192"/>
            <a:ext cx="7223761" cy="640079"/>
          </a:xfrm>
          <a:prstGeom prst="rect">
            <a:avLst/>
          </a:prstGeom>
          <a:solidFill>
            <a:srgbClr val="203353"/>
          </a:solidFill>
          <a:ln>
            <a:noFill/>
          </a:ln>
        </p:spPr>
        <p:style>
          <a:lnRef idx="2">
            <a:schemeClr val="accent1">
              <a:shade val="50000"/>
            </a:schemeClr>
          </a:lnRef>
          <a:fillRef idx="1">
            <a:schemeClr val="accent1"/>
          </a:fillRef>
          <a:effectRef idx="0">
            <a:schemeClr val="accent1"/>
          </a:effectRef>
          <a:fontRef idx="minor">
            <a:schemeClr val="lt1"/>
          </a:fontRef>
        </p:style>
        <p:txBody>
          <a:bodyPr lIns="50894" tIns="50894" rIns="101787" bIns="50894" rtlCol="0" anchor="ctr"/>
          <a:lstStyle/>
          <a:p>
            <a:pPr algn="ctr"/>
            <a:r>
              <a:rPr lang="en-US" sz="1300" dirty="0" smtClean="0">
                <a:solidFill>
                  <a:srgbClr val="FFFFFF"/>
                </a:solidFill>
              </a:rPr>
              <a:t>A SIMPLE MCAI: TRACKING CHANGES IN COLLATERAL CHARACTERISTICS</a:t>
            </a:r>
          </a:p>
        </p:txBody>
      </p:sp>
      <p:graphicFrame>
        <p:nvGraphicFramePr>
          <p:cNvPr id="6" name="Table 5"/>
          <p:cNvGraphicFramePr>
            <a:graphicFrameLocks noGrp="1"/>
          </p:cNvGraphicFramePr>
          <p:nvPr/>
        </p:nvGraphicFramePr>
        <p:xfrm>
          <a:off x="3221037" y="2741612"/>
          <a:ext cx="5778500" cy="2667000"/>
        </p:xfrm>
        <a:graphic>
          <a:graphicData uri="http://schemas.openxmlformats.org/drawingml/2006/table">
            <a:tbl>
              <a:tblPr/>
              <a:tblGrid>
                <a:gridCol w="825500"/>
                <a:gridCol w="825500"/>
                <a:gridCol w="825500"/>
                <a:gridCol w="825500"/>
                <a:gridCol w="825500"/>
                <a:gridCol w="825500"/>
                <a:gridCol w="825500"/>
              </a:tblGrid>
              <a:tr h="190500">
                <a:tc>
                  <a:txBody>
                    <a:bodyPr/>
                    <a:lstStyle/>
                    <a:p>
                      <a:pPr algn="ctr" fontAlgn="ctr"/>
                      <a:r>
                        <a:rPr lang="en-US" sz="1100" b="1" i="0" u="none" strike="noStrike">
                          <a:solidFill>
                            <a:srgbClr val="000000"/>
                          </a:solidFill>
                          <a:effectLst/>
                          <a:latin typeface="Calibri"/>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FEBE4"/>
                    </a:solidFill>
                  </a:tcPr>
                </a:tc>
                <a:tc>
                  <a:txBody>
                    <a:bodyPr/>
                    <a:lstStyle/>
                    <a:p>
                      <a:pPr algn="ctr" fontAlgn="ctr"/>
                      <a:r>
                        <a:rPr lang="en-US" sz="1100" b="1" i="0" u="none" strike="noStrike">
                          <a:solidFill>
                            <a:srgbClr val="000000"/>
                          </a:solidFill>
                          <a:effectLst/>
                          <a:latin typeface="Calibri"/>
                        </a:rPr>
                        <a:t>OLTV Mean</a:t>
                      </a: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FEBE4"/>
                    </a:solidFill>
                  </a:tcPr>
                </a:tc>
                <a:tc>
                  <a:txBody>
                    <a:bodyPr/>
                    <a:lstStyle/>
                    <a:p>
                      <a:pPr algn="ctr" fontAlgn="ctr"/>
                      <a:r>
                        <a:rPr lang="en-US" sz="1100" b="1" i="0" u="none" strike="noStrike">
                          <a:solidFill>
                            <a:srgbClr val="000000"/>
                          </a:solidFill>
                          <a:effectLst/>
                          <a:latin typeface="Calibri"/>
                        </a:rPr>
                        <a:t>% OLTV &gt; 90</a:t>
                      </a:r>
                    </a:p>
                  </a:txBody>
                  <a:tcPr marL="9525" marR="9525" marT="9525"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FEBE4"/>
                    </a:solidFill>
                  </a:tcPr>
                </a:tc>
                <a:tc>
                  <a:txBody>
                    <a:bodyPr/>
                    <a:lstStyle/>
                    <a:p>
                      <a:pPr algn="ctr" fontAlgn="ctr"/>
                      <a:r>
                        <a:rPr lang="en-US" sz="1100" b="1" i="0" u="none" strike="noStrike">
                          <a:solidFill>
                            <a:srgbClr val="000000"/>
                          </a:solidFill>
                          <a:effectLst/>
                          <a:latin typeface="Calibri"/>
                        </a:rPr>
                        <a:t>DTI Mean</a:t>
                      </a: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FEBE4"/>
                    </a:solidFill>
                  </a:tcPr>
                </a:tc>
                <a:tc>
                  <a:txBody>
                    <a:bodyPr/>
                    <a:lstStyle/>
                    <a:p>
                      <a:pPr algn="ctr" fontAlgn="ctr"/>
                      <a:r>
                        <a:rPr lang="en-US" sz="1100" b="1" i="0" u="none" strike="noStrike">
                          <a:solidFill>
                            <a:srgbClr val="000000"/>
                          </a:solidFill>
                          <a:effectLst/>
                          <a:latin typeface="Calibri"/>
                        </a:rPr>
                        <a:t>% DTI &gt; 40</a:t>
                      </a:r>
                    </a:p>
                  </a:txBody>
                  <a:tcPr marL="9525" marR="9525" marT="9525"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FEBE4"/>
                    </a:solidFill>
                  </a:tcPr>
                </a:tc>
                <a:tc>
                  <a:txBody>
                    <a:bodyPr/>
                    <a:lstStyle/>
                    <a:p>
                      <a:pPr algn="ctr" fontAlgn="ctr"/>
                      <a:r>
                        <a:rPr lang="en-US" sz="1100" b="1" i="0" u="none" strike="noStrike">
                          <a:solidFill>
                            <a:srgbClr val="000000"/>
                          </a:solidFill>
                          <a:effectLst/>
                          <a:latin typeface="Calibri"/>
                        </a:rPr>
                        <a:t>FICO Mean</a:t>
                      </a: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FEBE4"/>
                    </a:solidFill>
                  </a:tcPr>
                </a:tc>
                <a:tc>
                  <a:txBody>
                    <a:bodyPr/>
                    <a:lstStyle/>
                    <a:p>
                      <a:pPr algn="ctr" fontAlgn="ctr"/>
                      <a:r>
                        <a:rPr lang="en-US" sz="1100" b="1" i="0" u="none" strike="noStrike">
                          <a:solidFill>
                            <a:srgbClr val="000000"/>
                          </a:solidFill>
                          <a:effectLst/>
                          <a:latin typeface="Calibri"/>
                        </a:rPr>
                        <a:t>% FICO &lt; 700</a:t>
                      </a:r>
                    </a:p>
                  </a:txBody>
                  <a:tcPr marL="9525" marR="9525" marT="9525"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FEBE4"/>
                    </a:solidFill>
                  </a:tcPr>
                </a:tc>
              </a:tr>
              <a:tr h="190500">
                <a:tc>
                  <a:txBody>
                    <a:bodyPr/>
                    <a:lstStyle/>
                    <a:p>
                      <a:pPr algn="ctr" fontAlgn="b"/>
                      <a:r>
                        <a:rPr lang="en-US" sz="1000" b="0" i="0" u="none" strike="noStrike">
                          <a:solidFill>
                            <a:srgbClr val="000000"/>
                          </a:solidFill>
                          <a:effectLst/>
                          <a:latin typeface="Calibri"/>
                        </a:rPr>
                        <a:t>2015-7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a:rPr>
                        <a:t>83.0</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DB4E2"/>
                    </a:solidFill>
                  </a:tcPr>
                </a:tc>
                <a:tc>
                  <a:txBody>
                    <a:bodyPr/>
                    <a:lstStyle/>
                    <a:p>
                      <a:pPr algn="ctr" fontAlgn="b"/>
                      <a:r>
                        <a:rPr lang="en-US" sz="1000" b="0" i="0" u="none" strike="noStrike">
                          <a:solidFill>
                            <a:srgbClr val="000000"/>
                          </a:solidFill>
                          <a:effectLst/>
                          <a:latin typeface="Calibri"/>
                        </a:rPr>
                        <a:t>32.9%</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FB6E3"/>
                    </a:solidFill>
                  </a:tcPr>
                </a:tc>
                <a:tc>
                  <a:txBody>
                    <a:bodyPr/>
                    <a:lstStyle/>
                    <a:p>
                      <a:pPr algn="ctr" fontAlgn="b"/>
                      <a:r>
                        <a:rPr lang="en-US" sz="1000" b="0" i="0" u="none" strike="noStrike">
                          <a:solidFill>
                            <a:srgbClr val="000000"/>
                          </a:solidFill>
                          <a:effectLst/>
                          <a:latin typeface="Calibri"/>
                        </a:rPr>
                        <a:t>34.2</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1000" b="0" i="0" u="none" strike="noStrike">
                          <a:solidFill>
                            <a:srgbClr val="000000"/>
                          </a:solidFill>
                          <a:effectLst/>
                          <a:latin typeface="Calibri"/>
                        </a:rPr>
                        <a:t>28.5%</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1000" b="0" i="0" u="none" strike="noStrike">
                          <a:solidFill>
                            <a:srgbClr val="000000"/>
                          </a:solidFill>
                          <a:effectLst/>
                          <a:latin typeface="Calibri"/>
                        </a:rPr>
                        <a:t>752.5</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1000" b="0" i="0" u="none" strike="noStrike">
                          <a:solidFill>
                            <a:srgbClr val="000000"/>
                          </a:solidFill>
                          <a:effectLst/>
                          <a:latin typeface="Calibri"/>
                        </a:rPr>
                        <a:t>13.8%</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r>
              <a:tr h="190500">
                <a:tc>
                  <a:txBody>
                    <a:bodyPr/>
                    <a:lstStyle/>
                    <a:p>
                      <a:pPr algn="ctr" fontAlgn="b"/>
                      <a:r>
                        <a:rPr lang="en-US" sz="1000" b="0" i="0" u="none" strike="noStrike">
                          <a:solidFill>
                            <a:srgbClr val="000000"/>
                          </a:solidFill>
                          <a:effectLst/>
                          <a:latin typeface="Calibri"/>
                        </a:rPr>
                        <a:t>2015-6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a:rPr>
                        <a:t>83.0</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4B9E4"/>
                    </a:solidFill>
                  </a:tcPr>
                </a:tc>
                <a:tc>
                  <a:txBody>
                    <a:bodyPr/>
                    <a:lstStyle/>
                    <a:p>
                      <a:pPr algn="ctr" fontAlgn="b"/>
                      <a:r>
                        <a:rPr lang="en-US" sz="1000" b="0" i="0" u="none" strike="noStrike">
                          <a:solidFill>
                            <a:srgbClr val="000000"/>
                          </a:solidFill>
                          <a:effectLst/>
                          <a:latin typeface="Calibri"/>
                        </a:rPr>
                        <a:t>32.9%</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1B7E3"/>
                    </a:solidFill>
                  </a:tcPr>
                </a:tc>
                <a:tc>
                  <a:txBody>
                    <a:bodyPr/>
                    <a:lstStyle/>
                    <a:p>
                      <a:pPr algn="ctr" fontAlgn="b"/>
                      <a:r>
                        <a:rPr lang="en-US" sz="1000" b="0" i="0" u="none" strike="noStrike">
                          <a:solidFill>
                            <a:srgbClr val="000000"/>
                          </a:solidFill>
                          <a:effectLst/>
                          <a:latin typeface="Calibri"/>
                        </a:rPr>
                        <a:t>34.5</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7E5F5"/>
                    </a:solidFill>
                  </a:tcPr>
                </a:tc>
                <a:tc>
                  <a:txBody>
                    <a:bodyPr/>
                    <a:lstStyle/>
                    <a:p>
                      <a:pPr algn="ctr" fontAlgn="b"/>
                      <a:r>
                        <a:rPr lang="en-US" sz="1000" b="0" i="0" u="none" strike="noStrike">
                          <a:solidFill>
                            <a:srgbClr val="000000"/>
                          </a:solidFill>
                          <a:effectLst/>
                          <a:latin typeface="Calibri"/>
                        </a:rPr>
                        <a:t>29.7%</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BE7F6"/>
                    </a:solidFill>
                  </a:tcPr>
                </a:tc>
                <a:tc>
                  <a:txBody>
                    <a:bodyPr/>
                    <a:lstStyle/>
                    <a:p>
                      <a:pPr algn="ctr" fontAlgn="b"/>
                      <a:r>
                        <a:rPr lang="en-US" sz="1000" b="0" i="0" u="none" strike="noStrike">
                          <a:solidFill>
                            <a:srgbClr val="000000"/>
                          </a:solidFill>
                          <a:effectLst/>
                          <a:latin typeface="Calibri"/>
                        </a:rPr>
                        <a:t>751.8</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6EEF8"/>
                    </a:solidFill>
                  </a:tcPr>
                </a:tc>
                <a:tc>
                  <a:txBody>
                    <a:bodyPr/>
                    <a:lstStyle/>
                    <a:p>
                      <a:pPr algn="ctr" fontAlgn="b"/>
                      <a:r>
                        <a:rPr lang="en-US" sz="1000" b="0" i="0" u="none" strike="noStrike">
                          <a:solidFill>
                            <a:srgbClr val="000000"/>
                          </a:solidFill>
                          <a:effectLst/>
                          <a:latin typeface="Calibri"/>
                        </a:rPr>
                        <a:t>14.2%</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CF3FB"/>
                    </a:solidFill>
                  </a:tcPr>
                </a:tc>
              </a:tr>
              <a:tr h="190500">
                <a:tc>
                  <a:txBody>
                    <a:bodyPr/>
                    <a:lstStyle/>
                    <a:p>
                      <a:pPr algn="ctr" fontAlgn="b"/>
                      <a:r>
                        <a:rPr lang="en-US" sz="1000" b="0" i="0" u="none" strike="noStrike">
                          <a:solidFill>
                            <a:srgbClr val="000000"/>
                          </a:solidFill>
                          <a:effectLst/>
                          <a:latin typeface="Calibri"/>
                        </a:rPr>
                        <a:t>2015-5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a:rPr>
                        <a:t>82.9</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AC7EA"/>
                    </a:solidFill>
                  </a:tcPr>
                </a:tc>
                <a:tc>
                  <a:txBody>
                    <a:bodyPr/>
                    <a:lstStyle/>
                    <a:p>
                      <a:pPr algn="ctr" fontAlgn="b"/>
                      <a:r>
                        <a:rPr lang="en-US" sz="1000" b="0" i="0" u="none" strike="noStrike">
                          <a:solidFill>
                            <a:srgbClr val="000000"/>
                          </a:solidFill>
                          <a:effectLst/>
                          <a:latin typeface="Calibri"/>
                        </a:rPr>
                        <a:t>32.9%</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0B6E3"/>
                    </a:solidFill>
                  </a:tcPr>
                </a:tc>
                <a:tc>
                  <a:txBody>
                    <a:bodyPr/>
                    <a:lstStyle/>
                    <a:p>
                      <a:pPr algn="ctr" fontAlgn="b"/>
                      <a:r>
                        <a:rPr lang="en-US" sz="1000" b="0" i="0" u="none" strike="noStrike">
                          <a:solidFill>
                            <a:srgbClr val="000000"/>
                          </a:solidFill>
                          <a:effectLst/>
                          <a:latin typeface="Calibri"/>
                        </a:rPr>
                        <a:t>34.6</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DAF1"/>
                    </a:solidFill>
                  </a:tcPr>
                </a:tc>
                <a:tc>
                  <a:txBody>
                    <a:bodyPr/>
                    <a:lstStyle/>
                    <a:p>
                      <a:pPr algn="ctr" fontAlgn="b"/>
                      <a:r>
                        <a:rPr lang="en-US" sz="1000" b="0" i="0" u="none" strike="noStrike">
                          <a:solidFill>
                            <a:srgbClr val="000000"/>
                          </a:solidFill>
                          <a:effectLst/>
                          <a:latin typeface="Calibri"/>
                        </a:rPr>
                        <a:t>30.2%</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BDDF2"/>
                    </a:solidFill>
                  </a:tcPr>
                </a:tc>
                <a:tc>
                  <a:txBody>
                    <a:bodyPr/>
                    <a:lstStyle/>
                    <a:p>
                      <a:pPr algn="ctr" fontAlgn="b"/>
                      <a:r>
                        <a:rPr lang="en-US" sz="1000" b="0" i="0" u="none" strike="noStrike">
                          <a:solidFill>
                            <a:srgbClr val="000000"/>
                          </a:solidFill>
                          <a:effectLst/>
                          <a:latin typeface="Calibri"/>
                        </a:rPr>
                        <a:t>751.4</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BE7F5"/>
                    </a:solidFill>
                  </a:tcPr>
                </a:tc>
                <a:tc>
                  <a:txBody>
                    <a:bodyPr/>
                    <a:lstStyle/>
                    <a:p>
                      <a:pPr algn="ctr" fontAlgn="b"/>
                      <a:r>
                        <a:rPr lang="en-US" sz="1000" b="0" i="0" u="none" strike="noStrike">
                          <a:solidFill>
                            <a:srgbClr val="000000"/>
                          </a:solidFill>
                          <a:effectLst/>
                          <a:latin typeface="Calibri"/>
                        </a:rPr>
                        <a:t>14.2%</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CF3FB"/>
                    </a:solidFill>
                  </a:tcPr>
                </a:tc>
              </a:tr>
              <a:tr h="190500">
                <a:tc>
                  <a:txBody>
                    <a:bodyPr/>
                    <a:lstStyle/>
                    <a:p>
                      <a:pPr algn="ctr" fontAlgn="b"/>
                      <a:r>
                        <a:rPr lang="en-US" sz="1000" b="0" i="0" u="none" strike="noStrike">
                          <a:solidFill>
                            <a:srgbClr val="000000"/>
                          </a:solidFill>
                          <a:effectLst/>
                          <a:latin typeface="Calibri"/>
                        </a:rPr>
                        <a:t>2015-4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a:rPr>
                        <a:t>82.9</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0C1E7"/>
                    </a:solidFill>
                  </a:tcPr>
                </a:tc>
                <a:tc>
                  <a:txBody>
                    <a:bodyPr/>
                    <a:lstStyle/>
                    <a:p>
                      <a:pPr algn="ctr" fontAlgn="b"/>
                      <a:r>
                        <a:rPr lang="en-US" sz="1000" b="0" i="0" u="none" strike="noStrike">
                          <a:solidFill>
                            <a:srgbClr val="000000"/>
                          </a:solidFill>
                          <a:effectLst/>
                          <a:latin typeface="Calibri"/>
                        </a:rPr>
                        <a:t>32.9%</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DB4E2"/>
                    </a:solidFill>
                  </a:tcPr>
                </a:tc>
                <a:tc>
                  <a:txBody>
                    <a:bodyPr/>
                    <a:lstStyle/>
                    <a:p>
                      <a:pPr algn="ctr" fontAlgn="b"/>
                      <a:r>
                        <a:rPr lang="en-US" sz="1000" b="0" i="0" u="none" strike="noStrike">
                          <a:solidFill>
                            <a:srgbClr val="000000"/>
                          </a:solidFill>
                          <a:effectLst/>
                          <a:latin typeface="Calibri"/>
                        </a:rPr>
                        <a:t>34.6</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8DBF1"/>
                    </a:solidFill>
                  </a:tcPr>
                </a:tc>
                <a:tc>
                  <a:txBody>
                    <a:bodyPr/>
                    <a:lstStyle/>
                    <a:p>
                      <a:pPr algn="ctr" fontAlgn="b"/>
                      <a:r>
                        <a:rPr lang="en-US" sz="1000" b="0" i="0" u="none" strike="noStrike">
                          <a:solidFill>
                            <a:srgbClr val="000000"/>
                          </a:solidFill>
                          <a:effectLst/>
                          <a:latin typeface="Calibri"/>
                        </a:rPr>
                        <a:t>30.2%</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BDDF2"/>
                    </a:solidFill>
                  </a:tcPr>
                </a:tc>
                <a:tc>
                  <a:txBody>
                    <a:bodyPr/>
                    <a:lstStyle/>
                    <a:p>
                      <a:pPr algn="ctr" fontAlgn="b"/>
                      <a:r>
                        <a:rPr lang="en-US" sz="1000" b="0" i="0" u="none" strike="noStrike">
                          <a:solidFill>
                            <a:srgbClr val="000000"/>
                          </a:solidFill>
                          <a:effectLst/>
                          <a:latin typeface="Calibri"/>
                        </a:rPr>
                        <a:t>750.6</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3EE"/>
                    </a:solidFill>
                  </a:tcPr>
                </a:tc>
                <a:tc>
                  <a:txBody>
                    <a:bodyPr/>
                    <a:lstStyle/>
                    <a:p>
                      <a:pPr algn="ctr" fontAlgn="b"/>
                      <a:r>
                        <a:rPr lang="en-US" sz="1000" b="0" i="0" u="none" strike="noStrike">
                          <a:solidFill>
                            <a:srgbClr val="000000"/>
                          </a:solidFill>
                          <a:effectLst/>
                          <a:latin typeface="Calibri"/>
                        </a:rPr>
                        <a:t>14.7%</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3E2F4"/>
                    </a:solidFill>
                  </a:tcPr>
                </a:tc>
              </a:tr>
              <a:tr h="190500">
                <a:tc>
                  <a:txBody>
                    <a:bodyPr/>
                    <a:lstStyle/>
                    <a:p>
                      <a:pPr algn="ctr" fontAlgn="b"/>
                      <a:r>
                        <a:rPr lang="en-US" sz="1000" b="0" i="0" u="none" strike="noStrike">
                          <a:solidFill>
                            <a:srgbClr val="000000"/>
                          </a:solidFill>
                          <a:effectLst/>
                          <a:latin typeface="Calibri"/>
                        </a:rPr>
                        <a:t>2015-3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a:rPr>
                        <a:t>82.7</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FBFE"/>
                    </a:solidFill>
                  </a:tcPr>
                </a:tc>
                <a:tc>
                  <a:txBody>
                    <a:bodyPr/>
                    <a:lstStyle/>
                    <a:p>
                      <a:pPr algn="ctr" fontAlgn="b"/>
                      <a:r>
                        <a:rPr lang="en-US" sz="1000" b="0" i="0" u="none" strike="noStrike">
                          <a:solidFill>
                            <a:srgbClr val="000000"/>
                          </a:solidFill>
                          <a:effectLst/>
                          <a:latin typeface="Calibri"/>
                        </a:rPr>
                        <a:t>31.9%</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E0F3"/>
                    </a:solidFill>
                  </a:tcPr>
                </a:tc>
                <a:tc>
                  <a:txBody>
                    <a:bodyPr/>
                    <a:lstStyle/>
                    <a:p>
                      <a:pPr algn="ctr" fontAlgn="b"/>
                      <a:r>
                        <a:rPr lang="en-US" sz="1000" b="0" i="0" u="none" strike="noStrike">
                          <a:solidFill>
                            <a:srgbClr val="000000"/>
                          </a:solidFill>
                          <a:effectLst/>
                          <a:latin typeface="Calibri"/>
                        </a:rPr>
                        <a:t>35.0</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DB4E2"/>
                    </a:solidFill>
                  </a:tcPr>
                </a:tc>
                <a:tc>
                  <a:txBody>
                    <a:bodyPr/>
                    <a:lstStyle/>
                    <a:p>
                      <a:pPr algn="ctr" fontAlgn="b"/>
                      <a:r>
                        <a:rPr lang="en-US" sz="1000" b="0" i="0" u="none" strike="noStrike">
                          <a:solidFill>
                            <a:srgbClr val="000000"/>
                          </a:solidFill>
                          <a:effectLst/>
                          <a:latin typeface="Calibri"/>
                        </a:rPr>
                        <a:t>32.3%</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DB4E2"/>
                    </a:solidFill>
                  </a:tcPr>
                </a:tc>
                <a:tc>
                  <a:txBody>
                    <a:bodyPr/>
                    <a:lstStyle/>
                    <a:p>
                      <a:pPr algn="ctr" fontAlgn="b"/>
                      <a:r>
                        <a:rPr lang="en-US" sz="1000" b="0" i="0" u="none" strike="noStrike">
                          <a:solidFill>
                            <a:srgbClr val="000000"/>
                          </a:solidFill>
                          <a:effectLst/>
                          <a:latin typeface="Calibri"/>
                        </a:rPr>
                        <a:t>749.1</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DB4E2"/>
                    </a:solidFill>
                  </a:tcPr>
                </a:tc>
                <a:tc>
                  <a:txBody>
                    <a:bodyPr/>
                    <a:lstStyle/>
                    <a:p>
                      <a:pPr algn="ctr" fontAlgn="b"/>
                      <a:r>
                        <a:rPr lang="en-US" sz="1000" b="0" i="0" u="none" strike="noStrike">
                          <a:solidFill>
                            <a:srgbClr val="000000"/>
                          </a:solidFill>
                          <a:effectLst/>
                          <a:latin typeface="Calibri"/>
                        </a:rPr>
                        <a:t>16.1%</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DB4E2"/>
                    </a:solidFill>
                  </a:tcPr>
                </a:tc>
              </a:tr>
              <a:tr h="190500">
                <a:tc>
                  <a:txBody>
                    <a:bodyPr/>
                    <a:lstStyle/>
                    <a:p>
                      <a:pPr algn="ctr" fontAlgn="b"/>
                      <a:r>
                        <a:rPr lang="en-US" sz="1000" b="0" i="0" u="none" strike="noStrike">
                          <a:solidFill>
                            <a:srgbClr val="000000"/>
                          </a:solidFill>
                          <a:effectLst/>
                          <a:latin typeface="Calibri"/>
                        </a:rPr>
                        <a:t>2015-2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a:rPr>
                        <a:t>82.8</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E0F3"/>
                    </a:solidFill>
                  </a:tcPr>
                </a:tc>
                <a:tc>
                  <a:txBody>
                    <a:bodyPr/>
                    <a:lstStyle/>
                    <a:p>
                      <a:pPr algn="ctr" fontAlgn="b"/>
                      <a:r>
                        <a:rPr lang="en-US" sz="1000" b="0" i="0" u="none" strike="noStrike">
                          <a:solidFill>
                            <a:srgbClr val="000000"/>
                          </a:solidFill>
                          <a:effectLst/>
                          <a:latin typeface="Calibri"/>
                        </a:rPr>
                        <a:t>32.6%</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2C2E8"/>
                    </a:solidFill>
                  </a:tcPr>
                </a:tc>
                <a:tc>
                  <a:txBody>
                    <a:bodyPr/>
                    <a:lstStyle/>
                    <a:p>
                      <a:pPr algn="ctr" fontAlgn="b"/>
                      <a:r>
                        <a:rPr lang="en-US" sz="1000" b="0" i="0" u="none" strike="noStrike">
                          <a:solidFill>
                            <a:srgbClr val="000000"/>
                          </a:solidFill>
                          <a:effectLst/>
                          <a:latin typeface="Calibri"/>
                        </a:rPr>
                        <a:t>35.0</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5B9E4"/>
                    </a:solidFill>
                  </a:tcPr>
                </a:tc>
                <a:tc>
                  <a:txBody>
                    <a:bodyPr/>
                    <a:lstStyle/>
                    <a:p>
                      <a:pPr algn="ctr" fontAlgn="b"/>
                      <a:r>
                        <a:rPr lang="en-US" sz="1000" b="0" i="0" u="none" strike="noStrike">
                          <a:solidFill>
                            <a:srgbClr val="000000"/>
                          </a:solidFill>
                          <a:effectLst/>
                          <a:latin typeface="Calibri"/>
                        </a:rPr>
                        <a:t>31.9%</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9BCE5"/>
                    </a:solidFill>
                  </a:tcPr>
                </a:tc>
                <a:tc>
                  <a:txBody>
                    <a:bodyPr/>
                    <a:lstStyle/>
                    <a:p>
                      <a:pPr algn="ctr" fontAlgn="b"/>
                      <a:r>
                        <a:rPr lang="en-US" sz="1000" b="0" i="0" u="none" strike="noStrike">
                          <a:solidFill>
                            <a:srgbClr val="000000"/>
                          </a:solidFill>
                          <a:effectLst/>
                          <a:latin typeface="Calibri"/>
                        </a:rPr>
                        <a:t>749.2</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FB5E2"/>
                    </a:solidFill>
                  </a:tcPr>
                </a:tc>
                <a:tc>
                  <a:txBody>
                    <a:bodyPr/>
                    <a:lstStyle/>
                    <a:p>
                      <a:pPr algn="ctr" fontAlgn="b"/>
                      <a:r>
                        <a:rPr lang="en-US" sz="1000" b="0" i="0" u="none" strike="noStrike">
                          <a:solidFill>
                            <a:srgbClr val="000000"/>
                          </a:solidFill>
                          <a:effectLst/>
                          <a:latin typeface="Calibri"/>
                        </a:rPr>
                        <a:t>15.8%</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ABDE6"/>
                    </a:solidFill>
                  </a:tcPr>
                </a:tc>
              </a:tr>
              <a:tr h="190500">
                <a:tc>
                  <a:txBody>
                    <a:bodyPr/>
                    <a:lstStyle/>
                    <a:p>
                      <a:pPr algn="ctr" fontAlgn="b"/>
                      <a:r>
                        <a:rPr lang="en-US" sz="1000" b="0" i="0" u="none" strike="noStrike">
                          <a:solidFill>
                            <a:srgbClr val="000000"/>
                          </a:solidFill>
                          <a:effectLst/>
                          <a:latin typeface="Calibri"/>
                        </a:rPr>
                        <a:t>2015-1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a:rPr>
                        <a:t>82.7</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6EFF9"/>
                    </a:solidFill>
                  </a:tcPr>
                </a:tc>
                <a:tc>
                  <a:txBody>
                    <a:bodyPr/>
                    <a:lstStyle/>
                    <a:p>
                      <a:pPr algn="ctr" fontAlgn="b"/>
                      <a:r>
                        <a:rPr lang="en-US" sz="1000" b="0" i="0" u="none" strike="noStrike">
                          <a:solidFill>
                            <a:srgbClr val="000000"/>
                          </a:solidFill>
                          <a:effectLst/>
                          <a:latin typeface="Calibri"/>
                        </a:rPr>
                        <a:t>32.0%</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ADDF2"/>
                    </a:solidFill>
                  </a:tcPr>
                </a:tc>
                <a:tc>
                  <a:txBody>
                    <a:bodyPr/>
                    <a:lstStyle/>
                    <a:p>
                      <a:pPr algn="ctr" fontAlgn="b"/>
                      <a:r>
                        <a:rPr lang="en-US" sz="1000" b="0" i="0" u="none" strike="noStrike">
                          <a:solidFill>
                            <a:srgbClr val="000000"/>
                          </a:solidFill>
                          <a:effectLst/>
                          <a:latin typeface="Calibri"/>
                        </a:rPr>
                        <a:t>34.8</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C7E9"/>
                    </a:solidFill>
                  </a:tcPr>
                </a:tc>
                <a:tc>
                  <a:txBody>
                    <a:bodyPr/>
                    <a:lstStyle/>
                    <a:p>
                      <a:pPr algn="ctr" fontAlgn="b"/>
                      <a:r>
                        <a:rPr lang="en-US" sz="1000" b="0" i="0" u="none" strike="noStrike">
                          <a:solidFill>
                            <a:srgbClr val="000000"/>
                          </a:solidFill>
                          <a:effectLst/>
                          <a:latin typeface="Calibri"/>
                        </a:rPr>
                        <a:t>31.2%</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DC9EA"/>
                    </a:solidFill>
                  </a:tcPr>
                </a:tc>
                <a:tc>
                  <a:txBody>
                    <a:bodyPr/>
                    <a:lstStyle/>
                    <a:p>
                      <a:pPr algn="ctr" fontAlgn="b"/>
                      <a:r>
                        <a:rPr lang="en-US" sz="1000" b="0" i="0" u="none" strike="noStrike">
                          <a:solidFill>
                            <a:srgbClr val="000000"/>
                          </a:solidFill>
                          <a:effectLst/>
                          <a:latin typeface="Calibri"/>
                        </a:rPr>
                        <a:t>749.7</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0C1E7"/>
                    </a:solidFill>
                  </a:tcPr>
                </a:tc>
                <a:tc>
                  <a:txBody>
                    <a:bodyPr/>
                    <a:lstStyle/>
                    <a:p>
                      <a:pPr algn="ctr" fontAlgn="b"/>
                      <a:r>
                        <a:rPr lang="en-US" sz="1000" b="0" i="0" u="none" strike="noStrike">
                          <a:solidFill>
                            <a:srgbClr val="000000"/>
                          </a:solidFill>
                          <a:effectLst/>
                          <a:latin typeface="Calibri"/>
                        </a:rPr>
                        <a:t>15.6%</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8C6E9"/>
                    </a:solidFill>
                  </a:tcPr>
                </a:tc>
              </a:tr>
              <a:tr h="190500">
                <a:tc>
                  <a:txBody>
                    <a:bodyPr/>
                    <a:lstStyle/>
                    <a:p>
                      <a:pPr algn="ctr" fontAlgn="b"/>
                      <a:r>
                        <a:rPr lang="en-US" sz="1000" b="0" i="0" u="none" strike="noStrike">
                          <a:solidFill>
                            <a:srgbClr val="000000"/>
                          </a:solidFill>
                          <a:effectLst/>
                          <a:latin typeface="Calibri"/>
                        </a:rPr>
                        <a:t>2014-12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a:rPr>
                        <a:t>82.6</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1000" b="0" i="0" u="none" strike="noStrike">
                          <a:solidFill>
                            <a:srgbClr val="000000"/>
                          </a:solidFill>
                          <a:effectLst/>
                          <a:latin typeface="Calibri"/>
                        </a:rPr>
                        <a:t>31.8%</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E5F5"/>
                    </a:solidFill>
                  </a:tcPr>
                </a:tc>
                <a:tc>
                  <a:txBody>
                    <a:bodyPr/>
                    <a:lstStyle/>
                    <a:p>
                      <a:pPr algn="ctr" fontAlgn="b"/>
                      <a:r>
                        <a:rPr lang="en-US" sz="1000" b="0" i="0" u="none" strike="noStrike">
                          <a:solidFill>
                            <a:srgbClr val="000000"/>
                          </a:solidFill>
                          <a:effectLst/>
                          <a:latin typeface="Calibri"/>
                        </a:rPr>
                        <a:t>34.8</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C5E9"/>
                    </a:solidFill>
                  </a:tcPr>
                </a:tc>
                <a:tc>
                  <a:txBody>
                    <a:bodyPr/>
                    <a:lstStyle/>
                    <a:p>
                      <a:pPr algn="ctr" fontAlgn="b"/>
                      <a:r>
                        <a:rPr lang="en-US" sz="1000" b="0" i="0" u="none" strike="noStrike">
                          <a:solidFill>
                            <a:srgbClr val="000000"/>
                          </a:solidFill>
                          <a:effectLst/>
                          <a:latin typeface="Calibri"/>
                        </a:rPr>
                        <a:t>31.2%</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CC9EA"/>
                    </a:solidFill>
                  </a:tcPr>
                </a:tc>
                <a:tc>
                  <a:txBody>
                    <a:bodyPr/>
                    <a:lstStyle/>
                    <a:p>
                      <a:pPr algn="ctr" fontAlgn="b"/>
                      <a:r>
                        <a:rPr lang="en-US" sz="1000" b="0" i="0" u="none" strike="noStrike">
                          <a:solidFill>
                            <a:srgbClr val="000000"/>
                          </a:solidFill>
                          <a:effectLst/>
                          <a:latin typeface="Calibri"/>
                        </a:rPr>
                        <a:t>749.9</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5C4E8"/>
                    </a:solidFill>
                  </a:tcPr>
                </a:tc>
                <a:tc>
                  <a:txBody>
                    <a:bodyPr/>
                    <a:lstStyle/>
                    <a:p>
                      <a:pPr algn="ctr" fontAlgn="b"/>
                      <a:r>
                        <a:rPr lang="en-US" sz="1000" b="0" i="0" u="none" strike="noStrike">
                          <a:solidFill>
                            <a:srgbClr val="000000"/>
                          </a:solidFill>
                          <a:effectLst/>
                          <a:latin typeface="Calibri"/>
                        </a:rPr>
                        <a:t>15.5%</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CC9EA"/>
                    </a:solidFill>
                  </a:tcPr>
                </a:tc>
              </a:tr>
              <a:tr h="190500">
                <a:tc>
                  <a:txBody>
                    <a:bodyPr/>
                    <a:lstStyle/>
                    <a:p>
                      <a:pPr algn="ctr" fontAlgn="b"/>
                      <a:r>
                        <a:rPr lang="en-US" sz="1000" b="0" i="0" u="none" strike="noStrike">
                          <a:solidFill>
                            <a:srgbClr val="000000"/>
                          </a:solidFill>
                          <a:effectLst/>
                          <a:latin typeface="Calibri"/>
                        </a:rPr>
                        <a:t>2014-11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a:rPr>
                        <a:t>82.8</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DDFF3"/>
                    </a:solidFill>
                  </a:tcPr>
                </a:tc>
                <a:tc>
                  <a:txBody>
                    <a:bodyPr/>
                    <a:lstStyle/>
                    <a:p>
                      <a:pPr algn="ctr" fontAlgn="b"/>
                      <a:r>
                        <a:rPr lang="en-US" sz="1000" b="0" i="0" u="none" strike="noStrike">
                          <a:solidFill>
                            <a:srgbClr val="000000"/>
                          </a:solidFill>
                          <a:effectLst/>
                          <a:latin typeface="Calibri"/>
                        </a:rPr>
                        <a:t>32.3%</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BD3EE"/>
                    </a:solidFill>
                  </a:tcPr>
                </a:tc>
                <a:tc>
                  <a:txBody>
                    <a:bodyPr/>
                    <a:lstStyle/>
                    <a:p>
                      <a:pPr algn="ctr" fontAlgn="b"/>
                      <a:r>
                        <a:rPr lang="en-US" sz="1000" b="0" i="0" u="none" strike="noStrike">
                          <a:solidFill>
                            <a:srgbClr val="000000"/>
                          </a:solidFill>
                          <a:effectLst/>
                          <a:latin typeface="Calibri"/>
                        </a:rPr>
                        <a:t>34.8</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CC9EA"/>
                    </a:solidFill>
                  </a:tcPr>
                </a:tc>
                <a:tc>
                  <a:txBody>
                    <a:bodyPr/>
                    <a:lstStyle/>
                    <a:p>
                      <a:pPr algn="ctr" fontAlgn="b"/>
                      <a:r>
                        <a:rPr lang="en-US" sz="1000" b="0" i="0" u="none" strike="noStrike">
                          <a:solidFill>
                            <a:srgbClr val="000000"/>
                          </a:solidFill>
                          <a:effectLst/>
                          <a:latin typeface="Calibri"/>
                        </a:rPr>
                        <a:t>30.9%</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FED"/>
                    </a:solidFill>
                  </a:tcPr>
                </a:tc>
                <a:tc>
                  <a:txBody>
                    <a:bodyPr/>
                    <a:lstStyle/>
                    <a:p>
                      <a:pPr algn="ctr" fontAlgn="b"/>
                      <a:r>
                        <a:rPr lang="en-US" sz="1000" b="0" i="0" u="none" strike="noStrike">
                          <a:solidFill>
                            <a:srgbClr val="000000"/>
                          </a:solidFill>
                          <a:effectLst/>
                          <a:latin typeface="Calibri"/>
                        </a:rPr>
                        <a:t>749.7</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1C1E7"/>
                    </a:solidFill>
                  </a:tcPr>
                </a:tc>
                <a:tc>
                  <a:txBody>
                    <a:bodyPr/>
                    <a:lstStyle/>
                    <a:p>
                      <a:pPr algn="ctr" fontAlgn="b"/>
                      <a:r>
                        <a:rPr lang="en-US" sz="1000" b="0" i="0" u="none" strike="noStrike">
                          <a:solidFill>
                            <a:srgbClr val="000000"/>
                          </a:solidFill>
                          <a:effectLst/>
                          <a:latin typeface="Calibri"/>
                        </a:rPr>
                        <a:t>15.6%</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5C4E8"/>
                    </a:solidFill>
                  </a:tcPr>
                </a:tc>
              </a:tr>
              <a:tr h="190500">
                <a:tc>
                  <a:txBody>
                    <a:bodyPr/>
                    <a:lstStyle/>
                    <a:p>
                      <a:pPr algn="ctr" fontAlgn="b"/>
                      <a:r>
                        <a:rPr lang="en-US" sz="1000" b="0" i="0" u="none" strike="noStrike">
                          <a:solidFill>
                            <a:srgbClr val="000000"/>
                          </a:solidFill>
                          <a:effectLst/>
                          <a:latin typeface="Calibri"/>
                        </a:rPr>
                        <a:t>2014-10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a:rPr>
                        <a:t>82.7</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0F9"/>
                    </a:solidFill>
                  </a:tcPr>
                </a:tc>
                <a:tc>
                  <a:txBody>
                    <a:bodyPr/>
                    <a:lstStyle/>
                    <a:p>
                      <a:pPr algn="ctr" fontAlgn="b"/>
                      <a:r>
                        <a:rPr lang="en-US" sz="1000" b="0" i="0" u="none" strike="noStrike">
                          <a:solidFill>
                            <a:srgbClr val="000000"/>
                          </a:solidFill>
                          <a:effectLst/>
                          <a:latin typeface="Calibri"/>
                        </a:rPr>
                        <a:t>31.6%</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9F1FA"/>
                    </a:solidFill>
                  </a:tcPr>
                </a:tc>
                <a:tc>
                  <a:txBody>
                    <a:bodyPr/>
                    <a:lstStyle/>
                    <a:p>
                      <a:pPr algn="ctr" fontAlgn="b"/>
                      <a:r>
                        <a:rPr lang="en-US" sz="1000" b="0" i="0" u="none" strike="noStrike">
                          <a:solidFill>
                            <a:srgbClr val="000000"/>
                          </a:solidFill>
                          <a:effectLst/>
                          <a:latin typeface="Calibri"/>
                        </a:rPr>
                        <a:t>34.6</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D9F1"/>
                    </a:solidFill>
                  </a:tcPr>
                </a:tc>
                <a:tc>
                  <a:txBody>
                    <a:bodyPr/>
                    <a:lstStyle/>
                    <a:p>
                      <a:pPr algn="ctr" fontAlgn="b"/>
                      <a:r>
                        <a:rPr lang="en-US" sz="1000" b="0" i="0" u="none" strike="noStrike">
                          <a:solidFill>
                            <a:srgbClr val="000000"/>
                          </a:solidFill>
                          <a:effectLst/>
                          <a:latin typeface="Calibri"/>
                        </a:rPr>
                        <a:t>30.1%</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EDFF3"/>
                    </a:solidFill>
                  </a:tcPr>
                </a:tc>
                <a:tc>
                  <a:txBody>
                    <a:bodyPr/>
                    <a:lstStyle/>
                    <a:p>
                      <a:pPr algn="ctr" fontAlgn="b"/>
                      <a:r>
                        <a:rPr lang="en-US" sz="1000" b="0" i="0" u="none" strike="noStrike">
                          <a:solidFill>
                            <a:srgbClr val="000000"/>
                          </a:solidFill>
                          <a:effectLst/>
                          <a:latin typeface="Calibri"/>
                        </a:rPr>
                        <a:t>750.9</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9DBF1"/>
                    </a:solidFill>
                  </a:tcPr>
                </a:tc>
                <a:tc>
                  <a:txBody>
                    <a:bodyPr/>
                    <a:lstStyle/>
                    <a:p>
                      <a:pPr algn="ctr" fontAlgn="b"/>
                      <a:r>
                        <a:rPr lang="en-US" sz="1000" b="0" i="0" u="none" strike="noStrike">
                          <a:solidFill>
                            <a:srgbClr val="000000"/>
                          </a:solidFill>
                          <a:effectLst/>
                          <a:latin typeface="Calibri"/>
                        </a:rPr>
                        <a:t>14.7%</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1E1F4"/>
                    </a:solidFill>
                  </a:tcPr>
                </a:tc>
              </a:tr>
              <a:tr h="190500">
                <a:tc>
                  <a:txBody>
                    <a:bodyPr/>
                    <a:lstStyle/>
                    <a:p>
                      <a:pPr algn="ctr" fontAlgn="b"/>
                      <a:r>
                        <a:rPr lang="en-US" sz="1000" b="0" i="0" u="none" strike="noStrike">
                          <a:solidFill>
                            <a:srgbClr val="000000"/>
                          </a:solidFill>
                          <a:effectLst/>
                          <a:latin typeface="Calibri"/>
                        </a:rPr>
                        <a:t>2014-9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a:rPr>
                        <a:t>82.7</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6FC"/>
                    </a:solidFill>
                  </a:tcPr>
                </a:tc>
                <a:tc>
                  <a:txBody>
                    <a:bodyPr/>
                    <a:lstStyle/>
                    <a:p>
                      <a:pPr algn="ctr" fontAlgn="b"/>
                      <a:r>
                        <a:rPr lang="en-US" sz="1000" b="0" i="0" u="none" strike="noStrike">
                          <a:solidFill>
                            <a:srgbClr val="000000"/>
                          </a:solidFill>
                          <a:effectLst/>
                          <a:latin typeface="Calibri"/>
                        </a:rPr>
                        <a:t>31.2%</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1000" b="0" i="0" u="none" strike="noStrike">
                          <a:solidFill>
                            <a:srgbClr val="000000"/>
                          </a:solidFill>
                          <a:effectLst/>
                          <a:latin typeface="Calibri"/>
                        </a:rPr>
                        <a:t>34.4</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8F6"/>
                    </a:solidFill>
                  </a:tcPr>
                </a:tc>
                <a:tc>
                  <a:txBody>
                    <a:bodyPr/>
                    <a:lstStyle/>
                    <a:p>
                      <a:pPr algn="ctr" fontAlgn="b"/>
                      <a:r>
                        <a:rPr lang="en-US" sz="1000" b="0" i="0" u="none" strike="noStrike">
                          <a:solidFill>
                            <a:srgbClr val="000000"/>
                          </a:solidFill>
                          <a:effectLst/>
                          <a:latin typeface="Calibri"/>
                        </a:rPr>
                        <a:t>29.3%</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0FA"/>
                    </a:solidFill>
                  </a:tcPr>
                </a:tc>
                <a:tc>
                  <a:txBody>
                    <a:bodyPr/>
                    <a:lstStyle/>
                    <a:p>
                      <a:pPr algn="ctr" fontAlgn="b"/>
                      <a:r>
                        <a:rPr lang="en-US" sz="1000" b="0" i="0" u="none" strike="noStrike">
                          <a:solidFill>
                            <a:srgbClr val="000000"/>
                          </a:solidFill>
                          <a:effectLst/>
                          <a:latin typeface="Calibri"/>
                        </a:rPr>
                        <a:t>750.9</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9DBF1"/>
                    </a:solidFill>
                  </a:tcPr>
                </a:tc>
                <a:tc>
                  <a:txBody>
                    <a:bodyPr/>
                    <a:lstStyle/>
                    <a:p>
                      <a:pPr algn="ctr" fontAlgn="b"/>
                      <a:r>
                        <a:rPr lang="en-US" sz="1000" b="0" i="0" u="none" strike="noStrike">
                          <a:solidFill>
                            <a:srgbClr val="000000"/>
                          </a:solidFill>
                          <a:effectLst/>
                          <a:latin typeface="Calibri"/>
                        </a:rPr>
                        <a:t>14.7%</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5E4F5"/>
                    </a:solidFill>
                  </a:tcPr>
                </a:tc>
              </a:tr>
              <a:tr h="190500">
                <a:tc>
                  <a:txBody>
                    <a:bodyPr/>
                    <a:lstStyle/>
                    <a:p>
                      <a:pPr algn="ctr" fontAlgn="b"/>
                      <a:r>
                        <a:rPr lang="en-US" sz="1000" b="0" i="0" u="none" strike="noStrike">
                          <a:solidFill>
                            <a:srgbClr val="000000"/>
                          </a:solidFill>
                          <a:effectLst/>
                          <a:latin typeface="Calibri"/>
                        </a:rPr>
                        <a:t>2014-8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a:rPr>
                        <a:t>82.8</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9F7"/>
                    </a:solidFill>
                  </a:tcPr>
                </a:tc>
                <a:tc>
                  <a:txBody>
                    <a:bodyPr/>
                    <a:lstStyle/>
                    <a:p>
                      <a:pPr algn="ctr" fontAlgn="b"/>
                      <a:r>
                        <a:rPr lang="en-US" sz="1000" b="0" i="0" u="none" strike="noStrike">
                          <a:solidFill>
                            <a:srgbClr val="000000"/>
                          </a:solidFill>
                          <a:effectLst/>
                          <a:latin typeface="Calibri"/>
                        </a:rPr>
                        <a:t>31.7%</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0EAF7"/>
                    </a:solidFill>
                  </a:tcPr>
                </a:tc>
                <a:tc>
                  <a:txBody>
                    <a:bodyPr/>
                    <a:lstStyle/>
                    <a:p>
                      <a:pPr algn="ctr" fontAlgn="b"/>
                      <a:r>
                        <a:rPr lang="en-US" sz="1000" b="0" i="0" u="none" strike="noStrike">
                          <a:solidFill>
                            <a:srgbClr val="000000"/>
                          </a:solidFill>
                          <a:effectLst/>
                          <a:latin typeface="Calibri"/>
                        </a:rPr>
                        <a:t>34.3</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CF3FB"/>
                    </a:solidFill>
                  </a:tcPr>
                </a:tc>
                <a:tc>
                  <a:txBody>
                    <a:bodyPr/>
                    <a:lstStyle/>
                    <a:p>
                      <a:pPr algn="ctr" fontAlgn="b"/>
                      <a:r>
                        <a:rPr lang="en-US" sz="1000" b="0" i="0" u="none" strike="noStrike">
                          <a:solidFill>
                            <a:srgbClr val="000000"/>
                          </a:solidFill>
                          <a:effectLst/>
                          <a:latin typeface="Calibri"/>
                        </a:rPr>
                        <a:t>28.9%</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3F7FC"/>
                    </a:solidFill>
                  </a:tcPr>
                </a:tc>
                <a:tc>
                  <a:txBody>
                    <a:bodyPr/>
                    <a:lstStyle/>
                    <a:p>
                      <a:pPr algn="ctr" fontAlgn="b"/>
                      <a:r>
                        <a:rPr lang="en-US" sz="1000" b="0" i="0" u="none" strike="noStrike">
                          <a:solidFill>
                            <a:srgbClr val="000000"/>
                          </a:solidFill>
                          <a:effectLst/>
                          <a:latin typeface="Calibri"/>
                        </a:rPr>
                        <a:t>751.5</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9F6"/>
                    </a:solidFill>
                  </a:tcPr>
                </a:tc>
                <a:tc>
                  <a:txBody>
                    <a:bodyPr/>
                    <a:lstStyle/>
                    <a:p>
                      <a:pPr algn="ctr" fontAlgn="b"/>
                      <a:r>
                        <a:rPr lang="en-US" sz="1000" b="0" i="0" u="none" strike="noStrike">
                          <a:solidFill>
                            <a:srgbClr val="000000"/>
                          </a:solidFill>
                          <a:effectLst/>
                          <a:latin typeface="Calibri"/>
                        </a:rPr>
                        <a:t>14.2%</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CF3FB"/>
                    </a:solidFill>
                  </a:tcPr>
                </a:tc>
              </a:tr>
              <a:tr h="190500">
                <a:tc>
                  <a:txBody>
                    <a:bodyPr/>
                    <a:lstStyle/>
                    <a:p>
                      <a:pPr algn="ctr" fontAlgn="b"/>
                      <a:r>
                        <a:rPr lang="en-US" sz="1000" b="0" i="0" u="none" strike="noStrike">
                          <a:solidFill>
                            <a:srgbClr val="000000"/>
                          </a:solidFill>
                          <a:effectLst/>
                          <a:latin typeface="Calibri"/>
                        </a:rPr>
                        <a:t>2014-7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a:rPr>
                        <a:t>82.8</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8DBF1"/>
                    </a:solidFill>
                  </a:tcPr>
                </a:tc>
                <a:tc>
                  <a:txBody>
                    <a:bodyPr/>
                    <a:lstStyle/>
                    <a:p>
                      <a:pPr algn="ctr" fontAlgn="b"/>
                      <a:r>
                        <a:rPr lang="en-US" sz="1000" b="0" i="0" u="none" strike="noStrike">
                          <a:solidFill>
                            <a:srgbClr val="000000"/>
                          </a:solidFill>
                          <a:effectLst/>
                          <a:latin typeface="Calibri"/>
                        </a:rPr>
                        <a:t>31.9%</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4E3F4"/>
                    </a:solidFill>
                  </a:tcPr>
                </a:tc>
                <a:tc>
                  <a:txBody>
                    <a:bodyPr/>
                    <a:lstStyle/>
                    <a:p>
                      <a:pPr algn="ctr" fontAlgn="b"/>
                      <a:r>
                        <a:rPr lang="en-US" sz="1000" b="0" i="0" u="none" strike="noStrike">
                          <a:solidFill>
                            <a:srgbClr val="000000"/>
                          </a:solidFill>
                          <a:effectLst/>
                          <a:latin typeface="Calibri"/>
                        </a:rPr>
                        <a:t>34.5</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E6F6"/>
                    </a:solidFill>
                  </a:tcPr>
                </a:tc>
                <a:tc>
                  <a:txBody>
                    <a:bodyPr/>
                    <a:lstStyle/>
                    <a:p>
                      <a:pPr algn="ctr" fontAlgn="b"/>
                      <a:r>
                        <a:rPr lang="en-US" sz="1000" b="0" i="0" u="none" strike="noStrike">
                          <a:solidFill>
                            <a:srgbClr val="000000"/>
                          </a:solidFill>
                          <a:effectLst/>
                          <a:latin typeface="Calibri"/>
                        </a:rPr>
                        <a:t>29.2%</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9F1FA"/>
                    </a:solidFill>
                  </a:tcPr>
                </a:tc>
                <a:tc>
                  <a:txBody>
                    <a:bodyPr/>
                    <a:lstStyle/>
                    <a:p>
                      <a:pPr algn="ctr" fontAlgn="b"/>
                      <a:r>
                        <a:rPr lang="en-US" sz="1000" b="0" i="0" u="none" strike="noStrike">
                          <a:solidFill>
                            <a:srgbClr val="000000"/>
                          </a:solidFill>
                          <a:effectLst/>
                          <a:latin typeface="Calibri"/>
                        </a:rPr>
                        <a:t>751.3</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E5F5"/>
                    </a:solidFill>
                  </a:tcPr>
                </a:tc>
                <a:tc>
                  <a:txBody>
                    <a:bodyPr/>
                    <a:lstStyle/>
                    <a:p>
                      <a:pPr algn="ctr" fontAlgn="b"/>
                      <a:r>
                        <a:rPr lang="en-US" sz="1000" b="0" i="0" u="none" strike="noStrike" dirty="0">
                          <a:solidFill>
                            <a:srgbClr val="000000"/>
                          </a:solidFill>
                          <a:effectLst/>
                          <a:latin typeface="Calibri"/>
                        </a:rPr>
                        <a:t>14.3%</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9F0FA"/>
                    </a:solidFill>
                  </a:tcPr>
                </a:tc>
              </a:tr>
            </a:tbl>
          </a:graphicData>
        </a:graphic>
      </p:graphicFrame>
      <p:sp>
        <p:nvSpPr>
          <p:cNvPr id="7" name="TextBox 6"/>
          <p:cNvSpPr txBox="1"/>
          <p:nvPr/>
        </p:nvSpPr>
        <p:spPr>
          <a:xfrm>
            <a:off x="3932288" y="2345447"/>
            <a:ext cx="4004014" cy="276999"/>
          </a:xfrm>
          <a:prstGeom prst="rect">
            <a:avLst/>
          </a:prstGeom>
          <a:noFill/>
        </p:spPr>
        <p:txBody>
          <a:bodyPr wrap="square" rtlCol="0">
            <a:spAutoFit/>
          </a:bodyPr>
          <a:lstStyle/>
          <a:p>
            <a:r>
              <a:rPr lang="en-US" sz="1200" b="1" dirty="0" smtClean="0">
                <a:latin typeface="Calibri" panose="020F0502020204030204" pitchFamily="34" charset="0"/>
              </a:rPr>
              <a:t>Collateral Characteristics on 30-year Conforming Mortgages</a:t>
            </a:r>
            <a:endParaRPr lang="en-US" sz="1200" b="1" dirty="0">
              <a:latin typeface="Calibri" panose="020F0502020204030204" pitchFamily="34" charset="0"/>
            </a:endParaRPr>
          </a:p>
        </p:txBody>
      </p:sp>
    </p:spTree>
    <p:extLst>
      <p:ext uri="{BB962C8B-B14F-4D97-AF65-F5344CB8AC3E}">
        <p14:creationId xmlns:p14="http://schemas.microsoft.com/office/powerpoint/2010/main" val="218555957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99268" y="244312"/>
            <a:ext cx="6014434" cy="609918"/>
          </a:xfrm>
        </p:spPr>
        <p:txBody>
          <a:bodyPr/>
          <a:lstStyle/>
          <a:p>
            <a:r>
              <a:rPr lang="en-US" dirty="0" smtClean="0"/>
              <a:t>THE IMPORTANCE OF MORTGAGE CREDIT AVAILABILITY</a:t>
            </a:r>
            <a:endParaRPr lang="en-US" sz="1200" b="0" dirty="0"/>
          </a:p>
        </p:txBody>
      </p:sp>
      <p:sp>
        <p:nvSpPr>
          <p:cNvPr id="3" name="TextBox 2"/>
          <p:cNvSpPr txBox="1"/>
          <p:nvPr/>
        </p:nvSpPr>
        <p:spPr>
          <a:xfrm>
            <a:off x="145657" y="1218129"/>
            <a:ext cx="2168665" cy="6694140"/>
          </a:xfrm>
          <a:prstGeom prst="rect">
            <a:avLst/>
          </a:prstGeom>
          <a:noFill/>
        </p:spPr>
        <p:txBody>
          <a:bodyPr wrap="square" rtlCol="0">
            <a:spAutoFit/>
          </a:bodyPr>
          <a:lstStyle/>
          <a:p>
            <a:pPr>
              <a:lnSpc>
                <a:spcPct val="100000"/>
              </a:lnSpc>
              <a:spcBef>
                <a:spcPts val="0"/>
              </a:spcBef>
            </a:pPr>
            <a:r>
              <a:rPr lang="en-US" sz="1200" dirty="0" smtClean="0">
                <a:latin typeface="Calibri" panose="020F0502020204030204" pitchFamily="34" charset="0"/>
              </a:rPr>
              <a:t>Significant extensions and </a:t>
            </a:r>
            <a:r>
              <a:rPr lang="en-US" sz="1200" dirty="0" err="1" smtClean="0">
                <a:latin typeface="Calibri" panose="020F0502020204030204" pitchFamily="34" charset="0"/>
              </a:rPr>
              <a:t>tightenings</a:t>
            </a:r>
            <a:r>
              <a:rPr lang="en-US" sz="1200" dirty="0" smtClean="0">
                <a:latin typeface="Calibri" panose="020F0502020204030204" pitchFamily="34" charset="0"/>
              </a:rPr>
              <a:t> of MCA are usually associated with housing bubbles/crashes.</a:t>
            </a:r>
          </a:p>
          <a:p>
            <a:pPr>
              <a:lnSpc>
                <a:spcPct val="100000"/>
              </a:lnSpc>
              <a:spcBef>
                <a:spcPts val="0"/>
              </a:spcBef>
            </a:pPr>
            <a:endParaRPr lang="en-US" sz="1200" dirty="0">
              <a:latin typeface="Calibri" panose="020F0502020204030204" pitchFamily="34" charset="0"/>
            </a:endParaRPr>
          </a:p>
          <a:p>
            <a:pPr>
              <a:lnSpc>
                <a:spcPct val="100000"/>
              </a:lnSpc>
              <a:spcBef>
                <a:spcPts val="0"/>
              </a:spcBef>
            </a:pPr>
            <a:r>
              <a:rPr lang="en-US" sz="1200" dirty="0" smtClean="0">
                <a:latin typeface="Calibri" panose="020F0502020204030204" pitchFamily="34" charset="0"/>
              </a:rPr>
              <a:t>An increase in MCA either through relaxing  underwriting standards or by introducing new mortgage products allows existing mortgage holders to refinance with less friction than in the past. The opposite holds when MCA decreases.</a:t>
            </a:r>
            <a:endParaRPr lang="en-US" sz="1200" dirty="0">
              <a:latin typeface="Calibri" panose="020F0502020204030204" pitchFamily="34" charset="0"/>
            </a:endParaRPr>
          </a:p>
          <a:p>
            <a:pPr>
              <a:lnSpc>
                <a:spcPct val="100000"/>
              </a:lnSpc>
              <a:spcBef>
                <a:spcPts val="0"/>
              </a:spcBef>
            </a:pPr>
            <a:endParaRPr lang="en-US" sz="1200" dirty="0">
              <a:latin typeface="Calibri" panose="020F0502020204030204" pitchFamily="34" charset="0"/>
            </a:endParaRPr>
          </a:p>
          <a:p>
            <a:pPr>
              <a:lnSpc>
                <a:spcPct val="100000"/>
              </a:lnSpc>
              <a:spcBef>
                <a:spcPts val="0"/>
              </a:spcBef>
            </a:pPr>
            <a:r>
              <a:rPr lang="en-US" sz="1200" dirty="0" smtClean="0">
                <a:latin typeface="Calibri" panose="020F0502020204030204" pitchFamily="34" charset="0"/>
              </a:rPr>
              <a:t>Variations in MCA levels can create dramatic differences in refinancing efficiency. The figure shows the different levels of refinancing based on the 2003-2004 and 2010-2011 refinancing experience.  At 50bps of incentive, the difference in refinancing rates can be as much as 6% CPR. The differences increases as incentives increase.</a:t>
            </a:r>
            <a:endParaRPr lang="en-US" sz="1400" dirty="0"/>
          </a:p>
          <a:p>
            <a:pPr>
              <a:spcBef>
                <a:spcPts val="0"/>
              </a:spcBef>
              <a:buClr>
                <a:srgbClr val="203353"/>
              </a:buClr>
              <a:defRPr/>
            </a:pPr>
            <a:endParaRPr lang="en-US" sz="1400" dirty="0" smtClean="0">
              <a:solidFill>
                <a:srgbClr val="000000"/>
              </a:solidFill>
              <a:latin typeface="Calibri"/>
            </a:endParaRPr>
          </a:p>
          <a:p>
            <a:pPr>
              <a:spcBef>
                <a:spcPts val="0"/>
              </a:spcBef>
              <a:buClr>
                <a:srgbClr val="203353"/>
              </a:buClr>
              <a:defRPr/>
            </a:pPr>
            <a:endParaRPr lang="en-US" sz="1400" b="1" dirty="0" smtClean="0">
              <a:solidFill>
                <a:srgbClr val="000000"/>
              </a:solidFill>
              <a:latin typeface="Calibri"/>
            </a:endParaRPr>
          </a:p>
          <a:p>
            <a:pPr>
              <a:spcBef>
                <a:spcPts val="0"/>
              </a:spcBef>
              <a:buClr>
                <a:srgbClr val="203353"/>
              </a:buClr>
              <a:defRPr/>
            </a:pPr>
            <a:endParaRPr lang="en-US" sz="1400" b="1" dirty="0">
              <a:solidFill>
                <a:srgbClr val="000000"/>
              </a:solidFill>
              <a:latin typeface="Calibri"/>
            </a:endParaRPr>
          </a:p>
          <a:p>
            <a:pPr>
              <a:spcBef>
                <a:spcPts val="0"/>
              </a:spcBef>
              <a:buClr>
                <a:srgbClr val="203353"/>
              </a:buClr>
              <a:defRPr/>
            </a:pPr>
            <a:endParaRPr lang="en-US" sz="1500" dirty="0" smtClean="0">
              <a:solidFill>
                <a:srgbClr val="2E398A"/>
              </a:solidFill>
              <a:latin typeface="Calibri"/>
            </a:endParaRPr>
          </a:p>
          <a:p>
            <a:pPr>
              <a:spcBef>
                <a:spcPts val="0"/>
              </a:spcBef>
              <a:buClr>
                <a:srgbClr val="203353"/>
              </a:buClr>
              <a:defRPr/>
            </a:pPr>
            <a:endParaRPr lang="en-US" sz="1500" dirty="0">
              <a:solidFill>
                <a:srgbClr val="2E398A"/>
              </a:solidFill>
              <a:latin typeface="Calibri"/>
            </a:endParaRPr>
          </a:p>
          <a:p>
            <a:pPr>
              <a:spcBef>
                <a:spcPts val="0"/>
              </a:spcBef>
              <a:buClr>
                <a:srgbClr val="203353"/>
              </a:buClr>
              <a:defRPr/>
            </a:pPr>
            <a:endParaRPr lang="en-US" sz="1500" dirty="0" smtClean="0">
              <a:solidFill>
                <a:srgbClr val="2E398A"/>
              </a:solidFill>
              <a:latin typeface="Calibri"/>
            </a:endParaRPr>
          </a:p>
          <a:p>
            <a:pPr>
              <a:spcBef>
                <a:spcPts val="0"/>
              </a:spcBef>
              <a:buClr>
                <a:srgbClr val="203353"/>
              </a:buClr>
              <a:defRPr/>
            </a:pPr>
            <a:endParaRPr lang="en-US" sz="1500" dirty="0">
              <a:solidFill>
                <a:srgbClr val="2E398A"/>
              </a:solidFill>
              <a:latin typeface="Calibri"/>
            </a:endParaRPr>
          </a:p>
          <a:p>
            <a:pPr>
              <a:spcBef>
                <a:spcPts val="0"/>
              </a:spcBef>
              <a:buClr>
                <a:srgbClr val="203353"/>
              </a:buClr>
              <a:defRPr/>
            </a:pPr>
            <a:endParaRPr lang="en-US" sz="1500" dirty="0">
              <a:solidFill>
                <a:srgbClr val="2E398A"/>
              </a:solidFill>
              <a:latin typeface="Calibri"/>
            </a:endParaRPr>
          </a:p>
        </p:txBody>
      </p:sp>
      <p:pic>
        <p:nvPicPr>
          <p:cNvPr id="6147" name="Picture 3"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49" name="Picture 5"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51" name="Picture 7"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53" name="Picture 9"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0" name="Picture 16"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2" name="Picture 18"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4" name="Picture 20"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6" name="Picture 22"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p:cNvSpPr/>
          <p:nvPr/>
        </p:nvSpPr>
        <p:spPr>
          <a:xfrm>
            <a:off x="2472699" y="1266192"/>
            <a:ext cx="7223761" cy="640079"/>
          </a:xfrm>
          <a:prstGeom prst="rect">
            <a:avLst/>
          </a:prstGeom>
          <a:solidFill>
            <a:srgbClr val="203353"/>
          </a:solidFill>
          <a:ln>
            <a:noFill/>
          </a:ln>
        </p:spPr>
        <p:style>
          <a:lnRef idx="2">
            <a:schemeClr val="accent1">
              <a:shade val="50000"/>
            </a:schemeClr>
          </a:lnRef>
          <a:fillRef idx="1">
            <a:schemeClr val="accent1"/>
          </a:fillRef>
          <a:effectRef idx="0">
            <a:schemeClr val="accent1"/>
          </a:effectRef>
          <a:fontRef idx="minor">
            <a:schemeClr val="lt1"/>
          </a:fontRef>
        </p:style>
        <p:txBody>
          <a:bodyPr lIns="50894" tIns="50894" rIns="101787" bIns="50894" rtlCol="0" anchor="ctr"/>
          <a:lstStyle/>
          <a:p>
            <a:pPr algn="ctr"/>
            <a:r>
              <a:rPr lang="en-US" sz="1300" dirty="0" smtClean="0">
                <a:solidFill>
                  <a:srgbClr val="FFFFFF"/>
                </a:solidFill>
              </a:rPr>
              <a:t>REFINANCING EFFICIENCY IN DIFFERENT CREDIT AVAILABILITY ENVIRONMENTS</a:t>
            </a:r>
          </a:p>
        </p:txBody>
      </p:sp>
      <p:graphicFrame>
        <p:nvGraphicFramePr>
          <p:cNvPr id="20" name="Chart 19"/>
          <p:cNvGraphicFramePr>
            <a:graphicFrameLocks/>
          </p:cNvGraphicFramePr>
          <p:nvPr>
            <p:extLst>
              <p:ext uri="{D42A27DB-BD31-4B8C-83A1-F6EECF244321}">
                <p14:modId xmlns:p14="http://schemas.microsoft.com/office/powerpoint/2010/main" val="2645564040"/>
              </p:ext>
            </p:extLst>
          </p:nvPr>
        </p:nvGraphicFramePr>
        <p:xfrm>
          <a:off x="2605178" y="2454213"/>
          <a:ext cx="6909758" cy="3756805"/>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32520701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99268" y="244312"/>
            <a:ext cx="6014434" cy="609918"/>
          </a:xfrm>
        </p:spPr>
        <p:txBody>
          <a:bodyPr/>
          <a:lstStyle/>
          <a:p>
            <a:r>
              <a:rPr lang="en-US" dirty="0" smtClean="0"/>
              <a:t>MODELING MORTGAGE CREDIT AVAILABILITY</a:t>
            </a:r>
            <a:endParaRPr lang="en-US" sz="1200" b="0" dirty="0"/>
          </a:p>
        </p:txBody>
      </p:sp>
      <p:sp>
        <p:nvSpPr>
          <p:cNvPr id="3" name="TextBox 2"/>
          <p:cNvSpPr txBox="1"/>
          <p:nvPr/>
        </p:nvSpPr>
        <p:spPr>
          <a:xfrm>
            <a:off x="145657" y="1218129"/>
            <a:ext cx="2168665" cy="5770811"/>
          </a:xfrm>
          <a:prstGeom prst="rect">
            <a:avLst/>
          </a:prstGeom>
          <a:noFill/>
        </p:spPr>
        <p:txBody>
          <a:bodyPr wrap="square" rtlCol="0">
            <a:spAutoFit/>
          </a:bodyPr>
          <a:lstStyle/>
          <a:p>
            <a:pPr>
              <a:lnSpc>
                <a:spcPct val="100000"/>
              </a:lnSpc>
              <a:spcBef>
                <a:spcPts val="0"/>
              </a:spcBef>
            </a:pPr>
            <a:r>
              <a:rPr lang="en-US" sz="1200" dirty="0" smtClean="0">
                <a:latin typeface="Calibri" panose="020F0502020204030204" pitchFamily="34" charset="0"/>
              </a:rPr>
              <a:t>Cello’s MCAI assumes that the market increases/decreases credit availability by taking on more/less mortgage default risk.</a:t>
            </a:r>
          </a:p>
          <a:p>
            <a:pPr>
              <a:lnSpc>
                <a:spcPct val="100000"/>
              </a:lnSpc>
              <a:spcBef>
                <a:spcPts val="0"/>
              </a:spcBef>
            </a:pPr>
            <a:endParaRPr lang="en-US" sz="1200" dirty="0">
              <a:latin typeface="Calibri" panose="020F0502020204030204" pitchFamily="34" charset="0"/>
            </a:endParaRPr>
          </a:p>
          <a:p>
            <a:pPr>
              <a:lnSpc>
                <a:spcPct val="100000"/>
              </a:lnSpc>
              <a:spcBef>
                <a:spcPts val="0"/>
              </a:spcBef>
            </a:pPr>
            <a:r>
              <a:rPr lang="en-US" sz="1200" dirty="0" smtClean="0">
                <a:latin typeface="Calibri" panose="020F0502020204030204" pitchFamily="34" charset="0"/>
              </a:rPr>
              <a:t>The fundamental advantage of following this method it that it provides a single comprehensive measure at any point in time that aggregates across the different risk factors that are taken into account in the typical underwriting process (FICO, LTV, DTI, etc.).</a:t>
            </a:r>
          </a:p>
          <a:p>
            <a:pPr>
              <a:lnSpc>
                <a:spcPct val="100000"/>
              </a:lnSpc>
              <a:spcBef>
                <a:spcPts val="0"/>
              </a:spcBef>
            </a:pPr>
            <a:endParaRPr lang="en-US" sz="1200" dirty="0">
              <a:latin typeface="Calibri" panose="020F0502020204030204" pitchFamily="34" charset="0"/>
            </a:endParaRPr>
          </a:p>
          <a:p>
            <a:pPr>
              <a:lnSpc>
                <a:spcPct val="100000"/>
              </a:lnSpc>
              <a:spcBef>
                <a:spcPts val="0"/>
              </a:spcBef>
            </a:pPr>
            <a:r>
              <a:rPr lang="en-US" sz="1200" dirty="0" smtClean="0">
                <a:latin typeface="Calibri" panose="020F0502020204030204" pitchFamily="34" charset="0"/>
              </a:rPr>
              <a:t>The expected default rate is a weighted average of the defaults projected over a “normal” and “stressed” environment.</a:t>
            </a:r>
            <a:endParaRPr lang="en-US" sz="1400" dirty="0"/>
          </a:p>
          <a:p>
            <a:pPr>
              <a:spcBef>
                <a:spcPts val="0"/>
              </a:spcBef>
              <a:buClr>
                <a:srgbClr val="203353"/>
              </a:buClr>
              <a:defRPr/>
            </a:pPr>
            <a:endParaRPr lang="en-US" sz="1400" dirty="0" smtClean="0">
              <a:solidFill>
                <a:srgbClr val="000000"/>
              </a:solidFill>
              <a:latin typeface="Calibri"/>
            </a:endParaRPr>
          </a:p>
          <a:p>
            <a:pPr>
              <a:spcBef>
                <a:spcPts val="0"/>
              </a:spcBef>
              <a:buClr>
                <a:srgbClr val="203353"/>
              </a:buClr>
              <a:defRPr/>
            </a:pPr>
            <a:endParaRPr lang="en-US" sz="1400" b="1" dirty="0" smtClean="0">
              <a:solidFill>
                <a:srgbClr val="000000"/>
              </a:solidFill>
              <a:latin typeface="Calibri"/>
            </a:endParaRPr>
          </a:p>
          <a:p>
            <a:pPr>
              <a:spcBef>
                <a:spcPts val="0"/>
              </a:spcBef>
              <a:buClr>
                <a:srgbClr val="203353"/>
              </a:buClr>
              <a:defRPr/>
            </a:pPr>
            <a:endParaRPr lang="en-US" sz="1400" b="1" dirty="0">
              <a:solidFill>
                <a:srgbClr val="000000"/>
              </a:solidFill>
              <a:latin typeface="Calibri"/>
            </a:endParaRPr>
          </a:p>
          <a:p>
            <a:pPr>
              <a:spcBef>
                <a:spcPts val="0"/>
              </a:spcBef>
              <a:buClr>
                <a:srgbClr val="203353"/>
              </a:buClr>
              <a:defRPr/>
            </a:pPr>
            <a:endParaRPr lang="en-US" sz="1500" dirty="0" smtClean="0">
              <a:solidFill>
                <a:srgbClr val="2E398A"/>
              </a:solidFill>
              <a:latin typeface="Calibri"/>
            </a:endParaRPr>
          </a:p>
          <a:p>
            <a:pPr>
              <a:spcBef>
                <a:spcPts val="0"/>
              </a:spcBef>
              <a:buClr>
                <a:srgbClr val="203353"/>
              </a:buClr>
              <a:defRPr/>
            </a:pPr>
            <a:endParaRPr lang="en-US" sz="1500" dirty="0">
              <a:solidFill>
                <a:srgbClr val="2E398A"/>
              </a:solidFill>
              <a:latin typeface="Calibri"/>
            </a:endParaRPr>
          </a:p>
          <a:p>
            <a:pPr>
              <a:spcBef>
                <a:spcPts val="0"/>
              </a:spcBef>
              <a:buClr>
                <a:srgbClr val="203353"/>
              </a:buClr>
              <a:defRPr/>
            </a:pPr>
            <a:endParaRPr lang="en-US" sz="1500" dirty="0" smtClean="0">
              <a:solidFill>
                <a:srgbClr val="2E398A"/>
              </a:solidFill>
              <a:latin typeface="Calibri"/>
            </a:endParaRPr>
          </a:p>
          <a:p>
            <a:pPr>
              <a:spcBef>
                <a:spcPts val="0"/>
              </a:spcBef>
              <a:buClr>
                <a:srgbClr val="203353"/>
              </a:buClr>
              <a:defRPr/>
            </a:pPr>
            <a:endParaRPr lang="en-US" sz="1500" dirty="0">
              <a:solidFill>
                <a:srgbClr val="2E398A"/>
              </a:solidFill>
              <a:latin typeface="Calibri"/>
            </a:endParaRPr>
          </a:p>
          <a:p>
            <a:pPr>
              <a:spcBef>
                <a:spcPts val="0"/>
              </a:spcBef>
              <a:buClr>
                <a:srgbClr val="203353"/>
              </a:buClr>
              <a:defRPr/>
            </a:pPr>
            <a:endParaRPr lang="en-US" sz="1500" dirty="0">
              <a:solidFill>
                <a:srgbClr val="2E398A"/>
              </a:solidFill>
              <a:latin typeface="Calibri"/>
            </a:endParaRPr>
          </a:p>
        </p:txBody>
      </p:sp>
      <p:pic>
        <p:nvPicPr>
          <p:cNvPr id="6147" name="Picture 3"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49" name="Picture 5"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51" name="Picture 7"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53" name="Picture 9"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0" name="Picture 16"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2" name="Picture 18"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4" name="Picture 20"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6" name="Picture 22"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p:cNvSpPr/>
          <p:nvPr/>
        </p:nvSpPr>
        <p:spPr>
          <a:xfrm>
            <a:off x="2472699" y="1266192"/>
            <a:ext cx="7223761" cy="640079"/>
          </a:xfrm>
          <a:prstGeom prst="rect">
            <a:avLst/>
          </a:prstGeom>
          <a:solidFill>
            <a:srgbClr val="203353"/>
          </a:solidFill>
          <a:ln>
            <a:noFill/>
          </a:ln>
        </p:spPr>
        <p:style>
          <a:lnRef idx="2">
            <a:schemeClr val="accent1">
              <a:shade val="50000"/>
            </a:schemeClr>
          </a:lnRef>
          <a:fillRef idx="1">
            <a:schemeClr val="accent1"/>
          </a:fillRef>
          <a:effectRef idx="0">
            <a:schemeClr val="accent1"/>
          </a:effectRef>
          <a:fontRef idx="minor">
            <a:schemeClr val="lt1"/>
          </a:fontRef>
        </p:style>
        <p:txBody>
          <a:bodyPr lIns="50894" tIns="50894" rIns="101787" bIns="50894" rtlCol="0" anchor="ctr"/>
          <a:lstStyle/>
          <a:p>
            <a:pPr algn="ctr"/>
            <a:r>
              <a:rPr lang="en-US" sz="1300" dirty="0" smtClean="0">
                <a:solidFill>
                  <a:srgbClr val="FFFFFF"/>
                </a:solidFill>
              </a:rPr>
              <a:t>CONSTRUCTING CELLO’S MORTGAGE CREDIT AVAILABILITY INDEX</a:t>
            </a:r>
          </a:p>
        </p:txBody>
      </p:sp>
      <p:sp>
        <p:nvSpPr>
          <p:cNvPr id="13" name="Cube 12"/>
          <p:cNvSpPr/>
          <p:nvPr/>
        </p:nvSpPr>
        <p:spPr>
          <a:xfrm>
            <a:off x="2472699" y="3414170"/>
            <a:ext cx="985774" cy="1103984"/>
          </a:xfrm>
          <a:prstGeom prst="cube">
            <a:avLst>
              <a:gd name="adj" fmla="val 1973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smtClean="0"/>
              <a:t>Loan Level</a:t>
            </a:r>
          </a:p>
          <a:p>
            <a:pPr algn="ctr"/>
            <a:r>
              <a:rPr lang="en-US" sz="1050" dirty="0" smtClean="0"/>
              <a:t>DB</a:t>
            </a:r>
            <a:endParaRPr lang="en-US" sz="1050" dirty="0"/>
          </a:p>
        </p:txBody>
      </p:sp>
      <p:sp>
        <p:nvSpPr>
          <p:cNvPr id="14" name="Rectangle 13"/>
          <p:cNvSpPr/>
          <p:nvPr/>
        </p:nvSpPr>
        <p:spPr>
          <a:xfrm>
            <a:off x="2409725" y="4702050"/>
            <a:ext cx="942642" cy="78500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000" dirty="0" smtClean="0"/>
              <a:t>All closed-end residential mortgage loans</a:t>
            </a:r>
          </a:p>
        </p:txBody>
      </p:sp>
      <p:sp>
        <p:nvSpPr>
          <p:cNvPr id="16" name="Right Arrow 15"/>
          <p:cNvSpPr/>
          <p:nvPr/>
        </p:nvSpPr>
        <p:spPr>
          <a:xfrm>
            <a:off x="3519539" y="3804943"/>
            <a:ext cx="680228" cy="38915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smtClean="0"/>
              <a:t>Monthly</a:t>
            </a:r>
            <a:endParaRPr lang="en-US" sz="900" dirty="0"/>
          </a:p>
        </p:txBody>
      </p:sp>
      <p:grpSp>
        <p:nvGrpSpPr>
          <p:cNvPr id="19" name="Group 18"/>
          <p:cNvGrpSpPr/>
          <p:nvPr/>
        </p:nvGrpSpPr>
        <p:grpSpPr>
          <a:xfrm>
            <a:off x="4306799" y="3472381"/>
            <a:ext cx="1319841" cy="1159843"/>
            <a:chOff x="2809875" y="1857375"/>
            <a:chExt cx="1333500" cy="1466850"/>
          </a:xfrm>
        </p:grpSpPr>
        <p:sp>
          <p:nvSpPr>
            <p:cNvPr id="20" name="Rectangle 19"/>
            <p:cNvSpPr/>
            <p:nvPr/>
          </p:nvSpPr>
          <p:spPr>
            <a:xfrm>
              <a:off x="2809875" y="1857375"/>
              <a:ext cx="876300" cy="100965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sz="1100"/>
            </a:p>
          </p:txBody>
        </p:sp>
        <p:sp>
          <p:nvSpPr>
            <p:cNvPr id="21" name="Rectangle 20"/>
            <p:cNvSpPr/>
            <p:nvPr/>
          </p:nvSpPr>
          <p:spPr>
            <a:xfrm>
              <a:off x="2962275" y="2009775"/>
              <a:ext cx="876300" cy="100965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sz="1100"/>
            </a:p>
          </p:txBody>
        </p:sp>
        <p:sp>
          <p:nvSpPr>
            <p:cNvPr id="22" name="Rectangle 21"/>
            <p:cNvSpPr/>
            <p:nvPr/>
          </p:nvSpPr>
          <p:spPr>
            <a:xfrm>
              <a:off x="3114675" y="2162175"/>
              <a:ext cx="876300" cy="100965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sz="1100"/>
            </a:p>
          </p:txBody>
        </p:sp>
        <p:sp>
          <p:nvSpPr>
            <p:cNvPr id="23" name="Rectangle 22"/>
            <p:cNvSpPr/>
            <p:nvPr/>
          </p:nvSpPr>
          <p:spPr>
            <a:xfrm>
              <a:off x="3267075" y="2314575"/>
              <a:ext cx="876300" cy="10096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smtClean="0"/>
                <a:t>Monthly</a:t>
              </a:r>
            </a:p>
            <a:p>
              <a:pPr algn="ctr"/>
              <a:r>
                <a:rPr lang="en-US" sz="1050" dirty="0" smtClean="0"/>
                <a:t>Origination</a:t>
              </a:r>
            </a:p>
            <a:p>
              <a:pPr algn="ctr"/>
              <a:r>
                <a:rPr lang="en-US" sz="1050" dirty="0" smtClean="0"/>
                <a:t>Data</a:t>
              </a:r>
              <a:endParaRPr lang="en-US" sz="1050" dirty="0"/>
            </a:p>
          </p:txBody>
        </p:sp>
      </p:grpSp>
      <p:sp>
        <p:nvSpPr>
          <p:cNvPr id="24" name="Rectangle 23"/>
          <p:cNvSpPr/>
          <p:nvPr/>
        </p:nvSpPr>
        <p:spPr>
          <a:xfrm>
            <a:off x="4306799" y="4737209"/>
            <a:ext cx="942642" cy="78500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000" dirty="0" smtClean="0"/>
              <a:t>Collateral characteristics of purchase mortgage loans</a:t>
            </a:r>
          </a:p>
        </p:txBody>
      </p:sp>
      <p:sp>
        <p:nvSpPr>
          <p:cNvPr id="25" name="Right Arrow 24"/>
          <p:cNvSpPr/>
          <p:nvPr/>
        </p:nvSpPr>
        <p:spPr>
          <a:xfrm>
            <a:off x="5739792" y="3850433"/>
            <a:ext cx="689574" cy="38915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smtClean="0"/>
              <a:t>Inputs</a:t>
            </a:r>
            <a:endParaRPr lang="en-US" sz="1000" dirty="0"/>
          </a:p>
        </p:txBody>
      </p:sp>
      <p:grpSp>
        <p:nvGrpSpPr>
          <p:cNvPr id="26" name="Group 2"/>
          <p:cNvGrpSpPr>
            <a:grpSpLocks/>
          </p:cNvGrpSpPr>
          <p:nvPr>
            <p:custDataLst>
              <p:tags r:id="rId1"/>
            </p:custDataLst>
          </p:nvPr>
        </p:nvGrpSpPr>
        <p:grpSpPr bwMode="auto">
          <a:xfrm>
            <a:off x="6462228" y="3549536"/>
            <a:ext cx="1258504" cy="1038223"/>
            <a:chOff x="2244" y="1767"/>
            <a:chExt cx="2029" cy="2029"/>
          </a:xfrm>
          <a:solidFill>
            <a:schemeClr val="accent1"/>
          </a:solidFill>
        </p:grpSpPr>
        <p:sp>
          <p:nvSpPr>
            <p:cNvPr id="27" name="Freeform 3"/>
            <p:cNvSpPr>
              <a:spLocks/>
            </p:cNvSpPr>
            <p:nvPr/>
          </p:nvSpPr>
          <p:spPr bwMode="blackWhite">
            <a:xfrm>
              <a:off x="2366" y="1767"/>
              <a:ext cx="1057" cy="900"/>
            </a:xfrm>
            <a:custGeom>
              <a:avLst/>
              <a:gdLst>
                <a:gd name="T0" fmla="*/ 455 w 1057"/>
                <a:gd name="T1" fmla="*/ 879 h 900"/>
                <a:gd name="T2" fmla="*/ 471 w 1057"/>
                <a:gd name="T3" fmla="*/ 838 h 900"/>
                <a:gd name="T4" fmla="*/ 490 w 1057"/>
                <a:gd name="T5" fmla="*/ 799 h 900"/>
                <a:gd name="T6" fmla="*/ 514 w 1057"/>
                <a:gd name="T7" fmla="*/ 762 h 900"/>
                <a:gd name="T8" fmla="*/ 541 w 1057"/>
                <a:gd name="T9" fmla="*/ 728 h 900"/>
                <a:gd name="T10" fmla="*/ 570 w 1057"/>
                <a:gd name="T11" fmla="*/ 696 h 900"/>
                <a:gd name="T12" fmla="*/ 603 w 1057"/>
                <a:gd name="T13" fmla="*/ 667 h 900"/>
                <a:gd name="T14" fmla="*/ 639 w 1057"/>
                <a:gd name="T15" fmla="*/ 642 h 900"/>
                <a:gd name="T16" fmla="*/ 676 w 1057"/>
                <a:gd name="T17" fmla="*/ 621 h 900"/>
                <a:gd name="T18" fmla="*/ 713 w 1057"/>
                <a:gd name="T19" fmla="*/ 605 h 900"/>
                <a:gd name="T20" fmla="*/ 753 w 1057"/>
                <a:gd name="T21" fmla="*/ 591 h 900"/>
                <a:gd name="T22" fmla="*/ 793 w 1057"/>
                <a:gd name="T23" fmla="*/ 581 h 900"/>
                <a:gd name="T24" fmla="*/ 834 w 1057"/>
                <a:gd name="T25" fmla="*/ 575 h 900"/>
                <a:gd name="T26" fmla="*/ 833 w 1057"/>
                <a:gd name="T27" fmla="*/ 711 h 900"/>
                <a:gd name="T28" fmla="*/ 1056 w 1057"/>
                <a:gd name="T29" fmla="*/ 374 h 900"/>
                <a:gd name="T30" fmla="*/ 818 w 1057"/>
                <a:gd name="T31" fmla="*/ 0 h 900"/>
                <a:gd name="T32" fmla="*/ 819 w 1057"/>
                <a:gd name="T33" fmla="*/ 137 h 900"/>
                <a:gd name="T34" fmla="*/ 757 w 1057"/>
                <a:gd name="T35" fmla="*/ 143 h 900"/>
                <a:gd name="T36" fmla="*/ 694 w 1057"/>
                <a:gd name="T37" fmla="*/ 154 h 900"/>
                <a:gd name="T38" fmla="*/ 634 w 1057"/>
                <a:gd name="T39" fmla="*/ 168 h 900"/>
                <a:gd name="T40" fmla="*/ 574 w 1057"/>
                <a:gd name="T41" fmla="*/ 188 h 900"/>
                <a:gd name="T42" fmla="*/ 516 w 1057"/>
                <a:gd name="T43" fmla="*/ 211 h 900"/>
                <a:gd name="T44" fmla="*/ 460 w 1057"/>
                <a:gd name="T45" fmla="*/ 238 h 900"/>
                <a:gd name="T46" fmla="*/ 405 w 1057"/>
                <a:gd name="T47" fmla="*/ 270 h 900"/>
                <a:gd name="T48" fmla="*/ 352 w 1057"/>
                <a:gd name="T49" fmla="*/ 306 h 900"/>
                <a:gd name="T50" fmla="*/ 302 w 1057"/>
                <a:gd name="T51" fmla="*/ 346 h 900"/>
                <a:gd name="T52" fmla="*/ 255 w 1057"/>
                <a:gd name="T53" fmla="*/ 390 h 900"/>
                <a:gd name="T54" fmla="*/ 211 w 1057"/>
                <a:gd name="T55" fmla="*/ 437 h 900"/>
                <a:gd name="T56" fmla="*/ 170 w 1057"/>
                <a:gd name="T57" fmla="*/ 486 h 900"/>
                <a:gd name="T58" fmla="*/ 134 w 1057"/>
                <a:gd name="T59" fmla="*/ 539 h 900"/>
                <a:gd name="T60" fmla="*/ 101 w 1057"/>
                <a:gd name="T61" fmla="*/ 595 h 900"/>
                <a:gd name="T62" fmla="*/ 72 w 1057"/>
                <a:gd name="T63" fmla="*/ 653 h 900"/>
                <a:gd name="T64" fmla="*/ 47 w 1057"/>
                <a:gd name="T65" fmla="*/ 711 h 900"/>
                <a:gd name="T66" fmla="*/ 27 w 1057"/>
                <a:gd name="T67" fmla="*/ 773 h 900"/>
                <a:gd name="T68" fmla="*/ 11 w 1057"/>
                <a:gd name="T69" fmla="*/ 835 h 900"/>
                <a:gd name="T70" fmla="*/ 0 w 1057"/>
                <a:gd name="T71" fmla="*/ 899 h 900"/>
                <a:gd name="T72" fmla="*/ 238 w 1057"/>
                <a:gd name="T73" fmla="*/ 741 h 900"/>
                <a:gd name="T74" fmla="*/ 455 w 1057"/>
                <a:gd name="T75" fmla="*/ 879 h 90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057"/>
                <a:gd name="T115" fmla="*/ 0 h 900"/>
                <a:gd name="T116" fmla="*/ 1057 w 1057"/>
                <a:gd name="T117" fmla="*/ 900 h 90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057" h="900">
                  <a:moveTo>
                    <a:pt x="455" y="879"/>
                  </a:moveTo>
                  <a:lnTo>
                    <a:pt x="471" y="838"/>
                  </a:lnTo>
                  <a:lnTo>
                    <a:pt x="490" y="799"/>
                  </a:lnTo>
                  <a:lnTo>
                    <a:pt x="514" y="762"/>
                  </a:lnTo>
                  <a:lnTo>
                    <a:pt x="541" y="728"/>
                  </a:lnTo>
                  <a:lnTo>
                    <a:pt x="570" y="696"/>
                  </a:lnTo>
                  <a:lnTo>
                    <a:pt x="603" y="667"/>
                  </a:lnTo>
                  <a:lnTo>
                    <a:pt x="639" y="642"/>
                  </a:lnTo>
                  <a:lnTo>
                    <a:pt x="676" y="621"/>
                  </a:lnTo>
                  <a:lnTo>
                    <a:pt x="713" y="605"/>
                  </a:lnTo>
                  <a:lnTo>
                    <a:pt x="753" y="591"/>
                  </a:lnTo>
                  <a:lnTo>
                    <a:pt x="793" y="581"/>
                  </a:lnTo>
                  <a:lnTo>
                    <a:pt x="834" y="575"/>
                  </a:lnTo>
                  <a:lnTo>
                    <a:pt x="833" y="711"/>
                  </a:lnTo>
                  <a:lnTo>
                    <a:pt x="1056" y="374"/>
                  </a:lnTo>
                  <a:lnTo>
                    <a:pt x="818" y="0"/>
                  </a:lnTo>
                  <a:lnTo>
                    <a:pt x="819" y="137"/>
                  </a:lnTo>
                  <a:lnTo>
                    <a:pt x="757" y="143"/>
                  </a:lnTo>
                  <a:lnTo>
                    <a:pt x="694" y="154"/>
                  </a:lnTo>
                  <a:lnTo>
                    <a:pt x="634" y="168"/>
                  </a:lnTo>
                  <a:lnTo>
                    <a:pt x="574" y="188"/>
                  </a:lnTo>
                  <a:lnTo>
                    <a:pt x="516" y="211"/>
                  </a:lnTo>
                  <a:lnTo>
                    <a:pt x="460" y="238"/>
                  </a:lnTo>
                  <a:lnTo>
                    <a:pt x="405" y="270"/>
                  </a:lnTo>
                  <a:lnTo>
                    <a:pt x="352" y="306"/>
                  </a:lnTo>
                  <a:lnTo>
                    <a:pt x="302" y="346"/>
                  </a:lnTo>
                  <a:lnTo>
                    <a:pt x="255" y="390"/>
                  </a:lnTo>
                  <a:lnTo>
                    <a:pt x="211" y="437"/>
                  </a:lnTo>
                  <a:lnTo>
                    <a:pt x="170" y="486"/>
                  </a:lnTo>
                  <a:lnTo>
                    <a:pt x="134" y="539"/>
                  </a:lnTo>
                  <a:lnTo>
                    <a:pt x="101" y="595"/>
                  </a:lnTo>
                  <a:lnTo>
                    <a:pt x="72" y="653"/>
                  </a:lnTo>
                  <a:lnTo>
                    <a:pt x="47" y="711"/>
                  </a:lnTo>
                  <a:lnTo>
                    <a:pt x="27" y="773"/>
                  </a:lnTo>
                  <a:lnTo>
                    <a:pt x="11" y="835"/>
                  </a:lnTo>
                  <a:lnTo>
                    <a:pt x="0" y="899"/>
                  </a:lnTo>
                  <a:lnTo>
                    <a:pt x="238" y="741"/>
                  </a:lnTo>
                  <a:lnTo>
                    <a:pt x="455" y="879"/>
                  </a:lnTo>
                </a:path>
              </a:pathLst>
            </a:custGeom>
            <a:grpFill/>
            <a:ln w="12700" cap="rnd">
              <a:solidFill>
                <a:schemeClr val="bg1"/>
              </a:solidFill>
              <a:round/>
              <a:headEnd/>
              <a:tailEnd/>
            </a:ln>
          </p:spPr>
          <p:txBody>
            <a:bodyPr lIns="36000" tIns="36000" rIns="36000" bIns="36000"/>
            <a:lstStyle/>
            <a:p>
              <a:pPr>
                <a:defRPr/>
              </a:pPr>
              <a:endParaRPr lang="en-US" dirty="0">
                <a:latin typeface="Arial Unicode MS" pitchFamily="34" charset="-122"/>
                <a:ea typeface="Arial Unicode MS" pitchFamily="34" charset="-122"/>
                <a:cs typeface="Arial Unicode MS" pitchFamily="34" charset="-122"/>
              </a:endParaRPr>
            </a:p>
          </p:txBody>
        </p:sp>
        <p:sp>
          <p:nvSpPr>
            <p:cNvPr id="28" name="Freeform 4"/>
            <p:cNvSpPr>
              <a:spLocks/>
            </p:cNvSpPr>
            <p:nvPr/>
          </p:nvSpPr>
          <p:spPr bwMode="blackWhite">
            <a:xfrm>
              <a:off x="3073" y="2892"/>
              <a:ext cx="1033" cy="904"/>
            </a:xfrm>
            <a:custGeom>
              <a:avLst/>
              <a:gdLst>
                <a:gd name="T0" fmla="*/ 585 w 1033"/>
                <a:gd name="T1" fmla="*/ 1 h 904"/>
                <a:gd name="T2" fmla="*/ 573 w 1033"/>
                <a:gd name="T3" fmla="*/ 41 h 904"/>
                <a:gd name="T4" fmla="*/ 556 w 1033"/>
                <a:gd name="T5" fmla="*/ 78 h 904"/>
                <a:gd name="T6" fmla="*/ 537 w 1033"/>
                <a:gd name="T7" fmla="*/ 116 h 904"/>
                <a:gd name="T8" fmla="*/ 514 w 1033"/>
                <a:gd name="T9" fmla="*/ 150 h 904"/>
                <a:gd name="T10" fmla="*/ 488 w 1033"/>
                <a:gd name="T11" fmla="*/ 182 h 904"/>
                <a:gd name="T12" fmla="*/ 459 w 1033"/>
                <a:gd name="T13" fmla="*/ 212 h 904"/>
                <a:gd name="T14" fmla="*/ 427 w 1033"/>
                <a:gd name="T15" fmla="*/ 239 h 904"/>
                <a:gd name="T16" fmla="*/ 393 w 1033"/>
                <a:gd name="T17" fmla="*/ 262 h 904"/>
                <a:gd name="T18" fmla="*/ 356 w 1033"/>
                <a:gd name="T19" fmla="*/ 283 h 904"/>
                <a:gd name="T20" fmla="*/ 317 w 1033"/>
                <a:gd name="T21" fmla="*/ 301 h 904"/>
                <a:gd name="T22" fmla="*/ 277 w 1033"/>
                <a:gd name="T23" fmla="*/ 314 h 904"/>
                <a:gd name="T24" fmla="*/ 236 w 1033"/>
                <a:gd name="T25" fmla="*/ 323 h 904"/>
                <a:gd name="T26" fmla="*/ 235 w 1033"/>
                <a:gd name="T27" fmla="*/ 187 h 904"/>
                <a:gd name="T28" fmla="*/ 159 w 1033"/>
                <a:gd name="T29" fmla="*/ 298 h 904"/>
                <a:gd name="T30" fmla="*/ 80 w 1033"/>
                <a:gd name="T31" fmla="*/ 409 h 904"/>
                <a:gd name="T32" fmla="*/ 0 w 1033"/>
                <a:gd name="T33" fmla="*/ 517 h 904"/>
                <a:gd name="T34" fmla="*/ 236 w 1033"/>
                <a:gd name="T35" fmla="*/ 903 h 904"/>
                <a:gd name="T36" fmla="*/ 236 w 1033"/>
                <a:gd name="T37" fmla="*/ 766 h 904"/>
                <a:gd name="T38" fmla="*/ 295 w 1033"/>
                <a:gd name="T39" fmla="*/ 759 h 904"/>
                <a:gd name="T40" fmla="*/ 353 w 1033"/>
                <a:gd name="T41" fmla="*/ 747 h 904"/>
                <a:gd name="T42" fmla="*/ 411 w 1033"/>
                <a:gd name="T43" fmla="*/ 733 h 904"/>
                <a:gd name="T44" fmla="*/ 467 w 1033"/>
                <a:gd name="T45" fmla="*/ 713 h 904"/>
                <a:gd name="T46" fmla="*/ 522 w 1033"/>
                <a:gd name="T47" fmla="*/ 691 h 904"/>
                <a:gd name="T48" fmla="*/ 575 w 1033"/>
                <a:gd name="T49" fmla="*/ 665 h 904"/>
                <a:gd name="T50" fmla="*/ 626 w 1033"/>
                <a:gd name="T51" fmla="*/ 635 h 904"/>
                <a:gd name="T52" fmla="*/ 676 w 1033"/>
                <a:gd name="T53" fmla="*/ 601 h 904"/>
                <a:gd name="T54" fmla="*/ 724 w 1033"/>
                <a:gd name="T55" fmla="*/ 564 h 904"/>
                <a:gd name="T56" fmla="*/ 768 w 1033"/>
                <a:gd name="T57" fmla="*/ 525 h 904"/>
                <a:gd name="T58" fmla="*/ 811 w 1033"/>
                <a:gd name="T59" fmla="*/ 481 h 904"/>
                <a:gd name="T60" fmla="*/ 849 w 1033"/>
                <a:gd name="T61" fmla="*/ 435 h 904"/>
                <a:gd name="T62" fmla="*/ 884 w 1033"/>
                <a:gd name="T63" fmla="*/ 387 h 904"/>
                <a:gd name="T64" fmla="*/ 916 w 1033"/>
                <a:gd name="T65" fmla="*/ 337 h 904"/>
                <a:gd name="T66" fmla="*/ 945 w 1033"/>
                <a:gd name="T67" fmla="*/ 284 h 904"/>
                <a:gd name="T68" fmla="*/ 970 w 1033"/>
                <a:gd name="T69" fmla="*/ 231 h 904"/>
                <a:gd name="T70" fmla="*/ 991 w 1033"/>
                <a:gd name="T71" fmla="*/ 174 h 904"/>
                <a:gd name="T72" fmla="*/ 1009 w 1033"/>
                <a:gd name="T73" fmla="*/ 117 h 904"/>
                <a:gd name="T74" fmla="*/ 1023 w 1033"/>
                <a:gd name="T75" fmla="*/ 58 h 904"/>
                <a:gd name="T76" fmla="*/ 1032 w 1033"/>
                <a:gd name="T77" fmla="*/ 0 h 904"/>
                <a:gd name="T78" fmla="*/ 812 w 1033"/>
                <a:gd name="T79" fmla="*/ 132 h 904"/>
                <a:gd name="T80" fmla="*/ 585 w 1033"/>
                <a:gd name="T81" fmla="*/ 1 h 90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033"/>
                <a:gd name="T124" fmla="*/ 0 h 904"/>
                <a:gd name="T125" fmla="*/ 1033 w 1033"/>
                <a:gd name="T126" fmla="*/ 904 h 904"/>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033" h="904">
                  <a:moveTo>
                    <a:pt x="585" y="1"/>
                  </a:moveTo>
                  <a:lnTo>
                    <a:pt x="573" y="41"/>
                  </a:lnTo>
                  <a:lnTo>
                    <a:pt x="556" y="78"/>
                  </a:lnTo>
                  <a:lnTo>
                    <a:pt x="537" y="116"/>
                  </a:lnTo>
                  <a:lnTo>
                    <a:pt x="514" y="150"/>
                  </a:lnTo>
                  <a:lnTo>
                    <a:pt x="488" y="182"/>
                  </a:lnTo>
                  <a:lnTo>
                    <a:pt x="459" y="212"/>
                  </a:lnTo>
                  <a:lnTo>
                    <a:pt x="427" y="239"/>
                  </a:lnTo>
                  <a:lnTo>
                    <a:pt x="393" y="262"/>
                  </a:lnTo>
                  <a:lnTo>
                    <a:pt x="356" y="283"/>
                  </a:lnTo>
                  <a:lnTo>
                    <a:pt x="317" y="301"/>
                  </a:lnTo>
                  <a:lnTo>
                    <a:pt x="277" y="314"/>
                  </a:lnTo>
                  <a:lnTo>
                    <a:pt x="236" y="323"/>
                  </a:lnTo>
                  <a:lnTo>
                    <a:pt x="235" y="187"/>
                  </a:lnTo>
                  <a:lnTo>
                    <a:pt x="159" y="298"/>
                  </a:lnTo>
                  <a:lnTo>
                    <a:pt x="80" y="409"/>
                  </a:lnTo>
                  <a:lnTo>
                    <a:pt x="0" y="517"/>
                  </a:lnTo>
                  <a:lnTo>
                    <a:pt x="236" y="903"/>
                  </a:lnTo>
                  <a:lnTo>
                    <a:pt x="236" y="766"/>
                  </a:lnTo>
                  <a:lnTo>
                    <a:pt x="295" y="759"/>
                  </a:lnTo>
                  <a:lnTo>
                    <a:pt x="353" y="747"/>
                  </a:lnTo>
                  <a:lnTo>
                    <a:pt x="411" y="733"/>
                  </a:lnTo>
                  <a:lnTo>
                    <a:pt x="467" y="713"/>
                  </a:lnTo>
                  <a:lnTo>
                    <a:pt x="522" y="691"/>
                  </a:lnTo>
                  <a:lnTo>
                    <a:pt x="575" y="665"/>
                  </a:lnTo>
                  <a:lnTo>
                    <a:pt x="626" y="635"/>
                  </a:lnTo>
                  <a:lnTo>
                    <a:pt x="676" y="601"/>
                  </a:lnTo>
                  <a:lnTo>
                    <a:pt x="724" y="564"/>
                  </a:lnTo>
                  <a:lnTo>
                    <a:pt x="768" y="525"/>
                  </a:lnTo>
                  <a:lnTo>
                    <a:pt x="811" y="481"/>
                  </a:lnTo>
                  <a:lnTo>
                    <a:pt x="849" y="435"/>
                  </a:lnTo>
                  <a:lnTo>
                    <a:pt x="884" y="387"/>
                  </a:lnTo>
                  <a:lnTo>
                    <a:pt x="916" y="337"/>
                  </a:lnTo>
                  <a:lnTo>
                    <a:pt x="945" y="284"/>
                  </a:lnTo>
                  <a:lnTo>
                    <a:pt x="970" y="231"/>
                  </a:lnTo>
                  <a:lnTo>
                    <a:pt x="991" y="174"/>
                  </a:lnTo>
                  <a:lnTo>
                    <a:pt x="1009" y="117"/>
                  </a:lnTo>
                  <a:lnTo>
                    <a:pt x="1023" y="58"/>
                  </a:lnTo>
                  <a:lnTo>
                    <a:pt x="1032" y="0"/>
                  </a:lnTo>
                  <a:lnTo>
                    <a:pt x="812" y="132"/>
                  </a:lnTo>
                  <a:lnTo>
                    <a:pt x="585" y="1"/>
                  </a:lnTo>
                </a:path>
              </a:pathLst>
            </a:custGeom>
            <a:grpFill/>
            <a:ln w="12700" cap="rnd">
              <a:solidFill>
                <a:schemeClr val="bg1"/>
              </a:solidFill>
              <a:round/>
              <a:headEnd/>
              <a:tailEnd/>
            </a:ln>
          </p:spPr>
          <p:txBody>
            <a:bodyPr lIns="36000" tIns="36000" rIns="36000" bIns="36000"/>
            <a:lstStyle/>
            <a:p>
              <a:pPr>
                <a:defRPr/>
              </a:pPr>
              <a:endParaRPr lang="en-US" dirty="0">
                <a:latin typeface="Arial Unicode MS" pitchFamily="34" charset="-122"/>
                <a:ea typeface="Arial Unicode MS" pitchFamily="34" charset="-122"/>
                <a:cs typeface="Arial Unicode MS" pitchFamily="34" charset="-122"/>
              </a:endParaRPr>
            </a:p>
          </p:txBody>
        </p:sp>
        <p:sp>
          <p:nvSpPr>
            <p:cNvPr id="29" name="Freeform 5"/>
            <p:cNvSpPr>
              <a:spLocks/>
            </p:cNvSpPr>
            <p:nvPr/>
          </p:nvSpPr>
          <p:spPr bwMode="blackWhite">
            <a:xfrm>
              <a:off x="2244" y="2563"/>
              <a:ext cx="930" cy="1075"/>
            </a:xfrm>
            <a:custGeom>
              <a:avLst/>
              <a:gdLst>
                <a:gd name="T0" fmla="*/ 929 w 930"/>
                <a:gd name="T1" fmla="*/ 645 h 1075"/>
                <a:gd name="T2" fmla="*/ 887 w 930"/>
                <a:gd name="T3" fmla="*/ 634 h 1075"/>
                <a:gd name="T4" fmla="*/ 847 w 930"/>
                <a:gd name="T5" fmla="*/ 620 h 1075"/>
                <a:gd name="T6" fmla="*/ 807 w 930"/>
                <a:gd name="T7" fmla="*/ 603 h 1075"/>
                <a:gd name="T8" fmla="*/ 771 w 930"/>
                <a:gd name="T9" fmla="*/ 582 h 1075"/>
                <a:gd name="T10" fmla="*/ 735 w 930"/>
                <a:gd name="T11" fmla="*/ 557 h 1075"/>
                <a:gd name="T12" fmla="*/ 703 w 930"/>
                <a:gd name="T13" fmla="*/ 529 h 1075"/>
                <a:gd name="T14" fmla="*/ 673 w 930"/>
                <a:gd name="T15" fmla="*/ 497 h 1075"/>
                <a:gd name="T16" fmla="*/ 648 w 930"/>
                <a:gd name="T17" fmla="*/ 465 h 1075"/>
                <a:gd name="T18" fmla="*/ 624 w 930"/>
                <a:gd name="T19" fmla="*/ 428 h 1075"/>
                <a:gd name="T20" fmla="*/ 607 w 930"/>
                <a:gd name="T21" fmla="*/ 398 h 1075"/>
                <a:gd name="T22" fmla="*/ 594 w 930"/>
                <a:gd name="T23" fmla="*/ 366 h 1075"/>
                <a:gd name="T24" fmla="*/ 583 w 930"/>
                <a:gd name="T25" fmla="*/ 332 h 1075"/>
                <a:gd name="T26" fmla="*/ 577 w 930"/>
                <a:gd name="T27" fmla="*/ 298 h 1075"/>
                <a:gd name="T28" fmla="*/ 575 w 930"/>
                <a:gd name="T29" fmla="*/ 264 h 1075"/>
                <a:gd name="T30" fmla="*/ 576 w 930"/>
                <a:gd name="T31" fmla="*/ 229 h 1075"/>
                <a:gd name="T32" fmla="*/ 748 w 930"/>
                <a:gd name="T33" fmla="*/ 229 h 1075"/>
                <a:gd name="T34" fmla="*/ 360 w 930"/>
                <a:gd name="T35" fmla="*/ 0 h 1075"/>
                <a:gd name="T36" fmla="*/ 0 w 930"/>
                <a:gd name="T37" fmla="*/ 236 h 1075"/>
                <a:gd name="T38" fmla="*/ 136 w 930"/>
                <a:gd name="T39" fmla="*/ 237 h 1075"/>
                <a:gd name="T40" fmla="*/ 141 w 930"/>
                <a:gd name="T41" fmla="*/ 299 h 1075"/>
                <a:gd name="T42" fmla="*/ 150 w 930"/>
                <a:gd name="T43" fmla="*/ 362 h 1075"/>
                <a:gd name="T44" fmla="*/ 165 w 930"/>
                <a:gd name="T45" fmla="*/ 422 h 1075"/>
                <a:gd name="T46" fmla="*/ 182 w 930"/>
                <a:gd name="T47" fmla="*/ 483 h 1075"/>
                <a:gd name="T48" fmla="*/ 204 w 930"/>
                <a:gd name="T49" fmla="*/ 541 h 1075"/>
                <a:gd name="T50" fmla="*/ 231 w 930"/>
                <a:gd name="T51" fmla="*/ 598 h 1075"/>
                <a:gd name="T52" fmla="*/ 262 w 930"/>
                <a:gd name="T53" fmla="*/ 653 h 1075"/>
                <a:gd name="T54" fmla="*/ 296 w 930"/>
                <a:gd name="T55" fmla="*/ 704 h 1075"/>
                <a:gd name="T56" fmla="*/ 333 w 930"/>
                <a:gd name="T57" fmla="*/ 752 h 1075"/>
                <a:gd name="T58" fmla="*/ 374 w 930"/>
                <a:gd name="T59" fmla="*/ 797 h 1075"/>
                <a:gd name="T60" fmla="*/ 419 w 930"/>
                <a:gd name="T61" fmla="*/ 841 h 1075"/>
                <a:gd name="T62" fmla="*/ 465 w 930"/>
                <a:gd name="T63" fmla="*/ 880 h 1075"/>
                <a:gd name="T64" fmla="*/ 514 w 930"/>
                <a:gd name="T65" fmla="*/ 917 h 1075"/>
                <a:gd name="T66" fmla="*/ 566 w 930"/>
                <a:gd name="T67" fmla="*/ 951 h 1075"/>
                <a:gd name="T68" fmla="*/ 620 w 930"/>
                <a:gd name="T69" fmla="*/ 980 h 1075"/>
                <a:gd name="T70" fmla="*/ 675 w 930"/>
                <a:gd name="T71" fmla="*/ 1007 h 1075"/>
                <a:gd name="T72" fmla="*/ 732 w 930"/>
                <a:gd name="T73" fmla="*/ 1029 h 1075"/>
                <a:gd name="T74" fmla="*/ 790 w 930"/>
                <a:gd name="T75" fmla="*/ 1048 h 1075"/>
                <a:gd name="T76" fmla="*/ 849 w 930"/>
                <a:gd name="T77" fmla="*/ 1062 h 1075"/>
                <a:gd name="T78" fmla="*/ 910 w 930"/>
                <a:gd name="T79" fmla="*/ 1074 h 1075"/>
                <a:gd name="T80" fmla="*/ 772 w 930"/>
                <a:gd name="T81" fmla="*/ 845 h 1075"/>
                <a:gd name="T82" fmla="*/ 929 w 930"/>
                <a:gd name="T83" fmla="*/ 645 h 1075"/>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930"/>
                <a:gd name="T127" fmla="*/ 0 h 1075"/>
                <a:gd name="T128" fmla="*/ 930 w 930"/>
                <a:gd name="T129" fmla="*/ 1075 h 1075"/>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930" h="1075">
                  <a:moveTo>
                    <a:pt x="929" y="645"/>
                  </a:moveTo>
                  <a:lnTo>
                    <a:pt x="887" y="634"/>
                  </a:lnTo>
                  <a:lnTo>
                    <a:pt x="847" y="620"/>
                  </a:lnTo>
                  <a:lnTo>
                    <a:pt x="807" y="603"/>
                  </a:lnTo>
                  <a:lnTo>
                    <a:pt x="771" y="582"/>
                  </a:lnTo>
                  <a:lnTo>
                    <a:pt x="735" y="557"/>
                  </a:lnTo>
                  <a:lnTo>
                    <a:pt x="703" y="529"/>
                  </a:lnTo>
                  <a:lnTo>
                    <a:pt x="673" y="497"/>
                  </a:lnTo>
                  <a:lnTo>
                    <a:pt x="648" y="465"/>
                  </a:lnTo>
                  <a:lnTo>
                    <a:pt x="624" y="428"/>
                  </a:lnTo>
                  <a:lnTo>
                    <a:pt x="607" y="398"/>
                  </a:lnTo>
                  <a:lnTo>
                    <a:pt x="594" y="366"/>
                  </a:lnTo>
                  <a:lnTo>
                    <a:pt x="583" y="332"/>
                  </a:lnTo>
                  <a:lnTo>
                    <a:pt x="577" y="298"/>
                  </a:lnTo>
                  <a:lnTo>
                    <a:pt x="575" y="264"/>
                  </a:lnTo>
                  <a:lnTo>
                    <a:pt x="576" y="229"/>
                  </a:lnTo>
                  <a:lnTo>
                    <a:pt x="748" y="229"/>
                  </a:lnTo>
                  <a:lnTo>
                    <a:pt x="360" y="0"/>
                  </a:lnTo>
                  <a:lnTo>
                    <a:pt x="0" y="236"/>
                  </a:lnTo>
                  <a:lnTo>
                    <a:pt x="136" y="237"/>
                  </a:lnTo>
                  <a:lnTo>
                    <a:pt x="141" y="299"/>
                  </a:lnTo>
                  <a:lnTo>
                    <a:pt x="150" y="362"/>
                  </a:lnTo>
                  <a:lnTo>
                    <a:pt x="165" y="422"/>
                  </a:lnTo>
                  <a:lnTo>
                    <a:pt x="182" y="483"/>
                  </a:lnTo>
                  <a:lnTo>
                    <a:pt x="204" y="541"/>
                  </a:lnTo>
                  <a:lnTo>
                    <a:pt x="231" y="598"/>
                  </a:lnTo>
                  <a:lnTo>
                    <a:pt x="262" y="653"/>
                  </a:lnTo>
                  <a:lnTo>
                    <a:pt x="296" y="704"/>
                  </a:lnTo>
                  <a:lnTo>
                    <a:pt x="333" y="752"/>
                  </a:lnTo>
                  <a:lnTo>
                    <a:pt x="374" y="797"/>
                  </a:lnTo>
                  <a:lnTo>
                    <a:pt x="419" y="841"/>
                  </a:lnTo>
                  <a:lnTo>
                    <a:pt x="465" y="880"/>
                  </a:lnTo>
                  <a:lnTo>
                    <a:pt x="514" y="917"/>
                  </a:lnTo>
                  <a:lnTo>
                    <a:pt x="566" y="951"/>
                  </a:lnTo>
                  <a:lnTo>
                    <a:pt x="620" y="980"/>
                  </a:lnTo>
                  <a:lnTo>
                    <a:pt x="675" y="1007"/>
                  </a:lnTo>
                  <a:lnTo>
                    <a:pt x="732" y="1029"/>
                  </a:lnTo>
                  <a:lnTo>
                    <a:pt x="790" y="1048"/>
                  </a:lnTo>
                  <a:lnTo>
                    <a:pt x="849" y="1062"/>
                  </a:lnTo>
                  <a:lnTo>
                    <a:pt x="910" y="1074"/>
                  </a:lnTo>
                  <a:lnTo>
                    <a:pt x="772" y="845"/>
                  </a:lnTo>
                  <a:lnTo>
                    <a:pt x="929" y="645"/>
                  </a:lnTo>
                </a:path>
              </a:pathLst>
            </a:custGeom>
            <a:grpFill/>
            <a:ln w="12700" cap="rnd">
              <a:solidFill>
                <a:schemeClr val="bg1"/>
              </a:solidFill>
              <a:round/>
              <a:headEnd/>
              <a:tailEnd/>
            </a:ln>
          </p:spPr>
          <p:txBody>
            <a:bodyPr lIns="36000" tIns="36000" rIns="36000" bIns="36000"/>
            <a:lstStyle/>
            <a:p>
              <a:pPr>
                <a:defRPr/>
              </a:pPr>
              <a:endParaRPr lang="en-US" dirty="0">
                <a:latin typeface="Arial Unicode MS" pitchFamily="34" charset="-122"/>
                <a:ea typeface="Arial Unicode MS" pitchFamily="34" charset="-122"/>
                <a:cs typeface="Arial Unicode MS" pitchFamily="34" charset="-122"/>
              </a:endParaRPr>
            </a:p>
          </p:txBody>
        </p:sp>
        <p:sp>
          <p:nvSpPr>
            <p:cNvPr id="30" name="Freeform 6"/>
            <p:cNvSpPr>
              <a:spLocks/>
            </p:cNvSpPr>
            <p:nvPr/>
          </p:nvSpPr>
          <p:spPr bwMode="blackWhite">
            <a:xfrm>
              <a:off x="3330" y="1909"/>
              <a:ext cx="943" cy="1065"/>
            </a:xfrm>
            <a:custGeom>
              <a:avLst/>
              <a:gdLst>
                <a:gd name="T0" fmla="*/ 554 w 943"/>
                <a:gd name="T1" fmla="*/ 1064 h 1065"/>
                <a:gd name="T2" fmla="*/ 942 w 943"/>
                <a:gd name="T3" fmla="*/ 840 h 1065"/>
                <a:gd name="T4" fmla="*/ 781 w 943"/>
                <a:gd name="T5" fmla="*/ 840 h 1065"/>
                <a:gd name="T6" fmla="*/ 776 w 943"/>
                <a:gd name="T7" fmla="*/ 778 h 1065"/>
                <a:gd name="T8" fmla="*/ 767 w 943"/>
                <a:gd name="T9" fmla="*/ 716 h 1065"/>
                <a:gd name="T10" fmla="*/ 754 w 943"/>
                <a:gd name="T11" fmla="*/ 655 h 1065"/>
                <a:gd name="T12" fmla="*/ 737 w 943"/>
                <a:gd name="T13" fmla="*/ 595 h 1065"/>
                <a:gd name="T14" fmla="*/ 714 w 943"/>
                <a:gd name="T15" fmla="*/ 536 h 1065"/>
                <a:gd name="T16" fmla="*/ 688 w 943"/>
                <a:gd name="T17" fmla="*/ 480 h 1065"/>
                <a:gd name="T18" fmla="*/ 658 w 943"/>
                <a:gd name="T19" fmla="*/ 425 h 1065"/>
                <a:gd name="T20" fmla="*/ 624 w 943"/>
                <a:gd name="T21" fmla="*/ 372 h 1065"/>
                <a:gd name="T22" fmla="*/ 586 w 943"/>
                <a:gd name="T23" fmla="*/ 323 h 1065"/>
                <a:gd name="T24" fmla="*/ 547 w 943"/>
                <a:gd name="T25" fmla="*/ 275 h 1065"/>
                <a:gd name="T26" fmla="*/ 502 w 943"/>
                <a:gd name="T27" fmla="*/ 232 h 1065"/>
                <a:gd name="T28" fmla="*/ 455 w 943"/>
                <a:gd name="T29" fmla="*/ 191 h 1065"/>
                <a:gd name="T30" fmla="*/ 405 w 943"/>
                <a:gd name="T31" fmla="*/ 153 h 1065"/>
                <a:gd name="T32" fmla="*/ 352 w 943"/>
                <a:gd name="T33" fmla="*/ 120 h 1065"/>
                <a:gd name="T34" fmla="*/ 298 w 943"/>
                <a:gd name="T35" fmla="*/ 89 h 1065"/>
                <a:gd name="T36" fmla="*/ 241 w 943"/>
                <a:gd name="T37" fmla="*/ 63 h 1065"/>
                <a:gd name="T38" fmla="*/ 182 w 943"/>
                <a:gd name="T39" fmla="*/ 41 h 1065"/>
                <a:gd name="T40" fmla="*/ 122 w 943"/>
                <a:gd name="T41" fmla="*/ 23 h 1065"/>
                <a:gd name="T42" fmla="*/ 61 w 943"/>
                <a:gd name="T43" fmla="*/ 9 h 1065"/>
                <a:gd name="T44" fmla="*/ 0 w 943"/>
                <a:gd name="T45" fmla="*/ 0 h 1065"/>
                <a:gd name="T46" fmla="*/ 137 w 943"/>
                <a:gd name="T47" fmla="*/ 226 h 1065"/>
                <a:gd name="T48" fmla="*/ 5 w 943"/>
                <a:gd name="T49" fmla="*/ 451 h 1065"/>
                <a:gd name="T50" fmla="*/ 48 w 943"/>
                <a:gd name="T51" fmla="*/ 465 h 1065"/>
                <a:gd name="T52" fmla="*/ 90 w 943"/>
                <a:gd name="T53" fmla="*/ 483 h 1065"/>
                <a:gd name="T54" fmla="*/ 130 w 943"/>
                <a:gd name="T55" fmla="*/ 505 h 1065"/>
                <a:gd name="T56" fmla="*/ 168 w 943"/>
                <a:gd name="T57" fmla="*/ 531 h 1065"/>
                <a:gd name="T58" fmla="*/ 202 w 943"/>
                <a:gd name="T59" fmla="*/ 561 h 1065"/>
                <a:gd name="T60" fmla="*/ 233 w 943"/>
                <a:gd name="T61" fmla="*/ 594 h 1065"/>
                <a:gd name="T62" fmla="*/ 262 w 943"/>
                <a:gd name="T63" fmla="*/ 629 h 1065"/>
                <a:gd name="T64" fmla="*/ 285 w 943"/>
                <a:gd name="T65" fmla="*/ 668 h 1065"/>
                <a:gd name="T66" fmla="*/ 305 w 943"/>
                <a:gd name="T67" fmla="*/ 709 h 1065"/>
                <a:gd name="T68" fmla="*/ 321 w 943"/>
                <a:gd name="T69" fmla="*/ 751 h 1065"/>
                <a:gd name="T70" fmla="*/ 333 w 943"/>
                <a:gd name="T71" fmla="*/ 795 h 1065"/>
                <a:gd name="T72" fmla="*/ 340 w 943"/>
                <a:gd name="T73" fmla="*/ 840 h 1065"/>
                <a:gd name="T74" fmla="*/ 188 w 943"/>
                <a:gd name="T75" fmla="*/ 841 h 1065"/>
                <a:gd name="T76" fmla="*/ 554 w 943"/>
                <a:gd name="T77" fmla="*/ 1064 h 1065"/>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943"/>
                <a:gd name="T118" fmla="*/ 0 h 1065"/>
                <a:gd name="T119" fmla="*/ 943 w 943"/>
                <a:gd name="T120" fmla="*/ 1065 h 1065"/>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943" h="1065">
                  <a:moveTo>
                    <a:pt x="554" y="1064"/>
                  </a:moveTo>
                  <a:lnTo>
                    <a:pt x="942" y="840"/>
                  </a:lnTo>
                  <a:lnTo>
                    <a:pt x="781" y="840"/>
                  </a:lnTo>
                  <a:lnTo>
                    <a:pt x="776" y="778"/>
                  </a:lnTo>
                  <a:lnTo>
                    <a:pt x="767" y="716"/>
                  </a:lnTo>
                  <a:lnTo>
                    <a:pt x="754" y="655"/>
                  </a:lnTo>
                  <a:lnTo>
                    <a:pt x="737" y="595"/>
                  </a:lnTo>
                  <a:lnTo>
                    <a:pt x="714" y="536"/>
                  </a:lnTo>
                  <a:lnTo>
                    <a:pt x="688" y="480"/>
                  </a:lnTo>
                  <a:lnTo>
                    <a:pt x="658" y="425"/>
                  </a:lnTo>
                  <a:lnTo>
                    <a:pt x="624" y="372"/>
                  </a:lnTo>
                  <a:lnTo>
                    <a:pt x="586" y="323"/>
                  </a:lnTo>
                  <a:lnTo>
                    <a:pt x="547" y="275"/>
                  </a:lnTo>
                  <a:lnTo>
                    <a:pt x="502" y="232"/>
                  </a:lnTo>
                  <a:lnTo>
                    <a:pt x="455" y="191"/>
                  </a:lnTo>
                  <a:lnTo>
                    <a:pt x="405" y="153"/>
                  </a:lnTo>
                  <a:lnTo>
                    <a:pt x="352" y="120"/>
                  </a:lnTo>
                  <a:lnTo>
                    <a:pt x="298" y="89"/>
                  </a:lnTo>
                  <a:lnTo>
                    <a:pt x="241" y="63"/>
                  </a:lnTo>
                  <a:lnTo>
                    <a:pt x="182" y="41"/>
                  </a:lnTo>
                  <a:lnTo>
                    <a:pt x="122" y="23"/>
                  </a:lnTo>
                  <a:lnTo>
                    <a:pt x="61" y="9"/>
                  </a:lnTo>
                  <a:lnTo>
                    <a:pt x="0" y="0"/>
                  </a:lnTo>
                  <a:lnTo>
                    <a:pt x="137" y="226"/>
                  </a:lnTo>
                  <a:lnTo>
                    <a:pt x="5" y="451"/>
                  </a:lnTo>
                  <a:lnTo>
                    <a:pt x="48" y="465"/>
                  </a:lnTo>
                  <a:lnTo>
                    <a:pt x="90" y="483"/>
                  </a:lnTo>
                  <a:lnTo>
                    <a:pt x="130" y="505"/>
                  </a:lnTo>
                  <a:lnTo>
                    <a:pt x="168" y="531"/>
                  </a:lnTo>
                  <a:lnTo>
                    <a:pt x="202" y="561"/>
                  </a:lnTo>
                  <a:lnTo>
                    <a:pt x="233" y="594"/>
                  </a:lnTo>
                  <a:lnTo>
                    <a:pt x="262" y="629"/>
                  </a:lnTo>
                  <a:lnTo>
                    <a:pt x="285" y="668"/>
                  </a:lnTo>
                  <a:lnTo>
                    <a:pt x="305" y="709"/>
                  </a:lnTo>
                  <a:lnTo>
                    <a:pt x="321" y="751"/>
                  </a:lnTo>
                  <a:lnTo>
                    <a:pt x="333" y="795"/>
                  </a:lnTo>
                  <a:lnTo>
                    <a:pt x="340" y="840"/>
                  </a:lnTo>
                  <a:lnTo>
                    <a:pt x="188" y="841"/>
                  </a:lnTo>
                  <a:lnTo>
                    <a:pt x="554" y="1064"/>
                  </a:lnTo>
                </a:path>
              </a:pathLst>
            </a:custGeom>
            <a:grpFill/>
            <a:ln w="12700" cap="rnd">
              <a:solidFill>
                <a:schemeClr val="bg1"/>
              </a:solidFill>
              <a:round/>
              <a:headEnd/>
              <a:tailEnd/>
            </a:ln>
          </p:spPr>
          <p:txBody>
            <a:bodyPr lIns="36000" tIns="36000" rIns="36000" bIns="36000"/>
            <a:lstStyle/>
            <a:p>
              <a:pPr>
                <a:defRPr/>
              </a:pPr>
              <a:endParaRPr lang="en-US" dirty="0">
                <a:latin typeface="Arial Unicode MS" pitchFamily="34" charset="-122"/>
                <a:ea typeface="Arial Unicode MS" pitchFamily="34" charset="-122"/>
                <a:cs typeface="Arial Unicode MS" pitchFamily="34" charset="-122"/>
              </a:endParaRPr>
            </a:p>
          </p:txBody>
        </p:sp>
      </p:grpSp>
      <p:sp>
        <p:nvSpPr>
          <p:cNvPr id="31" name="TextBox 30"/>
          <p:cNvSpPr txBox="1"/>
          <p:nvPr/>
        </p:nvSpPr>
        <p:spPr>
          <a:xfrm>
            <a:off x="6454518" y="4520254"/>
            <a:ext cx="1219200" cy="253916"/>
          </a:xfrm>
          <a:prstGeom prst="rect">
            <a:avLst/>
          </a:prstGeom>
          <a:noFill/>
        </p:spPr>
        <p:txBody>
          <a:bodyPr wrap="square" rtlCol="0">
            <a:spAutoFit/>
          </a:bodyPr>
          <a:lstStyle/>
          <a:p>
            <a:pPr algn="ctr"/>
            <a:r>
              <a:rPr lang="en-US" sz="1050" dirty="0" smtClean="0">
                <a:latin typeface="+mn-lt"/>
              </a:rPr>
              <a:t>Accordion</a:t>
            </a:r>
            <a:endParaRPr lang="en-US" sz="1050" dirty="0">
              <a:latin typeface="+mn-lt"/>
            </a:endParaRPr>
          </a:p>
        </p:txBody>
      </p:sp>
      <p:sp>
        <p:nvSpPr>
          <p:cNvPr id="32" name="Rectangle 31"/>
          <p:cNvSpPr/>
          <p:nvPr/>
        </p:nvSpPr>
        <p:spPr>
          <a:xfrm>
            <a:off x="6567747" y="4774170"/>
            <a:ext cx="942642" cy="78500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000" dirty="0" smtClean="0"/>
              <a:t>Loan-level residential mortgage credit model</a:t>
            </a:r>
          </a:p>
        </p:txBody>
      </p:sp>
      <p:sp>
        <p:nvSpPr>
          <p:cNvPr id="33" name="Right Arrow 32"/>
          <p:cNvSpPr/>
          <p:nvPr/>
        </p:nvSpPr>
        <p:spPr>
          <a:xfrm>
            <a:off x="7673718" y="3905751"/>
            <a:ext cx="690037" cy="38915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smtClean="0"/>
              <a:t>Outputs</a:t>
            </a:r>
            <a:endParaRPr lang="en-US" sz="900" dirty="0"/>
          </a:p>
        </p:txBody>
      </p:sp>
      <p:sp>
        <p:nvSpPr>
          <p:cNvPr id="34" name="Rounded Rectangle 33"/>
          <p:cNvSpPr/>
          <p:nvPr/>
        </p:nvSpPr>
        <p:spPr>
          <a:xfrm>
            <a:off x="8471293" y="3779797"/>
            <a:ext cx="1121280" cy="69905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smtClean="0"/>
              <a:t>Expected Cumulative Default Rate</a:t>
            </a:r>
            <a:endParaRPr lang="en-US" sz="1050" dirty="0"/>
          </a:p>
        </p:txBody>
      </p:sp>
      <p:sp>
        <p:nvSpPr>
          <p:cNvPr id="35" name="Rectangle 34"/>
          <p:cNvSpPr/>
          <p:nvPr/>
        </p:nvSpPr>
        <p:spPr>
          <a:xfrm>
            <a:off x="8471293" y="4774170"/>
            <a:ext cx="942642" cy="78500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000" dirty="0" smtClean="0"/>
              <a:t>MCAI =</a:t>
            </a:r>
          </a:p>
          <a:p>
            <a:pPr algn="ctr"/>
            <a:r>
              <a:rPr lang="en-US" sz="1000" dirty="0" smtClean="0"/>
              <a:t>Time-series of default rates</a:t>
            </a:r>
          </a:p>
        </p:txBody>
      </p:sp>
    </p:spTree>
    <p:extLst>
      <p:ext uri="{BB962C8B-B14F-4D97-AF65-F5344CB8AC3E}">
        <p14:creationId xmlns:p14="http://schemas.microsoft.com/office/powerpoint/2010/main" val="7412184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25" grpId="0" animBg="1"/>
      <p:bldP spid="31" grpId="0"/>
      <p:bldP spid="33" grpId="0" animBg="1"/>
      <p:bldP spid="3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99268" y="244312"/>
            <a:ext cx="6014434" cy="609918"/>
          </a:xfrm>
        </p:spPr>
        <p:txBody>
          <a:bodyPr/>
          <a:lstStyle/>
          <a:p>
            <a:r>
              <a:rPr lang="en-US" dirty="0" smtClean="0"/>
              <a:t>HISTORY OF CELLO’S MCAI</a:t>
            </a:r>
            <a:endParaRPr lang="en-US" sz="1200" b="0" dirty="0"/>
          </a:p>
        </p:txBody>
      </p:sp>
      <p:sp>
        <p:nvSpPr>
          <p:cNvPr id="3" name="TextBox 2"/>
          <p:cNvSpPr txBox="1"/>
          <p:nvPr/>
        </p:nvSpPr>
        <p:spPr>
          <a:xfrm>
            <a:off x="145657" y="1218129"/>
            <a:ext cx="2168665" cy="5401479"/>
          </a:xfrm>
          <a:prstGeom prst="rect">
            <a:avLst/>
          </a:prstGeom>
          <a:noFill/>
        </p:spPr>
        <p:txBody>
          <a:bodyPr wrap="square" rtlCol="0">
            <a:spAutoFit/>
          </a:bodyPr>
          <a:lstStyle/>
          <a:p>
            <a:pPr>
              <a:lnSpc>
                <a:spcPct val="100000"/>
              </a:lnSpc>
              <a:spcBef>
                <a:spcPts val="0"/>
              </a:spcBef>
            </a:pPr>
            <a:r>
              <a:rPr lang="en-US" sz="1200" dirty="0" smtClean="0">
                <a:latin typeface="Calibri" panose="020F0502020204030204" pitchFamily="34" charset="0"/>
              </a:rPr>
              <a:t>Cello’s MCAI shows that, on an aggregate basis, mortgage credit availability at its 2007 peak was almost 4x its prevailing levels. </a:t>
            </a:r>
            <a:endParaRPr lang="en-US" sz="1200" dirty="0">
              <a:latin typeface="Calibri" panose="020F0502020204030204" pitchFamily="34" charset="0"/>
            </a:endParaRPr>
          </a:p>
          <a:p>
            <a:pPr>
              <a:lnSpc>
                <a:spcPct val="100000"/>
              </a:lnSpc>
              <a:spcBef>
                <a:spcPts val="0"/>
              </a:spcBef>
            </a:pPr>
            <a:endParaRPr lang="en-US" sz="1200" dirty="0" smtClean="0">
              <a:latin typeface="Calibri" panose="020F0502020204030204" pitchFamily="34" charset="0"/>
            </a:endParaRPr>
          </a:p>
          <a:p>
            <a:pPr>
              <a:lnSpc>
                <a:spcPct val="100000"/>
              </a:lnSpc>
              <a:spcBef>
                <a:spcPts val="0"/>
              </a:spcBef>
            </a:pPr>
            <a:r>
              <a:rPr lang="en-US" sz="1200" dirty="0" smtClean="0">
                <a:latin typeface="Calibri" panose="020F0502020204030204" pitchFamily="34" charset="0"/>
              </a:rPr>
              <a:t>Most of the post-2007 decline in MCA has been driven by a substantial decrease in Product Risk with a significant slump in the volume of originated Alt-A and Subprime loans.</a:t>
            </a:r>
          </a:p>
          <a:p>
            <a:pPr>
              <a:lnSpc>
                <a:spcPct val="100000"/>
              </a:lnSpc>
              <a:spcBef>
                <a:spcPts val="0"/>
              </a:spcBef>
            </a:pPr>
            <a:endParaRPr lang="en-US" sz="1200" dirty="0">
              <a:latin typeface="Calibri" panose="020F0502020204030204" pitchFamily="34" charset="0"/>
            </a:endParaRPr>
          </a:p>
          <a:p>
            <a:pPr>
              <a:lnSpc>
                <a:spcPct val="100000"/>
              </a:lnSpc>
              <a:spcBef>
                <a:spcPts val="0"/>
              </a:spcBef>
            </a:pPr>
            <a:r>
              <a:rPr lang="en-US" sz="1200" dirty="0" smtClean="0">
                <a:latin typeface="Calibri" panose="020F0502020204030204" pitchFamily="34" charset="0"/>
              </a:rPr>
              <a:t>More recently (starting 2014), there has been a gradual improvement in mortgage credit availability but overall levels are considerably lower than in the past.</a:t>
            </a:r>
            <a:endParaRPr lang="en-US" sz="1400" dirty="0"/>
          </a:p>
          <a:p>
            <a:pPr>
              <a:spcBef>
                <a:spcPts val="0"/>
              </a:spcBef>
              <a:buClr>
                <a:srgbClr val="203353"/>
              </a:buClr>
              <a:defRPr/>
            </a:pPr>
            <a:endParaRPr lang="en-US" sz="1400" dirty="0" smtClean="0">
              <a:solidFill>
                <a:srgbClr val="000000"/>
              </a:solidFill>
              <a:latin typeface="Calibri"/>
            </a:endParaRPr>
          </a:p>
          <a:p>
            <a:pPr>
              <a:spcBef>
                <a:spcPts val="0"/>
              </a:spcBef>
              <a:buClr>
                <a:srgbClr val="203353"/>
              </a:buClr>
              <a:defRPr/>
            </a:pPr>
            <a:endParaRPr lang="en-US" sz="1400" b="1" dirty="0" smtClean="0">
              <a:solidFill>
                <a:srgbClr val="000000"/>
              </a:solidFill>
              <a:latin typeface="Calibri"/>
            </a:endParaRPr>
          </a:p>
          <a:p>
            <a:pPr>
              <a:spcBef>
                <a:spcPts val="0"/>
              </a:spcBef>
              <a:buClr>
                <a:srgbClr val="203353"/>
              </a:buClr>
              <a:defRPr/>
            </a:pPr>
            <a:endParaRPr lang="en-US" sz="1400" b="1" dirty="0">
              <a:solidFill>
                <a:srgbClr val="000000"/>
              </a:solidFill>
              <a:latin typeface="Calibri"/>
            </a:endParaRPr>
          </a:p>
          <a:p>
            <a:pPr>
              <a:spcBef>
                <a:spcPts val="0"/>
              </a:spcBef>
              <a:buClr>
                <a:srgbClr val="203353"/>
              </a:buClr>
              <a:defRPr/>
            </a:pPr>
            <a:endParaRPr lang="en-US" sz="1500" dirty="0" smtClean="0">
              <a:solidFill>
                <a:srgbClr val="2E398A"/>
              </a:solidFill>
              <a:latin typeface="Calibri"/>
            </a:endParaRPr>
          </a:p>
          <a:p>
            <a:pPr>
              <a:spcBef>
                <a:spcPts val="0"/>
              </a:spcBef>
              <a:buClr>
                <a:srgbClr val="203353"/>
              </a:buClr>
              <a:defRPr/>
            </a:pPr>
            <a:endParaRPr lang="en-US" sz="1500" dirty="0">
              <a:solidFill>
                <a:srgbClr val="2E398A"/>
              </a:solidFill>
              <a:latin typeface="Calibri"/>
            </a:endParaRPr>
          </a:p>
          <a:p>
            <a:pPr>
              <a:spcBef>
                <a:spcPts val="0"/>
              </a:spcBef>
              <a:buClr>
                <a:srgbClr val="203353"/>
              </a:buClr>
              <a:defRPr/>
            </a:pPr>
            <a:endParaRPr lang="en-US" sz="1500" dirty="0" smtClean="0">
              <a:solidFill>
                <a:srgbClr val="2E398A"/>
              </a:solidFill>
              <a:latin typeface="Calibri"/>
            </a:endParaRPr>
          </a:p>
          <a:p>
            <a:pPr>
              <a:spcBef>
                <a:spcPts val="0"/>
              </a:spcBef>
              <a:buClr>
                <a:srgbClr val="203353"/>
              </a:buClr>
              <a:defRPr/>
            </a:pPr>
            <a:endParaRPr lang="en-US" sz="1500" dirty="0">
              <a:solidFill>
                <a:srgbClr val="2E398A"/>
              </a:solidFill>
              <a:latin typeface="Calibri"/>
            </a:endParaRPr>
          </a:p>
          <a:p>
            <a:pPr>
              <a:spcBef>
                <a:spcPts val="0"/>
              </a:spcBef>
              <a:buClr>
                <a:srgbClr val="203353"/>
              </a:buClr>
              <a:defRPr/>
            </a:pPr>
            <a:endParaRPr lang="en-US" sz="1500" dirty="0">
              <a:solidFill>
                <a:srgbClr val="2E398A"/>
              </a:solidFill>
              <a:latin typeface="Calibri"/>
            </a:endParaRPr>
          </a:p>
        </p:txBody>
      </p:sp>
      <p:pic>
        <p:nvPicPr>
          <p:cNvPr id="6147" name="Picture 3"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49" name="Picture 5"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51" name="Picture 7"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53" name="Picture 9"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0" name="Picture 16"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2" name="Picture 18"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4" name="Picture 20"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6" name="Picture 22"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p:cNvSpPr/>
          <p:nvPr/>
        </p:nvSpPr>
        <p:spPr>
          <a:xfrm>
            <a:off x="2472699" y="1266192"/>
            <a:ext cx="7223761" cy="640079"/>
          </a:xfrm>
          <a:prstGeom prst="rect">
            <a:avLst/>
          </a:prstGeom>
          <a:solidFill>
            <a:srgbClr val="203353"/>
          </a:solidFill>
          <a:ln>
            <a:noFill/>
          </a:ln>
        </p:spPr>
        <p:style>
          <a:lnRef idx="2">
            <a:schemeClr val="accent1">
              <a:shade val="50000"/>
            </a:schemeClr>
          </a:lnRef>
          <a:fillRef idx="1">
            <a:schemeClr val="accent1"/>
          </a:fillRef>
          <a:effectRef idx="0">
            <a:schemeClr val="accent1"/>
          </a:effectRef>
          <a:fontRef idx="minor">
            <a:schemeClr val="lt1"/>
          </a:fontRef>
        </p:style>
        <p:txBody>
          <a:bodyPr lIns="50894" tIns="50894" rIns="101787" bIns="50894" rtlCol="0" anchor="ctr"/>
          <a:lstStyle/>
          <a:p>
            <a:pPr algn="ctr"/>
            <a:r>
              <a:rPr lang="en-US" sz="1300" dirty="0" smtClean="0">
                <a:solidFill>
                  <a:srgbClr val="FFFFFF"/>
                </a:solidFill>
              </a:rPr>
              <a:t>CELLO’S MORTGAGE CREDIT AVAILABILITY INDEX</a:t>
            </a:r>
          </a:p>
        </p:txBody>
      </p:sp>
      <p:graphicFrame>
        <p:nvGraphicFramePr>
          <p:cNvPr id="38" name="Chart 37"/>
          <p:cNvGraphicFramePr>
            <a:graphicFrameLocks/>
          </p:cNvGraphicFramePr>
          <p:nvPr>
            <p:extLst>
              <p:ext uri="{D42A27DB-BD31-4B8C-83A1-F6EECF244321}">
                <p14:modId xmlns:p14="http://schemas.microsoft.com/office/powerpoint/2010/main" val="92388789"/>
              </p:ext>
            </p:extLst>
          </p:nvPr>
        </p:nvGraphicFramePr>
        <p:xfrm>
          <a:off x="2535685" y="2380890"/>
          <a:ext cx="6841228" cy="3433313"/>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87149732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99268" y="244312"/>
            <a:ext cx="6014434" cy="609918"/>
          </a:xfrm>
        </p:spPr>
        <p:txBody>
          <a:bodyPr/>
          <a:lstStyle/>
          <a:p>
            <a:r>
              <a:rPr lang="en-US" dirty="0" smtClean="0"/>
              <a:t>SENSITIVITY OF </a:t>
            </a:r>
            <a:r>
              <a:rPr lang="en-US" dirty="0" smtClean="0"/>
              <a:t>CELLO’S MCAI</a:t>
            </a:r>
            <a:endParaRPr lang="en-US" sz="1200" b="0" dirty="0"/>
          </a:p>
        </p:txBody>
      </p:sp>
      <p:sp>
        <p:nvSpPr>
          <p:cNvPr id="3" name="TextBox 2"/>
          <p:cNvSpPr txBox="1"/>
          <p:nvPr/>
        </p:nvSpPr>
        <p:spPr>
          <a:xfrm>
            <a:off x="145657" y="1218129"/>
            <a:ext cx="2168665" cy="5401479"/>
          </a:xfrm>
          <a:prstGeom prst="rect">
            <a:avLst/>
          </a:prstGeom>
          <a:noFill/>
        </p:spPr>
        <p:txBody>
          <a:bodyPr wrap="square" rtlCol="0">
            <a:spAutoFit/>
          </a:bodyPr>
          <a:lstStyle/>
          <a:p>
            <a:pPr>
              <a:lnSpc>
                <a:spcPct val="100000"/>
              </a:lnSpc>
              <a:spcBef>
                <a:spcPts val="0"/>
              </a:spcBef>
            </a:pPr>
            <a:r>
              <a:rPr lang="en-US" sz="1200" dirty="0" smtClean="0">
                <a:latin typeface="Calibri" panose="020F0502020204030204" pitchFamily="34" charset="0"/>
              </a:rPr>
              <a:t>Cello’s MCAI shows that, on an aggregate basis, mortgage credit availability at its 2007 peak was almost 4x its prevailing levels. </a:t>
            </a:r>
            <a:endParaRPr lang="en-US" sz="1200" dirty="0">
              <a:latin typeface="Calibri" panose="020F0502020204030204" pitchFamily="34" charset="0"/>
            </a:endParaRPr>
          </a:p>
          <a:p>
            <a:pPr>
              <a:lnSpc>
                <a:spcPct val="100000"/>
              </a:lnSpc>
              <a:spcBef>
                <a:spcPts val="0"/>
              </a:spcBef>
            </a:pPr>
            <a:endParaRPr lang="en-US" sz="1200" dirty="0" smtClean="0">
              <a:latin typeface="Calibri" panose="020F0502020204030204" pitchFamily="34" charset="0"/>
            </a:endParaRPr>
          </a:p>
          <a:p>
            <a:pPr>
              <a:lnSpc>
                <a:spcPct val="100000"/>
              </a:lnSpc>
              <a:spcBef>
                <a:spcPts val="0"/>
              </a:spcBef>
            </a:pPr>
            <a:r>
              <a:rPr lang="en-US" sz="1200" dirty="0" smtClean="0">
                <a:latin typeface="Calibri" panose="020F0502020204030204" pitchFamily="34" charset="0"/>
              </a:rPr>
              <a:t>Most of the post-2007 decline in MCA has been driven by a substantial decrease in Product Risk with a significant slump in the volume of originated Alt-A and Subprime loans.</a:t>
            </a:r>
          </a:p>
          <a:p>
            <a:pPr>
              <a:lnSpc>
                <a:spcPct val="100000"/>
              </a:lnSpc>
              <a:spcBef>
                <a:spcPts val="0"/>
              </a:spcBef>
            </a:pPr>
            <a:endParaRPr lang="en-US" sz="1200" dirty="0">
              <a:latin typeface="Calibri" panose="020F0502020204030204" pitchFamily="34" charset="0"/>
            </a:endParaRPr>
          </a:p>
          <a:p>
            <a:pPr>
              <a:lnSpc>
                <a:spcPct val="100000"/>
              </a:lnSpc>
              <a:spcBef>
                <a:spcPts val="0"/>
              </a:spcBef>
            </a:pPr>
            <a:r>
              <a:rPr lang="en-US" sz="1200" dirty="0" smtClean="0">
                <a:latin typeface="Calibri" panose="020F0502020204030204" pitchFamily="34" charset="0"/>
              </a:rPr>
              <a:t>More recently (starting 2014), there has been a gradual improvement in mortgage credit availability but overall levels are considerably lower than in the past.</a:t>
            </a:r>
            <a:endParaRPr lang="en-US" sz="1400" dirty="0"/>
          </a:p>
          <a:p>
            <a:pPr>
              <a:spcBef>
                <a:spcPts val="0"/>
              </a:spcBef>
              <a:buClr>
                <a:srgbClr val="203353"/>
              </a:buClr>
              <a:defRPr/>
            </a:pPr>
            <a:endParaRPr lang="en-US" sz="1400" dirty="0" smtClean="0">
              <a:solidFill>
                <a:srgbClr val="000000"/>
              </a:solidFill>
              <a:latin typeface="Calibri"/>
            </a:endParaRPr>
          </a:p>
          <a:p>
            <a:pPr>
              <a:spcBef>
                <a:spcPts val="0"/>
              </a:spcBef>
              <a:buClr>
                <a:srgbClr val="203353"/>
              </a:buClr>
              <a:defRPr/>
            </a:pPr>
            <a:endParaRPr lang="en-US" sz="1400" b="1" dirty="0" smtClean="0">
              <a:solidFill>
                <a:srgbClr val="000000"/>
              </a:solidFill>
              <a:latin typeface="Calibri"/>
            </a:endParaRPr>
          </a:p>
          <a:p>
            <a:pPr>
              <a:spcBef>
                <a:spcPts val="0"/>
              </a:spcBef>
              <a:buClr>
                <a:srgbClr val="203353"/>
              </a:buClr>
              <a:defRPr/>
            </a:pPr>
            <a:endParaRPr lang="en-US" sz="1400" b="1" dirty="0">
              <a:solidFill>
                <a:srgbClr val="000000"/>
              </a:solidFill>
              <a:latin typeface="Calibri"/>
            </a:endParaRPr>
          </a:p>
          <a:p>
            <a:pPr>
              <a:spcBef>
                <a:spcPts val="0"/>
              </a:spcBef>
              <a:buClr>
                <a:srgbClr val="203353"/>
              </a:buClr>
              <a:defRPr/>
            </a:pPr>
            <a:endParaRPr lang="en-US" sz="1500" dirty="0" smtClean="0">
              <a:solidFill>
                <a:srgbClr val="2E398A"/>
              </a:solidFill>
              <a:latin typeface="Calibri"/>
            </a:endParaRPr>
          </a:p>
          <a:p>
            <a:pPr>
              <a:spcBef>
                <a:spcPts val="0"/>
              </a:spcBef>
              <a:buClr>
                <a:srgbClr val="203353"/>
              </a:buClr>
              <a:defRPr/>
            </a:pPr>
            <a:endParaRPr lang="en-US" sz="1500" dirty="0">
              <a:solidFill>
                <a:srgbClr val="2E398A"/>
              </a:solidFill>
              <a:latin typeface="Calibri"/>
            </a:endParaRPr>
          </a:p>
          <a:p>
            <a:pPr>
              <a:spcBef>
                <a:spcPts val="0"/>
              </a:spcBef>
              <a:buClr>
                <a:srgbClr val="203353"/>
              </a:buClr>
              <a:defRPr/>
            </a:pPr>
            <a:endParaRPr lang="en-US" sz="1500" dirty="0" smtClean="0">
              <a:solidFill>
                <a:srgbClr val="2E398A"/>
              </a:solidFill>
              <a:latin typeface="Calibri"/>
            </a:endParaRPr>
          </a:p>
          <a:p>
            <a:pPr>
              <a:spcBef>
                <a:spcPts val="0"/>
              </a:spcBef>
              <a:buClr>
                <a:srgbClr val="203353"/>
              </a:buClr>
              <a:defRPr/>
            </a:pPr>
            <a:endParaRPr lang="en-US" sz="1500" dirty="0">
              <a:solidFill>
                <a:srgbClr val="2E398A"/>
              </a:solidFill>
              <a:latin typeface="Calibri"/>
            </a:endParaRPr>
          </a:p>
          <a:p>
            <a:pPr>
              <a:spcBef>
                <a:spcPts val="0"/>
              </a:spcBef>
              <a:buClr>
                <a:srgbClr val="203353"/>
              </a:buClr>
              <a:defRPr/>
            </a:pPr>
            <a:endParaRPr lang="en-US" sz="1500" dirty="0">
              <a:solidFill>
                <a:srgbClr val="2E398A"/>
              </a:solidFill>
              <a:latin typeface="Calibri"/>
            </a:endParaRPr>
          </a:p>
        </p:txBody>
      </p:sp>
      <p:pic>
        <p:nvPicPr>
          <p:cNvPr id="6147" name="Picture 3"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49" name="Picture 5"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51" name="Picture 7"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53" name="Picture 9"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0" name="Picture 16"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2" name="Picture 18"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4" name="Picture 20"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6" name="Picture 22"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p:cNvSpPr/>
          <p:nvPr/>
        </p:nvSpPr>
        <p:spPr>
          <a:xfrm>
            <a:off x="2472699" y="1266192"/>
            <a:ext cx="7223761" cy="640079"/>
          </a:xfrm>
          <a:prstGeom prst="rect">
            <a:avLst/>
          </a:prstGeom>
          <a:solidFill>
            <a:srgbClr val="203353"/>
          </a:solidFill>
          <a:ln>
            <a:noFill/>
          </a:ln>
        </p:spPr>
        <p:style>
          <a:lnRef idx="2">
            <a:schemeClr val="accent1">
              <a:shade val="50000"/>
            </a:schemeClr>
          </a:lnRef>
          <a:fillRef idx="1">
            <a:schemeClr val="accent1"/>
          </a:fillRef>
          <a:effectRef idx="0">
            <a:schemeClr val="accent1"/>
          </a:effectRef>
          <a:fontRef idx="minor">
            <a:schemeClr val="lt1"/>
          </a:fontRef>
        </p:style>
        <p:txBody>
          <a:bodyPr lIns="50894" tIns="50894" rIns="101787" bIns="50894" rtlCol="0" anchor="ctr"/>
          <a:lstStyle/>
          <a:p>
            <a:pPr algn="ctr"/>
            <a:r>
              <a:rPr lang="en-US" sz="1300" dirty="0" smtClean="0">
                <a:solidFill>
                  <a:srgbClr val="FFFFFF"/>
                </a:solidFill>
              </a:rPr>
              <a:t>SENSITIVITY OF CELLO’S </a:t>
            </a:r>
            <a:r>
              <a:rPr lang="en-US" sz="1300" dirty="0" smtClean="0">
                <a:solidFill>
                  <a:srgbClr val="FFFFFF"/>
                </a:solidFill>
              </a:rPr>
              <a:t>MORTGAGE CREDIT AVAILABILITY INDEX</a:t>
            </a:r>
          </a:p>
        </p:txBody>
      </p:sp>
      <p:graphicFrame>
        <p:nvGraphicFramePr>
          <p:cNvPr id="4" name="Table 3"/>
          <p:cNvGraphicFramePr>
            <a:graphicFrameLocks noGrp="1"/>
          </p:cNvGraphicFramePr>
          <p:nvPr>
            <p:extLst>
              <p:ext uri="{D42A27DB-BD31-4B8C-83A1-F6EECF244321}">
                <p14:modId xmlns:p14="http://schemas.microsoft.com/office/powerpoint/2010/main" val="1600647829"/>
              </p:ext>
            </p:extLst>
          </p:nvPr>
        </p:nvGraphicFramePr>
        <p:xfrm>
          <a:off x="2708693" y="2829464"/>
          <a:ext cx="6625455" cy="2317484"/>
        </p:xfrm>
        <a:graphic>
          <a:graphicData uri="http://schemas.openxmlformats.org/drawingml/2006/table">
            <a:tbl>
              <a:tblPr firstRow="1" bandRow="1">
                <a:tableStyleId>{2D5ABB26-0587-4C30-8999-92F81FD0307C}</a:tableStyleId>
              </a:tblPr>
              <a:tblGrid>
                <a:gridCol w="1325091"/>
                <a:gridCol w="1325091"/>
                <a:gridCol w="1325091"/>
                <a:gridCol w="1325091"/>
                <a:gridCol w="1325091"/>
              </a:tblGrid>
              <a:tr h="422694">
                <a:tc>
                  <a:txBody>
                    <a:bodyPr/>
                    <a:lstStyle/>
                    <a:p>
                      <a:endParaRPr lang="en-US" sz="1400" dirty="0"/>
                    </a:p>
                  </a:txBody>
                  <a:tcPr anchor="ct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algn="ctr"/>
                      <a:r>
                        <a:rPr lang="en-US" sz="1400" dirty="0" smtClean="0"/>
                        <a:t>Average</a:t>
                      </a:r>
                    </a:p>
                  </a:txBody>
                  <a:tcPr anchor="ctr">
                    <a:lnL w="12700" cap="flat" cmpd="sng" algn="ctr">
                      <a:noFill/>
                      <a:prstDash val="solid"/>
                      <a:round/>
                      <a:headEnd type="none" w="med" len="med"/>
                      <a:tailEnd type="none" w="med" len="med"/>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bg1"/>
                    </a:solidFill>
                  </a:tcPr>
                </a:tc>
                <a:tc>
                  <a:txBody>
                    <a:bodyPr/>
                    <a:lstStyle/>
                    <a:p>
                      <a:pPr algn="ctr"/>
                      <a:r>
                        <a:rPr lang="en-US" sz="1400" dirty="0" smtClean="0"/>
                        <a:t>1 SD</a:t>
                      </a:r>
                    </a:p>
                  </a:txBody>
                  <a:tcPr anchor="ct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bg1"/>
                    </a:solidFill>
                  </a:tcPr>
                </a:tc>
                <a:tc gridSpan="2">
                  <a:txBody>
                    <a:bodyPr/>
                    <a:lstStyle/>
                    <a:p>
                      <a:pPr algn="ctr"/>
                      <a:r>
                        <a:rPr lang="en-US" sz="1400" dirty="0" smtClean="0"/>
                        <a:t>MCA % Change</a:t>
                      </a:r>
                      <a:endParaRPr lang="en-US" sz="1400" dirty="0"/>
                    </a:p>
                  </a:txBody>
                  <a:tcPr anchor="ctr">
                    <a:lnL w="12700" cap="flat" cmpd="sng" algn="ctr">
                      <a:noFill/>
                      <a:prstDash val="solid"/>
                      <a:round/>
                      <a:headEnd type="none" w="med" len="med"/>
                      <a:tailEnd type="none" w="med" len="med"/>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bg1"/>
                    </a:solidFill>
                  </a:tcPr>
                </a:tc>
                <a:tc hMerge="1">
                  <a:txBody>
                    <a:bodyPr/>
                    <a:lstStyle/>
                    <a:p>
                      <a:endParaRPr lang="en-US" dirty="0"/>
                    </a:p>
                  </a:txBody>
                  <a:tcPr/>
                </a:tc>
              </a:tr>
              <a:tr h="151822">
                <a:tc>
                  <a:txBody>
                    <a:bodyPr/>
                    <a:lstStyle/>
                    <a:p>
                      <a:endParaRPr lang="en-US" sz="1400" dirty="0"/>
                    </a:p>
                  </a:txBody>
                  <a:tcPr anchor="ctr">
                    <a:lnL>
                      <a:noFill/>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1018586" rtl="0" eaLnBrk="1" fontAlgn="auto" latinLnBrk="0" hangingPunct="1">
                        <a:lnSpc>
                          <a:spcPct val="100000"/>
                        </a:lnSpc>
                        <a:spcBef>
                          <a:spcPts val="0"/>
                        </a:spcBef>
                        <a:spcAft>
                          <a:spcPts val="0"/>
                        </a:spcAft>
                        <a:buClrTx/>
                        <a:buSzTx/>
                        <a:buFontTx/>
                        <a:buNone/>
                        <a:tabLst/>
                        <a:defRPr/>
                      </a:pPr>
                      <a:r>
                        <a:rPr lang="en-US" sz="1400" dirty="0" smtClean="0"/>
                        <a:t>Levels</a:t>
                      </a:r>
                    </a:p>
                  </a:txBody>
                  <a:tcPr anchor="ctr">
                    <a:lnL w="12700" cap="flat" cmpd="sng" algn="ctr">
                      <a:noFill/>
                      <a:prstDash val="solid"/>
                      <a:round/>
                      <a:headEnd type="none" w="med" len="med"/>
                      <a:tailEnd type="none" w="med" len="med"/>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dirty="0" smtClean="0"/>
                        <a:t>Change</a:t>
                      </a:r>
                      <a:endParaRPr lang="en-US" sz="1400" dirty="0"/>
                    </a:p>
                  </a:txBody>
                  <a:tcPr anchor="ctr">
                    <a:lnL>
                      <a:noFill/>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dirty="0" smtClean="0"/>
                        <a:t>+</a:t>
                      </a:r>
                      <a:r>
                        <a:rPr lang="en-US" sz="1400" baseline="0" dirty="0" smtClean="0"/>
                        <a:t>1 SD</a:t>
                      </a:r>
                      <a:endParaRPr lang="en-US" sz="1400" dirty="0"/>
                    </a:p>
                  </a:txBody>
                  <a:tcPr anchor="ctr">
                    <a:lnL w="12700" cap="flat" cmpd="sng" algn="ctr">
                      <a:noFill/>
                      <a:prstDash val="solid"/>
                      <a:round/>
                      <a:headEnd type="none" w="med" len="med"/>
                      <a:tailEnd type="none" w="med" len="med"/>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dirty="0" smtClean="0"/>
                        <a:t>-1 SD</a:t>
                      </a:r>
                      <a:endParaRPr lang="en-US" sz="1400" dirty="0"/>
                    </a:p>
                  </a:txBody>
                  <a:tcPr anchor="ctr">
                    <a:lnL>
                      <a:noFill/>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r h="794995">
                <a:tc>
                  <a:txBody>
                    <a:bodyPr/>
                    <a:lstStyle/>
                    <a:p>
                      <a:pPr algn="ctr"/>
                      <a:r>
                        <a:rPr lang="en-US" sz="1400" b="1" dirty="0" smtClean="0"/>
                        <a:t>OLTV</a:t>
                      </a:r>
                      <a:endParaRPr lang="en-US" sz="1400" b="1" dirty="0"/>
                    </a:p>
                  </a:txBody>
                  <a:tcPr anchor="ct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algn="ctr"/>
                      <a:r>
                        <a:rPr lang="en-US" sz="1400" dirty="0" smtClean="0"/>
                        <a:t>82%</a:t>
                      </a:r>
                      <a:endParaRPr lang="en-US" sz="1400" dirty="0"/>
                    </a:p>
                  </a:txBody>
                  <a:tcPr anchor="ctr">
                    <a:lnL w="12700" cap="flat" cmpd="sng" algn="ctr">
                      <a:noFill/>
                      <a:prstDash val="solid"/>
                      <a:round/>
                      <a:headEnd type="none" w="med" len="med"/>
                      <a:tailEnd type="none" w="med" len="med"/>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bg1"/>
                    </a:solidFill>
                  </a:tcPr>
                </a:tc>
                <a:tc>
                  <a:txBody>
                    <a:bodyPr/>
                    <a:lstStyle/>
                    <a:p>
                      <a:pPr algn="ctr"/>
                      <a:r>
                        <a:rPr lang="en-US" sz="1400" dirty="0" smtClean="0"/>
                        <a:t>13%</a:t>
                      </a:r>
                      <a:endParaRPr lang="en-US" sz="1400" dirty="0"/>
                    </a:p>
                  </a:txBody>
                  <a:tcPr anchor="ct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bg1"/>
                    </a:solidFill>
                  </a:tcPr>
                </a:tc>
                <a:tc>
                  <a:txBody>
                    <a:bodyPr/>
                    <a:lstStyle/>
                    <a:p>
                      <a:pPr algn="ctr"/>
                      <a:r>
                        <a:rPr lang="en-US" sz="1400" dirty="0" smtClean="0"/>
                        <a:t>-48%</a:t>
                      </a:r>
                      <a:endParaRPr lang="en-US" sz="1400" dirty="0"/>
                    </a:p>
                  </a:txBody>
                  <a:tcPr anchor="ctr">
                    <a:lnL w="12700" cap="flat" cmpd="sng" algn="ctr">
                      <a:noFill/>
                      <a:prstDash val="solid"/>
                      <a:round/>
                      <a:headEnd type="none" w="med" len="med"/>
                      <a:tailEnd type="none" w="med" len="med"/>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bg1"/>
                    </a:solidFill>
                  </a:tcPr>
                </a:tc>
                <a:tc>
                  <a:txBody>
                    <a:bodyPr/>
                    <a:lstStyle/>
                    <a:p>
                      <a:pPr algn="ctr"/>
                      <a:r>
                        <a:rPr lang="en-US" sz="1400" dirty="0" smtClean="0"/>
                        <a:t>+84%</a:t>
                      </a:r>
                      <a:endParaRPr lang="en-US" sz="1400" dirty="0"/>
                    </a:p>
                  </a:txBody>
                  <a:tcPr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bg1"/>
                    </a:solidFill>
                  </a:tcPr>
                </a:tc>
              </a:tr>
              <a:tr h="794995">
                <a:tc>
                  <a:txBody>
                    <a:bodyPr/>
                    <a:lstStyle/>
                    <a:p>
                      <a:pPr algn="ctr"/>
                      <a:r>
                        <a:rPr lang="en-US" sz="1400" b="1" dirty="0" smtClean="0"/>
                        <a:t>FICO</a:t>
                      </a:r>
                      <a:endParaRPr lang="en-US" sz="1400" b="1" dirty="0"/>
                    </a:p>
                  </a:txBody>
                  <a:tcPr anchor="ctr">
                    <a:lnL>
                      <a:noFill/>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smtClean="0"/>
                        <a:t>754</a:t>
                      </a:r>
                      <a:endParaRPr lang="en-US" sz="1400" dirty="0"/>
                    </a:p>
                  </a:txBody>
                  <a:tcPr anchor="ctr">
                    <a:lnL w="12700" cap="flat" cmpd="sng" algn="ctr">
                      <a:noFill/>
                      <a:prstDash val="solid"/>
                      <a:round/>
                      <a:headEnd type="none" w="med" len="med"/>
                      <a:tailEnd type="none" w="med" len="med"/>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dirty="0" smtClean="0"/>
                        <a:t>42</a:t>
                      </a:r>
                      <a:endParaRPr lang="en-US" sz="1400" dirty="0"/>
                    </a:p>
                  </a:txBody>
                  <a:tcPr anchor="ctr">
                    <a:lnL>
                      <a:noFill/>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dirty="0" smtClean="0"/>
                        <a:t>+59%</a:t>
                      </a:r>
                      <a:endParaRPr lang="en-US" sz="1400" dirty="0"/>
                    </a:p>
                  </a:txBody>
                  <a:tcPr anchor="ctr">
                    <a:lnL w="12700" cap="flat" cmpd="sng" algn="ctr">
                      <a:noFill/>
                      <a:prstDash val="solid"/>
                      <a:round/>
                      <a:headEnd type="none" w="med" len="med"/>
                      <a:tailEnd type="none" w="med" len="med"/>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dirty="0" smtClean="0"/>
                        <a:t>-37%</a:t>
                      </a:r>
                      <a:endParaRPr lang="en-US" sz="1400" dirty="0"/>
                    </a:p>
                  </a:txBody>
                  <a:tcPr anchor="ctr">
                    <a:lnL>
                      <a:noFill/>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bl>
          </a:graphicData>
        </a:graphic>
      </p:graphicFrame>
      <p:cxnSp>
        <p:nvCxnSpPr>
          <p:cNvPr id="6" name="Straight Connector 5"/>
          <p:cNvCxnSpPr/>
          <p:nvPr/>
        </p:nvCxnSpPr>
        <p:spPr>
          <a:xfrm>
            <a:off x="4209689" y="3551206"/>
            <a:ext cx="9144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5542949" y="3551206"/>
            <a:ext cx="9144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76209" y="3551206"/>
            <a:ext cx="9144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8209470" y="3551206"/>
            <a:ext cx="9144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6876209" y="3180272"/>
            <a:ext cx="2247661"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4209689" y="5146948"/>
            <a:ext cx="4914181" cy="0"/>
          </a:xfrm>
          <a:prstGeom prst="line">
            <a:avLst/>
          </a:prstGeom>
          <a:ln w="190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1481758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99268" y="244312"/>
            <a:ext cx="6014434" cy="609918"/>
          </a:xfrm>
        </p:spPr>
        <p:txBody>
          <a:bodyPr/>
          <a:lstStyle/>
          <a:p>
            <a:r>
              <a:rPr lang="en-US" dirty="0" smtClean="0"/>
              <a:t>ALTERNATIVE</a:t>
            </a:r>
            <a:r>
              <a:rPr lang="en-US" dirty="0"/>
              <a:t> </a:t>
            </a:r>
            <a:r>
              <a:rPr lang="en-US" dirty="0" smtClean="0"/>
              <a:t>MEASURES FOR TRACKING MCA</a:t>
            </a:r>
            <a:endParaRPr lang="en-US" sz="1200" b="0" dirty="0"/>
          </a:p>
        </p:txBody>
      </p:sp>
      <p:sp>
        <p:nvSpPr>
          <p:cNvPr id="3" name="TextBox 2"/>
          <p:cNvSpPr txBox="1"/>
          <p:nvPr/>
        </p:nvSpPr>
        <p:spPr>
          <a:xfrm>
            <a:off x="145657" y="1218129"/>
            <a:ext cx="2168665" cy="3370153"/>
          </a:xfrm>
          <a:prstGeom prst="rect">
            <a:avLst/>
          </a:prstGeom>
          <a:noFill/>
        </p:spPr>
        <p:txBody>
          <a:bodyPr wrap="square" rtlCol="0">
            <a:spAutoFit/>
          </a:bodyPr>
          <a:lstStyle/>
          <a:p>
            <a:pPr>
              <a:lnSpc>
                <a:spcPct val="100000"/>
              </a:lnSpc>
              <a:spcBef>
                <a:spcPts val="0"/>
              </a:spcBef>
            </a:pPr>
            <a:r>
              <a:rPr lang="en-US" sz="1200" dirty="0" smtClean="0">
                <a:latin typeface="Calibri" panose="020F0502020204030204" pitchFamily="34" charset="0"/>
              </a:rPr>
              <a:t>Several  market participants have come up with alternate metrics to measure Mortgage Credit availability. Cello’s methodology closely follows the HFPC Credit Availability Index although it is a little more rigorous.</a:t>
            </a:r>
            <a:endParaRPr lang="en-US" sz="1400" dirty="0"/>
          </a:p>
          <a:p>
            <a:pPr>
              <a:spcBef>
                <a:spcPts val="0"/>
              </a:spcBef>
              <a:buClr>
                <a:srgbClr val="203353"/>
              </a:buClr>
              <a:defRPr/>
            </a:pPr>
            <a:endParaRPr lang="en-US" sz="1400" dirty="0" smtClean="0">
              <a:solidFill>
                <a:srgbClr val="000000"/>
              </a:solidFill>
              <a:latin typeface="Calibri"/>
            </a:endParaRPr>
          </a:p>
          <a:p>
            <a:pPr>
              <a:spcBef>
                <a:spcPts val="0"/>
              </a:spcBef>
              <a:buClr>
                <a:srgbClr val="203353"/>
              </a:buClr>
              <a:defRPr/>
            </a:pPr>
            <a:endParaRPr lang="en-US" sz="1400" b="1" dirty="0" smtClean="0">
              <a:solidFill>
                <a:srgbClr val="000000"/>
              </a:solidFill>
              <a:latin typeface="Calibri"/>
            </a:endParaRPr>
          </a:p>
          <a:p>
            <a:pPr>
              <a:spcBef>
                <a:spcPts val="0"/>
              </a:spcBef>
              <a:buClr>
                <a:srgbClr val="203353"/>
              </a:buClr>
              <a:defRPr/>
            </a:pPr>
            <a:endParaRPr lang="en-US" sz="1400" b="1" dirty="0">
              <a:solidFill>
                <a:srgbClr val="000000"/>
              </a:solidFill>
              <a:latin typeface="Calibri"/>
            </a:endParaRPr>
          </a:p>
          <a:p>
            <a:pPr>
              <a:spcBef>
                <a:spcPts val="0"/>
              </a:spcBef>
              <a:buClr>
                <a:srgbClr val="203353"/>
              </a:buClr>
              <a:defRPr/>
            </a:pPr>
            <a:endParaRPr lang="en-US" sz="1500" dirty="0" smtClean="0">
              <a:solidFill>
                <a:srgbClr val="2E398A"/>
              </a:solidFill>
              <a:latin typeface="Calibri"/>
            </a:endParaRPr>
          </a:p>
          <a:p>
            <a:pPr>
              <a:spcBef>
                <a:spcPts val="0"/>
              </a:spcBef>
              <a:buClr>
                <a:srgbClr val="203353"/>
              </a:buClr>
              <a:defRPr/>
            </a:pPr>
            <a:endParaRPr lang="en-US" sz="1500" dirty="0">
              <a:solidFill>
                <a:srgbClr val="2E398A"/>
              </a:solidFill>
              <a:latin typeface="Calibri"/>
            </a:endParaRPr>
          </a:p>
          <a:p>
            <a:pPr>
              <a:spcBef>
                <a:spcPts val="0"/>
              </a:spcBef>
              <a:buClr>
                <a:srgbClr val="203353"/>
              </a:buClr>
              <a:defRPr/>
            </a:pPr>
            <a:endParaRPr lang="en-US" sz="1500" dirty="0" smtClean="0">
              <a:solidFill>
                <a:srgbClr val="2E398A"/>
              </a:solidFill>
              <a:latin typeface="Calibri"/>
            </a:endParaRPr>
          </a:p>
          <a:p>
            <a:pPr>
              <a:spcBef>
                <a:spcPts val="0"/>
              </a:spcBef>
              <a:buClr>
                <a:srgbClr val="203353"/>
              </a:buClr>
              <a:defRPr/>
            </a:pPr>
            <a:endParaRPr lang="en-US" sz="1500" dirty="0">
              <a:solidFill>
                <a:srgbClr val="2E398A"/>
              </a:solidFill>
              <a:latin typeface="Calibri"/>
            </a:endParaRPr>
          </a:p>
          <a:p>
            <a:pPr>
              <a:spcBef>
                <a:spcPts val="0"/>
              </a:spcBef>
              <a:buClr>
                <a:srgbClr val="203353"/>
              </a:buClr>
              <a:defRPr/>
            </a:pPr>
            <a:endParaRPr lang="en-US" sz="1500" dirty="0">
              <a:solidFill>
                <a:srgbClr val="2E398A"/>
              </a:solidFill>
              <a:latin typeface="Calibri"/>
            </a:endParaRPr>
          </a:p>
        </p:txBody>
      </p:sp>
      <p:pic>
        <p:nvPicPr>
          <p:cNvPr id="6147" name="Picture 3"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49" name="Picture 5"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51" name="Picture 7"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53" name="Picture 9"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0" name="Picture 16"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2" name="Picture 18"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4" name="Picture 20"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6" name="Picture 22"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p:cNvSpPr/>
          <p:nvPr/>
        </p:nvSpPr>
        <p:spPr>
          <a:xfrm>
            <a:off x="2472699" y="1266192"/>
            <a:ext cx="7223761" cy="640079"/>
          </a:xfrm>
          <a:prstGeom prst="rect">
            <a:avLst/>
          </a:prstGeom>
          <a:solidFill>
            <a:srgbClr val="203353"/>
          </a:solidFill>
          <a:ln>
            <a:noFill/>
          </a:ln>
        </p:spPr>
        <p:style>
          <a:lnRef idx="2">
            <a:schemeClr val="accent1">
              <a:shade val="50000"/>
            </a:schemeClr>
          </a:lnRef>
          <a:fillRef idx="1">
            <a:schemeClr val="accent1"/>
          </a:fillRef>
          <a:effectRef idx="0">
            <a:schemeClr val="accent1"/>
          </a:effectRef>
          <a:fontRef idx="minor">
            <a:schemeClr val="lt1"/>
          </a:fontRef>
        </p:style>
        <p:txBody>
          <a:bodyPr lIns="50894" tIns="50894" rIns="101787" bIns="50894" rtlCol="0" anchor="ctr"/>
          <a:lstStyle/>
          <a:p>
            <a:pPr algn="ctr"/>
            <a:r>
              <a:rPr lang="en-US" sz="1300" dirty="0" smtClean="0">
                <a:solidFill>
                  <a:srgbClr val="FFFFFF"/>
                </a:solidFill>
              </a:rPr>
              <a:t>MORTGAGE CREDIT AVAILABILITY MEASURES </a:t>
            </a:r>
          </a:p>
        </p:txBody>
      </p:sp>
      <p:graphicFrame>
        <p:nvGraphicFramePr>
          <p:cNvPr id="14" name="Table 13"/>
          <p:cNvGraphicFramePr>
            <a:graphicFrameLocks noGrp="1"/>
          </p:cNvGraphicFramePr>
          <p:nvPr>
            <p:extLst>
              <p:ext uri="{D42A27DB-BD31-4B8C-83A1-F6EECF244321}">
                <p14:modId xmlns:p14="http://schemas.microsoft.com/office/powerpoint/2010/main" val="1768968247"/>
              </p:ext>
            </p:extLst>
          </p:nvPr>
        </p:nvGraphicFramePr>
        <p:xfrm>
          <a:off x="2655727" y="2349208"/>
          <a:ext cx="6705600" cy="4119880"/>
        </p:xfrm>
        <a:graphic>
          <a:graphicData uri="http://schemas.openxmlformats.org/drawingml/2006/table">
            <a:tbl>
              <a:tblPr bandRow="1">
                <a:tableStyleId>{5C22544A-7EE6-4342-B048-85BDC9FD1C3A}</a:tableStyleId>
              </a:tblPr>
              <a:tblGrid>
                <a:gridCol w="2284333"/>
                <a:gridCol w="4421267"/>
              </a:tblGrid>
              <a:tr h="370840">
                <a:tc>
                  <a:txBody>
                    <a:bodyPr/>
                    <a:lstStyle/>
                    <a:p>
                      <a:r>
                        <a:rPr lang="en-US" sz="1600" b="1" dirty="0" smtClean="0"/>
                        <a:t>Measure</a:t>
                      </a:r>
                      <a:endParaRPr lang="en-US" sz="1600" b="1" dirty="0"/>
                    </a:p>
                  </a:txBody>
                  <a:tcPr anchor="ctr">
                    <a:solidFill>
                      <a:schemeClr val="accent1">
                        <a:lumMod val="40000"/>
                        <a:lumOff val="60000"/>
                      </a:schemeClr>
                    </a:solidFill>
                  </a:tcPr>
                </a:tc>
                <a:tc>
                  <a:txBody>
                    <a:bodyPr/>
                    <a:lstStyle/>
                    <a:p>
                      <a:pPr algn="ctr"/>
                      <a:r>
                        <a:rPr lang="en-US" sz="1600" b="1" dirty="0" smtClean="0"/>
                        <a:t>Description</a:t>
                      </a:r>
                      <a:endParaRPr lang="en-US" sz="1600" b="1" dirty="0"/>
                    </a:p>
                  </a:txBody>
                  <a:tcPr anchor="ctr">
                    <a:solidFill>
                      <a:schemeClr val="accent1">
                        <a:lumMod val="40000"/>
                        <a:lumOff val="60000"/>
                      </a:schemeClr>
                    </a:solidFill>
                  </a:tcPr>
                </a:tc>
              </a:tr>
              <a:tr h="370840">
                <a:tc>
                  <a:txBody>
                    <a:bodyPr/>
                    <a:lstStyle/>
                    <a:p>
                      <a:pPr marL="0" indent="0" algn="l">
                        <a:buFont typeface="Arial" panose="020B0604020202020204" pitchFamily="34" charset="0"/>
                        <a:buNone/>
                      </a:pPr>
                      <a:r>
                        <a:rPr lang="en-US" sz="1400" b="1" dirty="0" smtClean="0"/>
                        <a:t>Federal</a:t>
                      </a:r>
                      <a:r>
                        <a:rPr lang="en-US" sz="1400" b="1" baseline="0" dirty="0" smtClean="0"/>
                        <a:t> Reserve Senior Loan Officer Opinion Survey</a:t>
                      </a:r>
                      <a:endParaRPr lang="en-US" sz="1400" b="1" dirty="0"/>
                    </a:p>
                  </a:txBody>
                  <a:tcPr anchor="ctr">
                    <a:solidFill>
                      <a:schemeClr val="accent2">
                        <a:lumMod val="20000"/>
                        <a:lumOff val="80000"/>
                      </a:schemeClr>
                    </a:solidFill>
                  </a:tcPr>
                </a:tc>
                <a:tc>
                  <a:txBody>
                    <a:bodyPr/>
                    <a:lstStyle/>
                    <a:p>
                      <a:pPr lvl="0" algn="l"/>
                      <a:r>
                        <a:rPr lang="en-US" sz="1400" baseline="0" dirty="0" smtClean="0"/>
                        <a:t>Banks are asked to indicate whether credit standards for approving mortgage loans have tightened, remained unchanged, or have eased over the past three months. </a:t>
                      </a:r>
                      <a:endParaRPr lang="en-US" sz="1400" dirty="0"/>
                    </a:p>
                  </a:txBody>
                  <a:tcPr anchor="ctr">
                    <a:solidFill>
                      <a:schemeClr val="accent2">
                        <a:lumMod val="20000"/>
                        <a:lumOff val="80000"/>
                      </a:schemeClr>
                    </a:solidFill>
                  </a:tcPr>
                </a:tc>
              </a:tr>
              <a:tr h="370840">
                <a:tc>
                  <a:txBody>
                    <a:bodyPr/>
                    <a:lstStyle/>
                    <a:p>
                      <a:pPr marL="0" indent="0" algn="l">
                        <a:buFont typeface="Arial" panose="020B0604020202020204" pitchFamily="34" charset="0"/>
                        <a:buNone/>
                      </a:pPr>
                      <a:r>
                        <a:rPr lang="en-US" sz="1400" b="1" dirty="0" smtClean="0"/>
                        <a:t>Ellie Mae Mortgage</a:t>
                      </a:r>
                      <a:r>
                        <a:rPr lang="en-US" sz="1400" b="1" baseline="0" dirty="0" smtClean="0"/>
                        <a:t> Application Denial Rate</a:t>
                      </a:r>
                      <a:endParaRPr lang="en-US" sz="1400" b="1" dirty="0"/>
                    </a:p>
                  </a:txBody>
                  <a:tcPr anchor="ctr">
                    <a:solidFill>
                      <a:schemeClr val="accent2">
                        <a:lumMod val="20000"/>
                        <a:lumOff val="80000"/>
                      </a:schemeClr>
                    </a:solidFill>
                  </a:tcPr>
                </a:tc>
                <a:tc>
                  <a:txBody>
                    <a:bodyPr/>
                    <a:lstStyle/>
                    <a:p>
                      <a:pPr lvl="0" algn="l"/>
                      <a:r>
                        <a:rPr lang="en-US" sz="1400" baseline="0" dirty="0" smtClean="0"/>
                        <a:t>The rate at which mortgage applications are rejected</a:t>
                      </a:r>
                    </a:p>
                  </a:txBody>
                  <a:tcPr anchor="ctr">
                    <a:solidFill>
                      <a:schemeClr val="accent2">
                        <a:lumMod val="20000"/>
                        <a:lumOff val="80000"/>
                      </a:schemeClr>
                    </a:solidFill>
                  </a:tcPr>
                </a:tc>
              </a:tr>
              <a:tr h="370840">
                <a:tc>
                  <a:txBody>
                    <a:bodyPr/>
                    <a:lstStyle/>
                    <a:p>
                      <a:pPr marL="0" indent="0" algn="l">
                        <a:buFont typeface="Arial" panose="020B0604020202020204" pitchFamily="34" charset="0"/>
                        <a:buNone/>
                      </a:pPr>
                      <a:r>
                        <a:rPr lang="en-US" sz="1400" b="1" dirty="0" smtClean="0"/>
                        <a:t>MBA</a:t>
                      </a:r>
                      <a:r>
                        <a:rPr lang="en-US" sz="1400" b="1" baseline="0" dirty="0" smtClean="0"/>
                        <a:t> Mortgage Credit Availability Index</a:t>
                      </a:r>
                      <a:endParaRPr lang="en-US" sz="1400" b="1" dirty="0"/>
                    </a:p>
                  </a:txBody>
                  <a:tcPr anchor="ctr">
                    <a:solidFill>
                      <a:schemeClr val="accent2">
                        <a:lumMod val="20000"/>
                        <a:lumOff val="80000"/>
                      </a:schemeClr>
                    </a:solidFill>
                  </a:tcPr>
                </a:tc>
                <a:tc>
                  <a:txBody>
                    <a:bodyPr/>
                    <a:lstStyle/>
                    <a:p>
                      <a:pPr lvl="0" algn="l"/>
                      <a:r>
                        <a:rPr lang="en-US" sz="1400" baseline="0" dirty="0" smtClean="0"/>
                        <a:t>Based on changes in the underwriting guidelines for 95 institutional investors who purchase loans through the broker and/or correspondent channels</a:t>
                      </a:r>
                    </a:p>
                  </a:txBody>
                  <a:tcPr anchor="ctr">
                    <a:solidFill>
                      <a:schemeClr val="accent2">
                        <a:lumMod val="20000"/>
                        <a:lumOff val="80000"/>
                      </a:schemeClr>
                    </a:solidFill>
                  </a:tcPr>
                </a:tc>
              </a:tr>
              <a:tr h="370840">
                <a:tc>
                  <a:txBody>
                    <a:bodyPr/>
                    <a:lstStyle/>
                    <a:p>
                      <a:pPr marL="0" indent="0" algn="l">
                        <a:buFont typeface="Arial" panose="020B0604020202020204" pitchFamily="34" charset="0"/>
                        <a:buNone/>
                      </a:pPr>
                      <a:r>
                        <a:rPr lang="en-US" sz="1400" b="1" dirty="0" err="1" smtClean="0"/>
                        <a:t>CoreLogic</a:t>
                      </a:r>
                      <a:r>
                        <a:rPr lang="en-US" sz="1400" b="1" dirty="0" smtClean="0"/>
                        <a:t> Housing Credit Index</a:t>
                      </a:r>
                      <a:endParaRPr lang="en-US" sz="1400" b="1" dirty="0"/>
                    </a:p>
                  </a:txBody>
                  <a:tcPr anchor="ctr">
                    <a:solidFill>
                      <a:schemeClr val="accent2">
                        <a:lumMod val="20000"/>
                        <a:lumOff val="80000"/>
                      </a:schemeClr>
                    </a:solidFill>
                  </a:tcPr>
                </a:tc>
                <a:tc>
                  <a:txBody>
                    <a:bodyPr/>
                    <a:lstStyle/>
                    <a:p>
                      <a:pPr lvl="0" algn="l"/>
                      <a:r>
                        <a:rPr lang="en-US" sz="1400" baseline="0" dirty="0" smtClean="0"/>
                        <a:t>Index based on credit scores, </a:t>
                      </a:r>
                      <a:r>
                        <a:rPr lang="en-US" sz="1400" baseline="0" dirty="0" err="1" smtClean="0"/>
                        <a:t>downpayment</a:t>
                      </a:r>
                      <a:r>
                        <a:rPr lang="en-US" sz="1400" baseline="0" dirty="0" smtClean="0"/>
                        <a:t> amounts, DTI, FRM/ARM, Documentation, Origination Channel</a:t>
                      </a:r>
                    </a:p>
                  </a:txBody>
                  <a:tcPr anchor="ctr">
                    <a:solidFill>
                      <a:schemeClr val="accent2">
                        <a:lumMod val="20000"/>
                        <a:lumOff val="80000"/>
                      </a:schemeClr>
                    </a:solidFill>
                  </a:tcPr>
                </a:tc>
              </a:tr>
              <a:tr h="370840">
                <a:tc>
                  <a:txBody>
                    <a:bodyPr/>
                    <a:lstStyle/>
                    <a:p>
                      <a:pPr marL="0" indent="0" algn="l">
                        <a:buFont typeface="Arial" panose="020B0604020202020204" pitchFamily="34" charset="0"/>
                        <a:buNone/>
                      </a:pPr>
                      <a:r>
                        <a:rPr lang="en-US" sz="1400" b="1" dirty="0" smtClean="0"/>
                        <a:t>Zillow Mortgage Access Index</a:t>
                      </a:r>
                      <a:endParaRPr lang="en-US" sz="1400" b="1" dirty="0"/>
                    </a:p>
                  </a:txBody>
                  <a:tcPr anchor="ctr">
                    <a:solidFill>
                      <a:schemeClr val="accent2">
                        <a:lumMod val="20000"/>
                        <a:lumOff val="80000"/>
                      </a:schemeClr>
                    </a:solidFill>
                  </a:tcPr>
                </a:tc>
                <a:tc>
                  <a:txBody>
                    <a:bodyPr/>
                    <a:lstStyle/>
                    <a:p>
                      <a:pPr lvl="0" algn="l"/>
                      <a:r>
                        <a:rPr lang="en-US" sz="1400" baseline="0" dirty="0" smtClean="0"/>
                        <a:t>Index based on credit scores, DTIs, PMI%, Non-conforming%, Second mortgage%, 30-year FRM/10-year Treasury spread, Quotes Ratio</a:t>
                      </a:r>
                    </a:p>
                  </a:txBody>
                  <a:tcPr anchor="ctr">
                    <a:solidFill>
                      <a:schemeClr val="accent2">
                        <a:lumMod val="20000"/>
                        <a:lumOff val="80000"/>
                      </a:schemeClr>
                    </a:solidFill>
                  </a:tcPr>
                </a:tc>
              </a:tr>
              <a:tr h="370840">
                <a:tc>
                  <a:txBody>
                    <a:bodyPr/>
                    <a:lstStyle/>
                    <a:p>
                      <a:pPr marL="0" indent="0" algn="l">
                        <a:buFont typeface="Arial" panose="020B0604020202020204" pitchFamily="34" charset="0"/>
                        <a:buNone/>
                      </a:pPr>
                      <a:r>
                        <a:rPr lang="en-US" sz="1400" b="1" dirty="0" smtClean="0"/>
                        <a:t>HFPC Credit</a:t>
                      </a:r>
                      <a:r>
                        <a:rPr lang="en-US" sz="1400" b="1" baseline="0" dirty="0" smtClean="0"/>
                        <a:t> Availability Index</a:t>
                      </a:r>
                      <a:endParaRPr lang="en-US" sz="1400" b="1" dirty="0"/>
                    </a:p>
                  </a:txBody>
                  <a:tcPr anchor="ctr">
                    <a:solidFill>
                      <a:schemeClr val="accent2">
                        <a:lumMod val="20000"/>
                        <a:lumOff val="80000"/>
                      </a:schemeClr>
                    </a:solidFill>
                  </a:tcPr>
                </a:tc>
                <a:tc>
                  <a:txBody>
                    <a:bodyPr/>
                    <a:lstStyle/>
                    <a:p>
                      <a:pPr lvl="0" algn="l"/>
                      <a:r>
                        <a:rPr lang="en-US" sz="1400" baseline="0" dirty="0" smtClean="0"/>
                        <a:t>Broadly similar to Cello’s approach</a:t>
                      </a:r>
                    </a:p>
                  </a:txBody>
                  <a:tcPr anchor="ctr">
                    <a:solidFill>
                      <a:schemeClr val="accent2">
                        <a:lumMod val="20000"/>
                        <a:lumOff val="80000"/>
                      </a:schemeClr>
                    </a:solidFill>
                  </a:tcPr>
                </a:tc>
              </a:tr>
            </a:tbl>
          </a:graphicData>
        </a:graphic>
      </p:graphicFrame>
    </p:spTree>
    <p:extLst>
      <p:ext uri="{BB962C8B-B14F-4D97-AF65-F5344CB8AC3E}">
        <p14:creationId xmlns:p14="http://schemas.microsoft.com/office/powerpoint/2010/main" val="32238358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3521" name="Rectangle 2"/>
          <p:cNvSpPr>
            <a:spLocks noGrp="1" noChangeArrowheads="1"/>
          </p:cNvSpPr>
          <p:nvPr>
            <p:ph type="title"/>
          </p:nvPr>
        </p:nvSpPr>
        <p:spPr>
          <a:xfrm>
            <a:off x="2524287" y="268819"/>
            <a:ext cx="7280116" cy="644102"/>
          </a:xfrm>
        </p:spPr>
        <p:txBody>
          <a:bodyPr/>
          <a:lstStyle/>
          <a:p>
            <a:r>
              <a:rPr lang="en-US" dirty="0" smtClean="0"/>
              <a:t>DISCLOSURES</a:t>
            </a:r>
            <a:br>
              <a:rPr lang="en-US" dirty="0" smtClean="0"/>
            </a:br>
            <a:r>
              <a:rPr lang="en-US" sz="1200" b="0" dirty="0"/>
              <a:t>Important Notes</a:t>
            </a:r>
            <a:endParaRPr lang="en-US" sz="1200" b="0" dirty="0">
              <a:solidFill>
                <a:srgbClr val="FFFFFF"/>
              </a:solidFill>
            </a:endParaRPr>
          </a:p>
        </p:txBody>
      </p:sp>
      <p:sp>
        <p:nvSpPr>
          <p:cNvPr id="5" name="Rectangle 3"/>
          <p:cNvSpPr txBox="1">
            <a:spLocks noChangeArrowheads="1"/>
          </p:cNvSpPr>
          <p:nvPr/>
        </p:nvSpPr>
        <p:spPr bwMode="auto">
          <a:xfrm>
            <a:off x="266701" y="1414674"/>
            <a:ext cx="9525000" cy="5702405"/>
          </a:xfrm>
          <a:prstGeom prst="rect">
            <a:avLst/>
          </a:prstGeom>
          <a:noFill/>
          <a:ln w="9525">
            <a:noFill/>
            <a:miter lim="800000"/>
            <a:headEnd/>
            <a:tailEnd/>
          </a:ln>
        </p:spPr>
        <p:txBody>
          <a:bodyPr vert="horz" wrap="square" lIns="101847" tIns="50923" rIns="101847" bIns="50923" numCol="2" spcCol="274256" anchor="t" anchorCtr="0" compatLnSpc="1">
            <a:prstTxWarp prst="textNoShape">
              <a:avLst/>
            </a:prstTxWarp>
          </a:bodyPr>
          <a:lstStyle/>
          <a:p>
            <a:pPr defTabSz="914187" eaLnBrk="0" hangingPunct="0">
              <a:spcBef>
                <a:spcPct val="110000"/>
              </a:spcBef>
              <a:buClr>
                <a:schemeClr val="tx2"/>
              </a:buClr>
              <a:defRPr/>
            </a:pPr>
            <a:r>
              <a:rPr lang="en-US" sz="1100" kern="0" dirty="0">
                <a:latin typeface="+mn-lt"/>
              </a:rPr>
              <a:t>THIS DOCUMENT IS NOT AN OFFER TO SELL OR THE SOLICITATION OF AN OFFER TO BUY SHARES OF THE FUND. AN OFFERING OF INTERESTS WILL BE MADE ONLY BY MEANS OF A CONFIDENTIAL PRIVATE PLACEMENT MEMORANDUM AND ONLY TO QUALIFIED INVESTORS IN JURISDICTIONS WHERE PERMITTED BY LAW. PAST PERFORMANCE IS NO GUARANTEE OF FUTURE PERFORMANCE. </a:t>
            </a:r>
          </a:p>
          <a:p>
            <a:pPr defTabSz="914187" eaLnBrk="0" hangingPunct="0">
              <a:spcBef>
                <a:spcPct val="110000"/>
              </a:spcBef>
              <a:buClr>
                <a:schemeClr val="tx2"/>
              </a:buClr>
              <a:defRPr/>
            </a:pPr>
            <a:r>
              <a:rPr lang="en-US" sz="1100" kern="0" dirty="0">
                <a:latin typeface="+mn-lt"/>
              </a:rPr>
              <a:t>An investment in the Fund is speculative and involves a high degree of risk. The Fund will have substantial limitations on investors’ ability to redeem or transfer their shares, and no secondary market for the Fund’s shares exists or will develop. All of these risks, and other important risks, are described in detail in the Fund’s Confidential Private Placement Memorandum. Prospective investors are strongly urged to review this Confidential Private Placement Memorandum carefully and consult with their own financial, legal and tax advisors, before investing. </a:t>
            </a:r>
          </a:p>
          <a:p>
            <a:pPr defTabSz="914187" eaLnBrk="0" hangingPunct="0">
              <a:spcBef>
                <a:spcPct val="110000"/>
              </a:spcBef>
              <a:buClr>
                <a:schemeClr val="tx2"/>
              </a:buClr>
              <a:defRPr/>
            </a:pPr>
            <a:r>
              <a:rPr lang="en-US" sz="1100" kern="0" dirty="0">
                <a:latin typeface="+mn-lt"/>
              </a:rPr>
              <a:t>Portions of this document may contain commentary and/or data based on certain current assumptions by Cello Capital Management, </a:t>
            </a:r>
            <a:r>
              <a:rPr lang="en-US" sz="1100" kern="0" dirty="0" smtClean="0">
                <a:latin typeface="+mn-lt"/>
              </a:rPr>
              <a:t>LP(“</a:t>
            </a:r>
            <a:r>
              <a:rPr lang="en-US" sz="1100" kern="0" dirty="0">
                <a:latin typeface="+mn-lt"/>
              </a:rPr>
              <a:t>Cello”), which are subject to change at any time, as well as Cello's internal complex calculations. If one or more of these assumptions or calculations is incorrect, the information contained herein may unintentionally be inaccurate. </a:t>
            </a:r>
          </a:p>
          <a:p>
            <a:pPr defTabSz="914187" eaLnBrk="0" hangingPunct="0">
              <a:spcBef>
                <a:spcPct val="110000"/>
              </a:spcBef>
              <a:buClr>
                <a:schemeClr val="tx2"/>
              </a:buClr>
              <a:defRPr/>
            </a:pPr>
            <a:r>
              <a:rPr lang="en-US" sz="1100" kern="0" dirty="0">
                <a:latin typeface="+mn-lt"/>
              </a:rPr>
              <a:t>Certain information contained herein may have been obtained by Cello from third parties. While Cello believes such sources are reliable, Cello has not verified the accuracy of such information and shall not be liable for any errors in such information or for any actions taken in reliance thereon. </a:t>
            </a:r>
            <a:endParaRPr lang="en-US" sz="1100" kern="0" dirty="0" smtClean="0">
              <a:latin typeface="+mn-lt"/>
            </a:endParaRPr>
          </a:p>
          <a:p>
            <a:pPr defTabSz="914187" eaLnBrk="0" hangingPunct="0">
              <a:spcBef>
                <a:spcPct val="110000"/>
              </a:spcBef>
              <a:buClr>
                <a:schemeClr val="tx2"/>
              </a:buClr>
              <a:defRPr/>
            </a:pPr>
            <a:r>
              <a:rPr lang="en-US" sz="1100" kern="0" dirty="0" smtClean="0">
                <a:latin typeface="+mn-lt"/>
              </a:rPr>
              <a:t>Performance results referenced in this document </a:t>
            </a:r>
            <a:r>
              <a:rPr lang="en-US" sz="1100" kern="0" dirty="0">
                <a:latin typeface="+mn-lt"/>
              </a:rPr>
              <a:t>are provided for an investor in Class A1a shares of Cello Fixed Income Master Fund, LP (the “Master Fund</a:t>
            </a:r>
            <a:r>
              <a:rPr lang="en-US" sz="1100" kern="0" dirty="0" smtClean="0">
                <a:latin typeface="+mn-lt"/>
              </a:rPr>
              <a:t>”). Unless otherwise noted. Performance </a:t>
            </a:r>
            <a:r>
              <a:rPr lang="en-US" sz="1100" kern="0" dirty="0">
                <a:latin typeface="+mn-lt"/>
              </a:rPr>
              <a:t>reflects all income. Class A1a shares launched on January 1, 2012, and returns for periods prior thereto have been adjusted to reflect the management fees and performance allocations chargeable to Class A1a </a:t>
            </a:r>
            <a:r>
              <a:rPr lang="en-US" sz="1100" kern="0" dirty="0" smtClean="0">
                <a:latin typeface="+mn-lt"/>
              </a:rPr>
              <a:t>shares.</a:t>
            </a:r>
            <a:endParaRPr lang="en-US" sz="1100" kern="0" dirty="0">
              <a:latin typeface="+mn-lt"/>
            </a:endParaRPr>
          </a:p>
          <a:p>
            <a:pPr defTabSz="914187" eaLnBrk="0" hangingPunct="0">
              <a:spcBef>
                <a:spcPct val="110000"/>
              </a:spcBef>
              <a:buClr>
                <a:schemeClr val="tx2"/>
              </a:buClr>
              <a:defRPr/>
            </a:pPr>
            <a:endParaRPr lang="en-US" sz="1100" kern="0" dirty="0"/>
          </a:p>
          <a:p>
            <a:pPr defTabSz="914187" eaLnBrk="0" hangingPunct="0">
              <a:spcBef>
                <a:spcPct val="110000"/>
              </a:spcBef>
              <a:buClr>
                <a:schemeClr val="tx2"/>
              </a:buClr>
              <a:defRPr/>
            </a:pPr>
            <a:endParaRPr lang="en-US" sz="1100" kern="0" dirty="0">
              <a:latin typeface="+mn-lt"/>
            </a:endParaRPr>
          </a:p>
          <a:p>
            <a:pPr defTabSz="914187" eaLnBrk="0" hangingPunct="0">
              <a:spcBef>
                <a:spcPct val="110000"/>
              </a:spcBef>
              <a:buClr>
                <a:schemeClr val="tx2"/>
              </a:buClr>
              <a:defRPr/>
            </a:pPr>
            <a:endParaRPr lang="en-US" sz="1100" kern="0" dirty="0" smtClean="0">
              <a:latin typeface="+mn-lt"/>
            </a:endParaRPr>
          </a:p>
          <a:p>
            <a:pPr defTabSz="914187" eaLnBrk="0" hangingPunct="0">
              <a:spcBef>
                <a:spcPct val="110000"/>
              </a:spcBef>
              <a:buClr>
                <a:schemeClr val="tx2"/>
              </a:buClr>
              <a:defRPr/>
            </a:pPr>
            <a:endParaRPr lang="en-US" sz="1100" kern="0" dirty="0" smtClean="0">
              <a:latin typeface="+mn-lt"/>
            </a:endParaRPr>
          </a:p>
          <a:p>
            <a:pPr defTabSz="914187" eaLnBrk="0" hangingPunct="0">
              <a:spcBef>
                <a:spcPct val="110000"/>
              </a:spcBef>
              <a:buClr>
                <a:schemeClr val="tx2"/>
              </a:buClr>
              <a:defRPr/>
            </a:pPr>
            <a:endParaRPr lang="en-US" sz="1100" kern="0" dirty="0">
              <a:latin typeface="+mn-lt"/>
            </a:endParaRPr>
          </a:p>
          <a:p>
            <a:pPr defTabSz="914187" eaLnBrk="0" hangingPunct="0">
              <a:spcBef>
                <a:spcPct val="110000"/>
              </a:spcBef>
              <a:buClr>
                <a:schemeClr val="tx2"/>
              </a:buClr>
              <a:defRPr/>
            </a:pPr>
            <a:endParaRPr lang="en-US" sz="1100" kern="0" dirty="0" smtClean="0">
              <a:latin typeface="+mn-lt"/>
            </a:endParaRPr>
          </a:p>
          <a:p>
            <a:pPr defTabSz="914187" eaLnBrk="0" hangingPunct="0">
              <a:spcBef>
                <a:spcPct val="110000"/>
              </a:spcBef>
              <a:buClr>
                <a:schemeClr val="tx2"/>
              </a:buClr>
              <a:defRPr/>
            </a:pPr>
            <a:endParaRPr lang="en-US" sz="1100" kern="0" dirty="0">
              <a:latin typeface="+mn-lt"/>
            </a:endParaRPr>
          </a:p>
          <a:p>
            <a:pPr algn="just" eaLnBrk="0" hangingPunct="0">
              <a:spcBef>
                <a:spcPts val="0"/>
              </a:spcBef>
              <a:spcAft>
                <a:spcPts val="0"/>
              </a:spcAft>
              <a:defRPr/>
            </a:pPr>
            <a:r>
              <a:rPr lang="en-US" sz="1100" kern="0" dirty="0" smtClean="0">
                <a:latin typeface="+mn-lt"/>
              </a:rPr>
              <a:t>The </a:t>
            </a:r>
            <a:r>
              <a:rPr lang="en-US" sz="1100" kern="0" dirty="0">
                <a:latin typeface="+mn-lt"/>
              </a:rPr>
              <a:t>Credit Suisse Fixed Income Arbitrage Hedge Fund Index is a subset of the Credit Suisse Hedge Fund Index that measures the aggregate performance of fixed income arbitrage funds. The Fixed Income Arb Index, which includes mortgage-backed securities, is part of Dow Jones Credit Suisse Hedge Fund Index. </a:t>
            </a:r>
            <a:r>
              <a:rPr lang="en-US" sz="1100" kern="0" dirty="0" smtClean="0">
                <a:latin typeface="+mn-lt"/>
              </a:rPr>
              <a:t> The </a:t>
            </a:r>
            <a:r>
              <a:rPr lang="en-US" sz="1100" kern="0" dirty="0">
                <a:latin typeface="+mn-lt"/>
              </a:rPr>
              <a:t>Barclays U.S. Aggregate Index represents securities that are SEC-registered, taxable, and dollar denominated. The index covers the U.S. investment grade fixed rate bond market, with index components for government and corporate securities, mortgage pass-through securities, and asset-backed securities. </a:t>
            </a:r>
            <a:r>
              <a:rPr lang="en-US" sz="1100" kern="0" dirty="0" smtClean="0">
                <a:latin typeface="+mn-lt"/>
              </a:rPr>
              <a:t>The Credit </a:t>
            </a:r>
            <a:r>
              <a:rPr lang="en-US" sz="1100" kern="0" dirty="0">
                <a:latin typeface="+mn-lt"/>
              </a:rPr>
              <a:t>Suisse All Hedge Index is an asset-weighted hedge fund </a:t>
            </a:r>
            <a:r>
              <a:rPr lang="en-US" sz="1100" kern="0" dirty="0" smtClean="0">
                <a:latin typeface="+mn-lt"/>
              </a:rPr>
              <a:t>index. The S&amp;P </a:t>
            </a:r>
            <a:r>
              <a:rPr lang="en-US" sz="1100" kern="0" dirty="0">
                <a:latin typeface="+mn-lt"/>
              </a:rPr>
              <a:t>500 is an equity index based on the market capitalizations of 500 large US </a:t>
            </a:r>
            <a:r>
              <a:rPr lang="en-US" sz="1100" kern="0" dirty="0" smtClean="0">
                <a:latin typeface="+mn-lt"/>
              </a:rPr>
              <a:t>companies.</a:t>
            </a:r>
            <a:endParaRPr lang="en-US" sz="1100" kern="0" dirty="0">
              <a:latin typeface="+mn-lt"/>
            </a:endParaRPr>
          </a:p>
          <a:p>
            <a:pPr defTabSz="914187" eaLnBrk="0" hangingPunct="0">
              <a:spcBef>
                <a:spcPct val="110000"/>
              </a:spcBef>
              <a:buClr>
                <a:schemeClr val="tx2"/>
              </a:buClr>
              <a:defRPr/>
            </a:pPr>
            <a:r>
              <a:rPr lang="en-US" sz="1100" kern="0" dirty="0" smtClean="0">
                <a:latin typeface="+mn-lt"/>
              </a:rPr>
              <a:t>This </a:t>
            </a:r>
            <a:r>
              <a:rPr lang="en-US" sz="1100" kern="0" dirty="0">
                <a:latin typeface="+mn-lt"/>
              </a:rPr>
              <a:t>document may also contain certain forward looking statements and projections. Such statements and projections are subject to a number of assumptions, risks and uncertainties which may cause actual results, performance or achievements to be materially different from future results, performance or achievements expressed or implied by these forward-looking statements and projections. Prospective investors are cautioned not to </a:t>
            </a:r>
            <a:r>
              <a:rPr lang="en-US" sz="1100" kern="0" dirty="0" smtClean="0">
                <a:latin typeface="+mn-lt"/>
              </a:rPr>
              <a:t>invest based </a:t>
            </a:r>
            <a:r>
              <a:rPr lang="en-US" sz="1100" kern="0" dirty="0">
                <a:latin typeface="+mn-lt"/>
              </a:rPr>
              <a:t>on these forward-looking statements and projections. </a:t>
            </a:r>
            <a:endParaRPr lang="en-US" sz="1100" kern="0" dirty="0" smtClean="0">
              <a:latin typeface="+mn-lt"/>
            </a:endParaRPr>
          </a:p>
          <a:p>
            <a:pPr defTabSz="914187" eaLnBrk="0" hangingPunct="0">
              <a:spcBef>
                <a:spcPct val="110000"/>
              </a:spcBef>
              <a:buClr>
                <a:schemeClr val="tx2"/>
              </a:buClr>
              <a:defRPr/>
            </a:pPr>
            <a:r>
              <a:rPr lang="en-US" sz="1100" kern="0" dirty="0" smtClean="0">
                <a:latin typeface="+mn-lt"/>
              </a:rPr>
              <a:t>This </a:t>
            </a:r>
            <a:r>
              <a:rPr lang="en-US" sz="1100" kern="0" dirty="0">
                <a:latin typeface="+mn-lt"/>
              </a:rPr>
              <a:t>document may contain references to certain internal Cello procedures and policies which are subject to change at any time. </a:t>
            </a:r>
          </a:p>
          <a:p>
            <a:pPr defTabSz="914187" eaLnBrk="0" hangingPunct="0">
              <a:spcBef>
                <a:spcPct val="110000"/>
              </a:spcBef>
              <a:buClr>
                <a:schemeClr val="tx2"/>
              </a:buClr>
              <a:defRPr/>
            </a:pPr>
            <a:r>
              <a:rPr lang="en-US" sz="1100" kern="0" dirty="0">
                <a:latin typeface="+mn-lt"/>
              </a:rPr>
              <a:t>No information or material contained herein may be reproduced, transmitted, displayed or commercially exploited without the prior written consent of Cello. </a:t>
            </a:r>
            <a:r>
              <a:rPr lang="en-US" sz="1100" kern="0" dirty="0" smtClean="0">
                <a:latin typeface="+mn-lt"/>
              </a:rPr>
              <a:t>All </a:t>
            </a:r>
            <a:r>
              <a:rPr lang="en-US" sz="1100" kern="0" dirty="0">
                <a:latin typeface="+mn-lt"/>
              </a:rPr>
              <a:t>rights are reserved</a:t>
            </a:r>
            <a:r>
              <a:rPr lang="en-US" sz="1100" kern="0" dirty="0" smtClean="0">
                <a:latin typeface="+mn-lt"/>
              </a:rPr>
              <a:t>.</a:t>
            </a:r>
          </a:p>
          <a:p>
            <a:pPr defTabSz="914187" eaLnBrk="0" hangingPunct="0">
              <a:spcBef>
                <a:spcPct val="110000"/>
              </a:spcBef>
              <a:buClr>
                <a:schemeClr val="tx2"/>
              </a:buClr>
              <a:defRPr/>
            </a:pPr>
            <a:endParaRPr lang="en-US" sz="1100" kern="0" dirty="0">
              <a:latin typeface="+mn-lt"/>
            </a:endParaRPr>
          </a:p>
          <a:p>
            <a:pPr defTabSz="914187" eaLnBrk="0" hangingPunct="0">
              <a:spcBef>
                <a:spcPct val="110000"/>
              </a:spcBef>
              <a:buClr>
                <a:schemeClr val="tx2"/>
              </a:buClr>
              <a:defRPr/>
            </a:pPr>
            <a:endParaRPr lang="en-US" sz="1100" kern="0" dirty="0" smtClean="0">
              <a:latin typeface="+mn-lt"/>
            </a:endParaRPr>
          </a:p>
          <a:p>
            <a:pPr defTabSz="914187" eaLnBrk="0" hangingPunct="0">
              <a:spcBef>
                <a:spcPct val="110000"/>
              </a:spcBef>
              <a:buClr>
                <a:schemeClr val="tx2"/>
              </a:buClr>
              <a:defRPr/>
            </a:pPr>
            <a:endParaRPr lang="en-US" sz="1100" kern="0" dirty="0">
              <a:latin typeface="+mn-lt"/>
            </a:endParaRPr>
          </a:p>
          <a:p>
            <a:pPr defTabSz="914187" eaLnBrk="0" hangingPunct="0">
              <a:spcBef>
                <a:spcPct val="110000"/>
              </a:spcBef>
              <a:buClr>
                <a:schemeClr val="tx2"/>
              </a:buClr>
              <a:defRPr/>
            </a:pPr>
            <a:endParaRPr lang="en-US" sz="1100" kern="0" dirty="0" smtClean="0">
              <a:latin typeface="+mn-lt"/>
            </a:endParaRPr>
          </a:p>
          <a:p>
            <a:pPr defTabSz="914187" eaLnBrk="0" hangingPunct="0">
              <a:spcBef>
                <a:spcPct val="110000"/>
              </a:spcBef>
              <a:buClr>
                <a:schemeClr val="tx2"/>
              </a:buClr>
              <a:defRPr/>
            </a:pPr>
            <a:endParaRPr lang="en-US" sz="1100" kern="0" dirty="0">
              <a:latin typeface="+mn-lt"/>
            </a:endParaRPr>
          </a:p>
          <a:p>
            <a:pPr defTabSz="914187" eaLnBrk="0" hangingPunct="0">
              <a:spcBef>
                <a:spcPct val="110000"/>
              </a:spcBef>
              <a:buClr>
                <a:schemeClr val="tx2"/>
              </a:buClr>
              <a:defRPr/>
            </a:pPr>
            <a:endParaRPr lang="en-US" sz="1100" kern="0" dirty="0" smtClean="0">
              <a:latin typeface="+mn-lt"/>
            </a:endParaRPr>
          </a:p>
          <a:p>
            <a:pPr defTabSz="914187" eaLnBrk="0" hangingPunct="0">
              <a:spcBef>
                <a:spcPct val="110000"/>
              </a:spcBef>
              <a:buClr>
                <a:schemeClr val="tx2"/>
              </a:buClr>
              <a:defRPr/>
            </a:pPr>
            <a:endParaRPr lang="en-US" sz="1100" kern="0" dirty="0">
              <a:latin typeface="+mn-lt"/>
            </a:endParaRPr>
          </a:p>
          <a:p>
            <a:pPr defTabSz="914187" eaLnBrk="0" hangingPunct="0">
              <a:spcBef>
                <a:spcPct val="110000"/>
              </a:spcBef>
              <a:buClr>
                <a:schemeClr val="tx2"/>
              </a:buClr>
              <a:defRPr/>
            </a:pPr>
            <a:endParaRPr lang="en-US" sz="1100" kern="0" dirty="0" smtClean="0">
              <a:latin typeface="+mn-lt"/>
            </a:endParaRPr>
          </a:p>
          <a:p>
            <a:pPr defTabSz="914187" eaLnBrk="0" hangingPunct="0">
              <a:spcBef>
                <a:spcPct val="110000"/>
              </a:spcBef>
              <a:buClr>
                <a:schemeClr val="tx2"/>
              </a:buClr>
              <a:defRPr/>
            </a:pPr>
            <a:endParaRPr lang="en-US" sz="1100" kern="0" dirty="0">
              <a:latin typeface="+mn-lt"/>
            </a:endParaRPr>
          </a:p>
          <a:p>
            <a:pPr defTabSz="914187" eaLnBrk="0" hangingPunct="0">
              <a:spcBef>
                <a:spcPct val="110000"/>
              </a:spcBef>
              <a:buClr>
                <a:schemeClr val="tx2"/>
              </a:buClr>
              <a:defRPr/>
            </a:pPr>
            <a:endParaRPr lang="en-US" sz="1100" kern="0" dirty="0">
              <a:latin typeface="+mn-lt"/>
            </a:endParaRPr>
          </a:p>
        </p:txBody>
      </p:sp>
    </p:spTree>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pwAe8W4muTkmaA6FOkUfbYg"/>
</p:tagLst>
</file>

<file path=ppt/theme/theme1.xml><?xml version="1.0" encoding="utf-8"?>
<a:theme xmlns:a="http://schemas.openxmlformats.org/drawingml/2006/main" name="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Custom Design">
  <a:themeElements>
    <a:clrScheme name="1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1_Custom Design">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2_Custom Design">
  <a:themeElements>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Custom Design">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1_Default Design">
  <a:themeElements>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1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1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4_Default Design">
  <a:themeElements>
    <a:clrScheme name="4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4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4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4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4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4_Default Design 4">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3_Default Design">
  <a:themeElements>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3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3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3_Default Design 4">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3_Custom Design">
  <a:themeElements>
    <a:clrScheme name="">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3_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3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3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3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3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3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3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3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3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3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3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3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2_Default Design">
  <a:themeElements>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Default Design">
      <a:majorFont>
        <a:latin typeface="Calibri"/>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4_Custom Design">
  <a:themeElements>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Custom Design">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5_Default Design">
  <a:themeElements>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Default Design">
      <a:majorFont>
        <a:latin typeface="Calibri"/>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5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2.xml><?xml version="1.0" encoding="utf-8"?>
<a:theme xmlns:a="http://schemas.openxmlformats.org/drawingml/2006/main" name="6_Default Design">
  <a:themeElements>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3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3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3_Default Design 4">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3.xml><?xml version="1.0" encoding="utf-8"?>
<a:theme xmlns:a="http://schemas.openxmlformats.org/drawingml/2006/main" name="7_Default Design">
  <a:themeElements>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1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1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4.xml><?xml version="1.0" encoding="utf-8"?>
<a:theme xmlns:a="http://schemas.openxmlformats.org/drawingml/2006/main" name="6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5.xml><?xml version="1.0" encoding="utf-8"?>
<a:theme xmlns:a="http://schemas.openxmlformats.org/drawingml/2006/main" name="7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6.xml><?xml version="1.0" encoding="utf-8"?>
<a:theme xmlns:a="http://schemas.openxmlformats.org/drawingml/2006/main" name="8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7.xml><?xml version="1.0" encoding="utf-8"?>
<a:theme xmlns:a="http://schemas.openxmlformats.org/drawingml/2006/main" name="9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8.xml><?xml version="1.0" encoding="utf-8"?>
<a:theme xmlns:a="http://schemas.openxmlformats.org/drawingml/2006/main" name="10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9.xml><?xml version="1.0" encoding="utf-8"?>
<a:theme xmlns:a="http://schemas.openxmlformats.org/drawingml/2006/main" name="11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20.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1.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76513</TotalTime>
  <Words>1360</Words>
  <Application>Microsoft Office PowerPoint</Application>
  <PresentationFormat>Custom</PresentationFormat>
  <Paragraphs>251</Paragraphs>
  <Slides>8</Slides>
  <Notes>1</Notes>
  <HiddenSlides>0</HiddenSlides>
  <MMClips>0</MMClips>
  <ScaleCrop>false</ScaleCrop>
  <HeadingPairs>
    <vt:vector size="4" baseType="variant">
      <vt:variant>
        <vt:lpstr>Theme</vt:lpstr>
      </vt:variant>
      <vt:variant>
        <vt:i4>19</vt:i4>
      </vt:variant>
      <vt:variant>
        <vt:lpstr>Slide Titles</vt:lpstr>
      </vt:variant>
      <vt:variant>
        <vt:i4>8</vt:i4>
      </vt:variant>
    </vt:vector>
  </HeadingPairs>
  <TitlesOfParts>
    <vt:vector size="27" baseType="lpstr">
      <vt:lpstr>Custom Design</vt:lpstr>
      <vt:lpstr>1_Custom Design</vt:lpstr>
      <vt:lpstr>2_Custom Design</vt:lpstr>
      <vt:lpstr>1_Default Design</vt:lpstr>
      <vt:lpstr>4_Default Design</vt:lpstr>
      <vt:lpstr>3_Default Design</vt:lpstr>
      <vt:lpstr>3_Custom Design</vt:lpstr>
      <vt:lpstr>2_Default Design</vt:lpstr>
      <vt:lpstr>4_Custom Design</vt:lpstr>
      <vt:lpstr>5_Default Design</vt:lpstr>
      <vt:lpstr>5_Custom Design</vt:lpstr>
      <vt:lpstr>6_Default Design</vt:lpstr>
      <vt:lpstr>7_Default Design</vt:lpstr>
      <vt:lpstr>6_Custom Design</vt:lpstr>
      <vt:lpstr>7_Custom Design</vt:lpstr>
      <vt:lpstr>8_Custom Design</vt:lpstr>
      <vt:lpstr>9_Custom Design</vt:lpstr>
      <vt:lpstr>10_Custom Design</vt:lpstr>
      <vt:lpstr>11_Custom Design</vt:lpstr>
      <vt:lpstr>PowerPoint Presentation</vt:lpstr>
      <vt:lpstr>WHAT IS MORTGAGE CREDIT AVAILABILITY?</vt:lpstr>
      <vt:lpstr>THE IMPORTANCE OF MORTGAGE CREDIT AVAILABILITY</vt:lpstr>
      <vt:lpstr>MODELING MORTGAGE CREDIT AVAILABILITY</vt:lpstr>
      <vt:lpstr>HISTORY OF CELLO’S MCAI</vt:lpstr>
      <vt:lpstr>SENSITIVITY OF CELLO’S MCAI</vt:lpstr>
      <vt:lpstr>ALTERNATIVE MEASURES FOR TRACKING MCA</vt:lpstr>
      <vt:lpstr>DISCLOSURES Important Notes</vt:lpstr>
    </vt:vector>
  </TitlesOfParts>
  <Company>Microsoft Corporation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0</dc:title>
  <dc:creator>William Gates</dc:creator>
  <cp:lastModifiedBy>Lien Chen</cp:lastModifiedBy>
  <cp:revision>2278</cp:revision>
  <cp:lastPrinted>2015-08-06T15:23:44Z</cp:lastPrinted>
  <dcterms:created xsi:type="dcterms:W3CDTF">2011-07-07T12:37:32Z</dcterms:created>
  <dcterms:modified xsi:type="dcterms:W3CDTF">2015-10-05T17:41:54Z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-1471813815</vt:i4>
  </property>
  <property fmtid="{D5CDD505-2E9C-101B-9397-08002B2CF9AE}" pid="3" name="_NewReviewCycle">
    <vt:lpwstr/>
  </property>
  <property fmtid="{D5CDD505-2E9C-101B-9397-08002B2CF9AE}" pid="4" name="_EmailSubject">
    <vt:lpwstr>FW: 2012 05 15 cello presentation.pptx</vt:lpwstr>
  </property>
  <property fmtid="{D5CDD505-2E9C-101B-9397-08002B2CF9AE}" pid="5" name="_AuthorEmail">
    <vt:lpwstr>Marisa.Goldberg@guggenheimpartners.com</vt:lpwstr>
  </property>
  <property fmtid="{D5CDD505-2E9C-101B-9397-08002B2CF9AE}" pid="6" name="_AuthorEmailDisplayName">
    <vt:lpwstr>Goldberg, Marisa</vt:lpwstr>
  </property>
  <property fmtid="{D5CDD505-2E9C-101B-9397-08002B2CF9AE}" pid="7" name="_PreviousAdHocReviewCycleID">
    <vt:i4>-274319563</vt:i4>
  </property>
</Properties>
</file>