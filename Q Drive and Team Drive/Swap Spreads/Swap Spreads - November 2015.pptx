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4.xml" ContentType="application/vnd.openxmlformats-officedocument.presentationml.slideLayout+xml"/>
  <Override PartName="/ppt/theme/theme9.xml" ContentType="application/vnd.openxmlformats-officedocument.theme+xml"/>
  <Override PartName="/ppt/slideLayouts/slideLayout15.xml" ContentType="application/vnd.openxmlformats-officedocument.presentationml.slideLayout+xml"/>
  <Override PartName="/ppt/theme/theme10.xml" ContentType="application/vnd.openxmlformats-officedocument.theme+xml"/>
  <Override PartName="/ppt/slideLayouts/slideLayout16.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14.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15.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16.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17.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18.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19.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 id="2147483860" r:id="rId16"/>
    <p:sldMasterId id="2147483866" r:id="rId17"/>
    <p:sldMasterId id="2147483872" r:id="rId18"/>
    <p:sldMasterId id="2147483879" r:id="rId19"/>
    <p:sldMasterId id="2147483887" r:id="rId20"/>
  </p:sldMasterIdLst>
  <p:notesMasterIdLst>
    <p:notesMasterId r:id="rId31"/>
  </p:notesMasterIdLst>
  <p:handoutMasterIdLst>
    <p:handoutMasterId r:id="rId32"/>
  </p:handoutMasterIdLst>
  <p:sldIdLst>
    <p:sldId id="433" r:id="rId21"/>
    <p:sldId id="596" r:id="rId22"/>
    <p:sldId id="605" r:id="rId23"/>
    <p:sldId id="598" r:id="rId24"/>
    <p:sldId id="599" r:id="rId25"/>
    <p:sldId id="602" r:id="rId26"/>
    <p:sldId id="603" r:id="rId27"/>
    <p:sldId id="604" r:id="rId28"/>
    <p:sldId id="601" r:id="rId29"/>
    <p:sldId id="504" r:id="rId30"/>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extLst>
    <p:ext uri="{EFAFB233-063F-42B5-8137-9DF3F51BA10A}">
      <p15:sldGuideLst xmlns="" xmlns:p15="http://schemas.microsoft.com/office/powerpoint/2012/main">
        <p15:guide id="1" orient="horz" pos="3872">
          <p15:clr>
            <a:srgbClr val="A4A3A4"/>
          </p15:clr>
        </p15:guide>
        <p15:guide id="2" orient="horz" pos="1976">
          <p15:clr>
            <a:srgbClr val="A4A3A4"/>
          </p15:clr>
        </p15:guide>
        <p15:guide id="3" orient="horz" pos="797">
          <p15:clr>
            <a:srgbClr val="A4A3A4"/>
          </p15:clr>
        </p15:guide>
        <p15:guide id="4" orient="horz" pos="981">
          <p15:clr>
            <a:srgbClr val="A4A3A4"/>
          </p15:clr>
        </p15:guide>
        <p15:guide id="5" orient="horz" pos="4327">
          <p15:clr>
            <a:srgbClr val="A4A3A4"/>
          </p15:clr>
        </p15:guide>
        <p15:guide id="6" orient="horz" pos="145">
          <p15:clr>
            <a:srgbClr val="A4A3A4"/>
          </p15:clr>
        </p15:guide>
        <p15:guide id="7" pos="5282">
          <p15:clr>
            <a:srgbClr val="A4A3A4"/>
          </p15:clr>
        </p15:guide>
        <p15:guide id="8" pos="126">
          <p15:clr>
            <a:srgbClr val="A4A3A4"/>
          </p15:clr>
        </p15:guide>
        <p15:guide id="9" pos="5046">
          <p15:clr>
            <a:srgbClr val="A4A3A4"/>
          </p15:clr>
        </p15:guide>
        <p15:guide id="10" pos="1973">
          <p15:clr>
            <a:srgbClr val="A4A3A4"/>
          </p15:clr>
        </p15:guide>
        <p15:guide id="11" pos="3396">
          <p15:clr>
            <a:srgbClr val="A4A3A4"/>
          </p15:clr>
        </p15:guide>
        <p15:guide id="12" pos="3165">
          <p15:clr>
            <a:srgbClr val="A4A3A4"/>
          </p15:clr>
        </p15:guide>
        <p15:guide id="13" pos="1575">
          <p15:clr>
            <a:srgbClr val="A4A3A4"/>
          </p15:clr>
        </p15:guide>
        <p15:guide id="14" pos="1055">
          <p15:clr>
            <a:srgbClr val="A4A3A4"/>
          </p15:clr>
        </p15:guide>
      </p15:sldGuideLst>
    </p:ext>
    <p:ext uri="{2D200454-40CA-4A62-9FC3-DE9A4176ACB9}">
      <p15:notesGuideLst xmlns="" xmlns:p15="http://schemas.microsoft.com/office/powerpoint/2012/main">
        <p15:guide id="1" orient="horz" pos="2905" userDrawn="1">
          <p15:clr>
            <a:srgbClr val="A4A3A4"/>
          </p15:clr>
        </p15:guide>
        <p15:guide id="2" pos="218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732D"/>
    <a:srgbClr val="2E398A"/>
    <a:srgbClr val="74B629"/>
    <a:srgbClr val="000000"/>
    <a:srgbClr val="968880"/>
    <a:srgbClr val="203353"/>
    <a:srgbClr val="533D2D"/>
    <a:srgbClr val="533D23"/>
    <a:srgbClr val="996633"/>
    <a:srgbClr val="8C2B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30" autoAdjust="0"/>
    <p:restoredTop sz="95005" autoAdjust="0"/>
  </p:normalViewPr>
  <p:slideViewPr>
    <p:cSldViewPr snapToGrid="0" snapToObjects="1">
      <p:cViewPr>
        <p:scale>
          <a:sx n="80" d="100"/>
          <a:sy n="80" d="100"/>
        </p:scale>
        <p:origin x="-2046" y="-1224"/>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6.xml"/><Relationship Id="rId3" Type="http://schemas.openxmlformats.org/officeDocument/2006/relationships/slideMaster" Target="slideMasters/slideMaster3.xml"/><Relationship Id="rId21" Type="http://schemas.openxmlformats.org/officeDocument/2006/relationships/slide" Target="slides/slide1.xml"/><Relationship Id="rId34"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5.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slide" Target="slides/slide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4.xml"/><Relationship Id="rId32"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3.xml"/><Relationship Id="rId28" Type="http://schemas.openxmlformats.org/officeDocument/2006/relationships/slide" Target="slides/slide8.xml"/><Relationship Id="rId36"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2.xml"/><Relationship Id="rId27" Type="http://schemas.openxmlformats.org/officeDocument/2006/relationships/slide" Target="slides/slide7.xml"/><Relationship Id="rId30" Type="http://schemas.openxmlformats.org/officeDocument/2006/relationships/slide" Target="slides/slide10.xml"/><Relationship Id="rId35" Type="http://schemas.openxmlformats.org/officeDocument/2006/relationships/theme" Target="theme/theme1.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cmnydc1\users$\sharad.chaudhary\My%20Documents\Cello%20Research\Swaps\Swap%20Spreads\SwapSpreadsHistory.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cmnydc1\users$\sharad.chaudhary\My%20Documents\Cello%20Research\Swaps\Swap%20Spreads\Swap%20Spread%20data.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SS10</c:v>
          </c:tx>
          <c:marker>
            <c:symbol val="none"/>
          </c:marker>
          <c:cat>
            <c:numRef>
              <c:f>'Data Table'!$A$989:$A$6450</c:f>
              <c:numCache>
                <c:formatCode>mm/dd/yyyy</c:formatCode>
                <c:ptCount val="5462"/>
                <c:pt idx="0">
                  <c:v>34338</c:v>
                </c:pt>
                <c:pt idx="1">
                  <c:v>34339</c:v>
                </c:pt>
                <c:pt idx="2">
                  <c:v>34340</c:v>
                </c:pt>
                <c:pt idx="3">
                  <c:v>34341</c:v>
                </c:pt>
                <c:pt idx="4">
                  <c:v>34344</c:v>
                </c:pt>
                <c:pt idx="5">
                  <c:v>34345</c:v>
                </c:pt>
                <c:pt idx="6">
                  <c:v>34346</c:v>
                </c:pt>
                <c:pt idx="7">
                  <c:v>34347</c:v>
                </c:pt>
                <c:pt idx="8">
                  <c:v>34348</c:v>
                </c:pt>
                <c:pt idx="9">
                  <c:v>34352</c:v>
                </c:pt>
                <c:pt idx="10">
                  <c:v>34353</c:v>
                </c:pt>
                <c:pt idx="11">
                  <c:v>34354</c:v>
                </c:pt>
                <c:pt idx="12">
                  <c:v>34355</c:v>
                </c:pt>
                <c:pt idx="13">
                  <c:v>34358</c:v>
                </c:pt>
                <c:pt idx="14">
                  <c:v>34359</c:v>
                </c:pt>
                <c:pt idx="15">
                  <c:v>34360</c:v>
                </c:pt>
                <c:pt idx="16">
                  <c:v>34361</c:v>
                </c:pt>
                <c:pt idx="17">
                  <c:v>34362</c:v>
                </c:pt>
                <c:pt idx="18">
                  <c:v>34365</c:v>
                </c:pt>
                <c:pt idx="19">
                  <c:v>34366</c:v>
                </c:pt>
                <c:pt idx="20">
                  <c:v>34367</c:v>
                </c:pt>
                <c:pt idx="21">
                  <c:v>34368</c:v>
                </c:pt>
                <c:pt idx="22">
                  <c:v>34369</c:v>
                </c:pt>
                <c:pt idx="23">
                  <c:v>34372</c:v>
                </c:pt>
                <c:pt idx="24">
                  <c:v>34373</c:v>
                </c:pt>
                <c:pt idx="25">
                  <c:v>34374</c:v>
                </c:pt>
                <c:pt idx="26">
                  <c:v>34375</c:v>
                </c:pt>
                <c:pt idx="27">
                  <c:v>34376</c:v>
                </c:pt>
                <c:pt idx="28">
                  <c:v>34379</c:v>
                </c:pt>
                <c:pt idx="29">
                  <c:v>34380</c:v>
                </c:pt>
                <c:pt idx="30">
                  <c:v>34381</c:v>
                </c:pt>
                <c:pt idx="31">
                  <c:v>34382</c:v>
                </c:pt>
                <c:pt idx="32">
                  <c:v>34383</c:v>
                </c:pt>
                <c:pt idx="33">
                  <c:v>34387</c:v>
                </c:pt>
                <c:pt idx="34">
                  <c:v>34388</c:v>
                </c:pt>
                <c:pt idx="35">
                  <c:v>34389</c:v>
                </c:pt>
                <c:pt idx="36">
                  <c:v>34390</c:v>
                </c:pt>
                <c:pt idx="37">
                  <c:v>34393</c:v>
                </c:pt>
                <c:pt idx="38">
                  <c:v>34394</c:v>
                </c:pt>
                <c:pt idx="39">
                  <c:v>34395</c:v>
                </c:pt>
                <c:pt idx="40">
                  <c:v>34396</c:v>
                </c:pt>
                <c:pt idx="41">
                  <c:v>34397</c:v>
                </c:pt>
                <c:pt idx="42">
                  <c:v>34400</c:v>
                </c:pt>
                <c:pt idx="43">
                  <c:v>34401</c:v>
                </c:pt>
                <c:pt idx="44">
                  <c:v>34402</c:v>
                </c:pt>
                <c:pt idx="45">
                  <c:v>34403</c:v>
                </c:pt>
                <c:pt idx="46">
                  <c:v>34404</c:v>
                </c:pt>
                <c:pt idx="47">
                  <c:v>34407</c:v>
                </c:pt>
                <c:pt idx="48">
                  <c:v>34408</c:v>
                </c:pt>
                <c:pt idx="49">
                  <c:v>34409</c:v>
                </c:pt>
                <c:pt idx="50">
                  <c:v>34410</c:v>
                </c:pt>
                <c:pt idx="51">
                  <c:v>34411</c:v>
                </c:pt>
                <c:pt idx="52">
                  <c:v>34414</c:v>
                </c:pt>
                <c:pt idx="53">
                  <c:v>34415</c:v>
                </c:pt>
                <c:pt idx="54">
                  <c:v>34416</c:v>
                </c:pt>
                <c:pt idx="55">
                  <c:v>34417</c:v>
                </c:pt>
                <c:pt idx="56">
                  <c:v>34418</c:v>
                </c:pt>
                <c:pt idx="57">
                  <c:v>34421</c:v>
                </c:pt>
                <c:pt idx="58">
                  <c:v>34422</c:v>
                </c:pt>
                <c:pt idx="59">
                  <c:v>34423</c:v>
                </c:pt>
                <c:pt idx="60">
                  <c:v>34424</c:v>
                </c:pt>
                <c:pt idx="61">
                  <c:v>34428</c:v>
                </c:pt>
                <c:pt idx="62">
                  <c:v>34429</c:v>
                </c:pt>
                <c:pt idx="63">
                  <c:v>34430</c:v>
                </c:pt>
                <c:pt idx="64">
                  <c:v>34431</c:v>
                </c:pt>
                <c:pt idx="65">
                  <c:v>34432</c:v>
                </c:pt>
                <c:pt idx="66">
                  <c:v>34435</c:v>
                </c:pt>
                <c:pt idx="67">
                  <c:v>34436</c:v>
                </c:pt>
                <c:pt idx="68">
                  <c:v>34437</c:v>
                </c:pt>
                <c:pt idx="69">
                  <c:v>34438</c:v>
                </c:pt>
                <c:pt idx="70">
                  <c:v>34439</c:v>
                </c:pt>
                <c:pt idx="71">
                  <c:v>34442</c:v>
                </c:pt>
                <c:pt idx="72">
                  <c:v>34443</c:v>
                </c:pt>
                <c:pt idx="73">
                  <c:v>34444</c:v>
                </c:pt>
                <c:pt idx="74">
                  <c:v>34445</c:v>
                </c:pt>
                <c:pt idx="75">
                  <c:v>34446</c:v>
                </c:pt>
                <c:pt idx="76">
                  <c:v>34449</c:v>
                </c:pt>
                <c:pt idx="77">
                  <c:v>34450</c:v>
                </c:pt>
                <c:pt idx="78">
                  <c:v>34451</c:v>
                </c:pt>
                <c:pt idx="79">
                  <c:v>34452</c:v>
                </c:pt>
                <c:pt idx="80">
                  <c:v>34453</c:v>
                </c:pt>
                <c:pt idx="81">
                  <c:v>34456</c:v>
                </c:pt>
                <c:pt idx="82">
                  <c:v>34457</c:v>
                </c:pt>
                <c:pt idx="83">
                  <c:v>34458</c:v>
                </c:pt>
                <c:pt idx="84">
                  <c:v>34459</c:v>
                </c:pt>
                <c:pt idx="85">
                  <c:v>34460</c:v>
                </c:pt>
                <c:pt idx="86">
                  <c:v>34463</c:v>
                </c:pt>
                <c:pt idx="87">
                  <c:v>34464</c:v>
                </c:pt>
                <c:pt idx="88">
                  <c:v>34465</c:v>
                </c:pt>
                <c:pt idx="89">
                  <c:v>34466</c:v>
                </c:pt>
                <c:pt idx="90">
                  <c:v>34467</c:v>
                </c:pt>
                <c:pt idx="91">
                  <c:v>34470</c:v>
                </c:pt>
                <c:pt idx="92">
                  <c:v>34471</c:v>
                </c:pt>
                <c:pt idx="93">
                  <c:v>34472</c:v>
                </c:pt>
                <c:pt idx="94">
                  <c:v>34473</c:v>
                </c:pt>
                <c:pt idx="95">
                  <c:v>34474</c:v>
                </c:pt>
                <c:pt idx="96">
                  <c:v>34477</c:v>
                </c:pt>
                <c:pt idx="97">
                  <c:v>34478</c:v>
                </c:pt>
                <c:pt idx="98">
                  <c:v>34479</c:v>
                </c:pt>
                <c:pt idx="99">
                  <c:v>34480</c:v>
                </c:pt>
                <c:pt idx="100">
                  <c:v>34481</c:v>
                </c:pt>
                <c:pt idx="101">
                  <c:v>34485</c:v>
                </c:pt>
                <c:pt idx="102">
                  <c:v>34486</c:v>
                </c:pt>
                <c:pt idx="103">
                  <c:v>34487</c:v>
                </c:pt>
                <c:pt idx="104">
                  <c:v>34488</c:v>
                </c:pt>
                <c:pt idx="105">
                  <c:v>34491</c:v>
                </c:pt>
                <c:pt idx="106">
                  <c:v>34492</c:v>
                </c:pt>
                <c:pt idx="107">
                  <c:v>34493</c:v>
                </c:pt>
                <c:pt idx="108">
                  <c:v>34494</c:v>
                </c:pt>
                <c:pt idx="109">
                  <c:v>34495</c:v>
                </c:pt>
                <c:pt idx="110">
                  <c:v>34498</c:v>
                </c:pt>
                <c:pt idx="111">
                  <c:v>34499</c:v>
                </c:pt>
                <c:pt idx="112">
                  <c:v>34500</c:v>
                </c:pt>
                <c:pt idx="113">
                  <c:v>34501</c:v>
                </c:pt>
                <c:pt idx="114">
                  <c:v>34502</c:v>
                </c:pt>
                <c:pt idx="115">
                  <c:v>34505</c:v>
                </c:pt>
                <c:pt idx="116">
                  <c:v>34506</c:v>
                </c:pt>
                <c:pt idx="117">
                  <c:v>34507</c:v>
                </c:pt>
                <c:pt idx="118">
                  <c:v>34508</c:v>
                </c:pt>
                <c:pt idx="119">
                  <c:v>34509</c:v>
                </c:pt>
                <c:pt idx="120">
                  <c:v>34512</c:v>
                </c:pt>
                <c:pt idx="121">
                  <c:v>34514</c:v>
                </c:pt>
                <c:pt idx="122">
                  <c:v>34515</c:v>
                </c:pt>
                <c:pt idx="123">
                  <c:v>34516</c:v>
                </c:pt>
                <c:pt idx="124">
                  <c:v>34520</c:v>
                </c:pt>
                <c:pt idx="125">
                  <c:v>34521</c:v>
                </c:pt>
                <c:pt idx="126">
                  <c:v>34522</c:v>
                </c:pt>
                <c:pt idx="127">
                  <c:v>34523</c:v>
                </c:pt>
                <c:pt idx="128">
                  <c:v>34526</c:v>
                </c:pt>
                <c:pt idx="129">
                  <c:v>34527</c:v>
                </c:pt>
                <c:pt idx="130">
                  <c:v>34528</c:v>
                </c:pt>
                <c:pt idx="131">
                  <c:v>34529</c:v>
                </c:pt>
                <c:pt idx="132">
                  <c:v>34530</c:v>
                </c:pt>
                <c:pt idx="133">
                  <c:v>34533</c:v>
                </c:pt>
                <c:pt idx="134">
                  <c:v>34534</c:v>
                </c:pt>
                <c:pt idx="135">
                  <c:v>34535</c:v>
                </c:pt>
                <c:pt idx="136">
                  <c:v>34536</c:v>
                </c:pt>
                <c:pt idx="137">
                  <c:v>34537</c:v>
                </c:pt>
                <c:pt idx="138">
                  <c:v>34540</c:v>
                </c:pt>
                <c:pt idx="139">
                  <c:v>34541</c:v>
                </c:pt>
                <c:pt idx="140">
                  <c:v>34542</c:v>
                </c:pt>
                <c:pt idx="141">
                  <c:v>34543</c:v>
                </c:pt>
                <c:pt idx="142">
                  <c:v>34544</c:v>
                </c:pt>
                <c:pt idx="143">
                  <c:v>34547</c:v>
                </c:pt>
                <c:pt idx="144">
                  <c:v>34548</c:v>
                </c:pt>
                <c:pt idx="145">
                  <c:v>34549</c:v>
                </c:pt>
                <c:pt idx="146">
                  <c:v>34550</c:v>
                </c:pt>
                <c:pt idx="147">
                  <c:v>34551</c:v>
                </c:pt>
                <c:pt idx="148">
                  <c:v>34554</c:v>
                </c:pt>
                <c:pt idx="149">
                  <c:v>34555</c:v>
                </c:pt>
                <c:pt idx="150">
                  <c:v>34556</c:v>
                </c:pt>
                <c:pt idx="151">
                  <c:v>34557</c:v>
                </c:pt>
                <c:pt idx="152">
                  <c:v>34558</c:v>
                </c:pt>
                <c:pt idx="153">
                  <c:v>34561</c:v>
                </c:pt>
                <c:pt idx="154">
                  <c:v>34562</c:v>
                </c:pt>
                <c:pt idx="155">
                  <c:v>34563</c:v>
                </c:pt>
                <c:pt idx="156">
                  <c:v>34564</c:v>
                </c:pt>
                <c:pt idx="157">
                  <c:v>34565</c:v>
                </c:pt>
                <c:pt idx="158">
                  <c:v>34568</c:v>
                </c:pt>
                <c:pt idx="159">
                  <c:v>34569</c:v>
                </c:pt>
                <c:pt idx="160">
                  <c:v>34570</c:v>
                </c:pt>
                <c:pt idx="161">
                  <c:v>34576</c:v>
                </c:pt>
                <c:pt idx="162">
                  <c:v>34577</c:v>
                </c:pt>
                <c:pt idx="163">
                  <c:v>34578</c:v>
                </c:pt>
                <c:pt idx="164">
                  <c:v>34579</c:v>
                </c:pt>
                <c:pt idx="165">
                  <c:v>34583</c:v>
                </c:pt>
                <c:pt idx="166">
                  <c:v>34584</c:v>
                </c:pt>
                <c:pt idx="167">
                  <c:v>34585</c:v>
                </c:pt>
                <c:pt idx="168">
                  <c:v>34586</c:v>
                </c:pt>
                <c:pt idx="169">
                  <c:v>34589</c:v>
                </c:pt>
                <c:pt idx="170">
                  <c:v>34590</c:v>
                </c:pt>
                <c:pt idx="171">
                  <c:v>34591</c:v>
                </c:pt>
                <c:pt idx="172">
                  <c:v>34592</c:v>
                </c:pt>
                <c:pt idx="173">
                  <c:v>34593</c:v>
                </c:pt>
                <c:pt idx="174">
                  <c:v>34596</c:v>
                </c:pt>
                <c:pt idx="175">
                  <c:v>34597</c:v>
                </c:pt>
                <c:pt idx="176">
                  <c:v>34598</c:v>
                </c:pt>
                <c:pt idx="177">
                  <c:v>34599</c:v>
                </c:pt>
                <c:pt idx="178">
                  <c:v>34600</c:v>
                </c:pt>
                <c:pt idx="179">
                  <c:v>34603</c:v>
                </c:pt>
                <c:pt idx="180">
                  <c:v>34604</c:v>
                </c:pt>
                <c:pt idx="181">
                  <c:v>34605</c:v>
                </c:pt>
                <c:pt idx="182">
                  <c:v>34606</c:v>
                </c:pt>
                <c:pt idx="183">
                  <c:v>34607</c:v>
                </c:pt>
                <c:pt idx="184">
                  <c:v>34610</c:v>
                </c:pt>
                <c:pt idx="185">
                  <c:v>34611</c:v>
                </c:pt>
                <c:pt idx="186">
                  <c:v>34612</c:v>
                </c:pt>
                <c:pt idx="187">
                  <c:v>34613</c:v>
                </c:pt>
                <c:pt idx="188">
                  <c:v>34614</c:v>
                </c:pt>
                <c:pt idx="189">
                  <c:v>34618</c:v>
                </c:pt>
                <c:pt idx="190">
                  <c:v>34619</c:v>
                </c:pt>
                <c:pt idx="191">
                  <c:v>34620</c:v>
                </c:pt>
                <c:pt idx="192">
                  <c:v>34621</c:v>
                </c:pt>
                <c:pt idx="193">
                  <c:v>34624</c:v>
                </c:pt>
                <c:pt idx="194">
                  <c:v>34625</c:v>
                </c:pt>
                <c:pt idx="195">
                  <c:v>34626</c:v>
                </c:pt>
                <c:pt idx="196">
                  <c:v>34627</c:v>
                </c:pt>
                <c:pt idx="197">
                  <c:v>34628</c:v>
                </c:pt>
                <c:pt idx="198">
                  <c:v>34631</c:v>
                </c:pt>
                <c:pt idx="199">
                  <c:v>34632</c:v>
                </c:pt>
                <c:pt idx="200">
                  <c:v>34633</c:v>
                </c:pt>
                <c:pt idx="201">
                  <c:v>34634</c:v>
                </c:pt>
                <c:pt idx="202">
                  <c:v>34635</c:v>
                </c:pt>
                <c:pt idx="203">
                  <c:v>34638</c:v>
                </c:pt>
                <c:pt idx="204">
                  <c:v>34639</c:v>
                </c:pt>
                <c:pt idx="205">
                  <c:v>34640</c:v>
                </c:pt>
                <c:pt idx="206">
                  <c:v>34641</c:v>
                </c:pt>
                <c:pt idx="207">
                  <c:v>34642</c:v>
                </c:pt>
                <c:pt idx="208">
                  <c:v>34645</c:v>
                </c:pt>
                <c:pt idx="209">
                  <c:v>34646</c:v>
                </c:pt>
                <c:pt idx="210">
                  <c:v>34647</c:v>
                </c:pt>
                <c:pt idx="211">
                  <c:v>34648</c:v>
                </c:pt>
                <c:pt idx="212">
                  <c:v>34652</c:v>
                </c:pt>
                <c:pt idx="213">
                  <c:v>34653</c:v>
                </c:pt>
                <c:pt idx="214">
                  <c:v>34654</c:v>
                </c:pt>
                <c:pt idx="215">
                  <c:v>34655</c:v>
                </c:pt>
                <c:pt idx="216">
                  <c:v>34656</c:v>
                </c:pt>
                <c:pt idx="217">
                  <c:v>34659</c:v>
                </c:pt>
                <c:pt idx="218">
                  <c:v>34660</c:v>
                </c:pt>
                <c:pt idx="219">
                  <c:v>34661</c:v>
                </c:pt>
                <c:pt idx="220">
                  <c:v>34663</c:v>
                </c:pt>
                <c:pt idx="221">
                  <c:v>34666</c:v>
                </c:pt>
                <c:pt idx="222">
                  <c:v>34667</c:v>
                </c:pt>
                <c:pt idx="223">
                  <c:v>34668</c:v>
                </c:pt>
                <c:pt idx="224">
                  <c:v>34669</c:v>
                </c:pt>
                <c:pt idx="225">
                  <c:v>34670</c:v>
                </c:pt>
                <c:pt idx="226">
                  <c:v>34673</c:v>
                </c:pt>
                <c:pt idx="227">
                  <c:v>34674</c:v>
                </c:pt>
                <c:pt idx="228">
                  <c:v>34675</c:v>
                </c:pt>
                <c:pt idx="229">
                  <c:v>34676</c:v>
                </c:pt>
                <c:pt idx="230">
                  <c:v>34677</c:v>
                </c:pt>
                <c:pt idx="231">
                  <c:v>34680</c:v>
                </c:pt>
                <c:pt idx="232">
                  <c:v>34681</c:v>
                </c:pt>
                <c:pt idx="233">
                  <c:v>34682</c:v>
                </c:pt>
                <c:pt idx="234">
                  <c:v>34683</c:v>
                </c:pt>
                <c:pt idx="235">
                  <c:v>34684</c:v>
                </c:pt>
                <c:pt idx="236">
                  <c:v>34687</c:v>
                </c:pt>
                <c:pt idx="237">
                  <c:v>34688</c:v>
                </c:pt>
                <c:pt idx="238">
                  <c:v>34689</c:v>
                </c:pt>
                <c:pt idx="239">
                  <c:v>34690</c:v>
                </c:pt>
                <c:pt idx="240">
                  <c:v>34691</c:v>
                </c:pt>
                <c:pt idx="241">
                  <c:v>34695</c:v>
                </c:pt>
                <c:pt idx="242">
                  <c:v>34696</c:v>
                </c:pt>
                <c:pt idx="243">
                  <c:v>34697</c:v>
                </c:pt>
                <c:pt idx="244">
                  <c:v>34698</c:v>
                </c:pt>
                <c:pt idx="245">
                  <c:v>34702</c:v>
                </c:pt>
                <c:pt idx="246">
                  <c:v>34703</c:v>
                </c:pt>
                <c:pt idx="247">
                  <c:v>34704</c:v>
                </c:pt>
                <c:pt idx="248">
                  <c:v>34705</c:v>
                </c:pt>
                <c:pt idx="249">
                  <c:v>34708</c:v>
                </c:pt>
                <c:pt idx="250">
                  <c:v>34709</c:v>
                </c:pt>
                <c:pt idx="251">
                  <c:v>34710</c:v>
                </c:pt>
                <c:pt idx="252">
                  <c:v>34711</c:v>
                </c:pt>
                <c:pt idx="253">
                  <c:v>34712</c:v>
                </c:pt>
                <c:pt idx="254">
                  <c:v>34716</c:v>
                </c:pt>
                <c:pt idx="255">
                  <c:v>34717</c:v>
                </c:pt>
                <c:pt idx="256">
                  <c:v>34718</c:v>
                </c:pt>
                <c:pt idx="257">
                  <c:v>34719</c:v>
                </c:pt>
                <c:pt idx="258">
                  <c:v>34722</c:v>
                </c:pt>
                <c:pt idx="259">
                  <c:v>34723</c:v>
                </c:pt>
                <c:pt idx="260">
                  <c:v>34724</c:v>
                </c:pt>
                <c:pt idx="261">
                  <c:v>34725</c:v>
                </c:pt>
                <c:pt idx="262">
                  <c:v>34726</c:v>
                </c:pt>
                <c:pt idx="263">
                  <c:v>34729</c:v>
                </c:pt>
                <c:pt idx="264">
                  <c:v>34730</c:v>
                </c:pt>
                <c:pt idx="265">
                  <c:v>34731</c:v>
                </c:pt>
                <c:pt idx="266">
                  <c:v>34732</c:v>
                </c:pt>
                <c:pt idx="267">
                  <c:v>34733</c:v>
                </c:pt>
                <c:pt idx="268">
                  <c:v>34736</c:v>
                </c:pt>
                <c:pt idx="269">
                  <c:v>34737</c:v>
                </c:pt>
                <c:pt idx="270">
                  <c:v>34738</c:v>
                </c:pt>
                <c:pt idx="271">
                  <c:v>34739</c:v>
                </c:pt>
                <c:pt idx="272">
                  <c:v>34740</c:v>
                </c:pt>
                <c:pt idx="273">
                  <c:v>34743</c:v>
                </c:pt>
                <c:pt idx="274">
                  <c:v>34744</c:v>
                </c:pt>
                <c:pt idx="275">
                  <c:v>34745</c:v>
                </c:pt>
                <c:pt idx="276">
                  <c:v>34746</c:v>
                </c:pt>
                <c:pt idx="277">
                  <c:v>34747</c:v>
                </c:pt>
                <c:pt idx="278">
                  <c:v>34751</c:v>
                </c:pt>
                <c:pt idx="279">
                  <c:v>34752</c:v>
                </c:pt>
                <c:pt idx="280">
                  <c:v>34753</c:v>
                </c:pt>
                <c:pt idx="281">
                  <c:v>34754</c:v>
                </c:pt>
                <c:pt idx="282">
                  <c:v>34757</c:v>
                </c:pt>
                <c:pt idx="283">
                  <c:v>34758</c:v>
                </c:pt>
                <c:pt idx="284">
                  <c:v>34759</c:v>
                </c:pt>
                <c:pt idx="285">
                  <c:v>34760</c:v>
                </c:pt>
                <c:pt idx="286">
                  <c:v>34761</c:v>
                </c:pt>
                <c:pt idx="287">
                  <c:v>34764</c:v>
                </c:pt>
                <c:pt idx="288">
                  <c:v>34765</c:v>
                </c:pt>
                <c:pt idx="289">
                  <c:v>34766</c:v>
                </c:pt>
                <c:pt idx="290">
                  <c:v>34767</c:v>
                </c:pt>
                <c:pt idx="291">
                  <c:v>34768</c:v>
                </c:pt>
                <c:pt idx="292">
                  <c:v>34771</c:v>
                </c:pt>
                <c:pt idx="293">
                  <c:v>34772</c:v>
                </c:pt>
                <c:pt idx="294">
                  <c:v>34773</c:v>
                </c:pt>
                <c:pt idx="295">
                  <c:v>34774</c:v>
                </c:pt>
                <c:pt idx="296">
                  <c:v>34775</c:v>
                </c:pt>
                <c:pt idx="297">
                  <c:v>34778</c:v>
                </c:pt>
                <c:pt idx="298">
                  <c:v>34779</c:v>
                </c:pt>
                <c:pt idx="299">
                  <c:v>34780</c:v>
                </c:pt>
                <c:pt idx="300">
                  <c:v>34781</c:v>
                </c:pt>
                <c:pt idx="301">
                  <c:v>34782</c:v>
                </c:pt>
                <c:pt idx="302">
                  <c:v>34785</c:v>
                </c:pt>
                <c:pt idx="303">
                  <c:v>34786</c:v>
                </c:pt>
                <c:pt idx="304">
                  <c:v>34787</c:v>
                </c:pt>
                <c:pt idx="305">
                  <c:v>34788</c:v>
                </c:pt>
                <c:pt idx="306">
                  <c:v>34789</c:v>
                </c:pt>
                <c:pt idx="307">
                  <c:v>34792</c:v>
                </c:pt>
                <c:pt idx="308">
                  <c:v>34793</c:v>
                </c:pt>
                <c:pt idx="309">
                  <c:v>34794</c:v>
                </c:pt>
                <c:pt idx="310">
                  <c:v>34795</c:v>
                </c:pt>
                <c:pt idx="311">
                  <c:v>34796</c:v>
                </c:pt>
                <c:pt idx="312">
                  <c:v>34799</c:v>
                </c:pt>
                <c:pt idx="313">
                  <c:v>34800</c:v>
                </c:pt>
                <c:pt idx="314">
                  <c:v>34801</c:v>
                </c:pt>
                <c:pt idx="315">
                  <c:v>34802</c:v>
                </c:pt>
                <c:pt idx="316">
                  <c:v>34806</c:v>
                </c:pt>
                <c:pt idx="317">
                  <c:v>34807</c:v>
                </c:pt>
                <c:pt idx="318">
                  <c:v>34808</c:v>
                </c:pt>
                <c:pt idx="319">
                  <c:v>34809</c:v>
                </c:pt>
                <c:pt idx="320">
                  <c:v>34810</c:v>
                </c:pt>
                <c:pt idx="321">
                  <c:v>34813</c:v>
                </c:pt>
                <c:pt idx="322">
                  <c:v>34814</c:v>
                </c:pt>
                <c:pt idx="323">
                  <c:v>34815</c:v>
                </c:pt>
                <c:pt idx="324">
                  <c:v>34816</c:v>
                </c:pt>
                <c:pt idx="325">
                  <c:v>34817</c:v>
                </c:pt>
                <c:pt idx="326">
                  <c:v>34820</c:v>
                </c:pt>
                <c:pt idx="327">
                  <c:v>34821</c:v>
                </c:pt>
                <c:pt idx="328">
                  <c:v>34822</c:v>
                </c:pt>
                <c:pt idx="329">
                  <c:v>34823</c:v>
                </c:pt>
                <c:pt idx="330">
                  <c:v>34824</c:v>
                </c:pt>
                <c:pt idx="331">
                  <c:v>34827</c:v>
                </c:pt>
                <c:pt idx="332">
                  <c:v>34828</c:v>
                </c:pt>
                <c:pt idx="333">
                  <c:v>34829</c:v>
                </c:pt>
                <c:pt idx="334">
                  <c:v>34830</c:v>
                </c:pt>
                <c:pt idx="335">
                  <c:v>34831</c:v>
                </c:pt>
                <c:pt idx="336">
                  <c:v>34834</c:v>
                </c:pt>
                <c:pt idx="337">
                  <c:v>34835</c:v>
                </c:pt>
                <c:pt idx="338">
                  <c:v>34836</c:v>
                </c:pt>
                <c:pt idx="339">
                  <c:v>34837</c:v>
                </c:pt>
                <c:pt idx="340">
                  <c:v>34838</c:v>
                </c:pt>
                <c:pt idx="341">
                  <c:v>34841</c:v>
                </c:pt>
                <c:pt idx="342">
                  <c:v>34842</c:v>
                </c:pt>
                <c:pt idx="343">
                  <c:v>34843</c:v>
                </c:pt>
                <c:pt idx="344">
                  <c:v>34844</c:v>
                </c:pt>
                <c:pt idx="345">
                  <c:v>34845</c:v>
                </c:pt>
                <c:pt idx="346">
                  <c:v>34849</c:v>
                </c:pt>
                <c:pt idx="347">
                  <c:v>34850</c:v>
                </c:pt>
                <c:pt idx="348">
                  <c:v>34851</c:v>
                </c:pt>
                <c:pt idx="349">
                  <c:v>34852</c:v>
                </c:pt>
                <c:pt idx="350">
                  <c:v>34855</c:v>
                </c:pt>
                <c:pt idx="351">
                  <c:v>34856</c:v>
                </c:pt>
                <c:pt idx="352">
                  <c:v>34857</c:v>
                </c:pt>
                <c:pt idx="353">
                  <c:v>34858</c:v>
                </c:pt>
                <c:pt idx="354">
                  <c:v>34859</c:v>
                </c:pt>
                <c:pt idx="355">
                  <c:v>34862</c:v>
                </c:pt>
                <c:pt idx="356">
                  <c:v>34863</c:v>
                </c:pt>
                <c:pt idx="357">
                  <c:v>34864</c:v>
                </c:pt>
                <c:pt idx="358">
                  <c:v>34865</c:v>
                </c:pt>
                <c:pt idx="359">
                  <c:v>34866</c:v>
                </c:pt>
                <c:pt idx="360">
                  <c:v>34869</c:v>
                </c:pt>
                <c:pt idx="361">
                  <c:v>34870</c:v>
                </c:pt>
                <c:pt idx="362">
                  <c:v>34871</c:v>
                </c:pt>
                <c:pt idx="363">
                  <c:v>34872</c:v>
                </c:pt>
                <c:pt idx="364">
                  <c:v>34873</c:v>
                </c:pt>
                <c:pt idx="365">
                  <c:v>34876</c:v>
                </c:pt>
                <c:pt idx="366">
                  <c:v>34877</c:v>
                </c:pt>
                <c:pt idx="367">
                  <c:v>34878</c:v>
                </c:pt>
                <c:pt idx="368">
                  <c:v>34879</c:v>
                </c:pt>
                <c:pt idx="369">
                  <c:v>34880</c:v>
                </c:pt>
                <c:pt idx="370">
                  <c:v>34883</c:v>
                </c:pt>
                <c:pt idx="371">
                  <c:v>34885</c:v>
                </c:pt>
                <c:pt idx="372">
                  <c:v>34886</c:v>
                </c:pt>
                <c:pt idx="373">
                  <c:v>34887</c:v>
                </c:pt>
                <c:pt idx="374">
                  <c:v>34890</c:v>
                </c:pt>
                <c:pt idx="375">
                  <c:v>34891</c:v>
                </c:pt>
                <c:pt idx="376">
                  <c:v>34892</c:v>
                </c:pt>
                <c:pt idx="377">
                  <c:v>34893</c:v>
                </c:pt>
                <c:pt idx="378">
                  <c:v>34894</c:v>
                </c:pt>
                <c:pt idx="379">
                  <c:v>34897</c:v>
                </c:pt>
                <c:pt idx="380">
                  <c:v>34898</c:v>
                </c:pt>
                <c:pt idx="381">
                  <c:v>34899</c:v>
                </c:pt>
                <c:pt idx="382">
                  <c:v>34900</c:v>
                </c:pt>
                <c:pt idx="383">
                  <c:v>34901</c:v>
                </c:pt>
                <c:pt idx="384">
                  <c:v>34904</c:v>
                </c:pt>
                <c:pt idx="385">
                  <c:v>34905</c:v>
                </c:pt>
                <c:pt idx="386">
                  <c:v>34906</c:v>
                </c:pt>
                <c:pt idx="387">
                  <c:v>34907</c:v>
                </c:pt>
                <c:pt idx="388">
                  <c:v>34908</c:v>
                </c:pt>
                <c:pt idx="389">
                  <c:v>34911</c:v>
                </c:pt>
                <c:pt idx="390">
                  <c:v>34912</c:v>
                </c:pt>
                <c:pt idx="391">
                  <c:v>34913</c:v>
                </c:pt>
                <c:pt idx="392">
                  <c:v>34914</c:v>
                </c:pt>
                <c:pt idx="393">
                  <c:v>34915</c:v>
                </c:pt>
                <c:pt idx="394">
                  <c:v>34918</c:v>
                </c:pt>
                <c:pt idx="395">
                  <c:v>34919</c:v>
                </c:pt>
                <c:pt idx="396">
                  <c:v>34920</c:v>
                </c:pt>
                <c:pt idx="397">
                  <c:v>34921</c:v>
                </c:pt>
                <c:pt idx="398">
                  <c:v>34922</c:v>
                </c:pt>
                <c:pt idx="399">
                  <c:v>34925</c:v>
                </c:pt>
                <c:pt idx="400">
                  <c:v>34926</c:v>
                </c:pt>
                <c:pt idx="401">
                  <c:v>34927</c:v>
                </c:pt>
                <c:pt idx="402">
                  <c:v>34928</c:v>
                </c:pt>
                <c:pt idx="403">
                  <c:v>34929</c:v>
                </c:pt>
                <c:pt idx="404">
                  <c:v>34932</c:v>
                </c:pt>
                <c:pt idx="405">
                  <c:v>34933</c:v>
                </c:pt>
                <c:pt idx="406">
                  <c:v>34934</c:v>
                </c:pt>
                <c:pt idx="407">
                  <c:v>34935</c:v>
                </c:pt>
                <c:pt idx="408">
                  <c:v>34936</c:v>
                </c:pt>
                <c:pt idx="409">
                  <c:v>34939</c:v>
                </c:pt>
                <c:pt idx="410">
                  <c:v>34940</c:v>
                </c:pt>
                <c:pt idx="411">
                  <c:v>34941</c:v>
                </c:pt>
                <c:pt idx="412">
                  <c:v>34942</c:v>
                </c:pt>
                <c:pt idx="413">
                  <c:v>34943</c:v>
                </c:pt>
                <c:pt idx="414">
                  <c:v>34947</c:v>
                </c:pt>
                <c:pt idx="415">
                  <c:v>34948</c:v>
                </c:pt>
                <c:pt idx="416">
                  <c:v>34949</c:v>
                </c:pt>
                <c:pt idx="417">
                  <c:v>34950</c:v>
                </c:pt>
                <c:pt idx="418">
                  <c:v>34953</c:v>
                </c:pt>
                <c:pt idx="419">
                  <c:v>34954</c:v>
                </c:pt>
                <c:pt idx="420">
                  <c:v>34955</c:v>
                </c:pt>
                <c:pt idx="421">
                  <c:v>34956</c:v>
                </c:pt>
                <c:pt idx="422">
                  <c:v>34957</c:v>
                </c:pt>
                <c:pt idx="423">
                  <c:v>34960</c:v>
                </c:pt>
                <c:pt idx="424">
                  <c:v>34961</c:v>
                </c:pt>
                <c:pt idx="425">
                  <c:v>34962</c:v>
                </c:pt>
                <c:pt idx="426">
                  <c:v>34963</c:v>
                </c:pt>
                <c:pt idx="427">
                  <c:v>34964</c:v>
                </c:pt>
                <c:pt idx="428">
                  <c:v>34967</c:v>
                </c:pt>
                <c:pt idx="429">
                  <c:v>34968</c:v>
                </c:pt>
                <c:pt idx="430">
                  <c:v>34969</c:v>
                </c:pt>
                <c:pt idx="431">
                  <c:v>34970</c:v>
                </c:pt>
                <c:pt idx="432">
                  <c:v>34971</c:v>
                </c:pt>
                <c:pt idx="433">
                  <c:v>34974</c:v>
                </c:pt>
                <c:pt idx="434">
                  <c:v>34975</c:v>
                </c:pt>
                <c:pt idx="435">
                  <c:v>34976</c:v>
                </c:pt>
                <c:pt idx="436">
                  <c:v>34977</c:v>
                </c:pt>
                <c:pt idx="437">
                  <c:v>34978</c:v>
                </c:pt>
                <c:pt idx="438">
                  <c:v>34982</c:v>
                </c:pt>
                <c:pt idx="439">
                  <c:v>34983</c:v>
                </c:pt>
                <c:pt idx="440">
                  <c:v>34984</c:v>
                </c:pt>
                <c:pt idx="441">
                  <c:v>34985</c:v>
                </c:pt>
                <c:pt idx="442">
                  <c:v>34988</c:v>
                </c:pt>
                <c:pt idx="443">
                  <c:v>34989</c:v>
                </c:pt>
                <c:pt idx="444">
                  <c:v>34990</c:v>
                </c:pt>
                <c:pt idx="445">
                  <c:v>34991</c:v>
                </c:pt>
                <c:pt idx="446">
                  <c:v>34992</c:v>
                </c:pt>
                <c:pt idx="447">
                  <c:v>34995</c:v>
                </c:pt>
                <c:pt idx="448">
                  <c:v>34996</c:v>
                </c:pt>
                <c:pt idx="449">
                  <c:v>34997</c:v>
                </c:pt>
                <c:pt idx="450">
                  <c:v>34998</c:v>
                </c:pt>
                <c:pt idx="451">
                  <c:v>34999</c:v>
                </c:pt>
                <c:pt idx="452">
                  <c:v>35002</c:v>
                </c:pt>
                <c:pt idx="453">
                  <c:v>35003</c:v>
                </c:pt>
                <c:pt idx="454">
                  <c:v>35004</c:v>
                </c:pt>
                <c:pt idx="455">
                  <c:v>35005</c:v>
                </c:pt>
                <c:pt idx="456">
                  <c:v>35006</c:v>
                </c:pt>
                <c:pt idx="457">
                  <c:v>35009</c:v>
                </c:pt>
                <c:pt idx="458">
                  <c:v>35010</c:v>
                </c:pt>
                <c:pt idx="459">
                  <c:v>35011</c:v>
                </c:pt>
                <c:pt idx="460">
                  <c:v>35012</c:v>
                </c:pt>
                <c:pt idx="461">
                  <c:v>35013</c:v>
                </c:pt>
                <c:pt idx="462">
                  <c:v>35016</c:v>
                </c:pt>
                <c:pt idx="463">
                  <c:v>35017</c:v>
                </c:pt>
                <c:pt idx="464">
                  <c:v>35018</c:v>
                </c:pt>
                <c:pt idx="465">
                  <c:v>35019</c:v>
                </c:pt>
                <c:pt idx="466">
                  <c:v>35020</c:v>
                </c:pt>
                <c:pt idx="467">
                  <c:v>35023</c:v>
                </c:pt>
                <c:pt idx="468">
                  <c:v>35024</c:v>
                </c:pt>
                <c:pt idx="469">
                  <c:v>35025</c:v>
                </c:pt>
                <c:pt idx="470">
                  <c:v>35027</c:v>
                </c:pt>
                <c:pt idx="471">
                  <c:v>35030</c:v>
                </c:pt>
                <c:pt idx="472">
                  <c:v>35031</c:v>
                </c:pt>
                <c:pt idx="473">
                  <c:v>35032</c:v>
                </c:pt>
                <c:pt idx="474">
                  <c:v>35033</c:v>
                </c:pt>
                <c:pt idx="475">
                  <c:v>35034</c:v>
                </c:pt>
                <c:pt idx="476">
                  <c:v>35037</c:v>
                </c:pt>
                <c:pt idx="477">
                  <c:v>35038</c:v>
                </c:pt>
                <c:pt idx="478">
                  <c:v>35039</c:v>
                </c:pt>
                <c:pt idx="479">
                  <c:v>35040</c:v>
                </c:pt>
                <c:pt idx="480">
                  <c:v>35041</c:v>
                </c:pt>
                <c:pt idx="481">
                  <c:v>35044</c:v>
                </c:pt>
                <c:pt idx="482">
                  <c:v>35045</c:v>
                </c:pt>
                <c:pt idx="483">
                  <c:v>35046</c:v>
                </c:pt>
                <c:pt idx="484">
                  <c:v>35047</c:v>
                </c:pt>
                <c:pt idx="485">
                  <c:v>35048</c:v>
                </c:pt>
                <c:pt idx="486">
                  <c:v>35051</c:v>
                </c:pt>
                <c:pt idx="487">
                  <c:v>35052</c:v>
                </c:pt>
                <c:pt idx="488">
                  <c:v>35053</c:v>
                </c:pt>
                <c:pt idx="489">
                  <c:v>35054</c:v>
                </c:pt>
                <c:pt idx="490">
                  <c:v>35055</c:v>
                </c:pt>
                <c:pt idx="491">
                  <c:v>35059</c:v>
                </c:pt>
                <c:pt idx="492">
                  <c:v>35060</c:v>
                </c:pt>
                <c:pt idx="493">
                  <c:v>35061</c:v>
                </c:pt>
                <c:pt idx="494">
                  <c:v>35062</c:v>
                </c:pt>
                <c:pt idx="495">
                  <c:v>35066</c:v>
                </c:pt>
                <c:pt idx="496">
                  <c:v>35067</c:v>
                </c:pt>
                <c:pt idx="497">
                  <c:v>35068</c:v>
                </c:pt>
                <c:pt idx="498">
                  <c:v>35069</c:v>
                </c:pt>
                <c:pt idx="499">
                  <c:v>35072</c:v>
                </c:pt>
                <c:pt idx="500">
                  <c:v>35073</c:v>
                </c:pt>
                <c:pt idx="501">
                  <c:v>35074</c:v>
                </c:pt>
                <c:pt idx="502">
                  <c:v>35075</c:v>
                </c:pt>
                <c:pt idx="503">
                  <c:v>35076</c:v>
                </c:pt>
                <c:pt idx="504">
                  <c:v>35080</c:v>
                </c:pt>
                <c:pt idx="505">
                  <c:v>35081</c:v>
                </c:pt>
                <c:pt idx="506">
                  <c:v>35082</c:v>
                </c:pt>
                <c:pt idx="507">
                  <c:v>35083</c:v>
                </c:pt>
                <c:pt idx="508">
                  <c:v>35086</c:v>
                </c:pt>
                <c:pt idx="509">
                  <c:v>35087</c:v>
                </c:pt>
                <c:pt idx="510">
                  <c:v>35088</c:v>
                </c:pt>
                <c:pt idx="511">
                  <c:v>35089</c:v>
                </c:pt>
                <c:pt idx="512">
                  <c:v>35090</c:v>
                </c:pt>
                <c:pt idx="513">
                  <c:v>35093</c:v>
                </c:pt>
                <c:pt idx="514">
                  <c:v>35094</c:v>
                </c:pt>
                <c:pt idx="515">
                  <c:v>35095</c:v>
                </c:pt>
                <c:pt idx="516">
                  <c:v>35096</c:v>
                </c:pt>
                <c:pt idx="517">
                  <c:v>35097</c:v>
                </c:pt>
                <c:pt idx="518">
                  <c:v>35100</c:v>
                </c:pt>
                <c:pt idx="519">
                  <c:v>35101</c:v>
                </c:pt>
                <c:pt idx="520">
                  <c:v>35102</c:v>
                </c:pt>
                <c:pt idx="521">
                  <c:v>35103</c:v>
                </c:pt>
                <c:pt idx="522">
                  <c:v>35104</c:v>
                </c:pt>
                <c:pt idx="523">
                  <c:v>35107</c:v>
                </c:pt>
                <c:pt idx="524">
                  <c:v>35108</c:v>
                </c:pt>
                <c:pt idx="525">
                  <c:v>35109</c:v>
                </c:pt>
                <c:pt idx="526">
                  <c:v>35110</c:v>
                </c:pt>
                <c:pt idx="527">
                  <c:v>35111</c:v>
                </c:pt>
                <c:pt idx="528">
                  <c:v>35115</c:v>
                </c:pt>
                <c:pt idx="529">
                  <c:v>35117</c:v>
                </c:pt>
                <c:pt idx="530">
                  <c:v>35118</c:v>
                </c:pt>
                <c:pt idx="531">
                  <c:v>35121</c:v>
                </c:pt>
                <c:pt idx="532">
                  <c:v>35122</c:v>
                </c:pt>
                <c:pt idx="533">
                  <c:v>35123</c:v>
                </c:pt>
                <c:pt idx="534">
                  <c:v>35124</c:v>
                </c:pt>
                <c:pt idx="535">
                  <c:v>35125</c:v>
                </c:pt>
                <c:pt idx="536">
                  <c:v>35128</c:v>
                </c:pt>
                <c:pt idx="537">
                  <c:v>35129</c:v>
                </c:pt>
                <c:pt idx="538">
                  <c:v>35130</c:v>
                </c:pt>
                <c:pt idx="539">
                  <c:v>35131</c:v>
                </c:pt>
                <c:pt idx="540">
                  <c:v>35132</c:v>
                </c:pt>
                <c:pt idx="541">
                  <c:v>35135</c:v>
                </c:pt>
                <c:pt idx="542">
                  <c:v>35136</c:v>
                </c:pt>
                <c:pt idx="543">
                  <c:v>35137</c:v>
                </c:pt>
                <c:pt idx="544">
                  <c:v>35138</c:v>
                </c:pt>
                <c:pt idx="545">
                  <c:v>35139</c:v>
                </c:pt>
                <c:pt idx="546">
                  <c:v>35142</c:v>
                </c:pt>
                <c:pt idx="547">
                  <c:v>35143</c:v>
                </c:pt>
                <c:pt idx="548">
                  <c:v>35144</c:v>
                </c:pt>
                <c:pt idx="549">
                  <c:v>35145</c:v>
                </c:pt>
                <c:pt idx="550">
                  <c:v>35146</c:v>
                </c:pt>
                <c:pt idx="551">
                  <c:v>35149</c:v>
                </c:pt>
                <c:pt idx="552">
                  <c:v>35150</c:v>
                </c:pt>
                <c:pt idx="553">
                  <c:v>35151</c:v>
                </c:pt>
                <c:pt idx="554">
                  <c:v>35152</c:v>
                </c:pt>
                <c:pt idx="555">
                  <c:v>35153</c:v>
                </c:pt>
                <c:pt idx="556">
                  <c:v>35156</c:v>
                </c:pt>
                <c:pt idx="557">
                  <c:v>35157</c:v>
                </c:pt>
                <c:pt idx="558">
                  <c:v>35158</c:v>
                </c:pt>
                <c:pt idx="559">
                  <c:v>35159</c:v>
                </c:pt>
                <c:pt idx="560">
                  <c:v>35163</c:v>
                </c:pt>
                <c:pt idx="561">
                  <c:v>35164</c:v>
                </c:pt>
                <c:pt idx="562">
                  <c:v>35165</c:v>
                </c:pt>
                <c:pt idx="563">
                  <c:v>35166</c:v>
                </c:pt>
                <c:pt idx="564">
                  <c:v>35167</c:v>
                </c:pt>
                <c:pt idx="565">
                  <c:v>35170</c:v>
                </c:pt>
                <c:pt idx="566">
                  <c:v>35171</c:v>
                </c:pt>
                <c:pt idx="567">
                  <c:v>35172</c:v>
                </c:pt>
                <c:pt idx="568">
                  <c:v>35173</c:v>
                </c:pt>
                <c:pt idx="569">
                  <c:v>35174</c:v>
                </c:pt>
                <c:pt idx="570">
                  <c:v>35177</c:v>
                </c:pt>
                <c:pt idx="571">
                  <c:v>35178</c:v>
                </c:pt>
                <c:pt idx="572">
                  <c:v>35179</c:v>
                </c:pt>
                <c:pt idx="573">
                  <c:v>35180</c:v>
                </c:pt>
                <c:pt idx="574">
                  <c:v>35181</c:v>
                </c:pt>
                <c:pt idx="575">
                  <c:v>35184</c:v>
                </c:pt>
                <c:pt idx="576">
                  <c:v>35185</c:v>
                </c:pt>
                <c:pt idx="577">
                  <c:v>35186</c:v>
                </c:pt>
                <c:pt idx="578">
                  <c:v>35187</c:v>
                </c:pt>
                <c:pt idx="579">
                  <c:v>35188</c:v>
                </c:pt>
                <c:pt idx="580">
                  <c:v>35191</c:v>
                </c:pt>
                <c:pt idx="581">
                  <c:v>35192</c:v>
                </c:pt>
                <c:pt idx="582">
                  <c:v>35193</c:v>
                </c:pt>
                <c:pt idx="583">
                  <c:v>35194</c:v>
                </c:pt>
                <c:pt idx="584">
                  <c:v>35195</c:v>
                </c:pt>
                <c:pt idx="585">
                  <c:v>35198</c:v>
                </c:pt>
                <c:pt idx="586">
                  <c:v>35199</c:v>
                </c:pt>
                <c:pt idx="587">
                  <c:v>35200</c:v>
                </c:pt>
                <c:pt idx="588">
                  <c:v>35201</c:v>
                </c:pt>
                <c:pt idx="589">
                  <c:v>35202</c:v>
                </c:pt>
                <c:pt idx="590">
                  <c:v>35205</c:v>
                </c:pt>
                <c:pt idx="591">
                  <c:v>35206</c:v>
                </c:pt>
                <c:pt idx="592">
                  <c:v>35207</c:v>
                </c:pt>
                <c:pt idx="593">
                  <c:v>35208</c:v>
                </c:pt>
                <c:pt idx="594">
                  <c:v>35209</c:v>
                </c:pt>
                <c:pt idx="595">
                  <c:v>35213</c:v>
                </c:pt>
                <c:pt idx="596">
                  <c:v>35214</c:v>
                </c:pt>
                <c:pt idx="597">
                  <c:v>35215</c:v>
                </c:pt>
                <c:pt idx="598">
                  <c:v>35216</c:v>
                </c:pt>
                <c:pt idx="599">
                  <c:v>35219</c:v>
                </c:pt>
                <c:pt idx="600">
                  <c:v>35220</c:v>
                </c:pt>
                <c:pt idx="601">
                  <c:v>35221</c:v>
                </c:pt>
                <c:pt idx="602">
                  <c:v>35222</c:v>
                </c:pt>
                <c:pt idx="603">
                  <c:v>35223</c:v>
                </c:pt>
                <c:pt idx="604">
                  <c:v>35226</c:v>
                </c:pt>
                <c:pt idx="605">
                  <c:v>35227</c:v>
                </c:pt>
                <c:pt idx="606">
                  <c:v>35228</c:v>
                </c:pt>
                <c:pt idx="607">
                  <c:v>35229</c:v>
                </c:pt>
                <c:pt idx="608">
                  <c:v>35230</c:v>
                </c:pt>
                <c:pt idx="609">
                  <c:v>35233</c:v>
                </c:pt>
                <c:pt idx="610">
                  <c:v>35234</c:v>
                </c:pt>
                <c:pt idx="611">
                  <c:v>35235</c:v>
                </c:pt>
                <c:pt idx="612">
                  <c:v>35236</c:v>
                </c:pt>
                <c:pt idx="613">
                  <c:v>35237</c:v>
                </c:pt>
                <c:pt idx="614">
                  <c:v>35240</c:v>
                </c:pt>
                <c:pt idx="615">
                  <c:v>35241</c:v>
                </c:pt>
                <c:pt idx="616">
                  <c:v>35242</c:v>
                </c:pt>
                <c:pt idx="617">
                  <c:v>35243</c:v>
                </c:pt>
                <c:pt idx="618">
                  <c:v>35244</c:v>
                </c:pt>
                <c:pt idx="619">
                  <c:v>35247</c:v>
                </c:pt>
                <c:pt idx="620">
                  <c:v>35248</c:v>
                </c:pt>
                <c:pt idx="621">
                  <c:v>35249</c:v>
                </c:pt>
                <c:pt idx="622">
                  <c:v>35251</c:v>
                </c:pt>
                <c:pt idx="623">
                  <c:v>35254</c:v>
                </c:pt>
                <c:pt idx="624">
                  <c:v>35255</c:v>
                </c:pt>
                <c:pt idx="625">
                  <c:v>35256</c:v>
                </c:pt>
                <c:pt idx="626">
                  <c:v>35257</c:v>
                </c:pt>
                <c:pt idx="627">
                  <c:v>35258</c:v>
                </c:pt>
                <c:pt idx="628">
                  <c:v>35261</c:v>
                </c:pt>
                <c:pt idx="629">
                  <c:v>35262</c:v>
                </c:pt>
                <c:pt idx="630">
                  <c:v>35263</c:v>
                </c:pt>
                <c:pt idx="631">
                  <c:v>35264</c:v>
                </c:pt>
                <c:pt idx="632">
                  <c:v>35265</c:v>
                </c:pt>
                <c:pt idx="633">
                  <c:v>35268</c:v>
                </c:pt>
                <c:pt idx="634">
                  <c:v>35269</c:v>
                </c:pt>
                <c:pt idx="635">
                  <c:v>35270</c:v>
                </c:pt>
                <c:pt idx="636">
                  <c:v>35271</c:v>
                </c:pt>
                <c:pt idx="637">
                  <c:v>35272</c:v>
                </c:pt>
                <c:pt idx="638">
                  <c:v>35275</c:v>
                </c:pt>
                <c:pt idx="639">
                  <c:v>35276</c:v>
                </c:pt>
                <c:pt idx="640">
                  <c:v>35277</c:v>
                </c:pt>
                <c:pt idx="641">
                  <c:v>35278</c:v>
                </c:pt>
                <c:pt idx="642">
                  <c:v>35279</c:v>
                </c:pt>
                <c:pt idx="643">
                  <c:v>35282</c:v>
                </c:pt>
                <c:pt idx="644">
                  <c:v>35283</c:v>
                </c:pt>
                <c:pt idx="645">
                  <c:v>35284</c:v>
                </c:pt>
                <c:pt idx="646">
                  <c:v>35285</c:v>
                </c:pt>
                <c:pt idx="647">
                  <c:v>35286</c:v>
                </c:pt>
                <c:pt idx="648">
                  <c:v>35289</c:v>
                </c:pt>
                <c:pt idx="649">
                  <c:v>35290</c:v>
                </c:pt>
                <c:pt idx="650">
                  <c:v>35291</c:v>
                </c:pt>
                <c:pt idx="651">
                  <c:v>35292</c:v>
                </c:pt>
                <c:pt idx="652">
                  <c:v>35293</c:v>
                </c:pt>
                <c:pt idx="653">
                  <c:v>35296</c:v>
                </c:pt>
                <c:pt idx="654">
                  <c:v>35297</c:v>
                </c:pt>
                <c:pt idx="655">
                  <c:v>35298</c:v>
                </c:pt>
                <c:pt idx="656">
                  <c:v>35299</c:v>
                </c:pt>
                <c:pt idx="657">
                  <c:v>35300</c:v>
                </c:pt>
                <c:pt idx="658">
                  <c:v>35303</c:v>
                </c:pt>
                <c:pt idx="659">
                  <c:v>35304</c:v>
                </c:pt>
                <c:pt idx="660">
                  <c:v>35305</c:v>
                </c:pt>
                <c:pt idx="661">
                  <c:v>35306</c:v>
                </c:pt>
                <c:pt idx="662">
                  <c:v>35307</c:v>
                </c:pt>
                <c:pt idx="663">
                  <c:v>35311</c:v>
                </c:pt>
                <c:pt idx="664">
                  <c:v>35312</c:v>
                </c:pt>
                <c:pt idx="665">
                  <c:v>35313</c:v>
                </c:pt>
                <c:pt idx="666">
                  <c:v>35314</c:v>
                </c:pt>
                <c:pt idx="667">
                  <c:v>35317</c:v>
                </c:pt>
                <c:pt idx="668">
                  <c:v>35318</c:v>
                </c:pt>
                <c:pt idx="669">
                  <c:v>35319</c:v>
                </c:pt>
                <c:pt idx="670">
                  <c:v>35320</c:v>
                </c:pt>
                <c:pt idx="671">
                  <c:v>35321</c:v>
                </c:pt>
                <c:pt idx="672">
                  <c:v>35324</c:v>
                </c:pt>
                <c:pt idx="673">
                  <c:v>35325</c:v>
                </c:pt>
                <c:pt idx="674">
                  <c:v>35326</c:v>
                </c:pt>
                <c:pt idx="675">
                  <c:v>35327</c:v>
                </c:pt>
                <c:pt idx="676">
                  <c:v>35328</c:v>
                </c:pt>
                <c:pt idx="677">
                  <c:v>35331</c:v>
                </c:pt>
                <c:pt idx="678">
                  <c:v>35332</c:v>
                </c:pt>
                <c:pt idx="679">
                  <c:v>35333</c:v>
                </c:pt>
                <c:pt idx="680">
                  <c:v>35334</c:v>
                </c:pt>
                <c:pt idx="681">
                  <c:v>35335</c:v>
                </c:pt>
                <c:pt idx="682">
                  <c:v>35338</c:v>
                </c:pt>
                <c:pt idx="683">
                  <c:v>35339</c:v>
                </c:pt>
                <c:pt idx="684">
                  <c:v>35340</c:v>
                </c:pt>
                <c:pt idx="685">
                  <c:v>35341</c:v>
                </c:pt>
                <c:pt idx="686">
                  <c:v>35342</c:v>
                </c:pt>
                <c:pt idx="687">
                  <c:v>35345</c:v>
                </c:pt>
                <c:pt idx="688">
                  <c:v>35346</c:v>
                </c:pt>
                <c:pt idx="689">
                  <c:v>35347</c:v>
                </c:pt>
                <c:pt idx="690">
                  <c:v>35348</c:v>
                </c:pt>
                <c:pt idx="691">
                  <c:v>35349</c:v>
                </c:pt>
                <c:pt idx="692">
                  <c:v>35353</c:v>
                </c:pt>
                <c:pt idx="693">
                  <c:v>35354</c:v>
                </c:pt>
                <c:pt idx="694">
                  <c:v>35355</c:v>
                </c:pt>
                <c:pt idx="695">
                  <c:v>35356</c:v>
                </c:pt>
                <c:pt idx="696">
                  <c:v>35359</c:v>
                </c:pt>
                <c:pt idx="697">
                  <c:v>35360</c:v>
                </c:pt>
                <c:pt idx="698">
                  <c:v>35361</c:v>
                </c:pt>
                <c:pt idx="699">
                  <c:v>35362</c:v>
                </c:pt>
                <c:pt idx="700">
                  <c:v>35363</c:v>
                </c:pt>
                <c:pt idx="701">
                  <c:v>35366</c:v>
                </c:pt>
                <c:pt idx="702">
                  <c:v>35367</c:v>
                </c:pt>
                <c:pt idx="703">
                  <c:v>35368</c:v>
                </c:pt>
                <c:pt idx="704">
                  <c:v>35369</c:v>
                </c:pt>
                <c:pt idx="705">
                  <c:v>35370</c:v>
                </c:pt>
                <c:pt idx="706">
                  <c:v>35373</c:v>
                </c:pt>
                <c:pt idx="707">
                  <c:v>35374</c:v>
                </c:pt>
                <c:pt idx="708">
                  <c:v>35375</c:v>
                </c:pt>
                <c:pt idx="709">
                  <c:v>35376</c:v>
                </c:pt>
                <c:pt idx="710">
                  <c:v>35377</c:v>
                </c:pt>
                <c:pt idx="711">
                  <c:v>35381</c:v>
                </c:pt>
                <c:pt idx="712">
                  <c:v>35382</c:v>
                </c:pt>
                <c:pt idx="713">
                  <c:v>35383</c:v>
                </c:pt>
                <c:pt idx="714">
                  <c:v>35384</c:v>
                </c:pt>
                <c:pt idx="715">
                  <c:v>35387</c:v>
                </c:pt>
                <c:pt idx="716">
                  <c:v>35388</c:v>
                </c:pt>
                <c:pt idx="717">
                  <c:v>35389</c:v>
                </c:pt>
                <c:pt idx="718">
                  <c:v>35390</c:v>
                </c:pt>
                <c:pt idx="719">
                  <c:v>35391</c:v>
                </c:pt>
                <c:pt idx="720">
                  <c:v>35394</c:v>
                </c:pt>
                <c:pt idx="721">
                  <c:v>35395</c:v>
                </c:pt>
                <c:pt idx="722">
                  <c:v>35396</c:v>
                </c:pt>
                <c:pt idx="723">
                  <c:v>35398</c:v>
                </c:pt>
                <c:pt idx="724">
                  <c:v>35401</c:v>
                </c:pt>
                <c:pt idx="725">
                  <c:v>35402</c:v>
                </c:pt>
                <c:pt idx="726">
                  <c:v>35403</c:v>
                </c:pt>
                <c:pt idx="727">
                  <c:v>35404</c:v>
                </c:pt>
                <c:pt idx="728">
                  <c:v>35405</c:v>
                </c:pt>
                <c:pt idx="729">
                  <c:v>35408</c:v>
                </c:pt>
                <c:pt idx="730">
                  <c:v>35409</c:v>
                </c:pt>
                <c:pt idx="731">
                  <c:v>35410</c:v>
                </c:pt>
                <c:pt idx="732">
                  <c:v>35411</c:v>
                </c:pt>
                <c:pt idx="733">
                  <c:v>35412</c:v>
                </c:pt>
                <c:pt idx="734">
                  <c:v>35415</c:v>
                </c:pt>
                <c:pt idx="735">
                  <c:v>35416</c:v>
                </c:pt>
                <c:pt idx="736">
                  <c:v>35417</c:v>
                </c:pt>
                <c:pt idx="737">
                  <c:v>35418</c:v>
                </c:pt>
                <c:pt idx="738">
                  <c:v>35419</c:v>
                </c:pt>
                <c:pt idx="739">
                  <c:v>35422</c:v>
                </c:pt>
                <c:pt idx="740">
                  <c:v>35423</c:v>
                </c:pt>
                <c:pt idx="741">
                  <c:v>35425</c:v>
                </c:pt>
                <c:pt idx="742">
                  <c:v>35426</c:v>
                </c:pt>
                <c:pt idx="743">
                  <c:v>35429</c:v>
                </c:pt>
                <c:pt idx="744">
                  <c:v>35430</c:v>
                </c:pt>
                <c:pt idx="745">
                  <c:v>35432</c:v>
                </c:pt>
                <c:pt idx="746">
                  <c:v>35433</c:v>
                </c:pt>
                <c:pt idx="747">
                  <c:v>35436</c:v>
                </c:pt>
                <c:pt idx="748">
                  <c:v>35437</c:v>
                </c:pt>
                <c:pt idx="749">
                  <c:v>35438</c:v>
                </c:pt>
                <c:pt idx="750">
                  <c:v>35439</c:v>
                </c:pt>
                <c:pt idx="751">
                  <c:v>35440</c:v>
                </c:pt>
                <c:pt idx="752">
                  <c:v>35443</c:v>
                </c:pt>
                <c:pt idx="753">
                  <c:v>35444</c:v>
                </c:pt>
                <c:pt idx="754">
                  <c:v>35445</c:v>
                </c:pt>
                <c:pt idx="755">
                  <c:v>35446</c:v>
                </c:pt>
                <c:pt idx="756">
                  <c:v>35447</c:v>
                </c:pt>
                <c:pt idx="757">
                  <c:v>35451</c:v>
                </c:pt>
                <c:pt idx="758">
                  <c:v>35452</c:v>
                </c:pt>
                <c:pt idx="759">
                  <c:v>35453</c:v>
                </c:pt>
                <c:pt idx="760">
                  <c:v>35454</c:v>
                </c:pt>
                <c:pt idx="761">
                  <c:v>35457</c:v>
                </c:pt>
                <c:pt idx="762">
                  <c:v>35458</c:v>
                </c:pt>
                <c:pt idx="763">
                  <c:v>35459</c:v>
                </c:pt>
                <c:pt idx="764">
                  <c:v>35460</c:v>
                </c:pt>
                <c:pt idx="765">
                  <c:v>35461</c:v>
                </c:pt>
                <c:pt idx="766">
                  <c:v>35464</c:v>
                </c:pt>
                <c:pt idx="767">
                  <c:v>35465</c:v>
                </c:pt>
                <c:pt idx="768">
                  <c:v>35466</c:v>
                </c:pt>
                <c:pt idx="769">
                  <c:v>35467</c:v>
                </c:pt>
                <c:pt idx="770">
                  <c:v>35468</c:v>
                </c:pt>
                <c:pt idx="771">
                  <c:v>35471</c:v>
                </c:pt>
                <c:pt idx="772">
                  <c:v>35472</c:v>
                </c:pt>
                <c:pt idx="773">
                  <c:v>35473</c:v>
                </c:pt>
                <c:pt idx="774">
                  <c:v>35474</c:v>
                </c:pt>
                <c:pt idx="775">
                  <c:v>35475</c:v>
                </c:pt>
                <c:pt idx="776">
                  <c:v>35479</c:v>
                </c:pt>
                <c:pt idx="777">
                  <c:v>35480</c:v>
                </c:pt>
                <c:pt idx="778">
                  <c:v>35481</c:v>
                </c:pt>
                <c:pt idx="779">
                  <c:v>35482</c:v>
                </c:pt>
                <c:pt idx="780">
                  <c:v>35485</c:v>
                </c:pt>
                <c:pt idx="781">
                  <c:v>35486</c:v>
                </c:pt>
                <c:pt idx="782">
                  <c:v>35487</c:v>
                </c:pt>
                <c:pt idx="783">
                  <c:v>35488</c:v>
                </c:pt>
                <c:pt idx="784">
                  <c:v>35489</c:v>
                </c:pt>
                <c:pt idx="785">
                  <c:v>35492</c:v>
                </c:pt>
                <c:pt idx="786">
                  <c:v>35493</c:v>
                </c:pt>
                <c:pt idx="787">
                  <c:v>35494</c:v>
                </c:pt>
                <c:pt idx="788">
                  <c:v>35495</c:v>
                </c:pt>
                <c:pt idx="789">
                  <c:v>35496</c:v>
                </c:pt>
                <c:pt idx="790">
                  <c:v>35499</c:v>
                </c:pt>
                <c:pt idx="791">
                  <c:v>35500</c:v>
                </c:pt>
                <c:pt idx="792">
                  <c:v>35501</c:v>
                </c:pt>
                <c:pt idx="793">
                  <c:v>35502</c:v>
                </c:pt>
                <c:pt idx="794">
                  <c:v>35503</c:v>
                </c:pt>
                <c:pt idx="795">
                  <c:v>35506</c:v>
                </c:pt>
                <c:pt idx="796">
                  <c:v>35507</c:v>
                </c:pt>
                <c:pt idx="797">
                  <c:v>35508</c:v>
                </c:pt>
                <c:pt idx="798">
                  <c:v>35509</c:v>
                </c:pt>
                <c:pt idx="799">
                  <c:v>35510</c:v>
                </c:pt>
                <c:pt idx="800">
                  <c:v>35513</c:v>
                </c:pt>
                <c:pt idx="801">
                  <c:v>35514</c:v>
                </c:pt>
                <c:pt idx="802">
                  <c:v>35515</c:v>
                </c:pt>
                <c:pt idx="803">
                  <c:v>35516</c:v>
                </c:pt>
                <c:pt idx="804">
                  <c:v>35520</c:v>
                </c:pt>
                <c:pt idx="805">
                  <c:v>35521</c:v>
                </c:pt>
                <c:pt idx="806">
                  <c:v>35522</c:v>
                </c:pt>
                <c:pt idx="807">
                  <c:v>35523</c:v>
                </c:pt>
                <c:pt idx="808">
                  <c:v>35524</c:v>
                </c:pt>
                <c:pt idx="809">
                  <c:v>35527</c:v>
                </c:pt>
                <c:pt idx="810">
                  <c:v>35528</c:v>
                </c:pt>
                <c:pt idx="811">
                  <c:v>35529</c:v>
                </c:pt>
                <c:pt idx="812">
                  <c:v>35530</c:v>
                </c:pt>
                <c:pt idx="813">
                  <c:v>35531</c:v>
                </c:pt>
                <c:pt idx="814">
                  <c:v>35534</c:v>
                </c:pt>
                <c:pt idx="815">
                  <c:v>35535</c:v>
                </c:pt>
                <c:pt idx="816">
                  <c:v>35536</c:v>
                </c:pt>
                <c:pt idx="817">
                  <c:v>35537</c:v>
                </c:pt>
                <c:pt idx="818">
                  <c:v>35538</c:v>
                </c:pt>
                <c:pt idx="819">
                  <c:v>35541</c:v>
                </c:pt>
                <c:pt idx="820">
                  <c:v>35542</c:v>
                </c:pt>
                <c:pt idx="821">
                  <c:v>35543</c:v>
                </c:pt>
                <c:pt idx="822">
                  <c:v>35544</c:v>
                </c:pt>
                <c:pt idx="823">
                  <c:v>35545</c:v>
                </c:pt>
                <c:pt idx="824">
                  <c:v>35548</c:v>
                </c:pt>
                <c:pt idx="825">
                  <c:v>35549</c:v>
                </c:pt>
                <c:pt idx="826">
                  <c:v>35550</c:v>
                </c:pt>
                <c:pt idx="827">
                  <c:v>35551</c:v>
                </c:pt>
                <c:pt idx="828">
                  <c:v>35552</c:v>
                </c:pt>
                <c:pt idx="829">
                  <c:v>35555</c:v>
                </c:pt>
                <c:pt idx="830">
                  <c:v>35556</c:v>
                </c:pt>
                <c:pt idx="831">
                  <c:v>35557</c:v>
                </c:pt>
                <c:pt idx="832">
                  <c:v>35558</c:v>
                </c:pt>
                <c:pt idx="833">
                  <c:v>35559</c:v>
                </c:pt>
                <c:pt idx="834">
                  <c:v>35562</c:v>
                </c:pt>
                <c:pt idx="835">
                  <c:v>35563</c:v>
                </c:pt>
                <c:pt idx="836">
                  <c:v>35564</c:v>
                </c:pt>
                <c:pt idx="837">
                  <c:v>35565</c:v>
                </c:pt>
                <c:pt idx="838">
                  <c:v>35566</c:v>
                </c:pt>
                <c:pt idx="839">
                  <c:v>35569</c:v>
                </c:pt>
                <c:pt idx="840">
                  <c:v>35570</c:v>
                </c:pt>
                <c:pt idx="841">
                  <c:v>35571</c:v>
                </c:pt>
                <c:pt idx="842">
                  <c:v>35572</c:v>
                </c:pt>
                <c:pt idx="843">
                  <c:v>35573</c:v>
                </c:pt>
                <c:pt idx="844">
                  <c:v>35577</c:v>
                </c:pt>
                <c:pt idx="845">
                  <c:v>35578</c:v>
                </c:pt>
                <c:pt idx="846">
                  <c:v>35579</c:v>
                </c:pt>
                <c:pt idx="847">
                  <c:v>35580</c:v>
                </c:pt>
                <c:pt idx="848">
                  <c:v>35583</c:v>
                </c:pt>
                <c:pt idx="849">
                  <c:v>35584</c:v>
                </c:pt>
                <c:pt idx="850">
                  <c:v>35585</c:v>
                </c:pt>
                <c:pt idx="851">
                  <c:v>35586</c:v>
                </c:pt>
                <c:pt idx="852">
                  <c:v>35587</c:v>
                </c:pt>
                <c:pt idx="853">
                  <c:v>35590</c:v>
                </c:pt>
                <c:pt idx="854">
                  <c:v>35591</c:v>
                </c:pt>
                <c:pt idx="855">
                  <c:v>35592</c:v>
                </c:pt>
                <c:pt idx="856">
                  <c:v>35593</c:v>
                </c:pt>
                <c:pt idx="857">
                  <c:v>35594</c:v>
                </c:pt>
                <c:pt idx="858">
                  <c:v>35597</c:v>
                </c:pt>
                <c:pt idx="859">
                  <c:v>35598</c:v>
                </c:pt>
                <c:pt idx="860">
                  <c:v>35599</c:v>
                </c:pt>
                <c:pt idx="861">
                  <c:v>35600</c:v>
                </c:pt>
                <c:pt idx="862">
                  <c:v>35601</c:v>
                </c:pt>
                <c:pt idx="863">
                  <c:v>35604</c:v>
                </c:pt>
                <c:pt idx="864">
                  <c:v>35605</c:v>
                </c:pt>
                <c:pt idx="865">
                  <c:v>35606</c:v>
                </c:pt>
                <c:pt idx="866">
                  <c:v>35607</c:v>
                </c:pt>
                <c:pt idx="867">
                  <c:v>35608</c:v>
                </c:pt>
                <c:pt idx="868">
                  <c:v>35611</c:v>
                </c:pt>
                <c:pt idx="869">
                  <c:v>35612</c:v>
                </c:pt>
                <c:pt idx="870">
                  <c:v>35613</c:v>
                </c:pt>
                <c:pt idx="871">
                  <c:v>35614</c:v>
                </c:pt>
                <c:pt idx="872">
                  <c:v>35618</c:v>
                </c:pt>
                <c:pt idx="873">
                  <c:v>35619</c:v>
                </c:pt>
                <c:pt idx="874">
                  <c:v>35620</c:v>
                </c:pt>
                <c:pt idx="875">
                  <c:v>35621</c:v>
                </c:pt>
                <c:pt idx="876">
                  <c:v>35622</c:v>
                </c:pt>
                <c:pt idx="877">
                  <c:v>35625</c:v>
                </c:pt>
                <c:pt idx="878">
                  <c:v>35626</c:v>
                </c:pt>
                <c:pt idx="879">
                  <c:v>35627</c:v>
                </c:pt>
                <c:pt idx="880">
                  <c:v>35628</c:v>
                </c:pt>
                <c:pt idx="881">
                  <c:v>35629</c:v>
                </c:pt>
                <c:pt idx="882">
                  <c:v>35632</c:v>
                </c:pt>
                <c:pt idx="883">
                  <c:v>35633</c:v>
                </c:pt>
                <c:pt idx="884">
                  <c:v>35634</c:v>
                </c:pt>
                <c:pt idx="885">
                  <c:v>35635</c:v>
                </c:pt>
                <c:pt idx="886">
                  <c:v>35636</c:v>
                </c:pt>
                <c:pt idx="887">
                  <c:v>35639</c:v>
                </c:pt>
                <c:pt idx="888">
                  <c:v>35640</c:v>
                </c:pt>
                <c:pt idx="889">
                  <c:v>35641</c:v>
                </c:pt>
                <c:pt idx="890">
                  <c:v>35642</c:v>
                </c:pt>
                <c:pt idx="891">
                  <c:v>35643</c:v>
                </c:pt>
                <c:pt idx="892">
                  <c:v>35646</c:v>
                </c:pt>
                <c:pt idx="893">
                  <c:v>35647</c:v>
                </c:pt>
                <c:pt idx="894">
                  <c:v>35648</c:v>
                </c:pt>
                <c:pt idx="895">
                  <c:v>35649</c:v>
                </c:pt>
                <c:pt idx="896">
                  <c:v>35650</c:v>
                </c:pt>
                <c:pt idx="897">
                  <c:v>35653</c:v>
                </c:pt>
                <c:pt idx="898">
                  <c:v>35654</c:v>
                </c:pt>
                <c:pt idx="899">
                  <c:v>35655</c:v>
                </c:pt>
                <c:pt idx="900">
                  <c:v>35656</c:v>
                </c:pt>
                <c:pt idx="901">
                  <c:v>35657</c:v>
                </c:pt>
                <c:pt idx="902">
                  <c:v>35660</c:v>
                </c:pt>
                <c:pt idx="903">
                  <c:v>35661</c:v>
                </c:pt>
                <c:pt idx="904">
                  <c:v>35662</c:v>
                </c:pt>
                <c:pt idx="905">
                  <c:v>35663</c:v>
                </c:pt>
                <c:pt idx="906">
                  <c:v>35664</c:v>
                </c:pt>
                <c:pt idx="907">
                  <c:v>35667</c:v>
                </c:pt>
                <c:pt idx="908">
                  <c:v>35668</c:v>
                </c:pt>
                <c:pt idx="909">
                  <c:v>35669</c:v>
                </c:pt>
                <c:pt idx="910">
                  <c:v>35670</c:v>
                </c:pt>
                <c:pt idx="911">
                  <c:v>35671</c:v>
                </c:pt>
                <c:pt idx="912">
                  <c:v>35675</c:v>
                </c:pt>
                <c:pt idx="913">
                  <c:v>35676</c:v>
                </c:pt>
                <c:pt idx="914">
                  <c:v>35677</c:v>
                </c:pt>
                <c:pt idx="915">
                  <c:v>35678</c:v>
                </c:pt>
                <c:pt idx="916">
                  <c:v>35681</c:v>
                </c:pt>
                <c:pt idx="917">
                  <c:v>35682</c:v>
                </c:pt>
                <c:pt idx="918">
                  <c:v>35683</c:v>
                </c:pt>
                <c:pt idx="919">
                  <c:v>35684</c:v>
                </c:pt>
                <c:pt idx="920">
                  <c:v>35685</c:v>
                </c:pt>
                <c:pt idx="921">
                  <c:v>35688</c:v>
                </c:pt>
                <c:pt idx="922">
                  <c:v>35689</c:v>
                </c:pt>
                <c:pt idx="923">
                  <c:v>35690</c:v>
                </c:pt>
                <c:pt idx="924">
                  <c:v>35691</c:v>
                </c:pt>
                <c:pt idx="925">
                  <c:v>35692</c:v>
                </c:pt>
                <c:pt idx="926">
                  <c:v>35695</c:v>
                </c:pt>
                <c:pt idx="927">
                  <c:v>35696</c:v>
                </c:pt>
                <c:pt idx="928">
                  <c:v>35697</c:v>
                </c:pt>
                <c:pt idx="929">
                  <c:v>35698</c:v>
                </c:pt>
                <c:pt idx="930">
                  <c:v>35699</c:v>
                </c:pt>
                <c:pt idx="931">
                  <c:v>35702</c:v>
                </c:pt>
                <c:pt idx="932">
                  <c:v>35703</c:v>
                </c:pt>
                <c:pt idx="933">
                  <c:v>35704</c:v>
                </c:pt>
                <c:pt idx="934">
                  <c:v>35705</c:v>
                </c:pt>
                <c:pt idx="935">
                  <c:v>35706</c:v>
                </c:pt>
                <c:pt idx="936">
                  <c:v>35709</c:v>
                </c:pt>
                <c:pt idx="937">
                  <c:v>35710</c:v>
                </c:pt>
                <c:pt idx="938">
                  <c:v>35711</c:v>
                </c:pt>
                <c:pt idx="939">
                  <c:v>35712</c:v>
                </c:pt>
                <c:pt idx="940">
                  <c:v>35713</c:v>
                </c:pt>
                <c:pt idx="941">
                  <c:v>35717</c:v>
                </c:pt>
                <c:pt idx="942">
                  <c:v>35718</c:v>
                </c:pt>
                <c:pt idx="943">
                  <c:v>35719</c:v>
                </c:pt>
                <c:pt idx="944">
                  <c:v>35720</c:v>
                </c:pt>
                <c:pt idx="945">
                  <c:v>35723</c:v>
                </c:pt>
                <c:pt idx="946">
                  <c:v>35724</c:v>
                </c:pt>
                <c:pt idx="947">
                  <c:v>35725</c:v>
                </c:pt>
                <c:pt idx="948">
                  <c:v>35726</c:v>
                </c:pt>
                <c:pt idx="949">
                  <c:v>35727</c:v>
                </c:pt>
                <c:pt idx="950">
                  <c:v>35730</c:v>
                </c:pt>
                <c:pt idx="951">
                  <c:v>35731</c:v>
                </c:pt>
                <c:pt idx="952">
                  <c:v>35732</c:v>
                </c:pt>
                <c:pt idx="953">
                  <c:v>35733</c:v>
                </c:pt>
                <c:pt idx="954">
                  <c:v>35734</c:v>
                </c:pt>
                <c:pt idx="955">
                  <c:v>35737</c:v>
                </c:pt>
                <c:pt idx="956">
                  <c:v>35738</c:v>
                </c:pt>
                <c:pt idx="957">
                  <c:v>35739</c:v>
                </c:pt>
                <c:pt idx="958">
                  <c:v>35740</c:v>
                </c:pt>
                <c:pt idx="959">
                  <c:v>35741</c:v>
                </c:pt>
                <c:pt idx="960">
                  <c:v>35744</c:v>
                </c:pt>
                <c:pt idx="961">
                  <c:v>35746</c:v>
                </c:pt>
                <c:pt idx="962">
                  <c:v>35747</c:v>
                </c:pt>
                <c:pt idx="963">
                  <c:v>35748</c:v>
                </c:pt>
                <c:pt idx="964">
                  <c:v>35751</c:v>
                </c:pt>
                <c:pt idx="965">
                  <c:v>35752</c:v>
                </c:pt>
                <c:pt idx="966">
                  <c:v>35753</c:v>
                </c:pt>
                <c:pt idx="967">
                  <c:v>35754</c:v>
                </c:pt>
                <c:pt idx="968">
                  <c:v>35755</c:v>
                </c:pt>
                <c:pt idx="969">
                  <c:v>35758</c:v>
                </c:pt>
                <c:pt idx="970">
                  <c:v>35759</c:v>
                </c:pt>
                <c:pt idx="971">
                  <c:v>35760</c:v>
                </c:pt>
                <c:pt idx="972">
                  <c:v>35762</c:v>
                </c:pt>
                <c:pt idx="973">
                  <c:v>35765</c:v>
                </c:pt>
                <c:pt idx="974">
                  <c:v>35766</c:v>
                </c:pt>
                <c:pt idx="975">
                  <c:v>35767</c:v>
                </c:pt>
                <c:pt idx="976">
                  <c:v>35768</c:v>
                </c:pt>
                <c:pt idx="977">
                  <c:v>35769</c:v>
                </c:pt>
                <c:pt idx="978">
                  <c:v>35772</c:v>
                </c:pt>
                <c:pt idx="979">
                  <c:v>35773</c:v>
                </c:pt>
                <c:pt idx="980">
                  <c:v>35774</c:v>
                </c:pt>
                <c:pt idx="981">
                  <c:v>35775</c:v>
                </c:pt>
                <c:pt idx="982">
                  <c:v>35776</c:v>
                </c:pt>
                <c:pt idx="983">
                  <c:v>35779</c:v>
                </c:pt>
                <c:pt idx="984">
                  <c:v>35780</c:v>
                </c:pt>
                <c:pt idx="985">
                  <c:v>35781</c:v>
                </c:pt>
                <c:pt idx="986">
                  <c:v>35782</c:v>
                </c:pt>
                <c:pt idx="987">
                  <c:v>35783</c:v>
                </c:pt>
                <c:pt idx="988">
                  <c:v>35786</c:v>
                </c:pt>
                <c:pt idx="989">
                  <c:v>35787</c:v>
                </c:pt>
                <c:pt idx="990">
                  <c:v>35788</c:v>
                </c:pt>
                <c:pt idx="991">
                  <c:v>35790</c:v>
                </c:pt>
                <c:pt idx="992">
                  <c:v>35793</c:v>
                </c:pt>
                <c:pt idx="993">
                  <c:v>35794</c:v>
                </c:pt>
                <c:pt idx="994">
                  <c:v>35795</c:v>
                </c:pt>
                <c:pt idx="995">
                  <c:v>35797</c:v>
                </c:pt>
                <c:pt idx="996">
                  <c:v>35800</c:v>
                </c:pt>
                <c:pt idx="997">
                  <c:v>35801</c:v>
                </c:pt>
                <c:pt idx="998">
                  <c:v>35802</c:v>
                </c:pt>
                <c:pt idx="999">
                  <c:v>35803</c:v>
                </c:pt>
                <c:pt idx="1000">
                  <c:v>35804</c:v>
                </c:pt>
                <c:pt idx="1001">
                  <c:v>35807</c:v>
                </c:pt>
                <c:pt idx="1002">
                  <c:v>35808</c:v>
                </c:pt>
                <c:pt idx="1003">
                  <c:v>35809</c:v>
                </c:pt>
                <c:pt idx="1004">
                  <c:v>35810</c:v>
                </c:pt>
                <c:pt idx="1005">
                  <c:v>35811</c:v>
                </c:pt>
                <c:pt idx="1006">
                  <c:v>35815</c:v>
                </c:pt>
                <c:pt idx="1007">
                  <c:v>35816</c:v>
                </c:pt>
                <c:pt idx="1008">
                  <c:v>35817</c:v>
                </c:pt>
                <c:pt idx="1009">
                  <c:v>35818</c:v>
                </c:pt>
                <c:pt idx="1010">
                  <c:v>35821</c:v>
                </c:pt>
                <c:pt idx="1011">
                  <c:v>35822</c:v>
                </c:pt>
                <c:pt idx="1012">
                  <c:v>35823</c:v>
                </c:pt>
                <c:pt idx="1013">
                  <c:v>35824</c:v>
                </c:pt>
                <c:pt idx="1014">
                  <c:v>35825</c:v>
                </c:pt>
                <c:pt idx="1015">
                  <c:v>35828</c:v>
                </c:pt>
                <c:pt idx="1016">
                  <c:v>35829</c:v>
                </c:pt>
                <c:pt idx="1017">
                  <c:v>35830</c:v>
                </c:pt>
                <c:pt idx="1018">
                  <c:v>35831</c:v>
                </c:pt>
                <c:pt idx="1019">
                  <c:v>35832</c:v>
                </c:pt>
                <c:pt idx="1020">
                  <c:v>35835</c:v>
                </c:pt>
                <c:pt idx="1021">
                  <c:v>35836</c:v>
                </c:pt>
                <c:pt idx="1022">
                  <c:v>35837</c:v>
                </c:pt>
                <c:pt idx="1023">
                  <c:v>35838</c:v>
                </c:pt>
                <c:pt idx="1024">
                  <c:v>35839</c:v>
                </c:pt>
                <c:pt idx="1025">
                  <c:v>35843</c:v>
                </c:pt>
                <c:pt idx="1026">
                  <c:v>35844</c:v>
                </c:pt>
                <c:pt idx="1027">
                  <c:v>35845</c:v>
                </c:pt>
                <c:pt idx="1028">
                  <c:v>35846</c:v>
                </c:pt>
                <c:pt idx="1029">
                  <c:v>35849</c:v>
                </c:pt>
                <c:pt idx="1030">
                  <c:v>35850</c:v>
                </c:pt>
                <c:pt idx="1031">
                  <c:v>35851</c:v>
                </c:pt>
                <c:pt idx="1032">
                  <c:v>35852</c:v>
                </c:pt>
                <c:pt idx="1033">
                  <c:v>35853</c:v>
                </c:pt>
                <c:pt idx="1034">
                  <c:v>35856</c:v>
                </c:pt>
                <c:pt idx="1035">
                  <c:v>35857</c:v>
                </c:pt>
                <c:pt idx="1036">
                  <c:v>35858</c:v>
                </c:pt>
                <c:pt idx="1037">
                  <c:v>35859</c:v>
                </c:pt>
                <c:pt idx="1038">
                  <c:v>35860</c:v>
                </c:pt>
                <c:pt idx="1039">
                  <c:v>35863</c:v>
                </c:pt>
                <c:pt idx="1040">
                  <c:v>35864</c:v>
                </c:pt>
                <c:pt idx="1041">
                  <c:v>35865</c:v>
                </c:pt>
                <c:pt idx="1042">
                  <c:v>35866</c:v>
                </c:pt>
                <c:pt idx="1043">
                  <c:v>35867</c:v>
                </c:pt>
                <c:pt idx="1044">
                  <c:v>35870</c:v>
                </c:pt>
                <c:pt idx="1045">
                  <c:v>35871</c:v>
                </c:pt>
                <c:pt idx="1046">
                  <c:v>35872</c:v>
                </c:pt>
                <c:pt idx="1047">
                  <c:v>35873</c:v>
                </c:pt>
                <c:pt idx="1048">
                  <c:v>35874</c:v>
                </c:pt>
                <c:pt idx="1049">
                  <c:v>35877</c:v>
                </c:pt>
                <c:pt idx="1050">
                  <c:v>35878</c:v>
                </c:pt>
                <c:pt idx="1051">
                  <c:v>35879</c:v>
                </c:pt>
                <c:pt idx="1052">
                  <c:v>35880</c:v>
                </c:pt>
                <c:pt idx="1053">
                  <c:v>35881</c:v>
                </c:pt>
                <c:pt idx="1054">
                  <c:v>35884</c:v>
                </c:pt>
                <c:pt idx="1055">
                  <c:v>35885</c:v>
                </c:pt>
                <c:pt idx="1056">
                  <c:v>35886</c:v>
                </c:pt>
                <c:pt idx="1057">
                  <c:v>35887</c:v>
                </c:pt>
                <c:pt idx="1058">
                  <c:v>35888</c:v>
                </c:pt>
                <c:pt idx="1059">
                  <c:v>35891</c:v>
                </c:pt>
                <c:pt idx="1060">
                  <c:v>35892</c:v>
                </c:pt>
                <c:pt idx="1061">
                  <c:v>35893</c:v>
                </c:pt>
                <c:pt idx="1062">
                  <c:v>35894</c:v>
                </c:pt>
                <c:pt idx="1063">
                  <c:v>35898</c:v>
                </c:pt>
                <c:pt idx="1064">
                  <c:v>35899</c:v>
                </c:pt>
                <c:pt idx="1065">
                  <c:v>35900</c:v>
                </c:pt>
                <c:pt idx="1066">
                  <c:v>35901</c:v>
                </c:pt>
                <c:pt idx="1067">
                  <c:v>35902</c:v>
                </c:pt>
                <c:pt idx="1068">
                  <c:v>35905</c:v>
                </c:pt>
                <c:pt idx="1069">
                  <c:v>35906</c:v>
                </c:pt>
                <c:pt idx="1070">
                  <c:v>35907</c:v>
                </c:pt>
                <c:pt idx="1071">
                  <c:v>35908</c:v>
                </c:pt>
                <c:pt idx="1072">
                  <c:v>35909</c:v>
                </c:pt>
                <c:pt idx="1073">
                  <c:v>35912</c:v>
                </c:pt>
                <c:pt idx="1074">
                  <c:v>35913</c:v>
                </c:pt>
                <c:pt idx="1075">
                  <c:v>35914</c:v>
                </c:pt>
                <c:pt idx="1076">
                  <c:v>35915</c:v>
                </c:pt>
                <c:pt idx="1077">
                  <c:v>35916</c:v>
                </c:pt>
                <c:pt idx="1078">
                  <c:v>35919</c:v>
                </c:pt>
                <c:pt idx="1079">
                  <c:v>35920</c:v>
                </c:pt>
                <c:pt idx="1080">
                  <c:v>35921</c:v>
                </c:pt>
                <c:pt idx="1081">
                  <c:v>35922</c:v>
                </c:pt>
                <c:pt idx="1082">
                  <c:v>35923</c:v>
                </c:pt>
                <c:pt idx="1083">
                  <c:v>35926</c:v>
                </c:pt>
                <c:pt idx="1084">
                  <c:v>35927</c:v>
                </c:pt>
                <c:pt idx="1085">
                  <c:v>35928</c:v>
                </c:pt>
                <c:pt idx="1086">
                  <c:v>35929</c:v>
                </c:pt>
                <c:pt idx="1087">
                  <c:v>35930</c:v>
                </c:pt>
                <c:pt idx="1088">
                  <c:v>35933</c:v>
                </c:pt>
                <c:pt idx="1089">
                  <c:v>35934</c:v>
                </c:pt>
                <c:pt idx="1090">
                  <c:v>35935</c:v>
                </c:pt>
                <c:pt idx="1091">
                  <c:v>35936</c:v>
                </c:pt>
                <c:pt idx="1092">
                  <c:v>35937</c:v>
                </c:pt>
                <c:pt idx="1093">
                  <c:v>35941</c:v>
                </c:pt>
                <c:pt idx="1094">
                  <c:v>35942</c:v>
                </c:pt>
                <c:pt idx="1095">
                  <c:v>35943</c:v>
                </c:pt>
                <c:pt idx="1096">
                  <c:v>35944</c:v>
                </c:pt>
                <c:pt idx="1097">
                  <c:v>35947</c:v>
                </c:pt>
                <c:pt idx="1098">
                  <c:v>35948</c:v>
                </c:pt>
                <c:pt idx="1099">
                  <c:v>35949</c:v>
                </c:pt>
                <c:pt idx="1100">
                  <c:v>35950</c:v>
                </c:pt>
                <c:pt idx="1101">
                  <c:v>35951</c:v>
                </c:pt>
                <c:pt idx="1102">
                  <c:v>35954</c:v>
                </c:pt>
                <c:pt idx="1103">
                  <c:v>35955</c:v>
                </c:pt>
                <c:pt idx="1104">
                  <c:v>35956</c:v>
                </c:pt>
                <c:pt idx="1105">
                  <c:v>35957</c:v>
                </c:pt>
                <c:pt idx="1106">
                  <c:v>35958</c:v>
                </c:pt>
                <c:pt idx="1107">
                  <c:v>35961</c:v>
                </c:pt>
                <c:pt idx="1108">
                  <c:v>35962</c:v>
                </c:pt>
                <c:pt idx="1109">
                  <c:v>35963</c:v>
                </c:pt>
                <c:pt idx="1110">
                  <c:v>35964</c:v>
                </c:pt>
                <c:pt idx="1111">
                  <c:v>35965</c:v>
                </c:pt>
                <c:pt idx="1112">
                  <c:v>35968</c:v>
                </c:pt>
                <c:pt idx="1113">
                  <c:v>35969</c:v>
                </c:pt>
                <c:pt idx="1114">
                  <c:v>35970</c:v>
                </c:pt>
                <c:pt idx="1115">
                  <c:v>35971</c:v>
                </c:pt>
                <c:pt idx="1116">
                  <c:v>35972</c:v>
                </c:pt>
                <c:pt idx="1117">
                  <c:v>35975</c:v>
                </c:pt>
                <c:pt idx="1118">
                  <c:v>35976</c:v>
                </c:pt>
                <c:pt idx="1119">
                  <c:v>35977</c:v>
                </c:pt>
                <c:pt idx="1120">
                  <c:v>35978</c:v>
                </c:pt>
                <c:pt idx="1121">
                  <c:v>35982</c:v>
                </c:pt>
                <c:pt idx="1122">
                  <c:v>35983</c:v>
                </c:pt>
                <c:pt idx="1123">
                  <c:v>35984</c:v>
                </c:pt>
                <c:pt idx="1124">
                  <c:v>35985</c:v>
                </c:pt>
                <c:pt idx="1125">
                  <c:v>35986</c:v>
                </c:pt>
                <c:pt idx="1126">
                  <c:v>35989</c:v>
                </c:pt>
                <c:pt idx="1127">
                  <c:v>35990</c:v>
                </c:pt>
                <c:pt idx="1128">
                  <c:v>35991</c:v>
                </c:pt>
                <c:pt idx="1129">
                  <c:v>35992</c:v>
                </c:pt>
                <c:pt idx="1130">
                  <c:v>35993</c:v>
                </c:pt>
                <c:pt idx="1131">
                  <c:v>35996</c:v>
                </c:pt>
                <c:pt idx="1132">
                  <c:v>35997</c:v>
                </c:pt>
                <c:pt idx="1133">
                  <c:v>35998</c:v>
                </c:pt>
                <c:pt idx="1134">
                  <c:v>35999</c:v>
                </c:pt>
                <c:pt idx="1135">
                  <c:v>36000</c:v>
                </c:pt>
                <c:pt idx="1136">
                  <c:v>36003</c:v>
                </c:pt>
                <c:pt idx="1137">
                  <c:v>36004</c:v>
                </c:pt>
                <c:pt idx="1138">
                  <c:v>36005</c:v>
                </c:pt>
                <c:pt idx="1139">
                  <c:v>36006</c:v>
                </c:pt>
                <c:pt idx="1140">
                  <c:v>36007</c:v>
                </c:pt>
                <c:pt idx="1141">
                  <c:v>36010</c:v>
                </c:pt>
                <c:pt idx="1142">
                  <c:v>36011</c:v>
                </c:pt>
                <c:pt idx="1143">
                  <c:v>36012</c:v>
                </c:pt>
                <c:pt idx="1144">
                  <c:v>36013</c:v>
                </c:pt>
                <c:pt idx="1145">
                  <c:v>36014</c:v>
                </c:pt>
                <c:pt idx="1146">
                  <c:v>36017</c:v>
                </c:pt>
                <c:pt idx="1147">
                  <c:v>36018</c:v>
                </c:pt>
                <c:pt idx="1148">
                  <c:v>36019</c:v>
                </c:pt>
                <c:pt idx="1149">
                  <c:v>36020</c:v>
                </c:pt>
                <c:pt idx="1150">
                  <c:v>36021</c:v>
                </c:pt>
                <c:pt idx="1151">
                  <c:v>36024</c:v>
                </c:pt>
                <c:pt idx="1152">
                  <c:v>36025</c:v>
                </c:pt>
                <c:pt idx="1153">
                  <c:v>36026</c:v>
                </c:pt>
                <c:pt idx="1154">
                  <c:v>36027</c:v>
                </c:pt>
                <c:pt idx="1155">
                  <c:v>36028</c:v>
                </c:pt>
                <c:pt idx="1156">
                  <c:v>36031</c:v>
                </c:pt>
                <c:pt idx="1157">
                  <c:v>36032</c:v>
                </c:pt>
                <c:pt idx="1158">
                  <c:v>36033</c:v>
                </c:pt>
                <c:pt idx="1159">
                  <c:v>36034</c:v>
                </c:pt>
                <c:pt idx="1160">
                  <c:v>36035</c:v>
                </c:pt>
                <c:pt idx="1161">
                  <c:v>36038</c:v>
                </c:pt>
                <c:pt idx="1162">
                  <c:v>36039</c:v>
                </c:pt>
                <c:pt idx="1163">
                  <c:v>36040</c:v>
                </c:pt>
                <c:pt idx="1164">
                  <c:v>36041</c:v>
                </c:pt>
                <c:pt idx="1165">
                  <c:v>36042</c:v>
                </c:pt>
                <c:pt idx="1166">
                  <c:v>36046</c:v>
                </c:pt>
                <c:pt idx="1167">
                  <c:v>36047</c:v>
                </c:pt>
                <c:pt idx="1168">
                  <c:v>36048</c:v>
                </c:pt>
                <c:pt idx="1169">
                  <c:v>36049</c:v>
                </c:pt>
                <c:pt idx="1170">
                  <c:v>36052</c:v>
                </c:pt>
                <c:pt idx="1171">
                  <c:v>36053</c:v>
                </c:pt>
                <c:pt idx="1172">
                  <c:v>36054</c:v>
                </c:pt>
                <c:pt idx="1173">
                  <c:v>36055</c:v>
                </c:pt>
                <c:pt idx="1174">
                  <c:v>36056</c:v>
                </c:pt>
                <c:pt idx="1175">
                  <c:v>36059</c:v>
                </c:pt>
                <c:pt idx="1176">
                  <c:v>36060</c:v>
                </c:pt>
                <c:pt idx="1177">
                  <c:v>36061</c:v>
                </c:pt>
                <c:pt idx="1178">
                  <c:v>36062</c:v>
                </c:pt>
                <c:pt idx="1179">
                  <c:v>36063</c:v>
                </c:pt>
                <c:pt idx="1180">
                  <c:v>36066</c:v>
                </c:pt>
                <c:pt idx="1181">
                  <c:v>36067</c:v>
                </c:pt>
                <c:pt idx="1182">
                  <c:v>36068</c:v>
                </c:pt>
                <c:pt idx="1183">
                  <c:v>36069</c:v>
                </c:pt>
                <c:pt idx="1184">
                  <c:v>36070</c:v>
                </c:pt>
                <c:pt idx="1185">
                  <c:v>36073</c:v>
                </c:pt>
                <c:pt idx="1186">
                  <c:v>36074</c:v>
                </c:pt>
                <c:pt idx="1187">
                  <c:v>36075</c:v>
                </c:pt>
                <c:pt idx="1188">
                  <c:v>36076</c:v>
                </c:pt>
                <c:pt idx="1189">
                  <c:v>36077</c:v>
                </c:pt>
                <c:pt idx="1190">
                  <c:v>36081</c:v>
                </c:pt>
                <c:pt idx="1191">
                  <c:v>36082</c:v>
                </c:pt>
                <c:pt idx="1192">
                  <c:v>36083</c:v>
                </c:pt>
                <c:pt idx="1193">
                  <c:v>36084</c:v>
                </c:pt>
                <c:pt idx="1194">
                  <c:v>36087</c:v>
                </c:pt>
                <c:pt idx="1195">
                  <c:v>36088</c:v>
                </c:pt>
                <c:pt idx="1196">
                  <c:v>36089</c:v>
                </c:pt>
                <c:pt idx="1197">
                  <c:v>36090</c:v>
                </c:pt>
                <c:pt idx="1198">
                  <c:v>36091</c:v>
                </c:pt>
                <c:pt idx="1199">
                  <c:v>36094</c:v>
                </c:pt>
                <c:pt idx="1200">
                  <c:v>36095</c:v>
                </c:pt>
                <c:pt idx="1201">
                  <c:v>36096</c:v>
                </c:pt>
                <c:pt idx="1202">
                  <c:v>36097</c:v>
                </c:pt>
                <c:pt idx="1203">
                  <c:v>36098</c:v>
                </c:pt>
                <c:pt idx="1204">
                  <c:v>36101</c:v>
                </c:pt>
                <c:pt idx="1205">
                  <c:v>36102</c:v>
                </c:pt>
                <c:pt idx="1206">
                  <c:v>36103</c:v>
                </c:pt>
                <c:pt idx="1207">
                  <c:v>36104</c:v>
                </c:pt>
                <c:pt idx="1208">
                  <c:v>36105</c:v>
                </c:pt>
                <c:pt idx="1209">
                  <c:v>36108</c:v>
                </c:pt>
                <c:pt idx="1210">
                  <c:v>36109</c:v>
                </c:pt>
                <c:pt idx="1211">
                  <c:v>36111</c:v>
                </c:pt>
                <c:pt idx="1212">
                  <c:v>36112</c:v>
                </c:pt>
                <c:pt idx="1213">
                  <c:v>36115</c:v>
                </c:pt>
                <c:pt idx="1214">
                  <c:v>36116</c:v>
                </c:pt>
                <c:pt idx="1215">
                  <c:v>36117</c:v>
                </c:pt>
                <c:pt idx="1216">
                  <c:v>36118</c:v>
                </c:pt>
                <c:pt idx="1217">
                  <c:v>36119</c:v>
                </c:pt>
                <c:pt idx="1218">
                  <c:v>36122</c:v>
                </c:pt>
                <c:pt idx="1219">
                  <c:v>36123</c:v>
                </c:pt>
                <c:pt idx="1220">
                  <c:v>36124</c:v>
                </c:pt>
                <c:pt idx="1221">
                  <c:v>36126</c:v>
                </c:pt>
                <c:pt idx="1222">
                  <c:v>36129</c:v>
                </c:pt>
                <c:pt idx="1223">
                  <c:v>36130</c:v>
                </c:pt>
                <c:pt idx="1224">
                  <c:v>36131</c:v>
                </c:pt>
                <c:pt idx="1225">
                  <c:v>36132</c:v>
                </c:pt>
                <c:pt idx="1226">
                  <c:v>36133</c:v>
                </c:pt>
                <c:pt idx="1227">
                  <c:v>36136</c:v>
                </c:pt>
                <c:pt idx="1228">
                  <c:v>36137</c:v>
                </c:pt>
                <c:pt idx="1229">
                  <c:v>36138</c:v>
                </c:pt>
                <c:pt idx="1230">
                  <c:v>36139</c:v>
                </c:pt>
                <c:pt idx="1231">
                  <c:v>36140</c:v>
                </c:pt>
                <c:pt idx="1232">
                  <c:v>36143</c:v>
                </c:pt>
                <c:pt idx="1233">
                  <c:v>36144</c:v>
                </c:pt>
                <c:pt idx="1234">
                  <c:v>36145</c:v>
                </c:pt>
                <c:pt idx="1235">
                  <c:v>36146</c:v>
                </c:pt>
                <c:pt idx="1236">
                  <c:v>36147</c:v>
                </c:pt>
                <c:pt idx="1237">
                  <c:v>36150</c:v>
                </c:pt>
                <c:pt idx="1238">
                  <c:v>36151</c:v>
                </c:pt>
                <c:pt idx="1239">
                  <c:v>36152</c:v>
                </c:pt>
                <c:pt idx="1240">
                  <c:v>36153</c:v>
                </c:pt>
                <c:pt idx="1241">
                  <c:v>36157</c:v>
                </c:pt>
                <c:pt idx="1242">
                  <c:v>36158</c:v>
                </c:pt>
                <c:pt idx="1243">
                  <c:v>36159</c:v>
                </c:pt>
                <c:pt idx="1244">
                  <c:v>36160</c:v>
                </c:pt>
                <c:pt idx="1245">
                  <c:v>36164</c:v>
                </c:pt>
                <c:pt idx="1246">
                  <c:v>36165</c:v>
                </c:pt>
                <c:pt idx="1247">
                  <c:v>36166</c:v>
                </c:pt>
                <c:pt idx="1248">
                  <c:v>36167</c:v>
                </c:pt>
                <c:pt idx="1249">
                  <c:v>36168</c:v>
                </c:pt>
                <c:pt idx="1250">
                  <c:v>36171</c:v>
                </c:pt>
                <c:pt idx="1251">
                  <c:v>36172</c:v>
                </c:pt>
                <c:pt idx="1252">
                  <c:v>36173</c:v>
                </c:pt>
                <c:pt idx="1253">
                  <c:v>36174</c:v>
                </c:pt>
                <c:pt idx="1254">
                  <c:v>36175</c:v>
                </c:pt>
                <c:pt idx="1255">
                  <c:v>36179</c:v>
                </c:pt>
                <c:pt idx="1256">
                  <c:v>36180</c:v>
                </c:pt>
                <c:pt idx="1257">
                  <c:v>36181</c:v>
                </c:pt>
                <c:pt idx="1258">
                  <c:v>36182</c:v>
                </c:pt>
                <c:pt idx="1259">
                  <c:v>36185</c:v>
                </c:pt>
                <c:pt idx="1260">
                  <c:v>36186</c:v>
                </c:pt>
                <c:pt idx="1261">
                  <c:v>36187</c:v>
                </c:pt>
                <c:pt idx="1262">
                  <c:v>36188</c:v>
                </c:pt>
                <c:pt idx="1263">
                  <c:v>36189</c:v>
                </c:pt>
                <c:pt idx="1264">
                  <c:v>36192</c:v>
                </c:pt>
                <c:pt idx="1265">
                  <c:v>36193</c:v>
                </c:pt>
                <c:pt idx="1266">
                  <c:v>36194</c:v>
                </c:pt>
                <c:pt idx="1267">
                  <c:v>36195</c:v>
                </c:pt>
                <c:pt idx="1268">
                  <c:v>36196</c:v>
                </c:pt>
                <c:pt idx="1269">
                  <c:v>36199</c:v>
                </c:pt>
                <c:pt idx="1270">
                  <c:v>36200</c:v>
                </c:pt>
                <c:pt idx="1271">
                  <c:v>36201</c:v>
                </c:pt>
                <c:pt idx="1272">
                  <c:v>36202</c:v>
                </c:pt>
                <c:pt idx="1273">
                  <c:v>36203</c:v>
                </c:pt>
                <c:pt idx="1274">
                  <c:v>36207</c:v>
                </c:pt>
                <c:pt idx="1275">
                  <c:v>36208</c:v>
                </c:pt>
                <c:pt idx="1276">
                  <c:v>36209</c:v>
                </c:pt>
                <c:pt idx="1277">
                  <c:v>36210</c:v>
                </c:pt>
                <c:pt idx="1278">
                  <c:v>36213</c:v>
                </c:pt>
                <c:pt idx="1279">
                  <c:v>36214</c:v>
                </c:pt>
                <c:pt idx="1280">
                  <c:v>36215</c:v>
                </c:pt>
                <c:pt idx="1281">
                  <c:v>36216</c:v>
                </c:pt>
                <c:pt idx="1282">
                  <c:v>36217</c:v>
                </c:pt>
                <c:pt idx="1283">
                  <c:v>36220</c:v>
                </c:pt>
                <c:pt idx="1284">
                  <c:v>36221</c:v>
                </c:pt>
                <c:pt idx="1285">
                  <c:v>36222</c:v>
                </c:pt>
                <c:pt idx="1286">
                  <c:v>36223</c:v>
                </c:pt>
                <c:pt idx="1287">
                  <c:v>36224</c:v>
                </c:pt>
                <c:pt idx="1288">
                  <c:v>36227</c:v>
                </c:pt>
                <c:pt idx="1289">
                  <c:v>36228</c:v>
                </c:pt>
                <c:pt idx="1290">
                  <c:v>36229</c:v>
                </c:pt>
                <c:pt idx="1291">
                  <c:v>36230</c:v>
                </c:pt>
                <c:pt idx="1292">
                  <c:v>36231</c:v>
                </c:pt>
                <c:pt idx="1293">
                  <c:v>36234</c:v>
                </c:pt>
                <c:pt idx="1294">
                  <c:v>36235</c:v>
                </c:pt>
                <c:pt idx="1295">
                  <c:v>36236</c:v>
                </c:pt>
                <c:pt idx="1296">
                  <c:v>36237</c:v>
                </c:pt>
                <c:pt idx="1297">
                  <c:v>36238</c:v>
                </c:pt>
                <c:pt idx="1298">
                  <c:v>36241</c:v>
                </c:pt>
                <c:pt idx="1299">
                  <c:v>36242</c:v>
                </c:pt>
                <c:pt idx="1300">
                  <c:v>36243</c:v>
                </c:pt>
                <c:pt idx="1301">
                  <c:v>36244</c:v>
                </c:pt>
                <c:pt idx="1302">
                  <c:v>36245</c:v>
                </c:pt>
                <c:pt idx="1303">
                  <c:v>36248</c:v>
                </c:pt>
                <c:pt idx="1304">
                  <c:v>36249</c:v>
                </c:pt>
                <c:pt idx="1305">
                  <c:v>36250</c:v>
                </c:pt>
                <c:pt idx="1306">
                  <c:v>36251</c:v>
                </c:pt>
                <c:pt idx="1307">
                  <c:v>36255</c:v>
                </c:pt>
                <c:pt idx="1308">
                  <c:v>36256</c:v>
                </c:pt>
                <c:pt idx="1309">
                  <c:v>36257</c:v>
                </c:pt>
                <c:pt idx="1310">
                  <c:v>36258</c:v>
                </c:pt>
                <c:pt idx="1311">
                  <c:v>36259</c:v>
                </c:pt>
                <c:pt idx="1312">
                  <c:v>36262</c:v>
                </c:pt>
                <c:pt idx="1313">
                  <c:v>36263</c:v>
                </c:pt>
                <c:pt idx="1314">
                  <c:v>36264</c:v>
                </c:pt>
                <c:pt idx="1315">
                  <c:v>36265</c:v>
                </c:pt>
                <c:pt idx="1316">
                  <c:v>36266</c:v>
                </c:pt>
                <c:pt idx="1317">
                  <c:v>36269</c:v>
                </c:pt>
                <c:pt idx="1318">
                  <c:v>36270</c:v>
                </c:pt>
                <c:pt idx="1319">
                  <c:v>36271</c:v>
                </c:pt>
                <c:pt idx="1320">
                  <c:v>36272</c:v>
                </c:pt>
                <c:pt idx="1321">
                  <c:v>36273</c:v>
                </c:pt>
                <c:pt idx="1322">
                  <c:v>36276</c:v>
                </c:pt>
                <c:pt idx="1323">
                  <c:v>36277</c:v>
                </c:pt>
                <c:pt idx="1324">
                  <c:v>36278</c:v>
                </c:pt>
                <c:pt idx="1325">
                  <c:v>36279</c:v>
                </c:pt>
                <c:pt idx="1326">
                  <c:v>36280</c:v>
                </c:pt>
                <c:pt idx="1327">
                  <c:v>36283</c:v>
                </c:pt>
                <c:pt idx="1328">
                  <c:v>36284</c:v>
                </c:pt>
                <c:pt idx="1329">
                  <c:v>36285</c:v>
                </c:pt>
                <c:pt idx="1330">
                  <c:v>36286</c:v>
                </c:pt>
                <c:pt idx="1331">
                  <c:v>36287</c:v>
                </c:pt>
                <c:pt idx="1332">
                  <c:v>36290</c:v>
                </c:pt>
                <c:pt idx="1333">
                  <c:v>36291</c:v>
                </c:pt>
                <c:pt idx="1334">
                  <c:v>36292</c:v>
                </c:pt>
                <c:pt idx="1335">
                  <c:v>36293</c:v>
                </c:pt>
                <c:pt idx="1336">
                  <c:v>36294</c:v>
                </c:pt>
                <c:pt idx="1337">
                  <c:v>36297</c:v>
                </c:pt>
                <c:pt idx="1338">
                  <c:v>36298</c:v>
                </c:pt>
                <c:pt idx="1339">
                  <c:v>36299</c:v>
                </c:pt>
                <c:pt idx="1340">
                  <c:v>36300</c:v>
                </c:pt>
                <c:pt idx="1341">
                  <c:v>36301</c:v>
                </c:pt>
                <c:pt idx="1342">
                  <c:v>36304</c:v>
                </c:pt>
                <c:pt idx="1343">
                  <c:v>36305</c:v>
                </c:pt>
                <c:pt idx="1344">
                  <c:v>36306</c:v>
                </c:pt>
                <c:pt idx="1345">
                  <c:v>36307</c:v>
                </c:pt>
                <c:pt idx="1346">
                  <c:v>36308</c:v>
                </c:pt>
                <c:pt idx="1347">
                  <c:v>36312</c:v>
                </c:pt>
                <c:pt idx="1348">
                  <c:v>36313</c:v>
                </c:pt>
                <c:pt idx="1349">
                  <c:v>36314</c:v>
                </c:pt>
                <c:pt idx="1350">
                  <c:v>36315</c:v>
                </c:pt>
                <c:pt idx="1351">
                  <c:v>36318</c:v>
                </c:pt>
                <c:pt idx="1352">
                  <c:v>36319</c:v>
                </c:pt>
                <c:pt idx="1353">
                  <c:v>36320</c:v>
                </c:pt>
                <c:pt idx="1354">
                  <c:v>36321</c:v>
                </c:pt>
                <c:pt idx="1355">
                  <c:v>36322</c:v>
                </c:pt>
                <c:pt idx="1356">
                  <c:v>36325</c:v>
                </c:pt>
                <c:pt idx="1357">
                  <c:v>36326</c:v>
                </c:pt>
                <c:pt idx="1358">
                  <c:v>36327</c:v>
                </c:pt>
                <c:pt idx="1359">
                  <c:v>36328</c:v>
                </c:pt>
                <c:pt idx="1360">
                  <c:v>36329</c:v>
                </c:pt>
                <c:pt idx="1361">
                  <c:v>36332</c:v>
                </c:pt>
                <c:pt idx="1362">
                  <c:v>36333</c:v>
                </c:pt>
                <c:pt idx="1363">
                  <c:v>36334</c:v>
                </c:pt>
                <c:pt idx="1364">
                  <c:v>36335</c:v>
                </c:pt>
                <c:pt idx="1365">
                  <c:v>36336</c:v>
                </c:pt>
                <c:pt idx="1366">
                  <c:v>36339</c:v>
                </c:pt>
                <c:pt idx="1367">
                  <c:v>36340</c:v>
                </c:pt>
                <c:pt idx="1368">
                  <c:v>36341</c:v>
                </c:pt>
                <c:pt idx="1369">
                  <c:v>36342</c:v>
                </c:pt>
                <c:pt idx="1370">
                  <c:v>36343</c:v>
                </c:pt>
                <c:pt idx="1371">
                  <c:v>36347</c:v>
                </c:pt>
                <c:pt idx="1372">
                  <c:v>36348</c:v>
                </c:pt>
                <c:pt idx="1373">
                  <c:v>36349</c:v>
                </c:pt>
                <c:pt idx="1374">
                  <c:v>36350</c:v>
                </c:pt>
                <c:pt idx="1375">
                  <c:v>36353</c:v>
                </c:pt>
                <c:pt idx="1376">
                  <c:v>36354</c:v>
                </c:pt>
                <c:pt idx="1377">
                  <c:v>36355</c:v>
                </c:pt>
                <c:pt idx="1378">
                  <c:v>36356</c:v>
                </c:pt>
                <c:pt idx="1379">
                  <c:v>36357</c:v>
                </c:pt>
                <c:pt idx="1380">
                  <c:v>36360</c:v>
                </c:pt>
                <c:pt idx="1381">
                  <c:v>36361</c:v>
                </c:pt>
                <c:pt idx="1382">
                  <c:v>36362</c:v>
                </c:pt>
                <c:pt idx="1383">
                  <c:v>36363</c:v>
                </c:pt>
                <c:pt idx="1384">
                  <c:v>36364</c:v>
                </c:pt>
                <c:pt idx="1385">
                  <c:v>36367</c:v>
                </c:pt>
                <c:pt idx="1386">
                  <c:v>36368</c:v>
                </c:pt>
                <c:pt idx="1387">
                  <c:v>36369</c:v>
                </c:pt>
                <c:pt idx="1388">
                  <c:v>36370</c:v>
                </c:pt>
                <c:pt idx="1389">
                  <c:v>36371</c:v>
                </c:pt>
                <c:pt idx="1390">
                  <c:v>36374</c:v>
                </c:pt>
                <c:pt idx="1391">
                  <c:v>36375</c:v>
                </c:pt>
                <c:pt idx="1392">
                  <c:v>36376</c:v>
                </c:pt>
                <c:pt idx="1393">
                  <c:v>36377</c:v>
                </c:pt>
                <c:pt idx="1394">
                  <c:v>36378</c:v>
                </c:pt>
                <c:pt idx="1395">
                  <c:v>36381</c:v>
                </c:pt>
                <c:pt idx="1396">
                  <c:v>36382</c:v>
                </c:pt>
                <c:pt idx="1397">
                  <c:v>36383</c:v>
                </c:pt>
                <c:pt idx="1398">
                  <c:v>36384</c:v>
                </c:pt>
                <c:pt idx="1399">
                  <c:v>36385</c:v>
                </c:pt>
                <c:pt idx="1400">
                  <c:v>36388</c:v>
                </c:pt>
                <c:pt idx="1401">
                  <c:v>36389</c:v>
                </c:pt>
                <c:pt idx="1402">
                  <c:v>36390</c:v>
                </c:pt>
                <c:pt idx="1403">
                  <c:v>36391</c:v>
                </c:pt>
                <c:pt idx="1404">
                  <c:v>36395</c:v>
                </c:pt>
                <c:pt idx="1405">
                  <c:v>36396</c:v>
                </c:pt>
                <c:pt idx="1406">
                  <c:v>36397</c:v>
                </c:pt>
                <c:pt idx="1407">
                  <c:v>36398</c:v>
                </c:pt>
                <c:pt idx="1408">
                  <c:v>36399</c:v>
                </c:pt>
                <c:pt idx="1409">
                  <c:v>36402</c:v>
                </c:pt>
                <c:pt idx="1410">
                  <c:v>36403</c:v>
                </c:pt>
                <c:pt idx="1411">
                  <c:v>36404</c:v>
                </c:pt>
                <c:pt idx="1412">
                  <c:v>36405</c:v>
                </c:pt>
                <c:pt idx="1413">
                  <c:v>36406</c:v>
                </c:pt>
                <c:pt idx="1414">
                  <c:v>36410</c:v>
                </c:pt>
                <c:pt idx="1415">
                  <c:v>36411</c:v>
                </c:pt>
                <c:pt idx="1416">
                  <c:v>36412</c:v>
                </c:pt>
                <c:pt idx="1417">
                  <c:v>36413</c:v>
                </c:pt>
                <c:pt idx="1418">
                  <c:v>36416</c:v>
                </c:pt>
                <c:pt idx="1419">
                  <c:v>36417</c:v>
                </c:pt>
                <c:pt idx="1420">
                  <c:v>36418</c:v>
                </c:pt>
                <c:pt idx="1421">
                  <c:v>36419</c:v>
                </c:pt>
                <c:pt idx="1422">
                  <c:v>36420</c:v>
                </c:pt>
                <c:pt idx="1423">
                  <c:v>36423</c:v>
                </c:pt>
                <c:pt idx="1424">
                  <c:v>36424</c:v>
                </c:pt>
                <c:pt idx="1425">
                  <c:v>36425</c:v>
                </c:pt>
                <c:pt idx="1426">
                  <c:v>36426</c:v>
                </c:pt>
                <c:pt idx="1427">
                  <c:v>36427</c:v>
                </c:pt>
                <c:pt idx="1428">
                  <c:v>36430</c:v>
                </c:pt>
                <c:pt idx="1429">
                  <c:v>36431</c:v>
                </c:pt>
                <c:pt idx="1430">
                  <c:v>36432</c:v>
                </c:pt>
                <c:pt idx="1431">
                  <c:v>36433</c:v>
                </c:pt>
                <c:pt idx="1432">
                  <c:v>36434</c:v>
                </c:pt>
                <c:pt idx="1433">
                  <c:v>36437</c:v>
                </c:pt>
                <c:pt idx="1434">
                  <c:v>36438</c:v>
                </c:pt>
                <c:pt idx="1435">
                  <c:v>36439</c:v>
                </c:pt>
                <c:pt idx="1436">
                  <c:v>36440</c:v>
                </c:pt>
                <c:pt idx="1437">
                  <c:v>36441</c:v>
                </c:pt>
                <c:pt idx="1438">
                  <c:v>36445</c:v>
                </c:pt>
                <c:pt idx="1439">
                  <c:v>36446</c:v>
                </c:pt>
                <c:pt idx="1440">
                  <c:v>36447</c:v>
                </c:pt>
                <c:pt idx="1441">
                  <c:v>36448</c:v>
                </c:pt>
                <c:pt idx="1442">
                  <c:v>36451</c:v>
                </c:pt>
                <c:pt idx="1443">
                  <c:v>36452</c:v>
                </c:pt>
                <c:pt idx="1444">
                  <c:v>36453</c:v>
                </c:pt>
                <c:pt idx="1445">
                  <c:v>36454</c:v>
                </c:pt>
                <c:pt idx="1446">
                  <c:v>36455</c:v>
                </c:pt>
                <c:pt idx="1447">
                  <c:v>36458</c:v>
                </c:pt>
                <c:pt idx="1448">
                  <c:v>36459</c:v>
                </c:pt>
                <c:pt idx="1449">
                  <c:v>36460</c:v>
                </c:pt>
                <c:pt idx="1450">
                  <c:v>36461</c:v>
                </c:pt>
                <c:pt idx="1451">
                  <c:v>36462</c:v>
                </c:pt>
                <c:pt idx="1452">
                  <c:v>36465</c:v>
                </c:pt>
                <c:pt idx="1453">
                  <c:v>36466</c:v>
                </c:pt>
                <c:pt idx="1454">
                  <c:v>36467</c:v>
                </c:pt>
                <c:pt idx="1455">
                  <c:v>36468</c:v>
                </c:pt>
                <c:pt idx="1456">
                  <c:v>36469</c:v>
                </c:pt>
                <c:pt idx="1457">
                  <c:v>36472</c:v>
                </c:pt>
                <c:pt idx="1458">
                  <c:v>36473</c:v>
                </c:pt>
                <c:pt idx="1459">
                  <c:v>36474</c:v>
                </c:pt>
                <c:pt idx="1460">
                  <c:v>36476</c:v>
                </c:pt>
                <c:pt idx="1461">
                  <c:v>36479</c:v>
                </c:pt>
                <c:pt idx="1462">
                  <c:v>36480</c:v>
                </c:pt>
                <c:pt idx="1463">
                  <c:v>36481</c:v>
                </c:pt>
                <c:pt idx="1464">
                  <c:v>36482</c:v>
                </c:pt>
                <c:pt idx="1465">
                  <c:v>36483</c:v>
                </c:pt>
                <c:pt idx="1466">
                  <c:v>36486</c:v>
                </c:pt>
                <c:pt idx="1467">
                  <c:v>36487</c:v>
                </c:pt>
                <c:pt idx="1468">
                  <c:v>36488</c:v>
                </c:pt>
                <c:pt idx="1469">
                  <c:v>36490</c:v>
                </c:pt>
                <c:pt idx="1470">
                  <c:v>36493</c:v>
                </c:pt>
                <c:pt idx="1471">
                  <c:v>36494</c:v>
                </c:pt>
                <c:pt idx="1472">
                  <c:v>36495</c:v>
                </c:pt>
                <c:pt idx="1473">
                  <c:v>36496</c:v>
                </c:pt>
                <c:pt idx="1474">
                  <c:v>36497</c:v>
                </c:pt>
                <c:pt idx="1475">
                  <c:v>36500</c:v>
                </c:pt>
                <c:pt idx="1476">
                  <c:v>36501</c:v>
                </c:pt>
                <c:pt idx="1477">
                  <c:v>36502</c:v>
                </c:pt>
                <c:pt idx="1478">
                  <c:v>36503</c:v>
                </c:pt>
                <c:pt idx="1479">
                  <c:v>36504</c:v>
                </c:pt>
                <c:pt idx="1480">
                  <c:v>36507</c:v>
                </c:pt>
                <c:pt idx="1481">
                  <c:v>36508</c:v>
                </c:pt>
                <c:pt idx="1482">
                  <c:v>36509</c:v>
                </c:pt>
                <c:pt idx="1483">
                  <c:v>36510</c:v>
                </c:pt>
                <c:pt idx="1484">
                  <c:v>36511</c:v>
                </c:pt>
                <c:pt idx="1485">
                  <c:v>36514</c:v>
                </c:pt>
                <c:pt idx="1486">
                  <c:v>36515</c:v>
                </c:pt>
                <c:pt idx="1487">
                  <c:v>36516</c:v>
                </c:pt>
                <c:pt idx="1488">
                  <c:v>36517</c:v>
                </c:pt>
                <c:pt idx="1489">
                  <c:v>36521</c:v>
                </c:pt>
                <c:pt idx="1490">
                  <c:v>36522</c:v>
                </c:pt>
                <c:pt idx="1491">
                  <c:v>36523</c:v>
                </c:pt>
                <c:pt idx="1492">
                  <c:v>36524</c:v>
                </c:pt>
                <c:pt idx="1493">
                  <c:v>36525</c:v>
                </c:pt>
                <c:pt idx="1494">
                  <c:v>36528</c:v>
                </c:pt>
                <c:pt idx="1495">
                  <c:v>36529</c:v>
                </c:pt>
                <c:pt idx="1496">
                  <c:v>36530</c:v>
                </c:pt>
                <c:pt idx="1497">
                  <c:v>36531</c:v>
                </c:pt>
                <c:pt idx="1498">
                  <c:v>36532</c:v>
                </c:pt>
                <c:pt idx="1499">
                  <c:v>36535</c:v>
                </c:pt>
                <c:pt idx="1500">
                  <c:v>36536</c:v>
                </c:pt>
                <c:pt idx="1501">
                  <c:v>36537</c:v>
                </c:pt>
                <c:pt idx="1502">
                  <c:v>36538</c:v>
                </c:pt>
                <c:pt idx="1503">
                  <c:v>36539</c:v>
                </c:pt>
                <c:pt idx="1504">
                  <c:v>36543</c:v>
                </c:pt>
                <c:pt idx="1505">
                  <c:v>36544</c:v>
                </c:pt>
                <c:pt idx="1506">
                  <c:v>36545</c:v>
                </c:pt>
                <c:pt idx="1507">
                  <c:v>36546</c:v>
                </c:pt>
                <c:pt idx="1508">
                  <c:v>36549</c:v>
                </c:pt>
                <c:pt idx="1509">
                  <c:v>36550</c:v>
                </c:pt>
                <c:pt idx="1510">
                  <c:v>36551</c:v>
                </c:pt>
                <c:pt idx="1511">
                  <c:v>36552</c:v>
                </c:pt>
                <c:pt idx="1512">
                  <c:v>36553</c:v>
                </c:pt>
                <c:pt idx="1513">
                  <c:v>36556</c:v>
                </c:pt>
                <c:pt idx="1514">
                  <c:v>36557</c:v>
                </c:pt>
                <c:pt idx="1515">
                  <c:v>36558</c:v>
                </c:pt>
                <c:pt idx="1516">
                  <c:v>36559</c:v>
                </c:pt>
                <c:pt idx="1517">
                  <c:v>36560</c:v>
                </c:pt>
                <c:pt idx="1518">
                  <c:v>36563</c:v>
                </c:pt>
                <c:pt idx="1519">
                  <c:v>36564</c:v>
                </c:pt>
                <c:pt idx="1520">
                  <c:v>36565</c:v>
                </c:pt>
                <c:pt idx="1521">
                  <c:v>36566</c:v>
                </c:pt>
                <c:pt idx="1522">
                  <c:v>36567</c:v>
                </c:pt>
                <c:pt idx="1523">
                  <c:v>36570</c:v>
                </c:pt>
                <c:pt idx="1524">
                  <c:v>36571</c:v>
                </c:pt>
                <c:pt idx="1525">
                  <c:v>36572</c:v>
                </c:pt>
                <c:pt idx="1526">
                  <c:v>36573</c:v>
                </c:pt>
                <c:pt idx="1527">
                  <c:v>36574</c:v>
                </c:pt>
                <c:pt idx="1528">
                  <c:v>36578</c:v>
                </c:pt>
                <c:pt idx="1529">
                  <c:v>36579</c:v>
                </c:pt>
                <c:pt idx="1530">
                  <c:v>36580</c:v>
                </c:pt>
                <c:pt idx="1531">
                  <c:v>36581</c:v>
                </c:pt>
                <c:pt idx="1532">
                  <c:v>36584</c:v>
                </c:pt>
                <c:pt idx="1533">
                  <c:v>36585</c:v>
                </c:pt>
                <c:pt idx="1534">
                  <c:v>36586</c:v>
                </c:pt>
                <c:pt idx="1535">
                  <c:v>36587</c:v>
                </c:pt>
                <c:pt idx="1536">
                  <c:v>36588</c:v>
                </c:pt>
                <c:pt idx="1537">
                  <c:v>36591</c:v>
                </c:pt>
                <c:pt idx="1538">
                  <c:v>36592</c:v>
                </c:pt>
                <c:pt idx="1539">
                  <c:v>36593</c:v>
                </c:pt>
                <c:pt idx="1540">
                  <c:v>36594</c:v>
                </c:pt>
                <c:pt idx="1541">
                  <c:v>36595</c:v>
                </c:pt>
                <c:pt idx="1542">
                  <c:v>36598</c:v>
                </c:pt>
                <c:pt idx="1543">
                  <c:v>36599</c:v>
                </c:pt>
                <c:pt idx="1544">
                  <c:v>36600</c:v>
                </c:pt>
                <c:pt idx="1545">
                  <c:v>36601</c:v>
                </c:pt>
                <c:pt idx="1546">
                  <c:v>36602</c:v>
                </c:pt>
                <c:pt idx="1547">
                  <c:v>36605</c:v>
                </c:pt>
                <c:pt idx="1548">
                  <c:v>36606</c:v>
                </c:pt>
                <c:pt idx="1549">
                  <c:v>36607</c:v>
                </c:pt>
                <c:pt idx="1550">
                  <c:v>36608</c:v>
                </c:pt>
                <c:pt idx="1551">
                  <c:v>36609</c:v>
                </c:pt>
                <c:pt idx="1552">
                  <c:v>36612</c:v>
                </c:pt>
                <c:pt idx="1553">
                  <c:v>36613</c:v>
                </c:pt>
                <c:pt idx="1554">
                  <c:v>36614</c:v>
                </c:pt>
                <c:pt idx="1555">
                  <c:v>36615</c:v>
                </c:pt>
                <c:pt idx="1556">
                  <c:v>36616</c:v>
                </c:pt>
                <c:pt idx="1557">
                  <c:v>36619</c:v>
                </c:pt>
                <c:pt idx="1558">
                  <c:v>36620</c:v>
                </c:pt>
                <c:pt idx="1559">
                  <c:v>36621</c:v>
                </c:pt>
                <c:pt idx="1560">
                  <c:v>36622</c:v>
                </c:pt>
                <c:pt idx="1561">
                  <c:v>36623</c:v>
                </c:pt>
                <c:pt idx="1562">
                  <c:v>36626</c:v>
                </c:pt>
                <c:pt idx="1563">
                  <c:v>36627</c:v>
                </c:pt>
                <c:pt idx="1564">
                  <c:v>36628</c:v>
                </c:pt>
                <c:pt idx="1565">
                  <c:v>36629</c:v>
                </c:pt>
                <c:pt idx="1566">
                  <c:v>36630</c:v>
                </c:pt>
                <c:pt idx="1567">
                  <c:v>36633</c:v>
                </c:pt>
                <c:pt idx="1568">
                  <c:v>36634</c:v>
                </c:pt>
                <c:pt idx="1569">
                  <c:v>36635</c:v>
                </c:pt>
                <c:pt idx="1570">
                  <c:v>36636</c:v>
                </c:pt>
                <c:pt idx="1571">
                  <c:v>36640</c:v>
                </c:pt>
                <c:pt idx="1572">
                  <c:v>36641</c:v>
                </c:pt>
                <c:pt idx="1573">
                  <c:v>36642</c:v>
                </c:pt>
                <c:pt idx="1574">
                  <c:v>36643</c:v>
                </c:pt>
                <c:pt idx="1575">
                  <c:v>36644</c:v>
                </c:pt>
                <c:pt idx="1576">
                  <c:v>36647</c:v>
                </c:pt>
                <c:pt idx="1577">
                  <c:v>36648</c:v>
                </c:pt>
                <c:pt idx="1578">
                  <c:v>36649</c:v>
                </c:pt>
                <c:pt idx="1579">
                  <c:v>36650</c:v>
                </c:pt>
                <c:pt idx="1580">
                  <c:v>36651</c:v>
                </c:pt>
                <c:pt idx="1581">
                  <c:v>36654</c:v>
                </c:pt>
                <c:pt idx="1582">
                  <c:v>36655</c:v>
                </c:pt>
                <c:pt idx="1583">
                  <c:v>36656</c:v>
                </c:pt>
                <c:pt idx="1584">
                  <c:v>36657</c:v>
                </c:pt>
                <c:pt idx="1585">
                  <c:v>36658</c:v>
                </c:pt>
                <c:pt idx="1586">
                  <c:v>36661</c:v>
                </c:pt>
                <c:pt idx="1587">
                  <c:v>36662</c:v>
                </c:pt>
                <c:pt idx="1588">
                  <c:v>36663</c:v>
                </c:pt>
                <c:pt idx="1589">
                  <c:v>36664</c:v>
                </c:pt>
                <c:pt idx="1590">
                  <c:v>36665</c:v>
                </c:pt>
                <c:pt idx="1591">
                  <c:v>36668</c:v>
                </c:pt>
                <c:pt idx="1592">
                  <c:v>36669</c:v>
                </c:pt>
                <c:pt idx="1593">
                  <c:v>36670</c:v>
                </c:pt>
                <c:pt idx="1594">
                  <c:v>36671</c:v>
                </c:pt>
                <c:pt idx="1595">
                  <c:v>36672</c:v>
                </c:pt>
                <c:pt idx="1596">
                  <c:v>36676</c:v>
                </c:pt>
                <c:pt idx="1597">
                  <c:v>36677</c:v>
                </c:pt>
                <c:pt idx="1598">
                  <c:v>36678</c:v>
                </c:pt>
                <c:pt idx="1599">
                  <c:v>36679</c:v>
                </c:pt>
                <c:pt idx="1600">
                  <c:v>36682</c:v>
                </c:pt>
                <c:pt idx="1601">
                  <c:v>36683</c:v>
                </c:pt>
                <c:pt idx="1602">
                  <c:v>36684</c:v>
                </c:pt>
                <c:pt idx="1603">
                  <c:v>36685</c:v>
                </c:pt>
                <c:pt idx="1604">
                  <c:v>36686</c:v>
                </c:pt>
                <c:pt idx="1605">
                  <c:v>36689</c:v>
                </c:pt>
                <c:pt idx="1606">
                  <c:v>36690</c:v>
                </c:pt>
                <c:pt idx="1607">
                  <c:v>36691</c:v>
                </c:pt>
                <c:pt idx="1608">
                  <c:v>36692</c:v>
                </c:pt>
                <c:pt idx="1609">
                  <c:v>36693</c:v>
                </c:pt>
                <c:pt idx="1610">
                  <c:v>36696</c:v>
                </c:pt>
                <c:pt idx="1611">
                  <c:v>36697</c:v>
                </c:pt>
                <c:pt idx="1612">
                  <c:v>36698</c:v>
                </c:pt>
                <c:pt idx="1613">
                  <c:v>36699</c:v>
                </c:pt>
                <c:pt idx="1614">
                  <c:v>36700</c:v>
                </c:pt>
                <c:pt idx="1615">
                  <c:v>36703</c:v>
                </c:pt>
                <c:pt idx="1616">
                  <c:v>36704</c:v>
                </c:pt>
                <c:pt idx="1617">
                  <c:v>36705</c:v>
                </c:pt>
                <c:pt idx="1618">
                  <c:v>36706</c:v>
                </c:pt>
                <c:pt idx="1619">
                  <c:v>36707</c:v>
                </c:pt>
                <c:pt idx="1620">
                  <c:v>36710</c:v>
                </c:pt>
                <c:pt idx="1621">
                  <c:v>36712</c:v>
                </c:pt>
                <c:pt idx="1622">
                  <c:v>36713</c:v>
                </c:pt>
                <c:pt idx="1623">
                  <c:v>36714</c:v>
                </c:pt>
                <c:pt idx="1624">
                  <c:v>36717</c:v>
                </c:pt>
                <c:pt idx="1625">
                  <c:v>36718</c:v>
                </c:pt>
                <c:pt idx="1626">
                  <c:v>36719</c:v>
                </c:pt>
                <c:pt idx="1627">
                  <c:v>36720</c:v>
                </c:pt>
                <c:pt idx="1628">
                  <c:v>36721</c:v>
                </c:pt>
                <c:pt idx="1629">
                  <c:v>36724</c:v>
                </c:pt>
                <c:pt idx="1630">
                  <c:v>36725</c:v>
                </c:pt>
                <c:pt idx="1631">
                  <c:v>36726</c:v>
                </c:pt>
                <c:pt idx="1632">
                  <c:v>36727</c:v>
                </c:pt>
                <c:pt idx="1633">
                  <c:v>36728</c:v>
                </c:pt>
                <c:pt idx="1634">
                  <c:v>36731</c:v>
                </c:pt>
                <c:pt idx="1635">
                  <c:v>36732</c:v>
                </c:pt>
                <c:pt idx="1636">
                  <c:v>36733</c:v>
                </c:pt>
                <c:pt idx="1637">
                  <c:v>36734</c:v>
                </c:pt>
                <c:pt idx="1638">
                  <c:v>36735</c:v>
                </c:pt>
                <c:pt idx="1639">
                  <c:v>36738</c:v>
                </c:pt>
                <c:pt idx="1640">
                  <c:v>36739</c:v>
                </c:pt>
                <c:pt idx="1641">
                  <c:v>36740</c:v>
                </c:pt>
                <c:pt idx="1642">
                  <c:v>36741</c:v>
                </c:pt>
                <c:pt idx="1643">
                  <c:v>36742</c:v>
                </c:pt>
                <c:pt idx="1644">
                  <c:v>36745</c:v>
                </c:pt>
                <c:pt idx="1645">
                  <c:v>36746</c:v>
                </c:pt>
                <c:pt idx="1646">
                  <c:v>36747</c:v>
                </c:pt>
                <c:pt idx="1647">
                  <c:v>36748</c:v>
                </c:pt>
                <c:pt idx="1648">
                  <c:v>36749</c:v>
                </c:pt>
                <c:pt idx="1649">
                  <c:v>36752</c:v>
                </c:pt>
                <c:pt idx="1650">
                  <c:v>36753</c:v>
                </c:pt>
                <c:pt idx="1651">
                  <c:v>36754</c:v>
                </c:pt>
                <c:pt idx="1652">
                  <c:v>36755</c:v>
                </c:pt>
                <c:pt idx="1653">
                  <c:v>36756</c:v>
                </c:pt>
                <c:pt idx="1654">
                  <c:v>36759</c:v>
                </c:pt>
                <c:pt idx="1655">
                  <c:v>36760</c:v>
                </c:pt>
                <c:pt idx="1656">
                  <c:v>36761</c:v>
                </c:pt>
                <c:pt idx="1657">
                  <c:v>36762</c:v>
                </c:pt>
                <c:pt idx="1658">
                  <c:v>36763</c:v>
                </c:pt>
                <c:pt idx="1659">
                  <c:v>36766</c:v>
                </c:pt>
                <c:pt idx="1660">
                  <c:v>36767</c:v>
                </c:pt>
                <c:pt idx="1661">
                  <c:v>36768</c:v>
                </c:pt>
                <c:pt idx="1662">
                  <c:v>36769</c:v>
                </c:pt>
                <c:pt idx="1663">
                  <c:v>36770</c:v>
                </c:pt>
                <c:pt idx="1664">
                  <c:v>36774</c:v>
                </c:pt>
                <c:pt idx="1665">
                  <c:v>36775</c:v>
                </c:pt>
                <c:pt idx="1666">
                  <c:v>36776</c:v>
                </c:pt>
                <c:pt idx="1667">
                  <c:v>36777</c:v>
                </c:pt>
                <c:pt idx="1668">
                  <c:v>36780</c:v>
                </c:pt>
                <c:pt idx="1669">
                  <c:v>36781</c:v>
                </c:pt>
                <c:pt idx="1670">
                  <c:v>36782</c:v>
                </c:pt>
                <c:pt idx="1671">
                  <c:v>36783</c:v>
                </c:pt>
                <c:pt idx="1672">
                  <c:v>36784</c:v>
                </c:pt>
                <c:pt idx="1673">
                  <c:v>36787</c:v>
                </c:pt>
                <c:pt idx="1674">
                  <c:v>36788</c:v>
                </c:pt>
                <c:pt idx="1675">
                  <c:v>36789</c:v>
                </c:pt>
                <c:pt idx="1676">
                  <c:v>36790</c:v>
                </c:pt>
                <c:pt idx="1677">
                  <c:v>36791</c:v>
                </c:pt>
                <c:pt idx="1678">
                  <c:v>36794</c:v>
                </c:pt>
                <c:pt idx="1679">
                  <c:v>36795</c:v>
                </c:pt>
                <c:pt idx="1680">
                  <c:v>36796</c:v>
                </c:pt>
                <c:pt idx="1681">
                  <c:v>36797</c:v>
                </c:pt>
                <c:pt idx="1682">
                  <c:v>36798</c:v>
                </c:pt>
                <c:pt idx="1683">
                  <c:v>36801</c:v>
                </c:pt>
                <c:pt idx="1684">
                  <c:v>36802</c:v>
                </c:pt>
                <c:pt idx="1685">
                  <c:v>36803</c:v>
                </c:pt>
                <c:pt idx="1686">
                  <c:v>36804</c:v>
                </c:pt>
                <c:pt idx="1687">
                  <c:v>36805</c:v>
                </c:pt>
                <c:pt idx="1688">
                  <c:v>36809</c:v>
                </c:pt>
                <c:pt idx="1689">
                  <c:v>36810</c:v>
                </c:pt>
                <c:pt idx="1690">
                  <c:v>36811</c:v>
                </c:pt>
                <c:pt idx="1691">
                  <c:v>36812</c:v>
                </c:pt>
                <c:pt idx="1692">
                  <c:v>36815</c:v>
                </c:pt>
                <c:pt idx="1693">
                  <c:v>36816</c:v>
                </c:pt>
                <c:pt idx="1694">
                  <c:v>36817</c:v>
                </c:pt>
                <c:pt idx="1695">
                  <c:v>36818</c:v>
                </c:pt>
                <c:pt idx="1696">
                  <c:v>36819</c:v>
                </c:pt>
                <c:pt idx="1697">
                  <c:v>36822</c:v>
                </c:pt>
                <c:pt idx="1698">
                  <c:v>36823</c:v>
                </c:pt>
                <c:pt idx="1699">
                  <c:v>36824</c:v>
                </c:pt>
                <c:pt idx="1700">
                  <c:v>36825</c:v>
                </c:pt>
                <c:pt idx="1701">
                  <c:v>36826</c:v>
                </c:pt>
                <c:pt idx="1702">
                  <c:v>36829</c:v>
                </c:pt>
                <c:pt idx="1703">
                  <c:v>36830</c:v>
                </c:pt>
                <c:pt idx="1704">
                  <c:v>36831</c:v>
                </c:pt>
                <c:pt idx="1705">
                  <c:v>36832</c:v>
                </c:pt>
                <c:pt idx="1706">
                  <c:v>36833</c:v>
                </c:pt>
                <c:pt idx="1707">
                  <c:v>36836</c:v>
                </c:pt>
                <c:pt idx="1708">
                  <c:v>36837</c:v>
                </c:pt>
                <c:pt idx="1709">
                  <c:v>36838</c:v>
                </c:pt>
                <c:pt idx="1710">
                  <c:v>36839</c:v>
                </c:pt>
                <c:pt idx="1711">
                  <c:v>36840</c:v>
                </c:pt>
                <c:pt idx="1712">
                  <c:v>36843</c:v>
                </c:pt>
                <c:pt idx="1713">
                  <c:v>36844</c:v>
                </c:pt>
                <c:pt idx="1714">
                  <c:v>36845</c:v>
                </c:pt>
                <c:pt idx="1715">
                  <c:v>36846</c:v>
                </c:pt>
                <c:pt idx="1716">
                  <c:v>36847</c:v>
                </c:pt>
                <c:pt idx="1717">
                  <c:v>36850</c:v>
                </c:pt>
                <c:pt idx="1718">
                  <c:v>36851</c:v>
                </c:pt>
                <c:pt idx="1719">
                  <c:v>36852</c:v>
                </c:pt>
                <c:pt idx="1720">
                  <c:v>36854</c:v>
                </c:pt>
                <c:pt idx="1721">
                  <c:v>36857</c:v>
                </c:pt>
                <c:pt idx="1722">
                  <c:v>36858</c:v>
                </c:pt>
                <c:pt idx="1723">
                  <c:v>36859</c:v>
                </c:pt>
                <c:pt idx="1724">
                  <c:v>36860</c:v>
                </c:pt>
                <c:pt idx="1725">
                  <c:v>36861</c:v>
                </c:pt>
                <c:pt idx="1726">
                  <c:v>36864</c:v>
                </c:pt>
                <c:pt idx="1727">
                  <c:v>36865</c:v>
                </c:pt>
                <c:pt idx="1728">
                  <c:v>36866</c:v>
                </c:pt>
                <c:pt idx="1729">
                  <c:v>36867</c:v>
                </c:pt>
                <c:pt idx="1730">
                  <c:v>36868</c:v>
                </c:pt>
                <c:pt idx="1731">
                  <c:v>36871</c:v>
                </c:pt>
                <c:pt idx="1732">
                  <c:v>36872</c:v>
                </c:pt>
                <c:pt idx="1733">
                  <c:v>36873</c:v>
                </c:pt>
                <c:pt idx="1734">
                  <c:v>36874</c:v>
                </c:pt>
                <c:pt idx="1735">
                  <c:v>36875</c:v>
                </c:pt>
                <c:pt idx="1736">
                  <c:v>36878</c:v>
                </c:pt>
                <c:pt idx="1737">
                  <c:v>36879</c:v>
                </c:pt>
                <c:pt idx="1738">
                  <c:v>36880</c:v>
                </c:pt>
                <c:pt idx="1739">
                  <c:v>36881</c:v>
                </c:pt>
                <c:pt idx="1740">
                  <c:v>36882</c:v>
                </c:pt>
                <c:pt idx="1741">
                  <c:v>36886</c:v>
                </c:pt>
                <c:pt idx="1742">
                  <c:v>36887</c:v>
                </c:pt>
                <c:pt idx="1743">
                  <c:v>36888</c:v>
                </c:pt>
                <c:pt idx="1744">
                  <c:v>36889</c:v>
                </c:pt>
                <c:pt idx="1745">
                  <c:v>36893</c:v>
                </c:pt>
                <c:pt idx="1746">
                  <c:v>36894</c:v>
                </c:pt>
                <c:pt idx="1747">
                  <c:v>36895</c:v>
                </c:pt>
                <c:pt idx="1748">
                  <c:v>36896</c:v>
                </c:pt>
                <c:pt idx="1749">
                  <c:v>36899</c:v>
                </c:pt>
                <c:pt idx="1750">
                  <c:v>36900</c:v>
                </c:pt>
                <c:pt idx="1751">
                  <c:v>36901</c:v>
                </c:pt>
                <c:pt idx="1752">
                  <c:v>36902</c:v>
                </c:pt>
                <c:pt idx="1753">
                  <c:v>36903</c:v>
                </c:pt>
                <c:pt idx="1754">
                  <c:v>36907</c:v>
                </c:pt>
                <c:pt idx="1755">
                  <c:v>36908</c:v>
                </c:pt>
                <c:pt idx="1756">
                  <c:v>36909</c:v>
                </c:pt>
                <c:pt idx="1757">
                  <c:v>36910</c:v>
                </c:pt>
                <c:pt idx="1758">
                  <c:v>36913</c:v>
                </c:pt>
                <c:pt idx="1759">
                  <c:v>36914</c:v>
                </c:pt>
                <c:pt idx="1760">
                  <c:v>36915</c:v>
                </c:pt>
                <c:pt idx="1761">
                  <c:v>36916</c:v>
                </c:pt>
                <c:pt idx="1762">
                  <c:v>36917</c:v>
                </c:pt>
                <c:pt idx="1763">
                  <c:v>36920</c:v>
                </c:pt>
                <c:pt idx="1764">
                  <c:v>36921</c:v>
                </c:pt>
                <c:pt idx="1765">
                  <c:v>36922</c:v>
                </c:pt>
                <c:pt idx="1766">
                  <c:v>36923</c:v>
                </c:pt>
                <c:pt idx="1767">
                  <c:v>36924</c:v>
                </c:pt>
                <c:pt idx="1768">
                  <c:v>36927</c:v>
                </c:pt>
                <c:pt idx="1769">
                  <c:v>36928</c:v>
                </c:pt>
                <c:pt idx="1770">
                  <c:v>36929</c:v>
                </c:pt>
                <c:pt idx="1771">
                  <c:v>36930</c:v>
                </c:pt>
                <c:pt idx="1772">
                  <c:v>36931</c:v>
                </c:pt>
                <c:pt idx="1773">
                  <c:v>36934</c:v>
                </c:pt>
                <c:pt idx="1774">
                  <c:v>36935</c:v>
                </c:pt>
                <c:pt idx="1775">
                  <c:v>36936</c:v>
                </c:pt>
                <c:pt idx="1776">
                  <c:v>36937</c:v>
                </c:pt>
                <c:pt idx="1777">
                  <c:v>36938</c:v>
                </c:pt>
                <c:pt idx="1778">
                  <c:v>36942</c:v>
                </c:pt>
                <c:pt idx="1779">
                  <c:v>36943</c:v>
                </c:pt>
                <c:pt idx="1780">
                  <c:v>36944</c:v>
                </c:pt>
                <c:pt idx="1781">
                  <c:v>36945</c:v>
                </c:pt>
                <c:pt idx="1782">
                  <c:v>36948</c:v>
                </c:pt>
                <c:pt idx="1783">
                  <c:v>36949</c:v>
                </c:pt>
                <c:pt idx="1784">
                  <c:v>36950</c:v>
                </c:pt>
                <c:pt idx="1785">
                  <c:v>36951</c:v>
                </c:pt>
                <c:pt idx="1786">
                  <c:v>36952</c:v>
                </c:pt>
                <c:pt idx="1787">
                  <c:v>36955</c:v>
                </c:pt>
                <c:pt idx="1788">
                  <c:v>36956</c:v>
                </c:pt>
                <c:pt idx="1789">
                  <c:v>36957</c:v>
                </c:pt>
                <c:pt idx="1790">
                  <c:v>36958</c:v>
                </c:pt>
                <c:pt idx="1791">
                  <c:v>36959</c:v>
                </c:pt>
                <c:pt idx="1792">
                  <c:v>36962</c:v>
                </c:pt>
                <c:pt idx="1793">
                  <c:v>36963</c:v>
                </c:pt>
                <c:pt idx="1794">
                  <c:v>36964</c:v>
                </c:pt>
                <c:pt idx="1795">
                  <c:v>36965</c:v>
                </c:pt>
                <c:pt idx="1796">
                  <c:v>36966</c:v>
                </c:pt>
                <c:pt idx="1797">
                  <c:v>36969</c:v>
                </c:pt>
                <c:pt idx="1798">
                  <c:v>36970</c:v>
                </c:pt>
                <c:pt idx="1799">
                  <c:v>36971</c:v>
                </c:pt>
                <c:pt idx="1800">
                  <c:v>36972</c:v>
                </c:pt>
                <c:pt idx="1801">
                  <c:v>36973</c:v>
                </c:pt>
                <c:pt idx="1802">
                  <c:v>36976</c:v>
                </c:pt>
                <c:pt idx="1803">
                  <c:v>36977</c:v>
                </c:pt>
                <c:pt idx="1804">
                  <c:v>36978</c:v>
                </c:pt>
                <c:pt idx="1805">
                  <c:v>36979</c:v>
                </c:pt>
                <c:pt idx="1806">
                  <c:v>36980</c:v>
                </c:pt>
                <c:pt idx="1807">
                  <c:v>36983</c:v>
                </c:pt>
                <c:pt idx="1808">
                  <c:v>36984</c:v>
                </c:pt>
                <c:pt idx="1809">
                  <c:v>36985</c:v>
                </c:pt>
                <c:pt idx="1810">
                  <c:v>36986</c:v>
                </c:pt>
                <c:pt idx="1811">
                  <c:v>36987</c:v>
                </c:pt>
                <c:pt idx="1812">
                  <c:v>36990</c:v>
                </c:pt>
                <c:pt idx="1813">
                  <c:v>36991</c:v>
                </c:pt>
                <c:pt idx="1814">
                  <c:v>36992</c:v>
                </c:pt>
                <c:pt idx="1815">
                  <c:v>36993</c:v>
                </c:pt>
                <c:pt idx="1816">
                  <c:v>36997</c:v>
                </c:pt>
                <c:pt idx="1817">
                  <c:v>36998</c:v>
                </c:pt>
                <c:pt idx="1818">
                  <c:v>36999</c:v>
                </c:pt>
                <c:pt idx="1819">
                  <c:v>37000</c:v>
                </c:pt>
                <c:pt idx="1820">
                  <c:v>37001</c:v>
                </c:pt>
                <c:pt idx="1821">
                  <c:v>37004</c:v>
                </c:pt>
                <c:pt idx="1822">
                  <c:v>37005</c:v>
                </c:pt>
                <c:pt idx="1823">
                  <c:v>37006</c:v>
                </c:pt>
                <c:pt idx="1824">
                  <c:v>37007</c:v>
                </c:pt>
                <c:pt idx="1825">
                  <c:v>37008</c:v>
                </c:pt>
                <c:pt idx="1826">
                  <c:v>37011</c:v>
                </c:pt>
                <c:pt idx="1827">
                  <c:v>37012</c:v>
                </c:pt>
                <c:pt idx="1828">
                  <c:v>37013</c:v>
                </c:pt>
                <c:pt idx="1829">
                  <c:v>37014</c:v>
                </c:pt>
                <c:pt idx="1830">
                  <c:v>37015</c:v>
                </c:pt>
                <c:pt idx="1831">
                  <c:v>37018</c:v>
                </c:pt>
                <c:pt idx="1832">
                  <c:v>37019</c:v>
                </c:pt>
                <c:pt idx="1833">
                  <c:v>37020</c:v>
                </c:pt>
                <c:pt idx="1834">
                  <c:v>37021</c:v>
                </c:pt>
                <c:pt idx="1835">
                  <c:v>37022</c:v>
                </c:pt>
                <c:pt idx="1836">
                  <c:v>37025</c:v>
                </c:pt>
                <c:pt idx="1837">
                  <c:v>37026</c:v>
                </c:pt>
                <c:pt idx="1838">
                  <c:v>37027</c:v>
                </c:pt>
                <c:pt idx="1839">
                  <c:v>37028</c:v>
                </c:pt>
                <c:pt idx="1840">
                  <c:v>37029</c:v>
                </c:pt>
                <c:pt idx="1841">
                  <c:v>37032</c:v>
                </c:pt>
                <c:pt idx="1842">
                  <c:v>37033</c:v>
                </c:pt>
                <c:pt idx="1843">
                  <c:v>37034</c:v>
                </c:pt>
                <c:pt idx="1844">
                  <c:v>37035</c:v>
                </c:pt>
                <c:pt idx="1845">
                  <c:v>37036</c:v>
                </c:pt>
                <c:pt idx="1846">
                  <c:v>37040</c:v>
                </c:pt>
                <c:pt idx="1847">
                  <c:v>37041</c:v>
                </c:pt>
                <c:pt idx="1848">
                  <c:v>37042</c:v>
                </c:pt>
                <c:pt idx="1849">
                  <c:v>37043</c:v>
                </c:pt>
                <c:pt idx="1850">
                  <c:v>37046</c:v>
                </c:pt>
                <c:pt idx="1851">
                  <c:v>37047</c:v>
                </c:pt>
                <c:pt idx="1852">
                  <c:v>37048</c:v>
                </c:pt>
                <c:pt idx="1853">
                  <c:v>37049</c:v>
                </c:pt>
                <c:pt idx="1854">
                  <c:v>37050</c:v>
                </c:pt>
                <c:pt idx="1855">
                  <c:v>37053</c:v>
                </c:pt>
                <c:pt idx="1856">
                  <c:v>37054</c:v>
                </c:pt>
                <c:pt idx="1857">
                  <c:v>37055</c:v>
                </c:pt>
                <c:pt idx="1858">
                  <c:v>37056</c:v>
                </c:pt>
                <c:pt idx="1859">
                  <c:v>37057</c:v>
                </c:pt>
                <c:pt idx="1860">
                  <c:v>37060</c:v>
                </c:pt>
                <c:pt idx="1861">
                  <c:v>37061</c:v>
                </c:pt>
                <c:pt idx="1862">
                  <c:v>37062</c:v>
                </c:pt>
                <c:pt idx="1863">
                  <c:v>37063</c:v>
                </c:pt>
                <c:pt idx="1864">
                  <c:v>37064</c:v>
                </c:pt>
                <c:pt idx="1865">
                  <c:v>37067</c:v>
                </c:pt>
                <c:pt idx="1866">
                  <c:v>37068</c:v>
                </c:pt>
                <c:pt idx="1867">
                  <c:v>37069</c:v>
                </c:pt>
                <c:pt idx="1868">
                  <c:v>37070</c:v>
                </c:pt>
                <c:pt idx="1869">
                  <c:v>37071</c:v>
                </c:pt>
                <c:pt idx="1870">
                  <c:v>37074</c:v>
                </c:pt>
                <c:pt idx="1871">
                  <c:v>37075</c:v>
                </c:pt>
                <c:pt idx="1872">
                  <c:v>37077</c:v>
                </c:pt>
                <c:pt idx="1873">
                  <c:v>37078</c:v>
                </c:pt>
                <c:pt idx="1874">
                  <c:v>37081</c:v>
                </c:pt>
                <c:pt idx="1875">
                  <c:v>37082</c:v>
                </c:pt>
                <c:pt idx="1876">
                  <c:v>37083</c:v>
                </c:pt>
                <c:pt idx="1877">
                  <c:v>37084</c:v>
                </c:pt>
                <c:pt idx="1878">
                  <c:v>37085</c:v>
                </c:pt>
                <c:pt idx="1879">
                  <c:v>37088</c:v>
                </c:pt>
                <c:pt idx="1880">
                  <c:v>37089</c:v>
                </c:pt>
                <c:pt idx="1881">
                  <c:v>37090</c:v>
                </c:pt>
                <c:pt idx="1882">
                  <c:v>37091</c:v>
                </c:pt>
                <c:pt idx="1883">
                  <c:v>37092</c:v>
                </c:pt>
                <c:pt idx="1884">
                  <c:v>37095</c:v>
                </c:pt>
                <c:pt idx="1885">
                  <c:v>37096</c:v>
                </c:pt>
                <c:pt idx="1886">
                  <c:v>37097</c:v>
                </c:pt>
                <c:pt idx="1887">
                  <c:v>37098</c:v>
                </c:pt>
                <c:pt idx="1888">
                  <c:v>37099</c:v>
                </c:pt>
                <c:pt idx="1889">
                  <c:v>37102</c:v>
                </c:pt>
                <c:pt idx="1890">
                  <c:v>37103</c:v>
                </c:pt>
                <c:pt idx="1891">
                  <c:v>37104</c:v>
                </c:pt>
                <c:pt idx="1892">
                  <c:v>37105</c:v>
                </c:pt>
                <c:pt idx="1893">
                  <c:v>37106</c:v>
                </c:pt>
                <c:pt idx="1894">
                  <c:v>37109</c:v>
                </c:pt>
                <c:pt idx="1895">
                  <c:v>37110</c:v>
                </c:pt>
                <c:pt idx="1896">
                  <c:v>37111</c:v>
                </c:pt>
                <c:pt idx="1897">
                  <c:v>37112</c:v>
                </c:pt>
                <c:pt idx="1898">
                  <c:v>37113</c:v>
                </c:pt>
                <c:pt idx="1899">
                  <c:v>37116</c:v>
                </c:pt>
                <c:pt idx="1900">
                  <c:v>37117</c:v>
                </c:pt>
                <c:pt idx="1901">
                  <c:v>37118</c:v>
                </c:pt>
                <c:pt idx="1902">
                  <c:v>37119</c:v>
                </c:pt>
                <c:pt idx="1903">
                  <c:v>37120</c:v>
                </c:pt>
                <c:pt idx="1904">
                  <c:v>37123</c:v>
                </c:pt>
                <c:pt idx="1905">
                  <c:v>37124</c:v>
                </c:pt>
                <c:pt idx="1906">
                  <c:v>37125</c:v>
                </c:pt>
                <c:pt idx="1907">
                  <c:v>37126</c:v>
                </c:pt>
                <c:pt idx="1908">
                  <c:v>37127</c:v>
                </c:pt>
                <c:pt idx="1909">
                  <c:v>37130</c:v>
                </c:pt>
                <c:pt idx="1910">
                  <c:v>37131</c:v>
                </c:pt>
                <c:pt idx="1911">
                  <c:v>37132</c:v>
                </c:pt>
                <c:pt idx="1912">
                  <c:v>37133</c:v>
                </c:pt>
                <c:pt idx="1913">
                  <c:v>37134</c:v>
                </c:pt>
                <c:pt idx="1914">
                  <c:v>37138</c:v>
                </c:pt>
                <c:pt idx="1915">
                  <c:v>37139</c:v>
                </c:pt>
                <c:pt idx="1916">
                  <c:v>37140</c:v>
                </c:pt>
                <c:pt idx="1917">
                  <c:v>37141</c:v>
                </c:pt>
                <c:pt idx="1918">
                  <c:v>37144</c:v>
                </c:pt>
                <c:pt idx="1919">
                  <c:v>37145</c:v>
                </c:pt>
                <c:pt idx="1920">
                  <c:v>37146</c:v>
                </c:pt>
                <c:pt idx="1921">
                  <c:v>37147</c:v>
                </c:pt>
                <c:pt idx="1922">
                  <c:v>37148</c:v>
                </c:pt>
                <c:pt idx="1923">
                  <c:v>37151</c:v>
                </c:pt>
                <c:pt idx="1924">
                  <c:v>37152</c:v>
                </c:pt>
                <c:pt idx="1925">
                  <c:v>37153</c:v>
                </c:pt>
                <c:pt idx="1926">
                  <c:v>37154</c:v>
                </c:pt>
                <c:pt idx="1927">
                  <c:v>37155</c:v>
                </c:pt>
                <c:pt idx="1928">
                  <c:v>37158</c:v>
                </c:pt>
                <c:pt idx="1929">
                  <c:v>37159</c:v>
                </c:pt>
                <c:pt idx="1930">
                  <c:v>37160</c:v>
                </c:pt>
                <c:pt idx="1931">
                  <c:v>37161</c:v>
                </c:pt>
                <c:pt idx="1932">
                  <c:v>37162</c:v>
                </c:pt>
                <c:pt idx="1933">
                  <c:v>37165</c:v>
                </c:pt>
                <c:pt idx="1934">
                  <c:v>37166</c:v>
                </c:pt>
                <c:pt idx="1935">
                  <c:v>37167</c:v>
                </c:pt>
                <c:pt idx="1936">
                  <c:v>37168</c:v>
                </c:pt>
                <c:pt idx="1937">
                  <c:v>37169</c:v>
                </c:pt>
                <c:pt idx="1938">
                  <c:v>37173</c:v>
                </c:pt>
                <c:pt idx="1939">
                  <c:v>37174</c:v>
                </c:pt>
                <c:pt idx="1940">
                  <c:v>37175</c:v>
                </c:pt>
                <c:pt idx="1941">
                  <c:v>37176</c:v>
                </c:pt>
                <c:pt idx="1942">
                  <c:v>37179</c:v>
                </c:pt>
                <c:pt idx="1943">
                  <c:v>37180</c:v>
                </c:pt>
                <c:pt idx="1944">
                  <c:v>37181</c:v>
                </c:pt>
                <c:pt idx="1945">
                  <c:v>37182</c:v>
                </c:pt>
                <c:pt idx="1946">
                  <c:v>37183</c:v>
                </c:pt>
                <c:pt idx="1947">
                  <c:v>37186</c:v>
                </c:pt>
                <c:pt idx="1948">
                  <c:v>37187</c:v>
                </c:pt>
                <c:pt idx="1949">
                  <c:v>37188</c:v>
                </c:pt>
                <c:pt idx="1950">
                  <c:v>37189</c:v>
                </c:pt>
                <c:pt idx="1951">
                  <c:v>37190</c:v>
                </c:pt>
                <c:pt idx="1952">
                  <c:v>37193</c:v>
                </c:pt>
                <c:pt idx="1953">
                  <c:v>37194</c:v>
                </c:pt>
                <c:pt idx="1954">
                  <c:v>37195</c:v>
                </c:pt>
                <c:pt idx="1955">
                  <c:v>37196</c:v>
                </c:pt>
                <c:pt idx="1956">
                  <c:v>37197</c:v>
                </c:pt>
                <c:pt idx="1957">
                  <c:v>37200</c:v>
                </c:pt>
                <c:pt idx="1958">
                  <c:v>37201</c:v>
                </c:pt>
                <c:pt idx="1959">
                  <c:v>37202</c:v>
                </c:pt>
                <c:pt idx="1960">
                  <c:v>37203</c:v>
                </c:pt>
                <c:pt idx="1961">
                  <c:v>37204</c:v>
                </c:pt>
                <c:pt idx="1962">
                  <c:v>37208</c:v>
                </c:pt>
                <c:pt idx="1963">
                  <c:v>37209</c:v>
                </c:pt>
                <c:pt idx="1964">
                  <c:v>37210</c:v>
                </c:pt>
                <c:pt idx="1965">
                  <c:v>37211</c:v>
                </c:pt>
                <c:pt idx="1966">
                  <c:v>37214</c:v>
                </c:pt>
                <c:pt idx="1967">
                  <c:v>37215</c:v>
                </c:pt>
                <c:pt idx="1968">
                  <c:v>37216</c:v>
                </c:pt>
                <c:pt idx="1969">
                  <c:v>37218</c:v>
                </c:pt>
                <c:pt idx="1970">
                  <c:v>37221</c:v>
                </c:pt>
                <c:pt idx="1971">
                  <c:v>37222</c:v>
                </c:pt>
                <c:pt idx="1972">
                  <c:v>37223</c:v>
                </c:pt>
                <c:pt idx="1973">
                  <c:v>37224</c:v>
                </c:pt>
                <c:pt idx="1974">
                  <c:v>37225</c:v>
                </c:pt>
                <c:pt idx="1975">
                  <c:v>37228</c:v>
                </c:pt>
                <c:pt idx="1976">
                  <c:v>37229</c:v>
                </c:pt>
                <c:pt idx="1977">
                  <c:v>37230</c:v>
                </c:pt>
                <c:pt idx="1978">
                  <c:v>37231</c:v>
                </c:pt>
                <c:pt idx="1979">
                  <c:v>37232</c:v>
                </c:pt>
                <c:pt idx="1980">
                  <c:v>37235</c:v>
                </c:pt>
                <c:pt idx="1981">
                  <c:v>37236</c:v>
                </c:pt>
                <c:pt idx="1982">
                  <c:v>37237</c:v>
                </c:pt>
                <c:pt idx="1983">
                  <c:v>37238</c:v>
                </c:pt>
                <c:pt idx="1984">
                  <c:v>37239</c:v>
                </c:pt>
                <c:pt idx="1985">
                  <c:v>37242</c:v>
                </c:pt>
                <c:pt idx="1986">
                  <c:v>37243</c:v>
                </c:pt>
                <c:pt idx="1987">
                  <c:v>37244</c:v>
                </c:pt>
                <c:pt idx="1988">
                  <c:v>37245</c:v>
                </c:pt>
                <c:pt idx="1989">
                  <c:v>37246</c:v>
                </c:pt>
                <c:pt idx="1990">
                  <c:v>37249</c:v>
                </c:pt>
                <c:pt idx="1991">
                  <c:v>37251</c:v>
                </c:pt>
                <c:pt idx="1992">
                  <c:v>37252</c:v>
                </c:pt>
                <c:pt idx="1993">
                  <c:v>37253</c:v>
                </c:pt>
                <c:pt idx="1994">
                  <c:v>37256</c:v>
                </c:pt>
                <c:pt idx="1995">
                  <c:v>37258</c:v>
                </c:pt>
                <c:pt idx="1996">
                  <c:v>37259</c:v>
                </c:pt>
                <c:pt idx="1997">
                  <c:v>37260</c:v>
                </c:pt>
                <c:pt idx="1998">
                  <c:v>37263</c:v>
                </c:pt>
                <c:pt idx="1999">
                  <c:v>37264</c:v>
                </c:pt>
                <c:pt idx="2000">
                  <c:v>37265</c:v>
                </c:pt>
                <c:pt idx="2001">
                  <c:v>37266</c:v>
                </c:pt>
                <c:pt idx="2002">
                  <c:v>37267</c:v>
                </c:pt>
                <c:pt idx="2003">
                  <c:v>37270</c:v>
                </c:pt>
                <c:pt idx="2004">
                  <c:v>37271</c:v>
                </c:pt>
                <c:pt idx="2005">
                  <c:v>37272</c:v>
                </c:pt>
                <c:pt idx="2006">
                  <c:v>37273</c:v>
                </c:pt>
                <c:pt idx="2007">
                  <c:v>37274</c:v>
                </c:pt>
                <c:pt idx="2008">
                  <c:v>37278</c:v>
                </c:pt>
                <c:pt idx="2009">
                  <c:v>37279</c:v>
                </c:pt>
                <c:pt idx="2010">
                  <c:v>37280</c:v>
                </c:pt>
                <c:pt idx="2011">
                  <c:v>37281</c:v>
                </c:pt>
                <c:pt idx="2012">
                  <c:v>37284</c:v>
                </c:pt>
                <c:pt idx="2013">
                  <c:v>37285</c:v>
                </c:pt>
                <c:pt idx="2014">
                  <c:v>37286</c:v>
                </c:pt>
                <c:pt idx="2015">
                  <c:v>37287</c:v>
                </c:pt>
                <c:pt idx="2016">
                  <c:v>37288</c:v>
                </c:pt>
                <c:pt idx="2017">
                  <c:v>37291</c:v>
                </c:pt>
                <c:pt idx="2018">
                  <c:v>37292</c:v>
                </c:pt>
                <c:pt idx="2019">
                  <c:v>37293</c:v>
                </c:pt>
                <c:pt idx="2020">
                  <c:v>37294</c:v>
                </c:pt>
                <c:pt idx="2021">
                  <c:v>37295</c:v>
                </c:pt>
                <c:pt idx="2022">
                  <c:v>37298</c:v>
                </c:pt>
                <c:pt idx="2023">
                  <c:v>37299</c:v>
                </c:pt>
                <c:pt idx="2024">
                  <c:v>37300</c:v>
                </c:pt>
                <c:pt idx="2025">
                  <c:v>37301</c:v>
                </c:pt>
                <c:pt idx="2026">
                  <c:v>37302</c:v>
                </c:pt>
                <c:pt idx="2027">
                  <c:v>37306</c:v>
                </c:pt>
                <c:pt idx="2028">
                  <c:v>37307</c:v>
                </c:pt>
                <c:pt idx="2029">
                  <c:v>37308</c:v>
                </c:pt>
                <c:pt idx="2030">
                  <c:v>37309</c:v>
                </c:pt>
                <c:pt idx="2031">
                  <c:v>37312</c:v>
                </c:pt>
                <c:pt idx="2032">
                  <c:v>37313</c:v>
                </c:pt>
                <c:pt idx="2033">
                  <c:v>37314</c:v>
                </c:pt>
                <c:pt idx="2034">
                  <c:v>37315</c:v>
                </c:pt>
                <c:pt idx="2035">
                  <c:v>37316</c:v>
                </c:pt>
                <c:pt idx="2036">
                  <c:v>37319</c:v>
                </c:pt>
                <c:pt idx="2037">
                  <c:v>37320</c:v>
                </c:pt>
                <c:pt idx="2038">
                  <c:v>37321</c:v>
                </c:pt>
                <c:pt idx="2039">
                  <c:v>37322</c:v>
                </c:pt>
                <c:pt idx="2040">
                  <c:v>37323</c:v>
                </c:pt>
                <c:pt idx="2041">
                  <c:v>37326</c:v>
                </c:pt>
                <c:pt idx="2042">
                  <c:v>37327</c:v>
                </c:pt>
                <c:pt idx="2043">
                  <c:v>37328</c:v>
                </c:pt>
                <c:pt idx="2044">
                  <c:v>37329</c:v>
                </c:pt>
                <c:pt idx="2045">
                  <c:v>37330</c:v>
                </c:pt>
                <c:pt idx="2046">
                  <c:v>37333</c:v>
                </c:pt>
                <c:pt idx="2047">
                  <c:v>37334</c:v>
                </c:pt>
                <c:pt idx="2048">
                  <c:v>37335</c:v>
                </c:pt>
                <c:pt idx="2049">
                  <c:v>37336</c:v>
                </c:pt>
                <c:pt idx="2050">
                  <c:v>37337</c:v>
                </c:pt>
                <c:pt idx="2051">
                  <c:v>37340</c:v>
                </c:pt>
                <c:pt idx="2052">
                  <c:v>37341</c:v>
                </c:pt>
                <c:pt idx="2053">
                  <c:v>37342</c:v>
                </c:pt>
                <c:pt idx="2054">
                  <c:v>37343</c:v>
                </c:pt>
                <c:pt idx="2055">
                  <c:v>37347</c:v>
                </c:pt>
                <c:pt idx="2056">
                  <c:v>37348</c:v>
                </c:pt>
                <c:pt idx="2057">
                  <c:v>37349</c:v>
                </c:pt>
                <c:pt idx="2058">
                  <c:v>37350</c:v>
                </c:pt>
                <c:pt idx="2059">
                  <c:v>37351</c:v>
                </c:pt>
                <c:pt idx="2060">
                  <c:v>37354</c:v>
                </c:pt>
                <c:pt idx="2061">
                  <c:v>37355</c:v>
                </c:pt>
                <c:pt idx="2062">
                  <c:v>37356</c:v>
                </c:pt>
                <c:pt idx="2063">
                  <c:v>37357</c:v>
                </c:pt>
                <c:pt idx="2064">
                  <c:v>37358</c:v>
                </c:pt>
                <c:pt idx="2065">
                  <c:v>37361</c:v>
                </c:pt>
                <c:pt idx="2066">
                  <c:v>37362</c:v>
                </c:pt>
                <c:pt idx="2067">
                  <c:v>37363</c:v>
                </c:pt>
                <c:pt idx="2068">
                  <c:v>37364</c:v>
                </c:pt>
                <c:pt idx="2069">
                  <c:v>37365</c:v>
                </c:pt>
                <c:pt idx="2070">
                  <c:v>37368</c:v>
                </c:pt>
                <c:pt idx="2071">
                  <c:v>37369</c:v>
                </c:pt>
                <c:pt idx="2072">
                  <c:v>37370</c:v>
                </c:pt>
                <c:pt idx="2073">
                  <c:v>37371</c:v>
                </c:pt>
                <c:pt idx="2074">
                  <c:v>37372</c:v>
                </c:pt>
                <c:pt idx="2075">
                  <c:v>37375</c:v>
                </c:pt>
                <c:pt idx="2076">
                  <c:v>37376</c:v>
                </c:pt>
                <c:pt idx="2077">
                  <c:v>37377</c:v>
                </c:pt>
                <c:pt idx="2078">
                  <c:v>37378</c:v>
                </c:pt>
                <c:pt idx="2079">
                  <c:v>37379</c:v>
                </c:pt>
                <c:pt idx="2080">
                  <c:v>37382</c:v>
                </c:pt>
                <c:pt idx="2081">
                  <c:v>37383</c:v>
                </c:pt>
                <c:pt idx="2082">
                  <c:v>37384</c:v>
                </c:pt>
                <c:pt idx="2083">
                  <c:v>37385</c:v>
                </c:pt>
                <c:pt idx="2084">
                  <c:v>37386</c:v>
                </c:pt>
                <c:pt idx="2085">
                  <c:v>37389</c:v>
                </c:pt>
                <c:pt idx="2086">
                  <c:v>37390</c:v>
                </c:pt>
                <c:pt idx="2087">
                  <c:v>37391</c:v>
                </c:pt>
                <c:pt idx="2088">
                  <c:v>37392</c:v>
                </c:pt>
                <c:pt idx="2089">
                  <c:v>37393</c:v>
                </c:pt>
                <c:pt idx="2090">
                  <c:v>37396</c:v>
                </c:pt>
                <c:pt idx="2091">
                  <c:v>37397</c:v>
                </c:pt>
                <c:pt idx="2092">
                  <c:v>37398</c:v>
                </c:pt>
                <c:pt idx="2093">
                  <c:v>37399</c:v>
                </c:pt>
                <c:pt idx="2094">
                  <c:v>37400</c:v>
                </c:pt>
                <c:pt idx="2095">
                  <c:v>37404</c:v>
                </c:pt>
                <c:pt idx="2096">
                  <c:v>37405</c:v>
                </c:pt>
                <c:pt idx="2097">
                  <c:v>37406</c:v>
                </c:pt>
                <c:pt idx="2098">
                  <c:v>37407</c:v>
                </c:pt>
                <c:pt idx="2099">
                  <c:v>37410</c:v>
                </c:pt>
                <c:pt idx="2100">
                  <c:v>37411</c:v>
                </c:pt>
                <c:pt idx="2101">
                  <c:v>37412</c:v>
                </c:pt>
                <c:pt idx="2102">
                  <c:v>37413</c:v>
                </c:pt>
                <c:pt idx="2103">
                  <c:v>37414</c:v>
                </c:pt>
                <c:pt idx="2104">
                  <c:v>37417</c:v>
                </c:pt>
                <c:pt idx="2105">
                  <c:v>37418</c:v>
                </c:pt>
                <c:pt idx="2106">
                  <c:v>37419</c:v>
                </c:pt>
                <c:pt idx="2107">
                  <c:v>37420</c:v>
                </c:pt>
                <c:pt idx="2108">
                  <c:v>37421</c:v>
                </c:pt>
                <c:pt idx="2109">
                  <c:v>37424</c:v>
                </c:pt>
                <c:pt idx="2110">
                  <c:v>37425</c:v>
                </c:pt>
                <c:pt idx="2111">
                  <c:v>37426</c:v>
                </c:pt>
                <c:pt idx="2112">
                  <c:v>37427</c:v>
                </c:pt>
                <c:pt idx="2113">
                  <c:v>37428</c:v>
                </c:pt>
                <c:pt idx="2114">
                  <c:v>37431</c:v>
                </c:pt>
                <c:pt idx="2115">
                  <c:v>37432</c:v>
                </c:pt>
                <c:pt idx="2116">
                  <c:v>37433</c:v>
                </c:pt>
                <c:pt idx="2117">
                  <c:v>37434</c:v>
                </c:pt>
                <c:pt idx="2118">
                  <c:v>37435</c:v>
                </c:pt>
                <c:pt idx="2119">
                  <c:v>37438</c:v>
                </c:pt>
                <c:pt idx="2120">
                  <c:v>37439</c:v>
                </c:pt>
                <c:pt idx="2121">
                  <c:v>37440</c:v>
                </c:pt>
                <c:pt idx="2122">
                  <c:v>37442</c:v>
                </c:pt>
                <c:pt idx="2123">
                  <c:v>37445</c:v>
                </c:pt>
                <c:pt idx="2124">
                  <c:v>37446</c:v>
                </c:pt>
                <c:pt idx="2125">
                  <c:v>37447</c:v>
                </c:pt>
                <c:pt idx="2126">
                  <c:v>37448</c:v>
                </c:pt>
                <c:pt idx="2127">
                  <c:v>37449</c:v>
                </c:pt>
                <c:pt idx="2128">
                  <c:v>37452</c:v>
                </c:pt>
                <c:pt idx="2129">
                  <c:v>37453</c:v>
                </c:pt>
                <c:pt idx="2130">
                  <c:v>37454</c:v>
                </c:pt>
                <c:pt idx="2131">
                  <c:v>37455</c:v>
                </c:pt>
                <c:pt idx="2132">
                  <c:v>37456</c:v>
                </c:pt>
                <c:pt idx="2133">
                  <c:v>37459</c:v>
                </c:pt>
                <c:pt idx="2134">
                  <c:v>37460</c:v>
                </c:pt>
                <c:pt idx="2135">
                  <c:v>37461</c:v>
                </c:pt>
                <c:pt idx="2136">
                  <c:v>37462</c:v>
                </c:pt>
                <c:pt idx="2137">
                  <c:v>37463</c:v>
                </c:pt>
                <c:pt idx="2138">
                  <c:v>37466</c:v>
                </c:pt>
                <c:pt idx="2139">
                  <c:v>37467</c:v>
                </c:pt>
                <c:pt idx="2140">
                  <c:v>37468</c:v>
                </c:pt>
                <c:pt idx="2141">
                  <c:v>37469</c:v>
                </c:pt>
                <c:pt idx="2142">
                  <c:v>37470</c:v>
                </c:pt>
                <c:pt idx="2143">
                  <c:v>37473</c:v>
                </c:pt>
                <c:pt idx="2144">
                  <c:v>37474</c:v>
                </c:pt>
                <c:pt idx="2145">
                  <c:v>37475</c:v>
                </c:pt>
                <c:pt idx="2146">
                  <c:v>37476</c:v>
                </c:pt>
                <c:pt idx="2147">
                  <c:v>37477</c:v>
                </c:pt>
                <c:pt idx="2148">
                  <c:v>37480</c:v>
                </c:pt>
                <c:pt idx="2149">
                  <c:v>37481</c:v>
                </c:pt>
                <c:pt idx="2150">
                  <c:v>37482</c:v>
                </c:pt>
                <c:pt idx="2151">
                  <c:v>37483</c:v>
                </c:pt>
                <c:pt idx="2152">
                  <c:v>37484</c:v>
                </c:pt>
                <c:pt idx="2153">
                  <c:v>37487</c:v>
                </c:pt>
                <c:pt idx="2154">
                  <c:v>37488</c:v>
                </c:pt>
                <c:pt idx="2155">
                  <c:v>37489</c:v>
                </c:pt>
                <c:pt idx="2156">
                  <c:v>37490</c:v>
                </c:pt>
                <c:pt idx="2157">
                  <c:v>37491</c:v>
                </c:pt>
                <c:pt idx="2158">
                  <c:v>37494</c:v>
                </c:pt>
                <c:pt idx="2159">
                  <c:v>37495</c:v>
                </c:pt>
                <c:pt idx="2160">
                  <c:v>37496</c:v>
                </c:pt>
                <c:pt idx="2161">
                  <c:v>37497</c:v>
                </c:pt>
                <c:pt idx="2162">
                  <c:v>37498</c:v>
                </c:pt>
                <c:pt idx="2163">
                  <c:v>37502</c:v>
                </c:pt>
                <c:pt idx="2164">
                  <c:v>37503</c:v>
                </c:pt>
                <c:pt idx="2165">
                  <c:v>37504</c:v>
                </c:pt>
                <c:pt idx="2166">
                  <c:v>37505</c:v>
                </c:pt>
                <c:pt idx="2167">
                  <c:v>37508</c:v>
                </c:pt>
                <c:pt idx="2168">
                  <c:v>37509</c:v>
                </c:pt>
                <c:pt idx="2169">
                  <c:v>37510</c:v>
                </c:pt>
                <c:pt idx="2170">
                  <c:v>37511</c:v>
                </c:pt>
                <c:pt idx="2171">
                  <c:v>37512</c:v>
                </c:pt>
                <c:pt idx="2172">
                  <c:v>37515</c:v>
                </c:pt>
                <c:pt idx="2173">
                  <c:v>37516</c:v>
                </c:pt>
                <c:pt idx="2174">
                  <c:v>37517</c:v>
                </c:pt>
                <c:pt idx="2175">
                  <c:v>37518</c:v>
                </c:pt>
                <c:pt idx="2176">
                  <c:v>37519</c:v>
                </c:pt>
                <c:pt idx="2177">
                  <c:v>37522</c:v>
                </c:pt>
                <c:pt idx="2178">
                  <c:v>37523</c:v>
                </c:pt>
                <c:pt idx="2179">
                  <c:v>37524</c:v>
                </c:pt>
                <c:pt idx="2180">
                  <c:v>37525</c:v>
                </c:pt>
                <c:pt idx="2181">
                  <c:v>37526</c:v>
                </c:pt>
                <c:pt idx="2182">
                  <c:v>37529</c:v>
                </c:pt>
                <c:pt idx="2183">
                  <c:v>37530</c:v>
                </c:pt>
                <c:pt idx="2184">
                  <c:v>37531</c:v>
                </c:pt>
                <c:pt idx="2185">
                  <c:v>37532</c:v>
                </c:pt>
                <c:pt idx="2186">
                  <c:v>37533</c:v>
                </c:pt>
                <c:pt idx="2187">
                  <c:v>37536</c:v>
                </c:pt>
                <c:pt idx="2188">
                  <c:v>37537</c:v>
                </c:pt>
                <c:pt idx="2189">
                  <c:v>37538</c:v>
                </c:pt>
                <c:pt idx="2190">
                  <c:v>37539</c:v>
                </c:pt>
                <c:pt idx="2191">
                  <c:v>37540</c:v>
                </c:pt>
                <c:pt idx="2192">
                  <c:v>37544</c:v>
                </c:pt>
                <c:pt idx="2193">
                  <c:v>37545</c:v>
                </c:pt>
                <c:pt idx="2194">
                  <c:v>37546</c:v>
                </c:pt>
                <c:pt idx="2195">
                  <c:v>37547</c:v>
                </c:pt>
                <c:pt idx="2196">
                  <c:v>37550</c:v>
                </c:pt>
                <c:pt idx="2197">
                  <c:v>37551</c:v>
                </c:pt>
                <c:pt idx="2198">
                  <c:v>37552</c:v>
                </c:pt>
                <c:pt idx="2199">
                  <c:v>37553</c:v>
                </c:pt>
                <c:pt idx="2200">
                  <c:v>37554</c:v>
                </c:pt>
                <c:pt idx="2201">
                  <c:v>37557</c:v>
                </c:pt>
                <c:pt idx="2202">
                  <c:v>37558</c:v>
                </c:pt>
                <c:pt idx="2203">
                  <c:v>37559</c:v>
                </c:pt>
                <c:pt idx="2204">
                  <c:v>37560</c:v>
                </c:pt>
                <c:pt idx="2205">
                  <c:v>37561</c:v>
                </c:pt>
                <c:pt idx="2206">
                  <c:v>37564</c:v>
                </c:pt>
                <c:pt idx="2207">
                  <c:v>37565</c:v>
                </c:pt>
                <c:pt idx="2208">
                  <c:v>37566</c:v>
                </c:pt>
                <c:pt idx="2209">
                  <c:v>37567</c:v>
                </c:pt>
                <c:pt idx="2210">
                  <c:v>37568</c:v>
                </c:pt>
                <c:pt idx="2211">
                  <c:v>37572</c:v>
                </c:pt>
                <c:pt idx="2212">
                  <c:v>37573</c:v>
                </c:pt>
                <c:pt idx="2213">
                  <c:v>37574</c:v>
                </c:pt>
                <c:pt idx="2214">
                  <c:v>37575</c:v>
                </c:pt>
                <c:pt idx="2215">
                  <c:v>37578</c:v>
                </c:pt>
                <c:pt idx="2216">
                  <c:v>37579</c:v>
                </c:pt>
                <c:pt idx="2217">
                  <c:v>37580</c:v>
                </c:pt>
                <c:pt idx="2218">
                  <c:v>37581</c:v>
                </c:pt>
                <c:pt idx="2219">
                  <c:v>37582</c:v>
                </c:pt>
                <c:pt idx="2220">
                  <c:v>37585</c:v>
                </c:pt>
                <c:pt idx="2221">
                  <c:v>37586</c:v>
                </c:pt>
                <c:pt idx="2222">
                  <c:v>37587</c:v>
                </c:pt>
                <c:pt idx="2223">
                  <c:v>37589</c:v>
                </c:pt>
                <c:pt idx="2224">
                  <c:v>37592</c:v>
                </c:pt>
                <c:pt idx="2225">
                  <c:v>37593</c:v>
                </c:pt>
                <c:pt idx="2226">
                  <c:v>37594</c:v>
                </c:pt>
                <c:pt idx="2227">
                  <c:v>37595</c:v>
                </c:pt>
                <c:pt idx="2228">
                  <c:v>37596</c:v>
                </c:pt>
                <c:pt idx="2229">
                  <c:v>37599</c:v>
                </c:pt>
                <c:pt idx="2230">
                  <c:v>37600</c:v>
                </c:pt>
                <c:pt idx="2231">
                  <c:v>37601</c:v>
                </c:pt>
                <c:pt idx="2232">
                  <c:v>37602</c:v>
                </c:pt>
                <c:pt idx="2233">
                  <c:v>37603</c:v>
                </c:pt>
                <c:pt idx="2234">
                  <c:v>37606</c:v>
                </c:pt>
                <c:pt idx="2235">
                  <c:v>37607</c:v>
                </c:pt>
                <c:pt idx="2236">
                  <c:v>37608</c:v>
                </c:pt>
                <c:pt idx="2237">
                  <c:v>37609</c:v>
                </c:pt>
                <c:pt idx="2238">
                  <c:v>37610</c:v>
                </c:pt>
                <c:pt idx="2239">
                  <c:v>37613</c:v>
                </c:pt>
                <c:pt idx="2240">
                  <c:v>37614</c:v>
                </c:pt>
                <c:pt idx="2241">
                  <c:v>37616</c:v>
                </c:pt>
                <c:pt idx="2242">
                  <c:v>37617</c:v>
                </c:pt>
                <c:pt idx="2243">
                  <c:v>37620</c:v>
                </c:pt>
                <c:pt idx="2244">
                  <c:v>37621</c:v>
                </c:pt>
                <c:pt idx="2245">
                  <c:v>37623</c:v>
                </c:pt>
                <c:pt idx="2246">
                  <c:v>37624</c:v>
                </c:pt>
                <c:pt idx="2247">
                  <c:v>37627</c:v>
                </c:pt>
                <c:pt idx="2248">
                  <c:v>37628</c:v>
                </c:pt>
                <c:pt idx="2249">
                  <c:v>37629</c:v>
                </c:pt>
                <c:pt idx="2250">
                  <c:v>37630</c:v>
                </c:pt>
                <c:pt idx="2251">
                  <c:v>37631</c:v>
                </c:pt>
                <c:pt idx="2252">
                  <c:v>37634</c:v>
                </c:pt>
                <c:pt idx="2253">
                  <c:v>37635</c:v>
                </c:pt>
                <c:pt idx="2254">
                  <c:v>37636</c:v>
                </c:pt>
                <c:pt idx="2255">
                  <c:v>37637</c:v>
                </c:pt>
                <c:pt idx="2256">
                  <c:v>37638</c:v>
                </c:pt>
                <c:pt idx="2257">
                  <c:v>37642</c:v>
                </c:pt>
                <c:pt idx="2258">
                  <c:v>37643</c:v>
                </c:pt>
                <c:pt idx="2259">
                  <c:v>37644</c:v>
                </c:pt>
                <c:pt idx="2260">
                  <c:v>37645</c:v>
                </c:pt>
                <c:pt idx="2261">
                  <c:v>37648</c:v>
                </c:pt>
                <c:pt idx="2262">
                  <c:v>37649</c:v>
                </c:pt>
                <c:pt idx="2263">
                  <c:v>37650</c:v>
                </c:pt>
                <c:pt idx="2264">
                  <c:v>37651</c:v>
                </c:pt>
                <c:pt idx="2265">
                  <c:v>37652</c:v>
                </c:pt>
                <c:pt idx="2266">
                  <c:v>37655</c:v>
                </c:pt>
                <c:pt idx="2267">
                  <c:v>37656</c:v>
                </c:pt>
                <c:pt idx="2268">
                  <c:v>37657</c:v>
                </c:pt>
                <c:pt idx="2269">
                  <c:v>37658</c:v>
                </c:pt>
                <c:pt idx="2270">
                  <c:v>37659</c:v>
                </c:pt>
                <c:pt idx="2271">
                  <c:v>37662</c:v>
                </c:pt>
                <c:pt idx="2272">
                  <c:v>37663</c:v>
                </c:pt>
                <c:pt idx="2273">
                  <c:v>37664</c:v>
                </c:pt>
                <c:pt idx="2274">
                  <c:v>37665</c:v>
                </c:pt>
                <c:pt idx="2275">
                  <c:v>37666</c:v>
                </c:pt>
                <c:pt idx="2276">
                  <c:v>37670</c:v>
                </c:pt>
                <c:pt idx="2277">
                  <c:v>37671</c:v>
                </c:pt>
                <c:pt idx="2278">
                  <c:v>37672</c:v>
                </c:pt>
                <c:pt idx="2279">
                  <c:v>37673</c:v>
                </c:pt>
                <c:pt idx="2280">
                  <c:v>37676</c:v>
                </c:pt>
                <c:pt idx="2281">
                  <c:v>37677</c:v>
                </c:pt>
                <c:pt idx="2282">
                  <c:v>37678</c:v>
                </c:pt>
                <c:pt idx="2283">
                  <c:v>37679</c:v>
                </c:pt>
                <c:pt idx="2284">
                  <c:v>37680</c:v>
                </c:pt>
                <c:pt idx="2285">
                  <c:v>37683</c:v>
                </c:pt>
                <c:pt idx="2286">
                  <c:v>37684</c:v>
                </c:pt>
                <c:pt idx="2287">
                  <c:v>37685</c:v>
                </c:pt>
                <c:pt idx="2288">
                  <c:v>37686</c:v>
                </c:pt>
                <c:pt idx="2289">
                  <c:v>37687</c:v>
                </c:pt>
                <c:pt idx="2290">
                  <c:v>37690</c:v>
                </c:pt>
                <c:pt idx="2291">
                  <c:v>37691</c:v>
                </c:pt>
                <c:pt idx="2292">
                  <c:v>37692</c:v>
                </c:pt>
                <c:pt idx="2293">
                  <c:v>37693</c:v>
                </c:pt>
                <c:pt idx="2294">
                  <c:v>37694</c:v>
                </c:pt>
                <c:pt idx="2295">
                  <c:v>37697</c:v>
                </c:pt>
                <c:pt idx="2296">
                  <c:v>37698</c:v>
                </c:pt>
                <c:pt idx="2297">
                  <c:v>37699</c:v>
                </c:pt>
                <c:pt idx="2298">
                  <c:v>37700</c:v>
                </c:pt>
                <c:pt idx="2299">
                  <c:v>37701</c:v>
                </c:pt>
                <c:pt idx="2300">
                  <c:v>37704</c:v>
                </c:pt>
                <c:pt idx="2301">
                  <c:v>37705</c:v>
                </c:pt>
                <c:pt idx="2302">
                  <c:v>37706</c:v>
                </c:pt>
                <c:pt idx="2303">
                  <c:v>37707</c:v>
                </c:pt>
                <c:pt idx="2304">
                  <c:v>37708</c:v>
                </c:pt>
                <c:pt idx="2305">
                  <c:v>37711</c:v>
                </c:pt>
                <c:pt idx="2306">
                  <c:v>37712</c:v>
                </c:pt>
                <c:pt idx="2307">
                  <c:v>37713</c:v>
                </c:pt>
                <c:pt idx="2308">
                  <c:v>37714</c:v>
                </c:pt>
                <c:pt idx="2309">
                  <c:v>37715</c:v>
                </c:pt>
                <c:pt idx="2310">
                  <c:v>37718</c:v>
                </c:pt>
                <c:pt idx="2311">
                  <c:v>37719</c:v>
                </c:pt>
                <c:pt idx="2312">
                  <c:v>37720</c:v>
                </c:pt>
                <c:pt idx="2313">
                  <c:v>37721</c:v>
                </c:pt>
                <c:pt idx="2314">
                  <c:v>37722</c:v>
                </c:pt>
                <c:pt idx="2315">
                  <c:v>37725</c:v>
                </c:pt>
                <c:pt idx="2316">
                  <c:v>37726</c:v>
                </c:pt>
                <c:pt idx="2317">
                  <c:v>37727</c:v>
                </c:pt>
                <c:pt idx="2318">
                  <c:v>37728</c:v>
                </c:pt>
                <c:pt idx="2319">
                  <c:v>37732</c:v>
                </c:pt>
                <c:pt idx="2320">
                  <c:v>37733</c:v>
                </c:pt>
                <c:pt idx="2321">
                  <c:v>37734</c:v>
                </c:pt>
                <c:pt idx="2322">
                  <c:v>37735</c:v>
                </c:pt>
                <c:pt idx="2323">
                  <c:v>37736</c:v>
                </c:pt>
                <c:pt idx="2324">
                  <c:v>37739</c:v>
                </c:pt>
                <c:pt idx="2325">
                  <c:v>37740</c:v>
                </c:pt>
                <c:pt idx="2326">
                  <c:v>37741</c:v>
                </c:pt>
                <c:pt idx="2327">
                  <c:v>37742</c:v>
                </c:pt>
                <c:pt idx="2328">
                  <c:v>37743</c:v>
                </c:pt>
                <c:pt idx="2329">
                  <c:v>37746</c:v>
                </c:pt>
                <c:pt idx="2330">
                  <c:v>37747</c:v>
                </c:pt>
                <c:pt idx="2331">
                  <c:v>37748</c:v>
                </c:pt>
                <c:pt idx="2332">
                  <c:v>37749</c:v>
                </c:pt>
                <c:pt idx="2333">
                  <c:v>37750</c:v>
                </c:pt>
                <c:pt idx="2334">
                  <c:v>37753</c:v>
                </c:pt>
                <c:pt idx="2335">
                  <c:v>37754</c:v>
                </c:pt>
                <c:pt idx="2336">
                  <c:v>37755</c:v>
                </c:pt>
                <c:pt idx="2337">
                  <c:v>37756</c:v>
                </c:pt>
                <c:pt idx="2338">
                  <c:v>37757</c:v>
                </c:pt>
                <c:pt idx="2339">
                  <c:v>37760</c:v>
                </c:pt>
                <c:pt idx="2340">
                  <c:v>37761</c:v>
                </c:pt>
                <c:pt idx="2341">
                  <c:v>37762</c:v>
                </c:pt>
                <c:pt idx="2342">
                  <c:v>37763</c:v>
                </c:pt>
                <c:pt idx="2343">
                  <c:v>37764</c:v>
                </c:pt>
                <c:pt idx="2344">
                  <c:v>37768</c:v>
                </c:pt>
                <c:pt idx="2345">
                  <c:v>37769</c:v>
                </c:pt>
                <c:pt idx="2346">
                  <c:v>37770</c:v>
                </c:pt>
                <c:pt idx="2347">
                  <c:v>37771</c:v>
                </c:pt>
                <c:pt idx="2348">
                  <c:v>37774</c:v>
                </c:pt>
                <c:pt idx="2349">
                  <c:v>37775</c:v>
                </c:pt>
                <c:pt idx="2350">
                  <c:v>37776</c:v>
                </c:pt>
                <c:pt idx="2351">
                  <c:v>37777</c:v>
                </c:pt>
                <c:pt idx="2352">
                  <c:v>37778</c:v>
                </c:pt>
                <c:pt idx="2353">
                  <c:v>37781</c:v>
                </c:pt>
                <c:pt idx="2354">
                  <c:v>37782</c:v>
                </c:pt>
                <c:pt idx="2355">
                  <c:v>37783</c:v>
                </c:pt>
                <c:pt idx="2356">
                  <c:v>37784</c:v>
                </c:pt>
                <c:pt idx="2357">
                  <c:v>37785</c:v>
                </c:pt>
                <c:pt idx="2358">
                  <c:v>37788</c:v>
                </c:pt>
                <c:pt idx="2359">
                  <c:v>37789</c:v>
                </c:pt>
                <c:pt idx="2360">
                  <c:v>37790</c:v>
                </c:pt>
                <c:pt idx="2361">
                  <c:v>37791</c:v>
                </c:pt>
                <c:pt idx="2362">
                  <c:v>37792</c:v>
                </c:pt>
                <c:pt idx="2363">
                  <c:v>37795</c:v>
                </c:pt>
                <c:pt idx="2364">
                  <c:v>37796</c:v>
                </c:pt>
                <c:pt idx="2365">
                  <c:v>37797</c:v>
                </c:pt>
                <c:pt idx="2366">
                  <c:v>37798</c:v>
                </c:pt>
                <c:pt idx="2367">
                  <c:v>37799</c:v>
                </c:pt>
                <c:pt idx="2368">
                  <c:v>37802</c:v>
                </c:pt>
                <c:pt idx="2369">
                  <c:v>37803</c:v>
                </c:pt>
                <c:pt idx="2370">
                  <c:v>37804</c:v>
                </c:pt>
                <c:pt idx="2371">
                  <c:v>37805</c:v>
                </c:pt>
                <c:pt idx="2372">
                  <c:v>37809</c:v>
                </c:pt>
                <c:pt idx="2373">
                  <c:v>37810</c:v>
                </c:pt>
                <c:pt idx="2374">
                  <c:v>37811</c:v>
                </c:pt>
                <c:pt idx="2375">
                  <c:v>37812</c:v>
                </c:pt>
                <c:pt idx="2376">
                  <c:v>37813</c:v>
                </c:pt>
                <c:pt idx="2377">
                  <c:v>37816</c:v>
                </c:pt>
                <c:pt idx="2378">
                  <c:v>37817</c:v>
                </c:pt>
                <c:pt idx="2379">
                  <c:v>37818</c:v>
                </c:pt>
                <c:pt idx="2380">
                  <c:v>37819</c:v>
                </c:pt>
                <c:pt idx="2381">
                  <c:v>37820</c:v>
                </c:pt>
                <c:pt idx="2382">
                  <c:v>37823</c:v>
                </c:pt>
                <c:pt idx="2383">
                  <c:v>37824</c:v>
                </c:pt>
                <c:pt idx="2384">
                  <c:v>37825</c:v>
                </c:pt>
                <c:pt idx="2385">
                  <c:v>37826</c:v>
                </c:pt>
                <c:pt idx="2386">
                  <c:v>37827</c:v>
                </c:pt>
                <c:pt idx="2387">
                  <c:v>37830</c:v>
                </c:pt>
                <c:pt idx="2388">
                  <c:v>37831</c:v>
                </c:pt>
                <c:pt idx="2389">
                  <c:v>37832</c:v>
                </c:pt>
                <c:pt idx="2390">
                  <c:v>37833</c:v>
                </c:pt>
                <c:pt idx="2391">
                  <c:v>37834</c:v>
                </c:pt>
                <c:pt idx="2392">
                  <c:v>37837</c:v>
                </c:pt>
                <c:pt idx="2393">
                  <c:v>37838</c:v>
                </c:pt>
                <c:pt idx="2394">
                  <c:v>37839</c:v>
                </c:pt>
                <c:pt idx="2395">
                  <c:v>37840</c:v>
                </c:pt>
                <c:pt idx="2396">
                  <c:v>37841</c:v>
                </c:pt>
                <c:pt idx="2397">
                  <c:v>37844</c:v>
                </c:pt>
                <c:pt idx="2398">
                  <c:v>37845</c:v>
                </c:pt>
                <c:pt idx="2399">
                  <c:v>37846</c:v>
                </c:pt>
                <c:pt idx="2400">
                  <c:v>37847</c:v>
                </c:pt>
                <c:pt idx="2401">
                  <c:v>37848</c:v>
                </c:pt>
                <c:pt idx="2402">
                  <c:v>37851</c:v>
                </c:pt>
                <c:pt idx="2403">
                  <c:v>37852</c:v>
                </c:pt>
                <c:pt idx="2404">
                  <c:v>37853</c:v>
                </c:pt>
                <c:pt idx="2405">
                  <c:v>37854</c:v>
                </c:pt>
                <c:pt idx="2406">
                  <c:v>37855</c:v>
                </c:pt>
                <c:pt idx="2407">
                  <c:v>37858</c:v>
                </c:pt>
                <c:pt idx="2408">
                  <c:v>37859</c:v>
                </c:pt>
                <c:pt idx="2409">
                  <c:v>37860</c:v>
                </c:pt>
                <c:pt idx="2410">
                  <c:v>37861</c:v>
                </c:pt>
                <c:pt idx="2411">
                  <c:v>37862</c:v>
                </c:pt>
                <c:pt idx="2412">
                  <c:v>37866</c:v>
                </c:pt>
                <c:pt idx="2413">
                  <c:v>37867</c:v>
                </c:pt>
                <c:pt idx="2414">
                  <c:v>37868</c:v>
                </c:pt>
                <c:pt idx="2415">
                  <c:v>37869</c:v>
                </c:pt>
                <c:pt idx="2416">
                  <c:v>37872</c:v>
                </c:pt>
                <c:pt idx="2417">
                  <c:v>37873</c:v>
                </c:pt>
                <c:pt idx="2418">
                  <c:v>37874</c:v>
                </c:pt>
                <c:pt idx="2419">
                  <c:v>37875</c:v>
                </c:pt>
                <c:pt idx="2420">
                  <c:v>37876</c:v>
                </c:pt>
                <c:pt idx="2421">
                  <c:v>37879</c:v>
                </c:pt>
                <c:pt idx="2422">
                  <c:v>37880</c:v>
                </c:pt>
                <c:pt idx="2423">
                  <c:v>37881</c:v>
                </c:pt>
                <c:pt idx="2424">
                  <c:v>37882</c:v>
                </c:pt>
                <c:pt idx="2425">
                  <c:v>37883</c:v>
                </c:pt>
                <c:pt idx="2426">
                  <c:v>37886</c:v>
                </c:pt>
                <c:pt idx="2427">
                  <c:v>37887</c:v>
                </c:pt>
                <c:pt idx="2428">
                  <c:v>37888</c:v>
                </c:pt>
                <c:pt idx="2429">
                  <c:v>37889</c:v>
                </c:pt>
                <c:pt idx="2430">
                  <c:v>37890</c:v>
                </c:pt>
                <c:pt idx="2431">
                  <c:v>37893</c:v>
                </c:pt>
                <c:pt idx="2432">
                  <c:v>37894</c:v>
                </c:pt>
                <c:pt idx="2433">
                  <c:v>37895</c:v>
                </c:pt>
                <c:pt idx="2434">
                  <c:v>37896</c:v>
                </c:pt>
                <c:pt idx="2435">
                  <c:v>37897</c:v>
                </c:pt>
                <c:pt idx="2436">
                  <c:v>37900</c:v>
                </c:pt>
                <c:pt idx="2437">
                  <c:v>37901</c:v>
                </c:pt>
                <c:pt idx="2438">
                  <c:v>37902</c:v>
                </c:pt>
                <c:pt idx="2439">
                  <c:v>37903</c:v>
                </c:pt>
                <c:pt idx="2440">
                  <c:v>37904</c:v>
                </c:pt>
                <c:pt idx="2441">
                  <c:v>37908</c:v>
                </c:pt>
                <c:pt idx="2442">
                  <c:v>37909</c:v>
                </c:pt>
                <c:pt idx="2443">
                  <c:v>37910</c:v>
                </c:pt>
                <c:pt idx="2444">
                  <c:v>37911</c:v>
                </c:pt>
                <c:pt idx="2445">
                  <c:v>37914</c:v>
                </c:pt>
                <c:pt idx="2446">
                  <c:v>37915</c:v>
                </c:pt>
                <c:pt idx="2447">
                  <c:v>37916</c:v>
                </c:pt>
                <c:pt idx="2448">
                  <c:v>37917</c:v>
                </c:pt>
                <c:pt idx="2449">
                  <c:v>37918</c:v>
                </c:pt>
                <c:pt idx="2450">
                  <c:v>37921</c:v>
                </c:pt>
                <c:pt idx="2451">
                  <c:v>37922</c:v>
                </c:pt>
                <c:pt idx="2452">
                  <c:v>37923</c:v>
                </c:pt>
                <c:pt idx="2453">
                  <c:v>37924</c:v>
                </c:pt>
                <c:pt idx="2454">
                  <c:v>37925</c:v>
                </c:pt>
                <c:pt idx="2455">
                  <c:v>37928</c:v>
                </c:pt>
                <c:pt idx="2456">
                  <c:v>37929</c:v>
                </c:pt>
                <c:pt idx="2457">
                  <c:v>37930</c:v>
                </c:pt>
                <c:pt idx="2458">
                  <c:v>37931</c:v>
                </c:pt>
                <c:pt idx="2459">
                  <c:v>37932</c:v>
                </c:pt>
                <c:pt idx="2460">
                  <c:v>37935</c:v>
                </c:pt>
                <c:pt idx="2461">
                  <c:v>37937</c:v>
                </c:pt>
                <c:pt idx="2462">
                  <c:v>37938</c:v>
                </c:pt>
                <c:pt idx="2463">
                  <c:v>37939</c:v>
                </c:pt>
                <c:pt idx="2464">
                  <c:v>37942</c:v>
                </c:pt>
                <c:pt idx="2465">
                  <c:v>37943</c:v>
                </c:pt>
                <c:pt idx="2466">
                  <c:v>37944</c:v>
                </c:pt>
                <c:pt idx="2467">
                  <c:v>37945</c:v>
                </c:pt>
                <c:pt idx="2468">
                  <c:v>37946</c:v>
                </c:pt>
                <c:pt idx="2469">
                  <c:v>37949</c:v>
                </c:pt>
                <c:pt idx="2470">
                  <c:v>37950</c:v>
                </c:pt>
                <c:pt idx="2471">
                  <c:v>37951</c:v>
                </c:pt>
                <c:pt idx="2472">
                  <c:v>37953</c:v>
                </c:pt>
                <c:pt idx="2473">
                  <c:v>37956</c:v>
                </c:pt>
                <c:pt idx="2474">
                  <c:v>37957</c:v>
                </c:pt>
                <c:pt idx="2475">
                  <c:v>37958</c:v>
                </c:pt>
                <c:pt idx="2476">
                  <c:v>37959</c:v>
                </c:pt>
                <c:pt idx="2477">
                  <c:v>37960</c:v>
                </c:pt>
                <c:pt idx="2478">
                  <c:v>37963</c:v>
                </c:pt>
                <c:pt idx="2479">
                  <c:v>37964</c:v>
                </c:pt>
                <c:pt idx="2480">
                  <c:v>37965</c:v>
                </c:pt>
                <c:pt idx="2481">
                  <c:v>37966</c:v>
                </c:pt>
                <c:pt idx="2482">
                  <c:v>37967</c:v>
                </c:pt>
                <c:pt idx="2483">
                  <c:v>37970</c:v>
                </c:pt>
                <c:pt idx="2484">
                  <c:v>37971</c:v>
                </c:pt>
                <c:pt idx="2485">
                  <c:v>37972</c:v>
                </c:pt>
                <c:pt idx="2486">
                  <c:v>37973</c:v>
                </c:pt>
                <c:pt idx="2487">
                  <c:v>37974</c:v>
                </c:pt>
                <c:pt idx="2488">
                  <c:v>37977</c:v>
                </c:pt>
                <c:pt idx="2489">
                  <c:v>37978</c:v>
                </c:pt>
                <c:pt idx="2490">
                  <c:v>37979</c:v>
                </c:pt>
                <c:pt idx="2491">
                  <c:v>37981</c:v>
                </c:pt>
                <c:pt idx="2492">
                  <c:v>37984</c:v>
                </c:pt>
                <c:pt idx="2493">
                  <c:v>37985</c:v>
                </c:pt>
                <c:pt idx="2494">
                  <c:v>37986</c:v>
                </c:pt>
                <c:pt idx="2495">
                  <c:v>37988</c:v>
                </c:pt>
                <c:pt idx="2496">
                  <c:v>37991</c:v>
                </c:pt>
                <c:pt idx="2497">
                  <c:v>37992</c:v>
                </c:pt>
                <c:pt idx="2498">
                  <c:v>37993</c:v>
                </c:pt>
                <c:pt idx="2499">
                  <c:v>37994</c:v>
                </c:pt>
                <c:pt idx="2500">
                  <c:v>37995</c:v>
                </c:pt>
                <c:pt idx="2501">
                  <c:v>37998</c:v>
                </c:pt>
                <c:pt idx="2502">
                  <c:v>37999</c:v>
                </c:pt>
                <c:pt idx="2503">
                  <c:v>38000</c:v>
                </c:pt>
                <c:pt idx="2504">
                  <c:v>38001</c:v>
                </c:pt>
                <c:pt idx="2505">
                  <c:v>38002</c:v>
                </c:pt>
                <c:pt idx="2506">
                  <c:v>38006</c:v>
                </c:pt>
                <c:pt idx="2507">
                  <c:v>38007</c:v>
                </c:pt>
                <c:pt idx="2508">
                  <c:v>38008</c:v>
                </c:pt>
                <c:pt idx="2509">
                  <c:v>38009</c:v>
                </c:pt>
                <c:pt idx="2510">
                  <c:v>38012</c:v>
                </c:pt>
                <c:pt idx="2511">
                  <c:v>38013</c:v>
                </c:pt>
                <c:pt idx="2512">
                  <c:v>38014</c:v>
                </c:pt>
                <c:pt idx="2513">
                  <c:v>38015</c:v>
                </c:pt>
                <c:pt idx="2514">
                  <c:v>38016</c:v>
                </c:pt>
                <c:pt idx="2515">
                  <c:v>38019</c:v>
                </c:pt>
                <c:pt idx="2516">
                  <c:v>38020</c:v>
                </c:pt>
                <c:pt idx="2517">
                  <c:v>38021</c:v>
                </c:pt>
                <c:pt idx="2518">
                  <c:v>38022</c:v>
                </c:pt>
                <c:pt idx="2519">
                  <c:v>38023</c:v>
                </c:pt>
                <c:pt idx="2520">
                  <c:v>38026</c:v>
                </c:pt>
                <c:pt idx="2521">
                  <c:v>38027</c:v>
                </c:pt>
                <c:pt idx="2522">
                  <c:v>38028</c:v>
                </c:pt>
                <c:pt idx="2523">
                  <c:v>38029</c:v>
                </c:pt>
                <c:pt idx="2524">
                  <c:v>38030</c:v>
                </c:pt>
                <c:pt idx="2525">
                  <c:v>38034</c:v>
                </c:pt>
                <c:pt idx="2526">
                  <c:v>38035</c:v>
                </c:pt>
                <c:pt idx="2527">
                  <c:v>38036</c:v>
                </c:pt>
                <c:pt idx="2528">
                  <c:v>38037</c:v>
                </c:pt>
                <c:pt idx="2529">
                  <c:v>38040</c:v>
                </c:pt>
                <c:pt idx="2530">
                  <c:v>38041</c:v>
                </c:pt>
                <c:pt idx="2531">
                  <c:v>38042</c:v>
                </c:pt>
                <c:pt idx="2532">
                  <c:v>38043</c:v>
                </c:pt>
                <c:pt idx="2533">
                  <c:v>38044</c:v>
                </c:pt>
                <c:pt idx="2534">
                  <c:v>38047</c:v>
                </c:pt>
                <c:pt idx="2535">
                  <c:v>38048</c:v>
                </c:pt>
                <c:pt idx="2536">
                  <c:v>38049</c:v>
                </c:pt>
                <c:pt idx="2537">
                  <c:v>38050</c:v>
                </c:pt>
                <c:pt idx="2538">
                  <c:v>38051</c:v>
                </c:pt>
                <c:pt idx="2539">
                  <c:v>38054</c:v>
                </c:pt>
                <c:pt idx="2540">
                  <c:v>38055</c:v>
                </c:pt>
                <c:pt idx="2541">
                  <c:v>38056</c:v>
                </c:pt>
                <c:pt idx="2542">
                  <c:v>38057</c:v>
                </c:pt>
                <c:pt idx="2543">
                  <c:v>38058</c:v>
                </c:pt>
                <c:pt idx="2544">
                  <c:v>38061</c:v>
                </c:pt>
                <c:pt idx="2545">
                  <c:v>38062</c:v>
                </c:pt>
                <c:pt idx="2546">
                  <c:v>38063</c:v>
                </c:pt>
                <c:pt idx="2547">
                  <c:v>38064</c:v>
                </c:pt>
                <c:pt idx="2548">
                  <c:v>38065</c:v>
                </c:pt>
                <c:pt idx="2549">
                  <c:v>38068</c:v>
                </c:pt>
                <c:pt idx="2550">
                  <c:v>38069</c:v>
                </c:pt>
                <c:pt idx="2551">
                  <c:v>38070</c:v>
                </c:pt>
                <c:pt idx="2552">
                  <c:v>38071</c:v>
                </c:pt>
                <c:pt idx="2553">
                  <c:v>38072</c:v>
                </c:pt>
                <c:pt idx="2554">
                  <c:v>38075</c:v>
                </c:pt>
                <c:pt idx="2555">
                  <c:v>38076</c:v>
                </c:pt>
                <c:pt idx="2556">
                  <c:v>38077</c:v>
                </c:pt>
                <c:pt idx="2557">
                  <c:v>38078</c:v>
                </c:pt>
                <c:pt idx="2558">
                  <c:v>38079</c:v>
                </c:pt>
                <c:pt idx="2559">
                  <c:v>38082</c:v>
                </c:pt>
                <c:pt idx="2560">
                  <c:v>38083</c:v>
                </c:pt>
                <c:pt idx="2561">
                  <c:v>38084</c:v>
                </c:pt>
                <c:pt idx="2562">
                  <c:v>38085</c:v>
                </c:pt>
                <c:pt idx="2563">
                  <c:v>38089</c:v>
                </c:pt>
                <c:pt idx="2564">
                  <c:v>38090</c:v>
                </c:pt>
                <c:pt idx="2565">
                  <c:v>38091</c:v>
                </c:pt>
                <c:pt idx="2566">
                  <c:v>38092</c:v>
                </c:pt>
                <c:pt idx="2567">
                  <c:v>38093</c:v>
                </c:pt>
                <c:pt idx="2568">
                  <c:v>38096</c:v>
                </c:pt>
                <c:pt idx="2569">
                  <c:v>38097</c:v>
                </c:pt>
                <c:pt idx="2570">
                  <c:v>38098</c:v>
                </c:pt>
                <c:pt idx="2571">
                  <c:v>38099</c:v>
                </c:pt>
                <c:pt idx="2572">
                  <c:v>38100</c:v>
                </c:pt>
                <c:pt idx="2573">
                  <c:v>38103</c:v>
                </c:pt>
                <c:pt idx="2574">
                  <c:v>38104</c:v>
                </c:pt>
                <c:pt idx="2575">
                  <c:v>38105</c:v>
                </c:pt>
                <c:pt idx="2576">
                  <c:v>38106</c:v>
                </c:pt>
                <c:pt idx="2577">
                  <c:v>38107</c:v>
                </c:pt>
                <c:pt idx="2578">
                  <c:v>38110</c:v>
                </c:pt>
                <c:pt idx="2579">
                  <c:v>38111</c:v>
                </c:pt>
                <c:pt idx="2580">
                  <c:v>38112</c:v>
                </c:pt>
                <c:pt idx="2581">
                  <c:v>38113</c:v>
                </c:pt>
                <c:pt idx="2582">
                  <c:v>38114</c:v>
                </c:pt>
                <c:pt idx="2583">
                  <c:v>38117</c:v>
                </c:pt>
                <c:pt idx="2584">
                  <c:v>38118</c:v>
                </c:pt>
                <c:pt idx="2585">
                  <c:v>38119</c:v>
                </c:pt>
                <c:pt idx="2586">
                  <c:v>38120</c:v>
                </c:pt>
                <c:pt idx="2587">
                  <c:v>38121</c:v>
                </c:pt>
                <c:pt idx="2588">
                  <c:v>38124</c:v>
                </c:pt>
                <c:pt idx="2589">
                  <c:v>38125</c:v>
                </c:pt>
                <c:pt idx="2590">
                  <c:v>38126</c:v>
                </c:pt>
                <c:pt idx="2591">
                  <c:v>38127</c:v>
                </c:pt>
                <c:pt idx="2592">
                  <c:v>38128</c:v>
                </c:pt>
                <c:pt idx="2593">
                  <c:v>38131</c:v>
                </c:pt>
                <c:pt idx="2594">
                  <c:v>38132</c:v>
                </c:pt>
                <c:pt idx="2595">
                  <c:v>38133</c:v>
                </c:pt>
                <c:pt idx="2596">
                  <c:v>38134</c:v>
                </c:pt>
                <c:pt idx="2597">
                  <c:v>38135</c:v>
                </c:pt>
                <c:pt idx="2598">
                  <c:v>38139</c:v>
                </c:pt>
                <c:pt idx="2599">
                  <c:v>38140</c:v>
                </c:pt>
                <c:pt idx="2600">
                  <c:v>38141</c:v>
                </c:pt>
                <c:pt idx="2601">
                  <c:v>38142</c:v>
                </c:pt>
                <c:pt idx="2602">
                  <c:v>38145</c:v>
                </c:pt>
                <c:pt idx="2603">
                  <c:v>38146</c:v>
                </c:pt>
                <c:pt idx="2604">
                  <c:v>38147</c:v>
                </c:pt>
                <c:pt idx="2605">
                  <c:v>38148</c:v>
                </c:pt>
                <c:pt idx="2606">
                  <c:v>38152</c:v>
                </c:pt>
                <c:pt idx="2607">
                  <c:v>38153</c:v>
                </c:pt>
                <c:pt idx="2608">
                  <c:v>38154</c:v>
                </c:pt>
                <c:pt idx="2609">
                  <c:v>38155</c:v>
                </c:pt>
                <c:pt idx="2610">
                  <c:v>38156</c:v>
                </c:pt>
                <c:pt idx="2611">
                  <c:v>38159</c:v>
                </c:pt>
                <c:pt idx="2612">
                  <c:v>38160</c:v>
                </c:pt>
                <c:pt idx="2613">
                  <c:v>38161</c:v>
                </c:pt>
                <c:pt idx="2614">
                  <c:v>38162</c:v>
                </c:pt>
                <c:pt idx="2615">
                  <c:v>38163</c:v>
                </c:pt>
                <c:pt idx="2616">
                  <c:v>38166</c:v>
                </c:pt>
                <c:pt idx="2617">
                  <c:v>38167</c:v>
                </c:pt>
                <c:pt idx="2618">
                  <c:v>38168</c:v>
                </c:pt>
                <c:pt idx="2619">
                  <c:v>38169</c:v>
                </c:pt>
                <c:pt idx="2620">
                  <c:v>38170</c:v>
                </c:pt>
                <c:pt idx="2621">
                  <c:v>38174</c:v>
                </c:pt>
                <c:pt idx="2622">
                  <c:v>38175</c:v>
                </c:pt>
                <c:pt idx="2623">
                  <c:v>38176</c:v>
                </c:pt>
                <c:pt idx="2624">
                  <c:v>38177</c:v>
                </c:pt>
                <c:pt idx="2625">
                  <c:v>38180</c:v>
                </c:pt>
                <c:pt idx="2626">
                  <c:v>38181</c:v>
                </c:pt>
                <c:pt idx="2627">
                  <c:v>38182</c:v>
                </c:pt>
                <c:pt idx="2628">
                  <c:v>38183</c:v>
                </c:pt>
                <c:pt idx="2629">
                  <c:v>38184</c:v>
                </c:pt>
                <c:pt idx="2630">
                  <c:v>38187</c:v>
                </c:pt>
                <c:pt idx="2631">
                  <c:v>38188</c:v>
                </c:pt>
                <c:pt idx="2632">
                  <c:v>38189</c:v>
                </c:pt>
                <c:pt idx="2633">
                  <c:v>38190</c:v>
                </c:pt>
                <c:pt idx="2634">
                  <c:v>38191</c:v>
                </c:pt>
                <c:pt idx="2635">
                  <c:v>38194</c:v>
                </c:pt>
                <c:pt idx="2636">
                  <c:v>38195</c:v>
                </c:pt>
                <c:pt idx="2637">
                  <c:v>38196</c:v>
                </c:pt>
                <c:pt idx="2638">
                  <c:v>38197</c:v>
                </c:pt>
                <c:pt idx="2639">
                  <c:v>38198</c:v>
                </c:pt>
                <c:pt idx="2640">
                  <c:v>38201</c:v>
                </c:pt>
                <c:pt idx="2641">
                  <c:v>38202</c:v>
                </c:pt>
                <c:pt idx="2642">
                  <c:v>38203</c:v>
                </c:pt>
                <c:pt idx="2643">
                  <c:v>38204</c:v>
                </c:pt>
                <c:pt idx="2644">
                  <c:v>38205</c:v>
                </c:pt>
                <c:pt idx="2645">
                  <c:v>38208</c:v>
                </c:pt>
                <c:pt idx="2646">
                  <c:v>38209</c:v>
                </c:pt>
                <c:pt idx="2647">
                  <c:v>38210</c:v>
                </c:pt>
                <c:pt idx="2648">
                  <c:v>38211</c:v>
                </c:pt>
                <c:pt idx="2649">
                  <c:v>38212</c:v>
                </c:pt>
                <c:pt idx="2650">
                  <c:v>38215</c:v>
                </c:pt>
                <c:pt idx="2651">
                  <c:v>38216</c:v>
                </c:pt>
                <c:pt idx="2652">
                  <c:v>38217</c:v>
                </c:pt>
                <c:pt idx="2653">
                  <c:v>38218</c:v>
                </c:pt>
                <c:pt idx="2654">
                  <c:v>38219</c:v>
                </c:pt>
                <c:pt idx="2655">
                  <c:v>38222</c:v>
                </c:pt>
                <c:pt idx="2656">
                  <c:v>38223</c:v>
                </c:pt>
                <c:pt idx="2657">
                  <c:v>38224</c:v>
                </c:pt>
                <c:pt idx="2658">
                  <c:v>38225</c:v>
                </c:pt>
                <c:pt idx="2659">
                  <c:v>38226</c:v>
                </c:pt>
                <c:pt idx="2660">
                  <c:v>38229</c:v>
                </c:pt>
                <c:pt idx="2661">
                  <c:v>38230</c:v>
                </c:pt>
                <c:pt idx="2662">
                  <c:v>38231</c:v>
                </c:pt>
                <c:pt idx="2663">
                  <c:v>38232</c:v>
                </c:pt>
                <c:pt idx="2664">
                  <c:v>38233</c:v>
                </c:pt>
                <c:pt idx="2665">
                  <c:v>38237</c:v>
                </c:pt>
                <c:pt idx="2666">
                  <c:v>38238</c:v>
                </c:pt>
                <c:pt idx="2667">
                  <c:v>38239</c:v>
                </c:pt>
                <c:pt idx="2668">
                  <c:v>38240</c:v>
                </c:pt>
                <c:pt idx="2669">
                  <c:v>38243</c:v>
                </c:pt>
                <c:pt idx="2670">
                  <c:v>38244</c:v>
                </c:pt>
                <c:pt idx="2671">
                  <c:v>38245</c:v>
                </c:pt>
                <c:pt idx="2672">
                  <c:v>38246</c:v>
                </c:pt>
                <c:pt idx="2673">
                  <c:v>38247</c:v>
                </c:pt>
                <c:pt idx="2674">
                  <c:v>38250</c:v>
                </c:pt>
                <c:pt idx="2675">
                  <c:v>38251</c:v>
                </c:pt>
                <c:pt idx="2676">
                  <c:v>38252</c:v>
                </c:pt>
                <c:pt idx="2677">
                  <c:v>38253</c:v>
                </c:pt>
                <c:pt idx="2678">
                  <c:v>38254</c:v>
                </c:pt>
                <c:pt idx="2679">
                  <c:v>38257</c:v>
                </c:pt>
                <c:pt idx="2680">
                  <c:v>38258</c:v>
                </c:pt>
                <c:pt idx="2681">
                  <c:v>38259</c:v>
                </c:pt>
                <c:pt idx="2682">
                  <c:v>38260</c:v>
                </c:pt>
                <c:pt idx="2683">
                  <c:v>38261</c:v>
                </c:pt>
                <c:pt idx="2684">
                  <c:v>38264</c:v>
                </c:pt>
                <c:pt idx="2685">
                  <c:v>38265</c:v>
                </c:pt>
                <c:pt idx="2686">
                  <c:v>38266</c:v>
                </c:pt>
                <c:pt idx="2687">
                  <c:v>38267</c:v>
                </c:pt>
                <c:pt idx="2688">
                  <c:v>38268</c:v>
                </c:pt>
                <c:pt idx="2689">
                  <c:v>38272</c:v>
                </c:pt>
                <c:pt idx="2690">
                  <c:v>38273</c:v>
                </c:pt>
                <c:pt idx="2691">
                  <c:v>38274</c:v>
                </c:pt>
                <c:pt idx="2692">
                  <c:v>38275</c:v>
                </c:pt>
                <c:pt idx="2693">
                  <c:v>38278</c:v>
                </c:pt>
                <c:pt idx="2694">
                  <c:v>38279</c:v>
                </c:pt>
                <c:pt idx="2695">
                  <c:v>38280</c:v>
                </c:pt>
                <c:pt idx="2696">
                  <c:v>38281</c:v>
                </c:pt>
                <c:pt idx="2697">
                  <c:v>38282</c:v>
                </c:pt>
                <c:pt idx="2698">
                  <c:v>38285</c:v>
                </c:pt>
                <c:pt idx="2699">
                  <c:v>38286</c:v>
                </c:pt>
                <c:pt idx="2700">
                  <c:v>38287</c:v>
                </c:pt>
                <c:pt idx="2701">
                  <c:v>38288</c:v>
                </c:pt>
                <c:pt idx="2702">
                  <c:v>38289</c:v>
                </c:pt>
                <c:pt idx="2703">
                  <c:v>38292</c:v>
                </c:pt>
                <c:pt idx="2704">
                  <c:v>38293</c:v>
                </c:pt>
                <c:pt idx="2705">
                  <c:v>38294</c:v>
                </c:pt>
                <c:pt idx="2706">
                  <c:v>38295</c:v>
                </c:pt>
                <c:pt idx="2707">
                  <c:v>38296</c:v>
                </c:pt>
                <c:pt idx="2708">
                  <c:v>38299</c:v>
                </c:pt>
                <c:pt idx="2709">
                  <c:v>38300</c:v>
                </c:pt>
                <c:pt idx="2710">
                  <c:v>38301</c:v>
                </c:pt>
                <c:pt idx="2711">
                  <c:v>38303</c:v>
                </c:pt>
                <c:pt idx="2712">
                  <c:v>38306</c:v>
                </c:pt>
                <c:pt idx="2713">
                  <c:v>38307</c:v>
                </c:pt>
                <c:pt idx="2714">
                  <c:v>38308</c:v>
                </c:pt>
                <c:pt idx="2715">
                  <c:v>38309</c:v>
                </c:pt>
                <c:pt idx="2716">
                  <c:v>38310</c:v>
                </c:pt>
                <c:pt idx="2717">
                  <c:v>38313</c:v>
                </c:pt>
                <c:pt idx="2718">
                  <c:v>38314</c:v>
                </c:pt>
                <c:pt idx="2719">
                  <c:v>38315</c:v>
                </c:pt>
                <c:pt idx="2720">
                  <c:v>38317</c:v>
                </c:pt>
                <c:pt idx="2721">
                  <c:v>38320</c:v>
                </c:pt>
                <c:pt idx="2722">
                  <c:v>38321</c:v>
                </c:pt>
                <c:pt idx="2723">
                  <c:v>38322</c:v>
                </c:pt>
                <c:pt idx="2724">
                  <c:v>38323</c:v>
                </c:pt>
                <c:pt idx="2725">
                  <c:v>38324</c:v>
                </c:pt>
                <c:pt idx="2726">
                  <c:v>38327</c:v>
                </c:pt>
                <c:pt idx="2727">
                  <c:v>38328</c:v>
                </c:pt>
                <c:pt idx="2728">
                  <c:v>38329</c:v>
                </c:pt>
                <c:pt idx="2729">
                  <c:v>38330</c:v>
                </c:pt>
                <c:pt idx="2730">
                  <c:v>38331</c:v>
                </c:pt>
                <c:pt idx="2731">
                  <c:v>38334</c:v>
                </c:pt>
                <c:pt idx="2732">
                  <c:v>38335</c:v>
                </c:pt>
                <c:pt idx="2733">
                  <c:v>38336</c:v>
                </c:pt>
                <c:pt idx="2734">
                  <c:v>38337</c:v>
                </c:pt>
                <c:pt idx="2735">
                  <c:v>38338</c:v>
                </c:pt>
                <c:pt idx="2736">
                  <c:v>38341</c:v>
                </c:pt>
                <c:pt idx="2737">
                  <c:v>38342</c:v>
                </c:pt>
                <c:pt idx="2738">
                  <c:v>38343</c:v>
                </c:pt>
                <c:pt idx="2739">
                  <c:v>38344</c:v>
                </c:pt>
                <c:pt idx="2740">
                  <c:v>38348</c:v>
                </c:pt>
                <c:pt idx="2741">
                  <c:v>38349</c:v>
                </c:pt>
                <c:pt idx="2742">
                  <c:v>38350</c:v>
                </c:pt>
                <c:pt idx="2743">
                  <c:v>38351</c:v>
                </c:pt>
                <c:pt idx="2744">
                  <c:v>38352</c:v>
                </c:pt>
                <c:pt idx="2745">
                  <c:v>38355</c:v>
                </c:pt>
                <c:pt idx="2746">
                  <c:v>38356</c:v>
                </c:pt>
                <c:pt idx="2747">
                  <c:v>38357</c:v>
                </c:pt>
                <c:pt idx="2748">
                  <c:v>38358</c:v>
                </c:pt>
                <c:pt idx="2749">
                  <c:v>38359</c:v>
                </c:pt>
                <c:pt idx="2750">
                  <c:v>38362</c:v>
                </c:pt>
                <c:pt idx="2751">
                  <c:v>38363</c:v>
                </c:pt>
                <c:pt idx="2752">
                  <c:v>38364</c:v>
                </c:pt>
                <c:pt idx="2753">
                  <c:v>38365</c:v>
                </c:pt>
                <c:pt idx="2754">
                  <c:v>38366</c:v>
                </c:pt>
                <c:pt idx="2755">
                  <c:v>38370</c:v>
                </c:pt>
                <c:pt idx="2756">
                  <c:v>38371</c:v>
                </c:pt>
                <c:pt idx="2757">
                  <c:v>38372</c:v>
                </c:pt>
                <c:pt idx="2758">
                  <c:v>38373</c:v>
                </c:pt>
                <c:pt idx="2759">
                  <c:v>38376</c:v>
                </c:pt>
                <c:pt idx="2760">
                  <c:v>38377</c:v>
                </c:pt>
                <c:pt idx="2761">
                  <c:v>38378</c:v>
                </c:pt>
                <c:pt idx="2762">
                  <c:v>38379</c:v>
                </c:pt>
                <c:pt idx="2763">
                  <c:v>38380</c:v>
                </c:pt>
                <c:pt idx="2764">
                  <c:v>38383</c:v>
                </c:pt>
                <c:pt idx="2765">
                  <c:v>38384</c:v>
                </c:pt>
                <c:pt idx="2766">
                  <c:v>38385</c:v>
                </c:pt>
                <c:pt idx="2767">
                  <c:v>38386</c:v>
                </c:pt>
                <c:pt idx="2768">
                  <c:v>38387</c:v>
                </c:pt>
                <c:pt idx="2769">
                  <c:v>38390</c:v>
                </c:pt>
                <c:pt idx="2770">
                  <c:v>38391</c:v>
                </c:pt>
                <c:pt idx="2771">
                  <c:v>38392</c:v>
                </c:pt>
                <c:pt idx="2772">
                  <c:v>38393</c:v>
                </c:pt>
                <c:pt idx="2773">
                  <c:v>38394</c:v>
                </c:pt>
                <c:pt idx="2774">
                  <c:v>38397</c:v>
                </c:pt>
                <c:pt idx="2775">
                  <c:v>38398</c:v>
                </c:pt>
                <c:pt idx="2776">
                  <c:v>38399</c:v>
                </c:pt>
                <c:pt idx="2777">
                  <c:v>38400</c:v>
                </c:pt>
                <c:pt idx="2778">
                  <c:v>38401</c:v>
                </c:pt>
                <c:pt idx="2779">
                  <c:v>38405</c:v>
                </c:pt>
                <c:pt idx="2780">
                  <c:v>38406</c:v>
                </c:pt>
                <c:pt idx="2781">
                  <c:v>38407</c:v>
                </c:pt>
                <c:pt idx="2782">
                  <c:v>38408</c:v>
                </c:pt>
                <c:pt idx="2783">
                  <c:v>38411</c:v>
                </c:pt>
                <c:pt idx="2784">
                  <c:v>38412</c:v>
                </c:pt>
                <c:pt idx="2785">
                  <c:v>38413</c:v>
                </c:pt>
                <c:pt idx="2786">
                  <c:v>38414</c:v>
                </c:pt>
                <c:pt idx="2787">
                  <c:v>38415</c:v>
                </c:pt>
                <c:pt idx="2788">
                  <c:v>38418</c:v>
                </c:pt>
                <c:pt idx="2789">
                  <c:v>38419</c:v>
                </c:pt>
                <c:pt idx="2790">
                  <c:v>38420</c:v>
                </c:pt>
                <c:pt idx="2791">
                  <c:v>38421</c:v>
                </c:pt>
                <c:pt idx="2792">
                  <c:v>38422</c:v>
                </c:pt>
                <c:pt idx="2793">
                  <c:v>38425</c:v>
                </c:pt>
                <c:pt idx="2794">
                  <c:v>38426</c:v>
                </c:pt>
                <c:pt idx="2795">
                  <c:v>38427</c:v>
                </c:pt>
                <c:pt idx="2796">
                  <c:v>38428</c:v>
                </c:pt>
                <c:pt idx="2797">
                  <c:v>38429</c:v>
                </c:pt>
                <c:pt idx="2798">
                  <c:v>38432</c:v>
                </c:pt>
                <c:pt idx="2799">
                  <c:v>38433</c:v>
                </c:pt>
                <c:pt idx="2800">
                  <c:v>38434</c:v>
                </c:pt>
                <c:pt idx="2801">
                  <c:v>38435</c:v>
                </c:pt>
                <c:pt idx="2802">
                  <c:v>38439</c:v>
                </c:pt>
                <c:pt idx="2803">
                  <c:v>38440</c:v>
                </c:pt>
                <c:pt idx="2804">
                  <c:v>38441</c:v>
                </c:pt>
                <c:pt idx="2805">
                  <c:v>38442</c:v>
                </c:pt>
                <c:pt idx="2806">
                  <c:v>38443</c:v>
                </c:pt>
                <c:pt idx="2807">
                  <c:v>38446</c:v>
                </c:pt>
                <c:pt idx="2808">
                  <c:v>38447</c:v>
                </c:pt>
                <c:pt idx="2809">
                  <c:v>38448</c:v>
                </c:pt>
                <c:pt idx="2810">
                  <c:v>38449</c:v>
                </c:pt>
                <c:pt idx="2811">
                  <c:v>38450</c:v>
                </c:pt>
                <c:pt idx="2812">
                  <c:v>38453</c:v>
                </c:pt>
                <c:pt idx="2813">
                  <c:v>38454</c:v>
                </c:pt>
                <c:pt idx="2814">
                  <c:v>38455</c:v>
                </c:pt>
                <c:pt idx="2815">
                  <c:v>38456</c:v>
                </c:pt>
                <c:pt idx="2816">
                  <c:v>38457</c:v>
                </c:pt>
                <c:pt idx="2817">
                  <c:v>38460</c:v>
                </c:pt>
                <c:pt idx="2818">
                  <c:v>38461</c:v>
                </c:pt>
                <c:pt idx="2819">
                  <c:v>38462</c:v>
                </c:pt>
                <c:pt idx="2820">
                  <c:v>38463</c:v>
                </c:pt>
                <c:pt idx="2821">
                  <c:v>38464</c:v>
                </c:pt>
                <c:pt idx="2822">
                  <c:v>38467</c:v>
                </c:pt>
                <c:pt idx="2823">
                  <c:v>38468</c:v>
                </c:pt>
                <c:pt idx="2824">
                  <c:v>38469</c:v>
                </c:pt>
                <c:pt idx="2825">
                  <c:v>38470</c:v>
                </c:pt>
                <c:pt idx="2826">
                  <c:v>38471</c:v>
                </c:pt>
                <c:pt idx="2827">
                  <c:v>38474</c:v>
                </c:pt>
                <c:pt idx="2828">
                  <c:v>38475</c:v>
                </c:pt>
                <c:pt idx="2829">
                  <c:v>38476</c:v>
                </c:pt>
                <c:pt idx="2830">
                  <c:v>38477</c:v>
                </c:pt>
                <c:pt idx="2831">
                  <c:v>38478</c:v>
                </c:pt>
                <c:pt idx="2832">
                  <c:v>38481</c:v>
                </c:pt>
                <c:pt idx="2833">
                  <c:v>38482</c:v>
                </c:pt>
                <c:pt idx="2834">
                  <c:v>38483</c:v>
                </c:pt>
                <c:pt idx="2835">
                  <c:v>38484</c:v>
                </c:pt>
                <c:pt idx="2836">
                  <c:v>38485</c:v>
                </c:pt>
                <c:pt idx="2837">
                  <c:v>38488</c:v>
                </c:pt>
                <c:pt idx="2838">
                  <c:v>38489</c:v>
                </c:pt>
                <c:pt idx="2839">
                  <c:v>38490</c:v>
                </c:pt>
                <c:pt idx="2840">
                  <c:v>38491</c:v>
                </c:pt>
                <c:pt idx="2841">
                  <c:v>38492</c:v>
                </c:pt>
                <c:pt idx="2842">
                  <c:v>38495</c:v>
                </c:pt>
                <c:pt idx="2843">
                  <c:v>38496</c:v>
                </c:pt>
                <c:pt idx="2844">
                  <c:v>38497</c:v>
                </c:pt>
                <c:pt idx="2845">
                  <c:v>38498</c:v>
                </c:pt>
                <c:pt idx="2846">
                  <c:v>38499</c:v>
                </c:pt>
                <c:pt idx="2847">
                  <c:v>38503</c:v>
                </c:pt>
                <c:pt idx="2848">
                  <c:v>38504</c:v>
                </c:pt>
                <c:pt idx="2849">
                  <c:v>38505</c:v>
                </c:pt>
                <c:pt idx="2850">
                  <c:v>38506</c:v>
                </c:pt>
                <c:pt idx="2851">
                  <c:v>38509</c:v>
                </c:pt>
                <c:pt idx="2852">
                  <c:v>38510</c:v>
                </c:pt>
                <c:pt idx="2853">
                  <c:v>38511</c:v>
                </c:pt>
                <c:pt idx="2854">
                  <c:v>38512</c:v>
                </c:pt>
                <c:pt idx="2855">
                  <c:v>38513</c:v>
                </c:pt>
                <c:pt idx="2856">
                  <c:v>38516</c:v>
                </c:pt>
                <c:pt idx="2857">
                  <c:v>38517</c:v>
                </c:pt>
                <c:pt idx="2858">
                  <c:v>38518</c:v>
                </c:pt>
                <c:pt idx="2859">
                  <c:v>38519</c:v>
                </c:pt>
                <c:pt idx="2860">
                  <c:v>38520</c:v>
                </c:pt>
                <c:pt idx="2861">
                  <c:v>38523</c:v>
                </c:pt>
                <c:pt idx="2862">
                  <c:v>38524</c:v>
                </c:pt>
                <c:pt idx="2863">
                  <c:v>38525</c:v>
                </c:pt>
                <c:pt idx="2864">
                  <c:v>38526</c:v>
                </c:pt>
                <c:pt idx="2865">
                  <c:v>38527</c:v>
                </c:pt>
                <c:pt idx="2866">
                  <c:v>38530</c:v>
                </c:pt>
                <c:pt idx="2867">
                  <c:v>38531</c:v>
                </c:pt>
                <c:pt idx="2868">
                  <c:v>38532</c:v>
                </c:pt>
                <c:pt idx="2869">
                  <c:v>38533</c:v>
                </c:pt>
                <c:pt idx="2870">
                  <c:v>38534</c:v>
                </c:pt>
                <c:pt idx="2871">
                  <c:v>38538</c:v>
                </c:pt>
                <c:pt idx="2872">
                  <c:v>38539</c:v>
                </c:pt>
                <c:pt idx="2873">
                  <c:v>38540</c:v>
                </c:pt>
                <c:pt idx="2874">
                  <c:v>38541</c:v>
                </c:pt>
                <c:pt idx="2875">
                  <c:v>38544</c:v>
                </c:pt>
                <c:pt idx="2876">
                  <c:v>38545</c:v>
                </c:pt>
                <c:pt idx="2877">
                  <c:v>38546</c:v>
                </c:pt>
                <c:pt idx="2878">
                  <c:v>38547</c:v>
                </c:pt>
                <c:pt idx="2879">
                  <c:v>38548</c:v>
                </c:pt>
                <c:pt idx="2880">
                  <c:v>38551</c:v>
                </c:pt>
                <c:pt idx="2881">
                  <c:v>38552</c:v>
                </c:pt>
                <c:pt idx="2882">
                  <c:v>38553</c:v>
                </c:pt>
                <c:pt idx="2883">
                  <c:v>38554</c:v>
                </c:pt>
                <c:pt idx="2884">
                  <c:v>38555</c:v>
                </c:pt>
                <c:pt idx="2885">
                  <c:v>38558</c:v>
                </c:pt>
                <c:pt idx="2886">
                  <c:v>38559</c:v>
                </c:pt>
                <c:pt idx="2887">
                  <c:v>38560</c:v>
                </c:pt>
                <c:pt idx="2888">
                  <c:v>38561</c:v>
                </c:pt>
                <c:pt idx="2889">
                  <c:v>38562</c:v>
                </c:pt>
                <c:pt idx="2890">
                  <c:v>38565</c:v>
                </c:pt>
                <c:pt idx="2891">
                  <c:v>38566</c:v>
                </c:pt>
                <c:pt idx="2892">
                  <c:v>38567</c:v>
                </c:pt>
                <c:pt idx="2893">
                  <c:v>38568</c:v>
                </c:pt>
                <c:pt idx="2894">
                  <c:v>38569</c:v>
                </c:pt>
                <c:pt idx="2895">
                  <c:v>38572</c:v>
                </c:pt>
                <c:pt idx="2896">
                  <c:v>38573</c:v>
                </c:pt>
                <c:pt idx="2897">
                  <c:v>38574</c:v>
                </c:pt>
                <c:pt idx="2898">
                  <c:v>38575</c:v>
                </c:pt>
                <c:pt idx="2899">
                  <c:v>38576</c:v>
                </c:pt>
                <c:pt idx="2900">
                  <c:v>38579</c:v>
                </c:pt>
                <c:pt idx="2901">
                  <c:v>38580</c:v>
                </c:pt>
                <c:pt idx="2902">
                  <c:v>38581</c:v>
                </c:pt>
                <c:pt idx="2903">
                  <c:v>38582</c:v>
                </c:pt>
                <c:pt idx="2904">
                  <c:v>38583</c:v>
                </c:pt>
                <c:pt idx="2905">
                  <c:v>38586</c:v>
                </c:pt>
                <c:pt idx="2906">
                  <c:v>38587</c:v>
                </c:pt>
                <c:pt idx="2907">
                  <c:v>38588</c:v>
                </c:pt>
                <c:pt idx="2908">
                  <c:v>38589</c:v>
                </c:pt>
                <c:pt idx="2909">
                  <c:v>38590</c:v>
                </c:pt>
                <c:pt idx="2910">
                  <c:v>38593</c:v>
                </c:pt>
                <c:pt idx="2911">
                  <c:v>38594</c:v>
                </c:pt>
                <c:pt idx="2912">
                  <c:v>38595</c:v>
                </c:pt>
                <c:pt idx="2913">
                  <c:v>38596</c:v>
                </c:pt>
                <c:pt idx="2914">
                  <c:v>38597</c:v>
                </c:pt>
                <c:pt idx="2915">
                  <c:v>38601</c:v>
                </c:pt>
                <c:pt idx="2916">
                  <c:v>38602</c:v>
                </c:pt>
                <c:pt idx="2917">
                  <c:v>38603</c:v>
                </c:pt>
                <c:pt idx="2918">
                  <c:v>38604</c:v>
                </c:pt>
                <c:pt idx="2919">
                  <c:v>38607</c:v>
                </c:pt>
                <c:pt idx="2920">
                  <c:v>38608</c:v>
                </c:pt>
                <c:pt idx="2921">
                  <c:v>38609</c:v>
                </c:pt>
                <c:pt idx="2922">
                  <c:v>38610</c:v>
                </c:pt>
                <c:pt idx="2923">
                  <c:v>38611</c:v>
                </c:pt>
                <c:pt idx="2924">
                  <c:v>38614</c:v>
                </c:pt>
                <c:pt idx="2925">
                  <c:v>38615</c:v>
                </c:pt>
                <c:pt idx="2926">
                  <c:v>38616</c:v>
                </c:pt>
                <c:pt idx="2927">
                  <c:v>38617</c:v>
                </c:pt>
                <c:pt idx="2928">
                  <c:v>38618</c:v>
                </c:pt>
                <c:pt idx="2929">
                  <c:v>38621</c:v>
                </c:pt>
                <c:pt idx="2930">
                  <c:v>38622</c:v>
                </c:pt>
                <c:pt idx="2931">
                  <c:v>38623</c:v>
                </c:pt>
                <c:pt idx="2932">
                  <c:v>38624</c:v>
                </c:pt>
                <c:pt idx="2933">
                  <c:v>38625</c:v>
                </c:pt>
                <c:pt idx="2934">
                  <c:v>38628</c:v>
                </c:pt>
                <c:pt idx="2935">
                  <c:v>38629</c:v>
                </c:pt>
                <c:pt idx="2936">
                  <c:v>38630</c:v>
                </c:pt>
                <c:pt idx="2937">
                  <c:v>38631</c:v>
                </c:pt>
                <c:pt idx="2938">
                  <c:v>38632</c:v>
                </c:pt>
                <c:pt idx="2939">
                  <c:v>38636</c:v>
                </c:pt>
                <c:pt idx="2940">
                  <c:v>38637</c:v>
                </c:pt>
                <c:pt idx="2941">
                  <c:v>38638</c:v>
                </c:pt>
                <c:pt idx="2942">
                  <c:v>38639</c:v>
                </c:pt>
                <c:pt idx="2943">
                  <c:v>38642</c:v>
                </c:pt>
                <c:pt idx="2944">
                  <c:v>38643</c:v>
                </c:pt>
                <c:pt idx="2945">
                  <c:v>38644</c:v>
                </c:pt>
                <c:pt idx="2946">
                  <c:v>38645</c:v>
                </c:pt>
                <c:pt idx="2947">
                  <c:v>38646</c:v>
                </c:pt>
                <c:pt idx="2948">
                  <c:v>38649</c:v>
                </c:pt>
                <c:pt idx="2949">
                  <c:v>38650</c:v>
                </c:pt>
                <c:pt idx="2950">
                  <c:v>38651</c:v>
                </c:pt>
                <c:pt idx="2951">
                  <c:v>38652</c:v>
                </c:pt>
                <c:pt idx="2952">
                  <c:v>38653</c:v>
                </c:pt>
                <c:pt idx="2953">
                  <c:v>38656</c:v>
                </c:pt>
                <c:pt idx="2954">
                  <c:v>38657</c:v>
                </c:pt>
                <c:pt idx="2955">
                  <c:v>38658</c:v>
                </c:pt>
                <c:pt idx="2956">
                  <c:v>38659</c:v>
                </c:pt>
                <c:pt idx="2957">
                  <c:v>38660</c:v>
                </c:pt>
                <c:pt idx="2958">
                  <c:v>38663</c:v>
                </c:pt>
                <c:pt idx="2959">
                  <c:v>38664</c:v>
                </c:pt>
                <c:pt idx="2960">
                  <c:v>38665</c:v>
                </c:pt>
                <c:pt idx="2961">
                  <c:v>38666</c:v>
                </c:pt>
                <c:pt idx="2962">
                  <c:v>38670</c:v>
                </c:pt>
                <c:pt idx="2963">
                  <c:v>38671</c:v>
                </c:pt>
                <c:pt idx="2964">
                  <c:v>38672</c:v>
                </c:pt>
                <c:pt idx="2965">
                  <c:v>38673</c:v>
                </c:pt>
                <c:pt idx="2966">
                  <c:v>38674</c:v>
                </c:pt>
                <c:pt idx="2967">
                  <c:v>38677</c:v>
                </c:pt>
                <c:pt idx="2968">
                  <c:v>38678</c:v>
                </c:pt>
                <c:pt idx="2969">
                  <c:v>38679</c:v>
                </c:pt>
                <c:pt idx="2970">
                  <c:v>38681</c:v>
                </c:pt>
                <c:pt idx="2971">
                  <c:v>38684</c:v>
                </c:pt>
                <c:pt idx="2972">
                  <c:v>38685</c:v>
                </c:pt>
                <c:pt idx="2973">
                  <c:v>38686</c:v>
                </c:pt>
                <c:pt idx="2974">
                  <c:v>38687</c:v>
                </c:pt>
                <c:pt idx="2975">
                  <c:v>38688</c:v>
                </c:pt>
                <c:pt idx="2976">
                  <c:v>38691</c:v>
                </c:pt>
                <c:pt idx="2977">
                  <c:v>38692</c:v>
                </c:pt>
                <c:pt idx="2978">
                  <c:v>38693</c:v>
                </c:pt>
                <c:pt idx="2979">
                  <c:v>38694</c:v>
                </c:pt>
                <c:pt idx="2980">
                  <c:v>38695</c:v>
                </c:pt>
                <c:pt idx="2981">
                  <c:v>38698</c:v>
                </c:pt>
                <c:pt idx="2982">
                  <c:v>38699</c:v>
                </c:pt>
                <c:pt idx="2983">
                  <c:v>38700</c:v>
                </c:pt>
                <c:pt idx="2984">
                  <c:v>38701</c:v>
                </c:pt>
                <c:pt idx="2985">
                  <c:v>38702</c:v>
                </c:pt>
                <c:pt idx="2986">
                  <c:v>38705</c:v>
                </c:pt>
                <c:pt idx="2987">
                  <c:v>38706</c:v>
                </c:pt>
                <c:pt idx="2988">
                  <c:v>38707</c:v>
                </c:pt>
                <c:pt idx="2989">
                  <c:v>38708</c:v>
                </c:pt>
                <c:pt idx="2990">
                  <c:v>38709</c:v>
                </c:pt>
                <c:pt idx="2991">
                  <c:v>38713</c:v>
                </c:pt>
                <c:pt idx="2992">
                  <c:v>38714</c:v>
                </c:pt>
                <c:pt idx="2993">
                  <c:v>38715</c:v>
                </c:pt>
                <c:pt idx="2994">
                  <c:v>38716</c:v>
                </c:pt>
                <c:pt idx="2995">
                  <c:v>38720</c:v>
                </c:pt>
                <c:pt idx="2996">
                  <c:v>38721</c:v>
                </c:pt>
                <c:pt idx="2997">
                  <c:v>38722</c:v>
                </c:pt>
                <c:pt idx="2998">
                  <c:v>38723</c:v>
                </c:pt>
                <c:pt idx="2999">
                  <c:v>38726</c:v>
                </c:pt>
                <c:pt idx="3000">
                  <c:v>38727</c:v>
                </c:pt>
                <c:pt idx="3001">
                  <c:v>38728</c:v>
                </c:pt>
                <c:pt idx="3002">
                  <c:v>38729</c:v>
                </c:pt>
                <c:pt idx="3003">
                  <c:v>38730</c:v>
                </c:pt>
                <c:pt idx="3004">
                  <c:v>38734</c:v>
                </c:pt>
                <c:pt idx="3005">
                  <c:v>38735</c:v>
                </c:pt>
                <c:pt idx="3006">
                  <c:v>38736</c:v>
                </c:pt>
                <c:pt idx="3007">
                  <c:v>38737</c:v>
                </c:pt>
                <c:pt idx="3008">
                  <c:v>38740</c:v>
                </c:pt>
                <c:pt idx="3009">
                  <c:v>38741</c:v>
                </c:pt>
                <c:pt idx="3010">
                  <c:v>38742</c:v>
                </c:pt>
                <c:pt idx="3011">
                  <c:v>38743</c:v>
                </c:pt>
                <c:pt idx="3012">
                  <c:v>38744</c:v>
                </c:pt>
                <c:pt idx="3013">
                  <c:v>38747</c:v>
                </c:pt>
                <c:pt idx="3014">
                  <c:v>38748</c:v>
                </c:pt>
                <c:pt idx="3015">
                  <c:v>38749</c:v>
                </c:pt>
                <c:pt idx="3016">
                  <c:v>38750</c:v>
                </c:pt>
                <c:pt idx="3017">
                  <c:v>38751</c:v>
                </c:pt>
                <c:pt idx="3018">
                  <c:v>38754</c:v>
                </c:pt>
                <c:pt idx="3019">
                  <c:v>38755</c:v>
                </c:pt>
                <c:pt idx="3020">
                  <c:v>38756</c:v>
                </c:pt>
                <c:pt idx="3021">
                  <c:v>38757</c:v>
                </c:pt>
                <c:pt idx="3022">
                  <c:v>38758</c:v>
                </c:pt>
                <c:pt idx="3023">
                  <c:v>38761</c:v>
                </c:pt>
                <c:pt idx="3024">
                  <c:v>38762</c:v>
                </c:pt>
                <c:pt idx="3025">
                  <c:v>38763</c:v>
                </c:pt>
                <c:pt idx="3026">
                  <c:v>38764</c:v>
                </c:pt>
                <c:pt idx="3027">
                  <c:v>38765</c:v>
                </c:pt>
                <c:pt idx="3028">
                  <c:v>38769</c:v>
                </c:pt>
                <c:pt idx="3029">
                  <c:v>38770</c:v>
                </c:pt>
                <c:pt idx="3030">
                  <c:v>38771</c:v>
                </c:pt>
                <c:pt idx="3031">
                  <c:v>38772</c:v>
                </c:pt>
                <c:pt idx="3032">
                  <c:v>38775</c:v>
                </c:pt>
                <c:pt idx="3033">
                  <c:v>38776</c:v>
                </c:pt>
                <c:pt idx="3034">
                  <c:v>38777</c:v>
                </c:pt>
                <c:pt idx="3035">
                  <c:v>38778</c:v>
                </c:pt>
                <c:pt idx="3036">
                  <c:v>38779</c:v>
                </c:pt>
                <c:pt idx="3037">
                  <c:v>38782</c:v>
                </c:pt>
                <c:pt idx="3038">
                  <c:v>38783</c:v>
                </c:pt>
                <c:pt idx="3039">
                  <c:v>38784</c:v>
                </c:pt>
                <c:pt idx="3040">
                  <c:v>38785</c:v>
                </c:pt>
                <c:pt idx="3041">
                  <c:v>38786</c:v>
                </c:pt>
                <c:pt idx="3042">
                  <c:v>38789</c:v>
                </c:pt>
                <c:pt idx="3043">
                  <c:v>38790</c:v>
                </c:pt>
                <c:pt idx="3044">
                  <c:v>38791</c:v>
                </c:pt>
                <c:pt idx="3045">
                  <c:v>38792</c:v>
                </c:pt>
                <c:pt idx="3046">
                  <c:v>38793</c:v>
                </c:pt>
                <c:pt idx="3047">
                  <c:v>38796</c:v>
                </c:pt>
                <c:pt idx="3048">
                  <c:v>38797</c:v>
                </c:pt>
                <c:pt idx="3049">
                  <c:v>38798</c:v>
                </c:pt>
                <c:pt idx="3050">
                  <c:v>38799</c:v>
                </c:pt>
                <c:pt idx="3051">
                  <c:v>38800</c:v>
                </c:pt>
                <c:pt idx="3052">
                  <c:v>38803</c:v>
                </c:pt>
                <c:pt idx="3053">
                  <c:v>38804</c:v>
                </c:pt>
                <c:pt idx="3054">
                  <c:v>38805</c:v>
                </c:pt>
                <c:pt idx="3055">
                  <c:v>38806</c:v>
                </c:pt>
                <c:pt idx="3056">
                  <c:v>38807</c:v>
                </c:pt>
                <c:pt idx="3057">
                  <c:v>38810</c:v>
                </c:pt>
                <c:pt idx="3058">
                  <c:v>38811</c:v>
                </c:pt>
                <c:pt idx="3059">
                  <c:v>38812</c:v>
                </c:pt>
                <c:pt idx="3060">
                  <c:v>38813</c:v>
                </c:pt>
                <c:pt idx="3061">
                  <c:v>38814</c:v>
                </c:pt>
                <c:pt idx="3062">
                  <c:v>38817</c:v>
                </c:pt>
                <c:pt idx="3063">
                  <c:v>38818</c:v>
                </c:pt>
                <c:pt idx="3064">
                  <c:v>38819</c:v>
                </c:pt>
                <c:pt idx="3065">
                  <c:v>38820</c:v>
                </c:pt>
                <c:pt idx="3066">
                  <c:v>38825</c:v>
                </c:pt>
                <c:pt idx="3067">
                  <c:v>38826</c:v>
                </c:pt>
                <c:pt idx="3068">
                  <c:v>38827</c:v>
                </c:pt>
                <c:pt idx="3069">
                  <c:v>38828</c:v>
                </c:pt>
                <c:pt idx="3070">
                  <c:v>38831</c:v>
                </c:pt>
                <c:pt idx="3071">
                  <c:v>38832</c:v>
                </c:pt>
                <c:pt idx="3072">
                  <c:v>38833</c:v>
                </c:pt>
                <c:pt idx="3073">
                  <c:v>38834</c:v>
                </c:pt>
                <c:pt idx="3074">
                  <c:v>38835</c:v>
                </c:pt>
                <c:pt idx="3075">
                  <c:v>38838</c:v>
                </c:pt>
                <c:pt idx="3076">
                  <c:v>38839</c:v>
                </c:pt>
                <c:pt idx="3077">
                  <c:v>38840</c:v>
                </c:pt>
                <c:pt idx="3078">
                  <c:v>38841</c:v>
                </c:pt>
                <c:pt idx="3079">
                  <c:v>38842</c:v>
                </c:pt>
                <c:pt idx="3080">
                  <c:v>38845</c:v>
                </c:pt>
                <c:pt idx="3081">
                  <c:v>38846</c:v>
                </c:pt>
                <c:pt idx="3082">
                  <c:v>38847</c:v>
                </c:pt>
                <c:pt idx="3083">
                  <c:v>38848</c:v>
                </c:pt>
                <c:pt idx="3084">
                  <c:v>38849</c:v>
                </c:pt>
                <c:pt idx="3085">
                  <c:v>38852</c:v>
                </c:pt>
                <c:pt idx="3086">
                  <c:v>38853</c:v>
                </c:pt>
                <c:pt idx="3087">
                  <c:v>38854</c:v>
                </c:pt>
                <c:pt idx="3088">
                  <c:v>38855</c:v>
                </c:pt>
                <c:pt idx="3089">
                  <c:v>38856</c:v>
                </c:pt>
                <c:pt idx="3090">
                  <c:v>38859</c:v>
                </c:pt>
                <c:pt idx="3091">
                  <c:v>38860</c:v>
                </c:pt>
                <c:pt idx="3092">
                  <c:v>38861</c:v>
                </c:pt>
                <c:pt idx="3093">
                  <c:v>38862</c:v>
                </c:pt>
                <c:pt idx="3094">
                  <c:v>38863</c:v>
                </c:pt>
                <c:pt idx="3095">
                  <c:v>38867</c:v>
                </c:pt>
                <c:pt idx="3096">
                  <c:v>38868</c:v>
                </c:pt>
                <c:pt idx="3097">
                  <c:v>38869</c:v>
                </c:pt>
                <c:pt idx="3098">
                  <c:v>38870</c:v>
                </c:pt>
                <c:pt idx="3099">
                  <c:v>38873</c:v>
                </c:pt>
                <c:pt idx="3100">
                  <c:v>38874</c:v>
                </c:pt>
                <c:pt idx="3101">
                  <c:v>38875</c:v>
                </c:pt>
                <c:pt idx="3102">
                  <c:v>38876</c:v>
                </c:pt>
                <c:pt idx="3103">
                  <c:v>38877</c:v>
                </c:pt>
                <c:pt idx="3104">
                  <c:v>38880</c:v>
                </c:pt>
                <c:pt idx="3105">
                  <c:v>38881</c:v>
                </c:pt>
                <c:pt idx="3106">
                  <c:v>38882</c:v>
                </c:pt>
                <c:pt idx="3107">
                  <c:v>38883</c:v>
                </c:pt>
                <c:pt idx="3108">
                  <c:v>38884</c:v>
                </c:pt>
                <c:pt idx="3109">
                  <c:v>38887</c:v>
                </c:pt>
                <c:pt idx="3110">
                  <c:v>38888</c:v>
                </c:pt>
                <c:pt idx="3111">
                  <c:v>38889</c:v>
                </c:pt>
                <c:pt idx="3112">
                  <c:v>38890</c:v>
                </c:pt>
                <c:pt idx="3113">
                  <c:v>38891</c:v>
                </c:pt>
                <c:pt idx="3114">
                  <c:v>38894</c:v>
                </c:pt>
                <c:pt idx="3115">
                  <c:v>38895</c:v>
                </c:pt>
                <c:pt idx="3116">
                  <c:v>38896</c:v>
                </c:pt>
                <c:pt idx="3117">
                  <c:v>38897</c:v>
                </c:pt>
                <c:pt idx="3118">
                  <c:v>38898</c:v>
                </c:pt>
                <c:pt idx="3119">
                  <c:v>38901</c:v>
                </c:pt>
                <c:pt idx="3120">
                  <c:v>38903</c:v>
                </c:pt>
                <c:pt idx="3121">
                  <c:v>38904</c:v>
                </c:pt>
                <c:pt idx="3122">
                  <c:v>38905</c:v>
                </c:pt>
                <c:pt idx="3123">
                  <c:v>38908</c:v>
                </c:pt>
                <c:pt idx="3124">
                  <c:v>38909</c:v>
                </c:pt>
                <c:pt idx="3125">
                  <c:v>38910</c:v>
                </c:pt>
                <c:pt idx="3126">
                  <c:v>38911</c:v>
                </c:pt>
                <c:pt idx="3127">
                  <c:v>38912</c:v>
                </c:pt>
                <c:pt idx="3128">
                  <c:v>38915</c:v>
                </c:pt>
                <c:pt idx="3129">
                  <c:v>38916</c:v>
                </c:pt>
                <c:pt idx="3130">
                  <c:v>38917</c:v>
                </c:pt>
                <c:pt idx="3131">
                  <c:v>38918</c:v>
                </c:pt>
                <c:pt idx="3132">
                  <c:v>38919</c:v>
                </c:pt>
                <c:pt idx="3133">
                  <c:v>38922</c:v>
                </c:pt>
                <c:pt idx="3134">
                  <c:v>38923</c:v>
                </c:pt>
                <c:pt idx="3135">
                  <c:v>38924</c:v>
                </c:pt>
                <c:pt idx="3136">
                  <c:v>38925</c:v>
                </c:pt>
                <c:pt idx="3137">
                  <c:v>38926</c:v>
                </c:pt>
                <c:pt idx="3138">
                  <c:v>38929</c:v>
                </c:pt>
                <c:pt idx="3139">
                  <c:v>38930</c:v>
                </c:pt>
                <c:pt idx="3140">
                  <c:v>38931</c:v>
                </c:pt>
                <c:pt idx="3141">
                  <c:v>38932</c:v>
                </c:pt>
                <c:pt idx="3142">
                  <c:v>38933</c:v>
                </c:pt>
                <c:pt idx="3143">
                  <c:v>38936</c:v>
                </c:pt>
                <c:pt idx="3144">
                  <c:v>38937</c:v>
                </c:pt>
                <c:pt idx="3145">
                  <c:v>38938</c:v>
                </c:pt>
                <c:pt idx="3146">
                  <c:v>38939</c:v>
                </c:pt>
                <c:pt idx="3147">
                  <c:v>38940</c:v>
                </c:pt>
                <c:pt idx="3148">
                  <c:v>38943</c:v>
                </c:pt>
                <c:pt idx="3149">
                  <c:v>38944</c:v>
                </c:pt>
                <c:pt idx="3150">
                  <c:v>38945</c:v>
                </c:pt>
                <c:pt idx="3151">
                  <c:v>38946</c:v>
                </c:pt>
                <c:pt idx="3152">
                  <c:v>38947</c:v>
                </c:pt>
                <c:pt idx="3153">
                  <c:v>38950</c:v>
                </c:pt>
                <c:pt idx="3154">
                  <c:v>38951</c:v>
                </c:pt>
                <c:pt idx="3155">
                  <c:v>38952</c:v>
                </c:pt>
                <c:pt idx="3156">
                  <c:v>38953</c:v>
                </c:pt>
                <c:pt idx="3157">
                  <c:v>38954</c:v>
                </c:pt>
                <c:pt idx="3158">
                  <c:v>38957</c:v>
                </c:pt>
                <c:pt idx="3159">
                  <c:v>38958</c:v>
                </c:pt>
                <c:pt idx="3160">
                  <c:v>38959</c:v>
                </c:pt>
                <c:pt idx="3161">
                  <c:v>38960</c:v>
                </c:pt>
                <c:pt idx="3162">
                  <c:v>38961</c:v>
                </c:pt>
                <c:pt idx="3163">
                  <c:v>38965</c:v>
                </c:pt>
                <c:pt idx="3164">
                  <c:v>38966</c:v>
                </c:pt>
                <c:pt idx="3165">
                  <c:v>38967</c:v>
                </c:pt>
                <c:pt idx="3166">
                  <c:v>38968</c:v>
                </c:pt>
                <c:pt idx="3167">
                  <c:v>38971</c:v>
                </c:pt>
                <c:pt idx="3168">
                  <c:v>38972</c:v>
                </c:pt>
                <c:pt idx="3169">
                  <c:v>38973</c:v>
                </c:pt>
                <c:pt idx="3170">
                  <c:v>38974</c:v>
                </c:pt>
                <c:pt idx="3171">
                  <c:v>38975</c:v>
                </c:pt>
                <c:pt idx="3172">
                  <c:v>38978</c:v>
                </c:pt>
                <c:pt idx="3173">
                  <c:v>38979</c:v>
                </c:pt>
                <c:pt idx="3174">
                  <c:v>38980</c:v>
                </c:pt>
                <c:pt idx="3175">
                  <c:v>38981</c:v>
                </c:pt>
                <c:pt idx="3176">
                  <c:v>38982</c:v>
                </c:pt>
                <c:pt idx="3177">
                  <c:v>38985</c:v>
                </c:pt>
                <c:pt idx="3178">
                  <c:v>38986</c:v>
                </c:pt>
                <c:pt idx="3179">
                  <c:v>38987</c:v>
                </c:pt>
                <c:pt idx="3180">
                  <c:v>38988</c:v>
                </c:pt>
                <c:pt idx="3181">
                  <c:v>38989</c:v>
                </c:pt>
                <c:pt idx="3182">
                  <c:v>38992</c:v>
                </c:pt>
                <c:pt idx="3183">
                  <c:v>38993</c:v>
                </c:pt>
                <c:pt idx="3184">
                  <c:v>38994</c:v>
                </c:pt>
                <c:pt idx="3185">
                  <c:v>38995</c:v>
                </c:pt>
                <c:pt idx="3186">
                  <c:v>38996</c:v>
                </c:pt>
                <c:pt idx="3187">
                  <c:v>39000</c:v>
                </c:pt>
                <c:pt idx="3188">
                  <c:v>39002</c:v>
                </c:pt>
                <c:pt idx="3189">
                  <c:v>39003</c:v>
                </c:pt>
                <c:pt idx="3190">
                  <c:v>39006</c:v>
                </c:pt>
                <c:pt idx="3191">
                  <c:v>39007</c:v>
                </c:pt>
                <c:pt idx="3192">
                  <c:v>39008</c:v>
                </c:pt>
                <c:pt idx="3193">
                  <c:v>39009</c:v>
                </c:pt>
                <c:pt idx="3194">
                  <c:v>39010</c:v>
                </c:pt>
                <c:pt idx="3195">
                  <c:v>39013</c:v>
                </c:pt>
                <c:pt idx="3196">
                  <c:v>39014</c:v>
                </c:pt>
                <c:pt idx="3197">
                  <c:v>39015</c:v>
                </c:pt>
                <c:pt idx="3198">
                  <c:v>39016</c:v>
                </c:pt>
                <c:pt idx="3199">
                  <c:v>39017</c:v>
                </c:pt>
                <c:pt idx="3200">
                  <c:v>39020</c:v>
                </c:pt>
                <c:pt idx="3201">
                  <c:v>39021</c:v>
                </c:pt>
                <c:pt idx="3202">
                  <c:v>39022</c:v>
                </c:pt>
                <c:pt idx="3203">
                  <c:v>39023</c:v>
                </c:pt>
                <c:pt idx="3204">
                  <c:v>39024</c:v>
                </c:pt>
                <c:pt idx="3205">
                  <c:v>39027</c:v>
                </c:pt>
                <c:pt idx="3206">
                  <c:v>39028</c:v>
                </c:pt>
                <c:pt idx="3207">
                  <c:v>39029</c:v>
                </c:pt>
                <c:pt idx="3208">
                  <c:v>39030</c:v>
                </c:pt>
                <c:pt idx="3209">
                  <c:v>39031</c:v>
                </c:pt>
                <c:pt idx="3210">
                  <c:v>39034</c:v>
                </c:pt>
                <c:pt idx="3211">
                  <c:v>39035</c:v>
                </c:pt>
                <c:pt idx="3212">
                  <c:v>39036</c:v>
                </c:pt>
                <c:pt idx="3213">
                  <c:v>39037</c:v>
                </c:pt>
                <c:pt idx="3214">
                  <c:v>39038</c:v>
                </c:pt>
                <c:pt idx="3215">
                  <c:v>39041</c:v>
                </c:pt>
                <c:pt idx="3216">
                  <c:v>39042</c:v>
                </c:pt>
                <c:pt idx="3217">
                  <c:v>39043</c:v>
                </c:pt>
                <c:pt idx="3218">
                  <c:v>39045</c:v>
                </c:pt>
                <c:pt idx="3219">
                  <c:v>39048</c:v>
                </c:pt>
                <c:pt idx="3220">
                  <c:v>39049</c:v>
                </c:pt>
                <c:pt idx="3221">
                  <c:v>39050</c:v>
                </c:pt>
                <c:pt idx="3222">
                  <c:v>39051</c:v>
                </c:pt>
                <c:pt idx="3223">
                  <c:v>39052</c:v>
                </c:pt>
                <c:pt idx="3224">
                  <c:v>39055</c:v>
                </c:pt>
                <c:pt idx="3225">
                  <c:v>39056</c:v>
                </c:pt>
                <c:pt idx="3226">
                  <c:v>39057</c:v>
                </c:pt>
                <c:pt idx="3227">
                  <c:v>39058</c:v>
                </c:pt>
                <c:pt idx="3228">
                  <c:v>39059</c:v>
                </c:pt>
                <c:pt idx="3229">
                  <c:v>39062</c:v>
                </c:pt>
                <c:pt idx="3230">
                  <c:v>39063</c:v>
                </c:pt>
                <c:pt idx="3231">
                  <c:v>39064</c:v>
                </c:pt>
                <c:pt idx="3232">
                  <c:v>39065</c:v>
                </c:pt>
                <c:pt idx="3233">
                  <c:v>39066</c:v>
                </c:pt>
                <c:pt idx="3234">
                  <c:v>39069</c:v>
                </c:pt>
                <c:pt idx="3235">
                  <c:v>39070</c:v>
                </c:pt>
                <c:pt idx="3236">
                  <c:v>39071</c:v>
                </c:pt>
                <c:pt idx="3237">
                  <c:v>39072</c:v>
                </c:pt>
                <c:pt idx="3238">
                  <c:v>39073</c:v>
                </c:pt>
                <c:pt idx="3239">
                  <c:v>39077</c:v>
                </c:pt>
                <c:pt idx="3240">
                  <c:v>39078</c:v>
                </c:pt>
                <c:pt idx="3241">
                  <c:v>39079</c:v>
                </c:pt>
                <c:pt idx="3242">
                  <c:v>39080</c:v>
                </c:pt>
                <c:pt idx="3243">
                  <c:v>39084</c:v>
                </c:pt>
                <c:pt idx="3244">
                  <c:v>39085</c:v>
                </c:pt>
                <c:pt idx="3245">
                  <c:v>39086</c:v>
                </c:pt>
                <c:pt idx="3246">
                  <c:v>39087</c:v>
                </c:pt>
                <c:pt idx="3247">
                  <c:v>39090</c:v>
                </c:pt>
                <c:pt idx="3248">
                  <c:v>39091</c:v>
                </c:pt>
                <c:pt idx="3249">
                  <c:v>39092</c:v>
                </c:pt>
                <c:pt idx="3250">
                  <c:v>39093</c:v>
                </c:pt>
                <c:pt idx="3251">
                  <c:v>39094</c:v>
                </c:pt>
                <c:pt idx="3252">
                  <c:v>39098</c:v>
                </c:pt>
                <c:pt idx="3253">
                  <c:v>39099</c:v>
                </c:pt>
                <c:pt idx="3254">
                  <c:v>39100</c:v>
                </c:pt>
                <c:pt idx="3255">
                  <c:v>39101</c:v>
                </c:pt>
                <c:pt idx="3256">
                  <c:v>39104</c:v>
                </c:pt>
                <c:pt idx="3257">
                  <c:v>39105</c:v>
                </c:pt>
                <c:pt idx="3258">
                  <c:v>39106</c:v>
                </c:pt>
                <c:pt idx="3259">
                  <c:v>39107</c:v>
                </c:pt>
                <c:pt idx="3260">
                  <c:v>39108</c:v>
                </c:pt>
                <c:pt idx="3261">
                  <c:v>39111</c:v>
                </c:pt>
                <c:pt idx="3262">
                  <c:v>39112</c:v>
                </c:pt>
                <c:pt idx="3263">
                  <c:v>39113</c:v>
                </c:pt>
                <c:pt idx="3264">
                  <c:v>39114</c:v>
                </c:pt>
                <c:pt idx="3265">
                  <c:v>39115</c:v>
                </c:pt>
                <c:pt idx="3266">
                  <c:v>39118</c:v>
                </c:pt>
                <c:pt idx="3267">
                  <c:v>39119</c:v>
                </c:pt>
                <c:pt idx="3268">
                  <c:v>39120</c:v>
                </c:pt>
                <c:pt idx="3269">
                  <c:v>39121</c:v>
                </c:pt>
                <c:pt idx="3270">
                  <c:v>39122</c:v>
                </c:pt>
                <c:pt idx="3271">
                  <c:v>39125</c:v>
                </c:pt>
                <c:pt idx="3272">
                  <c:v>39126</c:v>
                </c:pt>
                <c:pt idx="3273">
                  <c:v>39127</c:v>
                </c:pt>
                <c:pt idx="3274">
                  <c:v>39128</c:v>
                </c:pt>
                <c:pt idx="3275">
                  <c:v>39129</c:v>
                </c:pt>
                <c:pt idx="3276">
                  <c:v>39133</c:v>
                </c:pt>
                <c:pt idx="3277">
                  <c:v>39134</c:v>
                </c:pt>
                <c:pt idx="3278">
                  <c:v>39135</c:v>
                </c:pt>
                <c:pt idx="3279">
                  <c:v>39136</c:v>
                </c:pt>
                <c:pt idx="3280">
                  <c:v>39139</c:v>
                </c:pt>
                <c:pt idx="3281">
                  <c:v>39140</c:v>
                </c:pt>
                <c:pt idx="3282">
                  <c:v>39141</c:v>
                </c:pt>
                <c:pt idx="3283">
                  <c:v>39142</c:v>
                </c:pt>
                <c:pt idx="3284">
                  <c:v>39143</c:v>
                </c:pt>
                <c:pt idx="3285">
                  <c:v>39146</c:v>
                </c:pt>
                <c:pt idx="3286">
                  <c:v>39147</c:v>
                </c:pt>
                <c:pt idx="3287">
                  <c:v>39148</c:v>
                </c:pt>
                <c:pt idx="3288">
                  <c:v>39149</c:v>
                </c:pt>
                <c:pt idx="3289">
                  <c:v>39150</c:v>
                </c:pt>
                <c:pt idx="3290">
                  <c:v>39153</c:v>
                </c:pt>
                <c:pt idx="3291">
                  <c:v>39154</c:v>
                </c:pt>
                <c:pt idx="3292">
                  <c:v>39155</c:v>
                </c:pt>
                <c:pt idx="3293">
                  <c:v>39156</c:v>
                </c:pt>
                <c:pt idx="3294">
                  <c:v>39157</c:v>
                </c:pt>
                <c:pt idx="3295">
                  <c:v>39160</c:v>
                </c:pt>
                <c:pt idx="3296">
                  <c:v>39161</c:v>
                </c:pt>
                <c:pt idx="3297">
                  <c:v>39162</c:v>
                </c:pt>
                <c:pt idx="3298">
                  <c:v>39163</c:v>
                </c:pt>
                <c:pt idx="3299">
                  <c:v>39164</c:v>
                </c:pt>
                <c:pt idx="3300">
                  <c:v>39167</c:v>
                </c:pt>
                <c:pt idx="3301">
                  <c:v>39168</c:v>
                </c:pt>
                <c:pt idx="3302">
                  <c:v>39169</c:v>
                </c:pt>
                <c:pt idx="3303">
                  <c:v>39170</c:v>
                </c:pt>
                <c:pt idx="3304">
                  <c:v>39171</c:v>
                </c:pt>
                <c:pt idx="3305">
                  <c:v>39174</c:v>
                </c:pt>
                <c:pt idx="3306">
                  <c:v>39175</c:v>
                </c:pt>
                <c:pt idx="3307">
                  <c:v>39176</c:v>
                </c:pt>
                <c:pt idx="3308">
                  <c:v>39177</c:v>
                </c:pt>
                <c:pt idx="3309">
                  <c:v>39178</c:v>
                </c:pt>
                <c:pt idx="3310">
                  <c:v>39181</c:v>
                </c:pt>
                <c:pt idx="3311">
                  <c:v>39182</c:v>
                </c:pt>
                <c:pt idx="3312">
                  <c:v>39183</c:v>
                </c:pt>
                <c:pt idx="3313">
                  <c:v>39184</c:v>
                </c:pt>
                <c:pt idx="3314">
                  <c:v>39185</c:v>
                </c:pt>
                <c:pt idx="3315">
                  <c:v>39188</c:v>
                </c:pt>
                <c:pt idx="3316">
                  <c:v>39189</c:v>
                </c:pt>
                <c:pt idx="3317">
                  <c:v>39190</c:v>
                </c:pt>
                <c:pt idx="3318">
                  <c:v>39191</c:v>
                </c:pt>
                <c:pt idx="3319">
                  <c:v>39192</c:v>
                </c:pt>
                <c:pt idx="3320">
                  <c:v>39195</c:v>
                </c:pt>
                <c:pt idx="3321">
                  <c:v>39196</c:v>
                </c:pt>
                <c:pt idx="3322">
                  <c:v>39197</c:v>
                </c:pt>
                <c:pt idx="3323">
                  <c:v>39198</c:v>
                </c:pt>
                <c:pt idx="3324">
                  <c:v>39199</c:v>
                </c:pt>
                <c:pt idx="3325">
                  <c:v>39202</c:v>
                </c:pt>
                <c:pt idx="3326">
                  <c:v>39203</c:v>
                </c:pt>
                <c:pt idx="3327">
                  <c:v>39204</c:v>
                </c:pt>
                <c:pt idx="3328">
                  <c:v>39205</c:v>
                </c:pt>
                <c:pt idx="3329">
                  <c:v>39206</c:v>
                </c:pt>
                <c:pt idx="3330">
                  <c:v>39209</c:v>
                </c:pt>
                <c:pt idx="3331">
                  <c:v>39210</c:v>
                </c:pt>
                <c:pt idx="3332">
                  <c:v>39211</c:v>
                </c:pt>
                <c:pt idx="3333">
                  <c:v>39212</c:v>
                </c:pt>
                <c:pt idx="3334">
                  <c:v>39213</c:v>
                </c:pt>
                <c:pt idx="3335">
                  <c:v>39216</c:v>
                </c:pt>
                <c:pt idx="3336">
                  <c:v>39217</c:v>
                </c:pt>
                <c:pt idx="3337">
                  <c:v>39218</c:v>
                </c:pt>
                <c:pt idx="3338">
                  <c:v>39219</c:v>
                </c:pt>
                <c:pt idx="3339">
                  <c:v>39220</c:v>
                </c:pt>
                <c:pt idx="3340">
                  <c:v>39223</c:v>
                </c:pt>
                <c:pt idx="3341">
                  <c:v>39224</c:v>
                </c:pt>
                <c:pt idx="3342">
                  <c:v>39225</c:v>
                </c:pt>
                <c:pt idx="3343">
                  <c:v>39226</c:v>
                </c:pt>
                <c:pt idx="3344">
                  <c:v>39227</c:v>
                </c:pt>
                <c:pt idx="3345">
                  <c:v>39231</c:v>
                </c:pt>
                <c:pt idx="3346">
                  <c:v>39232</c:v>
                </c:pt>
                <c:pt idx="3347">
                  <c:v>39233</c:v>
                </c:pt>
                <c:pt idx="3348">
                  <c:v>39234</c:v>
                </c:pt>
                <c:pt idx="3349">
                  <c:v>39237</c:v>
                </c:pt>
                <c:pt idx="3350">
                  <c:v>39238</c:v>
                </c:pt>
                <c:pt idx="3351">
                  <c:v>39239</c:v>
                </c:pt>
                <c:pt idx="3352">
                  <c:v>39240</c:v>
                </c:pt>
                <c:pt idx="3353">
                  <c:v>39241</c:v>
                </c:pt>
                <c:pt idx="3354">
                  <c:v>39244</c:v>
                </c:pt>
                <c:pt idx="3355">
                  <c:v>39245</c:v>
                </c:pt>
                <c:pt idx="3356">
                  <c:v>39246</c:v>
                </c:pt>
                <c:pt idx="3357">
                  <c:v>39247</c:v>
                </c:pt>
                <c:pt idx="3358">
                  <c:v>39248</c:v>
                </c:pt>
                <c:pt idx="3359">
                  <c:v>39251</c:v>
                </c:pt>
                <c:pt idx="3360">
                  <c:v>39252</c:v>
                </c:pt>
                <c:pt idx="3361">
                  <c:v>39253</c:v>
                </c:pt>
                <c:pt idx="3362">
                  <c:v>39254</c:v>
                </c:pt>
                <c:pt idx="3363">
                  <c:v>39255</c:v>
                </c:pt>
                <c:pt idx="3364">
                  <c:v>39258</c:v>
                </c:pt>
                <c:pt idx="3365">
                  <c:v>39259</c:v>
                </c:pt>
                <c:pt idx="3366">
                  <c:v>39260</c:v>
                </c:pt>
                <c:pt idx="3367">
                  <c:v>39261</c:v>
                </c:pt>
                <c:pt idx="3368">
                  <c:v>39262</c:v>
                </c:pt>
                <c:pt idx="3369">
                  <c:v>39265</c:v>
                </c:pt>
                <c:pt idx="3370">
                  <c:v>39266</c:v>
                </c:pt>
                <c:pt idx="3371">
                  <c:v>39268</c:v>
                </c:pt>
                <c:pt idx="3372">
                  <c:v>39269</c:v>
                </c:pt>
                <c:pt idx="3373">
                  <c:v>39272</c:v>
                </c:pt>
                <c:pt idx="3374">
                  <c:v>39273</c:v>
                </c:pt>
                <c:pt idx="3375">
                  <c:v>39274</c:v>
                </c:pt>
                <c:pt idx="3376">
                  <c:v>39275</c:v>
                </c:pt>
                <c:pt idx="3377">
                  <c:v>39276</c:v>
                </c:pt>
                <c:pt idx="3378">
                  <c:v>39279</c:v>
                </c:pt>
                <c:pt idx="3379">
                  <c:v>39280</c:v>
                </c:pt>
                <c:pt idx="3380">
                  <c:v>39281</c:v>
                </c:pt>
                <c:pt idx="3381">
                  <c:v>39282</c:v>
                </c:pt>
                <c:pt idx="3382">
                  <c:v>39283</c:v>
                </c:pt>
                <c:pt idx="3383">
                  <c:v>39286</c:v>
                </c:pt>
                <c:pt idx="3384">
                  <c:v>39287</c:v>
                </c:pt>
                <c:pt idx="3385">
                  <c:v>39288</c:v>
                </c:pt>
                <c:pt idx="3386">
                  <c:v>39289</c:v>
                </c:pt>
                <c:pt idx="3387">
                  <c:v>39290</c:v>
                </c:pt>
                <c:pt idx="3388">
                  <c:v>39293</c:v>
                </c:pt>
                <c:pt idx="3389">
                  <c:v>39294</c:v>
                </c:pt>
                <c:pt idx="3390">
                  <c:v>39295</c:v>
                </c:pt>
                <c:pt idx="3391">
                  <c:v>39296</c:v>
                </c:pt>
                <c:pt idx="3392">
                  <c:v>39297</c:v>
                </c:pt>
                <c:pt idx="3393">
                  <c:v>39300</c:v>
                </c:pt>
                <c:pt idx="3394">
                  <c:v>39301</c:v>
                </c:pt>
                <c:pt idx="3395">
                  <c:v>39302</c:v>
                </c:pt>
                <c:pt idx="3396">
                  <c:v>39303</c:v>
                </c:pt>
                <c:pt idx="3397">
                  <c:v>39304</c:v>
                </c:pt>
                <c:pt idx="3398">
                  <c:v>39307</c:v>
                </c:pt>
                <c:pt idx="3399">
                  <c:v>39308</c:v>
                </c:pt>
                <c:pt idx="3400">
                  <c:v>39309</c:v>
                </c:pt>
                <c:pt idx="3401">
                  <c:v>39310</c:v>
                </c:pt>
                <c:pt idx="3402">
                  <c:v>39311</c:v>
                </c:pt>
                <c:pt idx="3403">
                  <c:v>39314</c:v>
                </c:pt>
                <c:pt idx="3404">
                  <c:v>39315</c:v>
                </c:pt>
                <c:pt idx="3405">
                  <c:v>39316</c:v>
                </c:pt>
                <c:pt idx="3406">
                  <c:v>39317</c:v>
                </c:pt>
                <c:pt idx="3407">
                  <c:v>39318</c:v>
                </c:pt>
                <c:pt idx="3408">
                  <c:v>39321</c:v>
                </c:pt>
                <c:pt idx="3409">
                  <c:v>39322</c:v>
                </c:pt>
                <c:pt idx="3410">
                  <c:v>39323</c:v>
                </c:pt>
                <c:pt idx="3411">
                  <c:v>39324</c:v>
                </c:pt>
                <c:pt idx="3412">
                  <c:v>39325</c:v>
                </c:pt>
                <c:pt idx="3413">
                  <c:v>39329</c:v>
                </c:pt>
                <c:pt idx="3414">
                  <c:v>39330</c:v>
                </c:pt>
                <c:pt idx="3415">
                  <c:v>39331</c:v>
                </c:pt>
                <c:pt idx="3416">
                  <c:v>39332</c:v>
                </c:pt>
                <c:pt idx="3417">
                  <c:v>39335</c:v>
                </c:pt>
                <c:pt idx="3418">
                  <c:v>39336</c:v>
                </c:pt>
                <c:pt idx="3419">
                  <c:v>39337</c:v>
                </c:pt>
                <c:pt idx="3420">
                  <c:v>39338</c:v>
                </c:pt>
                <c:pt idx="3421">
                  <c:v>39339</c:v>
                </c:pt>
                <c:pt idx="3422">
                  <c:v>39342</c:v>
                </c:pt>
                <c:pt idx="3423">
                  <c:v>39343</c:v>
                </c:pt>
                <c:pt idx="3424">
                  <c:v>39344</c:v>
                </c:pt>
                <c:pt idx="3425">
                  <c:v>39345</c:v>
                </c:pt>
                <c:pt idx="3426">
                  <c:v>39346</c:v>
                </c:pt>
                <c:pt idx="3427">
                  <c:v>39349</c:v>
                </c:pt>
                <c:pt idx="3428">
                  <c:v>39350</c:v>
                </c:pt>
                <c:pt idx="3429">
                  <c:v>39351</c:v>
                </c:pt>
                <c:pt idx="3430">
                  <c:v>39352</c:v>
                </c:pt>
                <c:pt idx="3431">
                  <c:v>39353</c:v>
                </c:pt>
                <c:pt idx="3432">
                  <c:v>39356</c:v>
                </c:pt>
                <c:pt idx="3433">
                  <c:v>39357</c:v>
                </c:pt>
                <c:pt idx="3434">
                  <c:v>39358</c:v>
                </c:pt>
                <c:pt idx="3435">
                  <c:v>39359</c:v>
                </c:pt>
                <c:pt idx="3436">
                  <c:v>39360</c:v>
                </c:pt>
                <c:pt idx="3437">
                  <c:v>39364</c:v>
                </c:pt>
                <c:pt idx="3438">
                  <c:v>39365</c:v>
                </c:pt>
                <c:pt idx="3439">
                  <c:v>39366</c:v>
                </c:pt>
                <c:pt idx="3440">
                  <c:v>39367</c:v>
                </c:pt>
                <c:pt idx="3441">
                  <c:v>39370</c:v>
                </c:pt>
                <c:pt idx="3442">
                  <c:v>39371</c:v>
                </c:pt>
                <c:pt idx="3443">
                  <c:v>39372</c:v>
                </c:pt>
                <c:pt idx="3444">
                  <c:v>39373</c:v>
                </c:pt>
                <c:pt idx="3445">
                  <c:v>39374</c:v>
                </c:pt>
                <c:pt idx="3446">
                  <c:v>39377</c:v>
                </c:pt>
                <c:pt idx="3447">
                  <c:v>39378</c:v>
                </c:pt>
                <c:pt idx="3448">
                  <c:v>39379</c:v>
                </c:pt>
                <c:pt idx="3449">
                  <c:v>39380</c:v>
                </c:pt>
                <c:pt idx="3450">
                  <c:v>39381</c:v>
                </c:pt>
                <c:pt idx="3451">
                  <c:v>39384</c:v>
                </c:pt>
                <c:pt idx="3452">
                  <c:v>39385</c:v>
                </c:pt>
                <c:pt idx="3453">
                  <c:v>39386</c:v>
                </c:pt>
                <c:pt idx="3454">
                  <c:v>39387</c:v>
                </c:pt>
                <c:pt idx="3455">
                  <c:v>39388</c:v>
                </c:pt>
                <c:pt idx="3456">
                  <c:v>39391</c:v>
                </c:pt>
                <c:pt idx="3457">
                  <c:v>39392</c:v>
                </c:pt>
                <c:pt idx="3458">
                  <c:v>39393</c:v>
                </c:pt>
                <c:pt idx="3459">
                  <c:v>39394</c:v>
                </c:pt>
                <c:pt idx="3460">
                  <c:v>39395</c:v>
                </c:pt>
                <c:pt idx="3461">
                  <c:v>39399</c:v>
                </c:pt>
                <c:pt idx="3462">
                  <c:v>39400</c:v>
                </c:pt>
                <c:pt idx="3463">
                  <c:v>39401</c:v>
                </c:pt>
                <c:pt idx="3464">
                  <c:v>39402</c:v>
                </c:pt>
                <c:pt idx="3465">
                  <c:v>39405</c:v>
                </c:pt>
                <c:pt idx="3466">
                  <c:v>39406</c:v>
                </c:pt>
                <c:pt idx="3467">
                  <c:v>39407</c:v>
                </c:pt>
                <c:pt idx="3468">
                  <c:v>39409</c:v>
                </c:pt>
                <c:pt idx="3469">
                  <c:v>39412</c:v>
                </c:pt>
                <c:pt idx="3470">
                  <c:v>39413</c:v>
                </c:pt>
                <c:pt idx="3471">
                  <c:v>39414</c:v>
                </c:pt>
                <c:pt idx="3472">
                  <c:v>39415</c:v>
                </c:pt>
                <c:pt idx="3473">
                  <c:v>39416</c:v>
                </c:pt>
                <c:pt idx="3474">
                  <c:v>39419</c:v>
                </c:pt>
                <c:pt idx="3475">
                  <c:v>39420</c:v>
                </c:pt>
                <c:pt idx="3476">
                  <c:v>39421</c:v>
                </c:pt>
                <c:pt idx="3477">
                  <c:v>39422</c:v>
                </c:pt>
                <c:pt idx="3478">
                  <c:v>39423</c:v>
                </c:pt>
                <c:pt idx="3479">
                  <c:v>39426</c:v>
                </c:pt>
                <c:pt idx="3480">
                  <c:v>39427</c:v>
                </c:pt>
                <c:pt idx="3481">
                  <c:v>39428</c:v>
                </c:pt>
                <c:pt idx="3482">
                  <c:v>39429</c:v>
                </c:pt>
                <c:pt idx="3483">
                  <c:v>39430</c:v>
                </c:pt>
                <c:pt idx="3484">
                  <c:v>39433</c:v>
                </c:pt>
                <c:pt idx="3485">
                  <c:v>39434</c:v>
                </c:pt>
                <c:pt idx="3486">
                  <c:v>39435</c:v>
                </c:pt>
                <c:pt idx="3487">
                  <c:v>39436</c:v>
                </c:pt>
                <c:pt idx="3488">
                  <c:v>39437</c:v>
                </c:pt>
                <c:pt idx="3489">
                  <c:v>39440</c:v>
                </c:pt>
                <c:pt idx="3490">
                  <c:v>39442</c:v>
                </c:pt>
                <c:pt idx="3491">
                  <c:v>39443</c:v>
                </c:pt>
                <c:pt idx="3492">
                  <c:v>39444</c:v>
                </c:pt>
                <c:pt idx="3493">
                  <c:v>39447</c:v>
                </c:pt>
                <c:pt idx="3494">
                  <c:v>39449</c:v>
                </c:pt>
                <c:pt idx="3495">
                  <c:v>39450</c:v>
                </c:pt>
                <c:pt idx="3496">
                  <c:v>39451</c:v>
                </c:pt>
                <c:pt idx="3497">
                  <c:v>39454</c:v>
                </c:pt>
                <c:pt idx="3498">
                  <c:v>39455</c:v>
                </c:pt>
                <c:pt idx="3499">
                  <c:v>39456</c:v>
                </c:pt>
                <c:pt idx="3500">
                  <c:v>39457</c:v>
                </c:pt>
                <c:pt idx="3501">
                  <c:v>39458</c:v>
                </c:pt>
                <c:pt idx="3502">
                  <c:v>39461</c:v>
                </c:pt>
                <c:pt idx="3503">
                  <c:v>39462</c:v>
                </c:pt>
                <c:pt idx="3504">
                  <c:v>39463</c:v>
                </c:pt>
                <c:pt idx="3505">
                  <c:v>39464</c:v>
                </c:pt>
                <c:pt idx="3506">
                  <c:v>39465</c:v>
                </c:pt>
                <c:pt idx="3507">
                  <c:v>39469</c:v>
                </c:pt>
                <c:pt idx="3508">
                  <c:v>39470</c:v>
                </c:pt>
                <c:pt idx="3509">
                  <c:v>39471</c:v>
                </c:pt>
                <c:pt idx="3510">
                  <c:v>39472</c:v>
                </c:pt>
                <c:pt idx="3511">
                  <c:v>39475</c:v>
                </c:pt>
                <c:pt idx="3512">
                  <c:v>39476</c:v>
                </c:pt>
                <c:pt idx="3513">
                  <c:v>39477</c:v>
                </c:pt>
                <c:pt idx="3514">
                  <c:v>39478</c:v>
                </c:pt>
                <c:pt idx="3515">
                  <c:v>39479</c:v>
                </c:pt>
                <c:pt idx="3516">
                  <c:v>39482</c:v>
                </c:pt>
                <c:pt idx="3517">
                  <c:v>39483</c:v>
                </c:pt>
                <c:pt idx="3518">
                  <c:v>39484</c:v>
                </c:pt>
                <c:pt idx="3519">
                  <c:v>39485</c:v>
                </c:pt>
                <c:pt idx="3520">
                  <c:v>39486</c:v>
                </c:pt>
                <c:pt idx="3521">
                  <c:v>39489</c:v>
                </c:pt>
                <c:pt idx="3522">
                  <c:v>39490</c:v>
                </c:pt>
                <c:pt idx="3523">
                  <c:v>39491</c:v>
                </c:pt>
                <c:pt idx="3524">
                  <c:v>39492</c:v>
                </c:pt>
                <c:pt idx="3525">
                  <c:v>39493</c:v>
                </c:pt>
                <c:pt idx="3526">
                  <c:v>39497</c:v>
                </c:pt>
                <c:pt idx="3527">
                  <c:v>39498</c:v>
                </c:pt>
                <c:pt idx="3528">
                  <c:v>39499</c:v>
                </c:pt>
                <c:pt idx="3529">
                  <c:v>39500</c:v>
                </c:pt>
                <c:pt idx="3530">
                  <c:v>39503</c:v>
                </c:pt>
                <c:pt idx="3531">
                  <c:v>39504</c:v>
                </c:pt>
                <c:pt idx="3532">
                  <c:v>39505</c:v>
                </c:pt>
                <c:pt idx="3533">
                  <c:v>39506</c:v>
                </c:pt>
                <c:pt idx="3534">
                  <c:v>39507</c:v>
                </c:pt>
                <c:pt idx="3535">
                  <c:v>39510</c:v>
                </c:pt>
                <c:pt idx="3536">
                  <c:v>39511</c:v>
                </c:pt>
                <c:pt idx="3537">
                  <c:v>39512</c:v>
                </c:pt>
                <c:pt idx="3538">
                  <c:v>39513</c:v>
                </c:pt>
                <c:pt idx="3539">
                  <c:v>39514</c:v>
                </c:pt>
                <c:pt idx="3540">
                  <c:v>39517</c:v>
                </c:pt>
                <c:pt idx="3541">
                  <c:v>39518</c:v>
                </c:pt>
                <c:pt idx="3542">
                  <c:v>39519</c:v>
                </c:pt>
                <c:pt idx="3543">
                  <c:v>39520</c:v>
                </c:pt>
                <c:pt idx="3544">
                  <c:v>39521</c:v>
                </c:pt>
                <c:pt idx="3545">
                  <c:v>39524</c:v>
                </c:pt>
                <c:pt idx="3546">
                  <c:v>39525</c:v>
                </c:pt>
                <c:pt idx="3547">
                  <c:v>39526</c:v>
                </c:pt>
                <c:pt idx="3548">
                  <c:v>39527</c:v>
                </c:pt>
                <c:pt idx="3549">
                  <c:v>39531</c:v>
                </c:pt>
                <c:pt idx="3550">
                  <c:v>39532</c:v>
                </c:pt>
                <c:pt idx="3551">
                  <c:v>39533</c:v>
                </c:pt>
                <c:pt idx="3552">
                  <c:v>39534</c:v>
                </c:pt>
                <c:pt idx="3553">
                  <c:v>39535</c:v>
                </c:pt>
                <c:pt idx="3554">
                  <c:v>39538</c:v>
                </c:pt>
                <c:pt idx="3555">
                  <c:v>39539</c:v>
                </c:pt>
                <c:pt idx="3556">
                  <c:v>39540</c:v>
                </c:pt>
                <c:pt idx="3557">
                  <c:v>39541</c:v>
                </c:pt>
                <c:pt idx="3558">
                  <c:v>39542</c:v>
                </c:pt>
                <c:pt idx="3559">
                  <c:v>39545</c:v>
                </c:pt>
                <c:pt idx="3560">
                  <c:v>39546</c:v>
                </c:pt>
                <c:pt idx="3561">
                  <c:v>39547</c:v>
                </c:pt>
                <c:pt idx="3562">
                  <c:v>39548</c:v>
                </c:pt>
                <c:pt idx="3563">
                  <c:v>39549</c:v>
                </c:pt>
                <c:pt idx="3564">
                  <c:v>39552</c:v>
                </c:pt>
                <c:pt idx="3565">
                  <c:v>39553</c:v>
                </c:pt>
                <c:pt idx="3566">
                  <c:v>39554</c:v>
                </c:pt>
                <c:pt idx="3567">
                  <c:v>39555</c:v>
                </c:pt>
                <c:pt idx="3568">
                  <c:v>39556</c:v>
                </c:pt>
                <c:pt idx="3569">
                  <c:v>39559</c:v>
                </c:pt>
                <c:pt idx="3570">
                  <c:v>39560</c:v>
                </c:pt>
                <c:pt idx="3571">
                  <c:v>39561</c:v>
                </c:pt>
                <c:pt idx="3572">
                  <c:v>39562</c:v>
                </c:pt>
                <c:pt idx="3573">
                  <c:v>39563</c:v>
                </c:pt>
                <c:pt idx="3574">
                  <c:v>39566</c:v>
                </c:pt>
                <c:pt idx="3575">
                  <c:v>39567</c:v>
                </c:pt>
                <c:pt idx="3576">
                  <c:v>39568</c:v>
                </c:pt>
                <c:pt idx="3577">
                  <c:v>39569</c:v>
                </c:pt>
                <c:pt idx="3578">
                  <c:v>39570</c:v>
                </c:pt>
                <c:pt idx="3579">
                  <c:v>39573</c:v>
                </c:pt>
                <c:pt idx="3580">
                  <c:v>39574</c:v>
                </c:pt>
                <c:pt idx="3581">
                  <c:v>39575</c:v>
                </c:pt>
                <c:pt idx="3582">
                  <c:v>39576</c:v>
                </c:pt>
                <c:pt idx="3583">
                  <c:v>39577</c:v>
                </c:pt>
                <c:pt idx="3584">
                  <c:v>39580</c:v>
                </c:pt>
                <c:pt idx="3585">
                  <c:v>39581</c:v>
                </c:pt>
                <c:pt idx="3586">
                  <c:v>39582</c:v>
                </c:pt>
                <c:pt idx="3587">
                  <c:v>39583</c:v>
                </c:pt>
                <c:pt idx="3588">
                  <c:v>39584</c:v>
                </c:pt>
                <c:pt idx="3589">
                  <c:v>39587</c:v>
                </c:pt>
                <c:pt idx="3590">
                  <c:v>39588</c:v>
                </c:pt>
                <c:pt idx="3591">
                  <c:v>39589</c:v>
                </c:pt>
                <c:pt idx="3592">
                  <c:v>39590</c:v>
                </c:pt>
                <c:pt idx="3593">
                  <c:v>39591</c:v>
                </c:pt>
                <c:pt idx="3594">
                  <c:v>39595</c:v>
                </c:pt>
                <c:pt idx="3595">
                  <c:v>39596</c:v>
                </c:pt>
                <c:pt idx="3596">
                  <c:v>39597</c:v>
                </c:pt>
                <c:pt idx="3597">
                  <c:v>39598</c:v>
                </c:pt>
                <c:pt idx="3598">
                  <c:v>39601</c:v>
                </c:pt>
                <c:pt idx="3599">
                  <c:v>39602</c:v>
                </c:pt>
                <c:pt idx="3600">
                  <c:v>39603</c:v>
                </c:pt>
                <c:pt idx="3601">
                  <c:v>39604</c:v>
                </c:pt>
                <c:pt idx="3602">
                  <c:v>39605</c:v>
                </c:pt>
                <c:pt idx="3603">
                  <c:v>39608</c:v>
                </c:pt>
                <c:pt idx="3604">
                  <c:v>39609</c:v>
                </c:pt>
                <c:pt idx="3605">
                  <c:v>39610</c:v>
                </c:pt>
                <c:pt idx="3606">
                  <c:v>39611</c:v>
                </c:pt>
                <c:pt idx="3607">
                  <c:v>39612</c:v>
                </c:pt>
                <c:pt idx="3608">
                  <c:v>39615</c:v>
                </c:pt>
                <c:pt idx="3609">
                  <c:v>39616</c:v>
                </c:pt>
                <c:pt idx="3610">
                  <c:v>39617</c:v>
                </c:pt>
                <c:pt idx="3611">
                  <c:v>39618</c:v>
                </c:pt>
                <c:pt idx="3612">
                  <c:v>39619</c:v>
                </c:pt>
                <c:pt idx="3613">
                  <c:v>39622</c:v>
                </c:pt>
                <c:pt idx="3614">
                  <c:v>39623</c:v>
                </c:pt>
                <c:pt idx="3615">
                  <c:v>39624</c:v>
                </c:pt>
                <c:pt idx="3616">
                  <c:v>39625</c:v>
                </c:pt>
                <c:pt idx="3617">
                  <c:v>39626</c:v>
                </c:pt>
                <c:pt idx="3618">
                  <c:v>39629</c:v>
                </c:pt>
                <c:pt idx="3619">
                  <c:v>39630</c:v>
                </c:pt>
                <c:pt idx="3620">
                  <c:v>39631</c:v>
                </c:pt>
                <c:pt idx="3621">
                  <c:v>39632</c:v>
                </c:pt>
                <c:pt idx="3622">
                  <c:v>39636</c:v>
                </c:pt>
                <c:pt idx="3623">
                  <c:v>39637</c:v>
                </c:pt>
                <c:pt idx="3624">
                  <c:v>39638</c:v>
                </c:pt>
                <c:pt idx="3625">
                  <c:v>39639</c:v>
                </c:pt>
                <c:pt idx="3626">
                  <c:v>39640</c:v>
                </c:pt>
                <c:pt idx="3627">
                  <c:v>39643</c:v>
                </c:pt>
                <c:pt idx="3628">
                  <c:v>39644</c:v>
                </c:pt>
                <c:pt idx="3629">
                  <c:v>39645</c:v>
                </c:pt>
                <c:pt idx="3630">
                  <c:v>39646</c:v>
                </c:pt>
                <c:pt idx="3631">
                  <c:v>39647</c:v>
                </c:pt>
                <c:pt idx="3632">
                  <c:v>39650</c:v>
                </c:pt>
                <c:pt idx="3633">
                  <c:v>39651</c:v>
                </c:pt>
                <c:pt idx="3634">
                  <c:v>39652</c:v>
                </c:pt>
                <c:pt idx="3635">
                  <c:v>39653</c:v>
                </c:pt>
                <c:pt idx="3636">
                  <c:v>39654</c:v>
                </c:pt>
                <c:pt idx="3637">
                  <c:v>39657</c:v>
                </c:pt>
                <c:pt idx="3638">
                  <c:v>39658</c:v>
                </c:pt>
                <c:pt idx="3639">
                  <c:v>39659</c:v>
                </c:pt>
                <c:pt idx="3640">
                  <c:v>39660</c:v>
                </c:pt>
                <c:pt idx="3641">
                  <c:v>39661</c:v>
                </c:pt>
                <c:pt idx="3642">
                  <c:v>39664</c:v>
                </c:pt>
                <c:pt idx="3643">
                  <c:v>39665</c:v>
                </c:pt>
                <c:pt idx="3644">
                  <c:v>39666</c:v>
                </c:pt>
                <c:pt idx="3645">
                  <c:v>39667</c:v>
                </c:pt>
                <c:pt idx="3646">
                  <c:v>39668</c:v>
                </c:pt>
                <c:pt idx="3647">
                  <c:v>39671</c:v>
                </c:pt>
                <c:pt idx="3648">
                  <c:v>39672</c:v>
                </c:pt>
                <c:pt idx="3649">
                  <c:v>39673</c:v>
                </c:pt>
                <c:pt idx="3650">
                  <c:v>39674</c:v>
                </c:pt>
                <c:pt idx="3651">
                  <c:v>39675</c:v>
                </c:pt>
                <c:pt idx="3652">
                  <c:v>39678</c:v>
                </c:pt>
                <c:pt idx="3653">
                  <c:v>39679</c:v>
                </c:pt>
                <c:pt idx="3654">
                  <c:v>39680</c:v>
                </c:pt>
                <c:pt idx="3655">
                  <c:v>39681</c:v>
                </c:pt>
                <c:pt idx="3656">
                  <c:v>39682</c:v>
                </c:pt>
                <c:pt idx="3657">
                  <c:v>39685</c:v>
                </c:pt>
                <c:pt idx="3658">
                  <c:v>39686</c:v>
                </c:pt>
                <c:pt idx="3659">
                  <c:v>39687</c:v>
                </c:pt>
                <c:pt idx="3660">
                  <c:v>39688</c:v>
                </c:pt>
                <c:pt idx="3661">
                  <c:v>39689</c:v>
                </c:pt>
                <c:pt idx="3662">
                  <c:v>39693</c:v>
                </c:pt>
                <c:pt idx="3663">
                  <c:v>39694</c:v>
                </c:pt>
                <c:pt idx="3664">
                  <c:v>39695</c:v>
                </c:pt>
                <c:pt idx="3665">
                  <c:v>39696</c:v>
                </c:pt>
                <c:pt idx="3666">
                  <c:v>39699</c:v>
                </c:pt>
                <c:pt idx="3667">
                  <c:v>39700</c:v>
                </c:pt>
                <c:pt idx="3668">
                  <c:v>39701</c:v>
                </c:pt>
                <c:pt idx="3669">
                  <c:v>39702</c:v>
                </c:pt>
                <c:pt idx="3670">
                  <c:v>39703</c:v>
                </c:pt>
                <c:pt idx="3671">
                  <c:v>39706</c:v>
                </c:pt>
                <c:pt idx="3672">
                  <c:v>39707</c:v>
                </c:pt>
                <c:pt idx="3673">
                  <c:v>39708</c:v>
                </c:pt>
                <c:pt idx="3674">
                  <c:v>39709</c:v>
                </c:pt>
                <c:pt idx="3675">
                  <c:v>39710</c:v>
                </c:pt>
                <c:pt idx="3676">
                  <c:v>39713</c:v>
                </c:pt>
                <c:pt idx="3677">
                  <c:v>39714</c:v>
                </c:pt>
                <c:pt idx="3678">
                  <c:v>39715</c:v>
                </c:pt>
                <c:pt idx="3679">
                  <c:v>39716</c:v>
                </c:pt>
                <c:pt idx="3680">
                  <c:v>39717</c:v>
                </c:pt>
                <c:pt idx="3681">
                  <c:v>39720</c:v>
                </c:pt>
                <c:pt idx="3682">
                  <c:v>39721</c:v>
                </c:pt>
                <c:pt idx="3683">
                  <c:v>39722</c:v>
                </c:pt>
                <c:pt idx="3684">
                  <c:v>39723</c:v>
                </c:pt>
                <c:pt idx="3685">
                  <c:v>39724</c:v>
                </c:pt>
                <c:pt idx="3686">
                  <c:v>39727</c:v>
                </c:pt>
                <c:pt idx="3687">
                  <c:v>39728</c:v>
                </c:pt>
                <c:pt idx="3688">
                  <c:v>39729</c:v>
                </c:pt>
                <c:pt idx="3689">
                  <c:v>39730</c:v>
                </c:pt>
                <c:pt idx="3690">
                  <c:v>39731</c:v>
                </c:pt>
                <c:pt idx="3691">
                  <c:v>39735</c:v>
                </c:pt>
                <c:pt idx="3692">
                  <c:v>39736</c:v>
                </c:pt>
                <c:pt idx="3693">
                  <c:v>39737</c:v>
                </c:pt>
                <c:pt idx="3694">
                  <c:v>39738</c:v>
                </c:pt>
                <c:pt idx="3695">
                  <c:v>39741</c:v>
                </c:pt>
                <c:pt idx="3696">
                  <c:v>39742</c:v>
                </c:pt>
                <c:pt idx="3697">
                  <c:v>39743</c:v>
                </c:pt>
                <c:pt idx="3698">
                  <c:v>39744</c:v>
                </c:pt>
                <c:pt idx="3699">
                  <c:v>39745</c:v>
                </c:pt>
                <c:pt idx="3700">
                  <c:v>39748</c:v>
                </c:pt>
                <c:pt idx="3701">
                  <c:v>39749</c:v>
                </c:pt>
                <c:pt idx="3702">
                  <c:v>39750</c:v>
                </c:pt>
                <c:pt idx="3703">
                  <c:v>39751</c:v>
                </c:pt>
                <c:pt idx="3704">
                  <c:v>39752</c:v>
                </c:pt>
                <c:pt idx="3705">
                  <c:v>39755</c:v>
                </c:pt>
                <c:pt idx="3706">
                  <c:v>39756</c:v>
                </c:pt>
                <c:pt idx="3707">
                  <c:v>39757</c:v>
                </c:pt>
                <c:pt idx="3708">
                  <c:v>39758</c:v>
                </c:pt>
                <c:pt idx="3709">
                  <c:v>39759</c:v>
                </c:pt>
                <c:pt idx="3710">
                  <c:v>39762</c:v>
                </c:pt>
                <c:pt idx="3711">
                  <c:v>39764</c:v>
                </c:pt>
                <c:pt idx="3712">
                  <c:v>39765</c:v>
                </c:pt>
                <c:pt idx="3713">
                  <c:v>39766</c:v>
                </c:pt>
                <c:pt idx="3714">
                  <c:v>39769</c:v>
                </c:pt>
                <c:pt idx="3715">
                  <c:v>39770</c:v>
                </c:pt>
                <c:pt idx="3716">
                  <c:v>39771</c:v>
                </c:pt>
                <c:pt idx="3717">
                  <c:v>39772</c:v>
                </c:pt>
                <c:pt idx="3718">
                  <c:v>39773</c:v>
                </c:pt>
                <c:pt idx="3719">
                  <c:v>39776</c:v>
                </c:pt>
                <c:pt idx="3720">
                  <c:v>39777</c:v>
                </c:pt>
                <c:pt idx="3721">
                  <c:v>39778</c:v>
                </c:pt>
                <c:pt idx="3722">
                  <c:v>39780</c:v>
                </c:pt>
                <c:pt idx="3723">
                  <c:v>39783</c:v>
                </c:pt>
                <c:pt idx="3724">
                  <c:v>39784</c:v>
                </c:pt>
                <c:pt idx="3725">
                  <c:v>39785</c:v>
                </c:pt>
                <c:pt idx="3726">
                  <c:v>39786</c:v>
                </c:pt>
                <c:pt idx="3727">
                  <c:v>39787</c:v>
                </c:pt>
                <c:pt idx="3728">
                  <c:v>39790</c:v>
                </c:pt>
                <c:pt idx="3729">
                  <c:v>39791</c:v>
                </c:pt>
                <c:pt idx="3730">
                  <c:v>39792</c:v>
                </c:pt>
                <c:pt idx="3731">
                  <c:v>39793</c:v>
                </c:pt>
                <c:pt idx="3732">
                  <c:v>39794</c:v>
                </c:pt>
                <c:pt idx="3733">
                  <c:v>39797</c:v>
                </c:pt>
                <c:pt idx="3734">
                  <c:v>39798</c:v>
                </c:pt>
                <c:pt idx="3735">
                  <c:v>39799</c:v>
                </c:pt>
                <c:pt idx="3736">
                  <c:v>39800</c:v>
                </c:pt>
                <c:pt idx="3737">
                  <c:v>39801</c:v>
                </c:pt>
                <c:pt idx="3738">
                  <c:v>39804</c:v>
                </c:pt>
                <c:pt idx="3739">
                  <c:v>39805</c:v>
                </c:pt>
                <c:pt idx="3740">
                  <c:v>39806</c:v>
                </c:pt>
                <c:pt idx="3741">
                  <c:v>39808</c:v>
                </c:pt>
                <c:pt idx="3742">
                  <c:v>39811</c:v>
                </c:pt>
                <c:pt idx="3743">
                  <c:v>39812</c:v>
                </c:pt>
                <c:pt idx="3744">
                  <c:v>39813</c:v>
                </c:pt>
                <c:pt idx="3745">
                  <c:v>39815</c:v>
                </c:pt>
                <c:pt idx="3746">
                  <c:v>39818</c:v>
                </c:pt>
                <c:pt idx="3747">
                  <c:v>39819</c:v>
                </c:pt>
                <c:pt idx="3748">
                  <c:v>39820</c:v>
                </c:pt>
                <c:pt idx="3749">
                  <c:v>39821</c:v>
                </c:pt>
                <c:pt idx="3750">
                  <c:v>39822</c:v>
                </c:pt>
                <c:pt idx="3751">
                  <c:v>39825</c:v>
                </c:pt>
                <c:pt idx="3752">
                  <c:v>39826</c:v>
                </c:pt>
                <c:pt idx="3753">
                  <c:v>39827</c:v>
                </c:pt>
                <c:pt idx="3754">
                  <c:v>39828</c:v>
                </c:pt>
                <c:pt idx="3755">
                  <c:v>39829</c:v>
                </c:pt>
                <c:pt idx="3756">
                  <c:v>39833</c:v>
                </c:pt>
                <c:pt idx="3757">
                  <c:v>39834</c:v>
                </c:pt>
                <c:pt idx="3758">
                  <c:v>39835</c:v>
                </c:pt>
                <c:pt idx="3759">
                  <c:v>39836</c:v>
                </c:pt>
                <c:pt idx="3760">
                  <c:v>39839</c:v>
                </c:pt>
                <c:pt idx="3761">
                  <c:v>39840</c:v>
                </c:pt>
                <c:pt idx="3762">
                  <c:v>39841</c:v>
                </c:pt>
                <c:pt idx="3763">
                  <c:v>39842</c:v>
                </c:pt>
                <c:pt idx="3764">
                  <c:v>39843</c:v>
                </c:pt>
                <c:pt idx="3765">
                  <c:v>39846</c:v>
                </c:pt>
                <c:pt idx="3766">
                  <c:v>39847</c:v>
                </c:pt>
                <c:pt idx="3767">
                  <c:v>39848</c:v>
                </c:pt>
                <c:pt idx="3768">
                  <c:v>39849</c:v>
                </c:pt>
                <c:pt idx="3769">
                  <c:v>39850</c:v>
                </c:pt>
                <c:pt idx="3770">
                  <c:v>39853</c:v>
                </c:pt>
                <c:pt idx="3771">
                  <c:v>39854</c:v>
                </c:pt>
                <c:pt idx="3772">
                  <c:v>39855</c:v>
                </c:pt>
                <c:pt idx="3773">
                  <c:v>39856</c:v>
                </c:pt>
                <c:pt idx="3774">
                  <c:v>39857</c:v>
                </c:pt>
                <c:pt idx="3775">
                  <c:v>39861</c:v>
                </c:pt>
                <c:pt idx="3776">
                  <c:v>39862</c:v>
                </c:pt>
                <c:pt idx="3777">
                  <c:v>39863</c:v>
                </c:pt>
                <c:pt idx="3778">
                  <c:v>39864</c:v>
                </c:pt>
                <c:pt idx="3779">
                  <c:v>39867</c:v>
                </c:pt>
                <c:pt idx="3780">
                  <c:v>39868</c:v>
                </c:pt>
                <c:pt idx="3781">
                  <c:v>39869</c:v>
                </c:pt>
                <c:pt idx="3782">
                  <c:v>39870</c:v>
                </c:pt>
                <c:pt idx="3783">
                  <c:v>39871</c:v>
                </c:pt>
                <c:pt idx="3784">
                  <c:v>39874</c:v>
                </c:pt>
                <c:pt idx="3785">
                  <c:v>39875</c:v>
                </c:pt>
                <c:pt idx="3786">
                  <c:v>39876</c:v>
                </c:pt>
                <c:pt idx="3787">
                  <c:v>39877</c:v>
                </c:pt>
                <c:pt idx="3788">
                  <c:v>39878</c:v>
                </c:pt>
                <c:pt idx="3789">
                  <c:v>39881</c:v>
                </c:pt>
                <c:pt idx="3790">
                  <c:v>39882</c:v>
                </c:pt>
                <c:pt idx="3791">
                  <c:v>39883</c:v>
                </c:pt>
                <c:pt idx="3792">
                  <c:v>39884</c:v>
                </c:pt>
                <c:pt idx="3793">
                  <c:v>39885</c:v>
                </c:pt>
                <c:pt idx="3794">
                  <c:v>39888</c:v>
                </c:pt>
                <c:pt idx="3795">
                  <c:v>39889</c:v>
                </c:pt>
                <c:pt idx="3796">
                  <c:v>39890</c:v>
                </c:pt>
                <c:pt idx="3797">
                  <c:v>39891</c:v>
                </c:pt>
                <c:pt idx="3798">
                  <c:v>39892</c:v>
                </c:pt>
                <c:pt idx="3799">
                  <c:v>39895</c:v>
                </c:pt>
                <c:pt idx="3800">
                  <c:v>39896</c:v>
                </c:pt>
                <c:pt idx="3801">
                  <c:v>39897</c:v>
                </c:pt>
                <c:pt idx="3802">
                  <c:v>39898</c:v>
                </c:pt>
                <c:pt idx="3803">
                  <c:v>39899</c:v>
                </c:pt>
                <c:pt idx="3804">
                  <c:v>39902</c:v>
                </c:pt>
                <c:pt idx="3805">
                  <c:v>39903</c:v>
                </c:pt>
                <c:pt idx="3806">
                  <c:v>39904</c:v>
                </c:pt>
                <c:pt idx="3807">
                  <c:v>39905</c:v>
                </c:pt>
                <c:pt idx="3808">
                  <c:v>39906</c:v>
                </c:pt>
                <c:pt idx="3809">
                  <c:v>39909</c:v>
                </c:pt>
                <c:pt idx="3810">
                  <c:v>39910</c:v>
                </c:pt>
                <c:pt idx="3811">
                  <c:v>39911</c:v>
                </c:pt>
                <c:pt idx="3812">
                  <c:v>39912</c:v>
                </c:pt>
                <c:pt idx="3813">
                  <c:v>39916</c:v>
                </c:pt>
                <c:pt idx="3814">
                  <c:v>39917</c:v>
                </c:pt>
                <c:pt idx="3815">
                  <c:v>39918</c:v>
                </c:pt>
                <c:pt idx="3816">
                  <c:v>39919</c:v>
                </c:pt>
                <c:pt idx="3817">
                  <c:v>39920</c:v>
                </c:pt>
                <c:pt idx="3818">
                  <c:v>39923</c:v>
                </c:pt>
                <c:pt idx="3819">
                  <c:v>39924</c:v>
                </c:pt>
                <c:pt idx="3820">
                  <c:v>39925</c:v>
                </c:pt>
                <c:pt idx="3821">
                  <c:v>39926</c:v>
                </c:pt>
                <c:pt idx="3822">
                  <c:v>39927</c:v>
                </c:pt>
                <c:pt idx="3823">
                  <c:v>39930</c:v>
                </c:pt>
                <c:pt idx="3824">
                  <c:v>39931</c:v>
                </c:pt>
                <c:pt idx="3825">
                  <c:v>39932</c:v>
                </c:pt>
                <c:pt idx="3826">
                  <c:v>39933</c:v>
                </c:pt>
                <c:pt idx="3827">
                  <c:v>39934</c:v>
                </c:pt>
                <c:pt idx="3828">
                  <c:v>39937</c:v>
                </c:pt>
                <c:pt idx="3829">
                  <c:v>39938</c:v>
                </c:pt>
                <c:pt idx="3830">
                  <c:v>39939</c:v>
                </c:pt>
                <c:pt idx="3831">
                  <c:v>39940</c:v>
                </c:pt>
                <c:pt idx="3832">
                  <c:v>39941</c:v>
                </c:pt>
                <c:pt idx="3833">
                  <c:v>39944</c:v>
                </c:pt>
                <c:pt idx="3834">
                  <c:v>39945</c:v>
                </c:pt>
                <c:pt idx="3835">
                  <c:v>39946</c:v>
                </c:pt>
                <c:pt idx="3836">
                  <c:v>39947</c:v>
                </c:pt>
                <c:pt idx="3837">
                  <c:v>39948</c:v>
                </c:pt>
                <c:pt idx="3838">
                  <c:v>39951</c:v>
                </c:pt>
                <c:pt idx="3839">
                  <c:v>39952</c:v>
                </c:pt>
                <c:pt idx="3840">
                  <c:v>39953</c:v>
                </c:pt>
                <c:pt idx="3841">
                  <c:v>39954</c:v>
                </c:pt>
                <c:pt idx="3842">
                  <c:v>39955</c:v>
                </c:pt>
                <c:pt idx="3843">
                  <c:v>39959</c:v>
                </c:pt>
                <c:pt idx="3844">
                  <c:v>39960</c:v>
                </c:pt>
                <c:pt idx="3845">
                  <c:v>39961</c:v>
                </c:pt>
                <c:pt idx="3846">
                  <c:v>39962</c:v>
                </c:pt>
                <c:pt idx="3847">
                  <c:v>39965</c:v>
                </c:pt>
                <c:pt idx="3848">
                  <c:v>39966</c:v>
                </c:pt>
                <c:pt idx="3849">
                  <c:v>39967</c:v>
                </c:pt>
                <c:pt idx="3850">
                  <c:v>39968</c:v>
                </c:pt>
                <c:pt idx="3851">
                  <c:v>39969</c:v>
                </c:pt>
                <c:pt idx="3852">
                  <c:v>39972</c:v>
                </c:pt>
                <c:pt idx="3853">
                  <c:v>39973</c:v>
                </c:pt>
                <c:pt idx="3854">
                  <c:v>39974</c:v>
                </c:pt>
                <c:pt idx="3855">
                  <c:v>39975</c:v>
                </c:pt>
                <c:pt idx="3856">
                  <c:v>39976</c:v>
                </c:pt>
                <c:pt idx="3857">
                  <c:v>39979</c:v>
                </c:pt>
                <c:pt idx="3858">
                  <c:v>39980</c:v>
                </c:pt>
                <c:pt idx="3859">
                  <c:v>39981</c:v>
                </c:pt>
                <c:pt idx="3860">
                  <c:v>39982</c:v>
                </c:pt>
                <c:pt idx="3861">
                  <c:v>39983</c:v>
                </c:pt>
                <c:pt idx="3862">
                  <c:v>39986</c:v>
                </c:pt>
                <c:pt idx="3863">
                  <c:v>39987</c:v>
                </c:pt>
                <c:pt idx="3864">
                  <c:v>39988</c:v>
                </c:pt>
                <c:pt idx="3865">
                  <c:v>39989</c:v>
                </c:pt>
                <c:pt idx="3866">
                  <c:v>39990</c:v>
                </c:pt>
                <c:pt idx="3867">
                  <c:v>39993</c:v>
                </c:pt>
                <c:pt idx="3868">
                  <c:v>39994</c:v>
                </c:pt>
                <c:pt idx="3869">
                  <c:v>39995</c:v>
                </c:pt>
                <c:pt idx="3870">
                  <c:v>39996</c:v>
                </c:pt>
                <c:pt idx="3871">
                  <c:v>40000</c:v>
                </c:pt>
                <c:pt idx="3872">
                  <c:v>40001</c:v>
                </c:pt>
                <c:pt idx="3873">
                  <c:v>40002</c:v>
                </c:pt>
                <c:pt idx="3874">
                  <c:v>40003</c:v>
                </c:pt>
                <c:pt idx="3875">
                  <c:v>40004</c:v>
                </c:pt>
                <c:pt idx="3876">
                  <c:v>40007</c:v>
                </c:pt>
                <c:pt idx="3877">
                  <c:v>40008</c:v>
                </c:pt>
                <c:pt idx="3878">
                  <c:v>40009</c:v>
                </c:pt>
                <c:pt idx="3879">
                  <c:v>40010</c:v>
                </c:pt>
                <c:pt idx="3880">
                  <c:v>40011</c:v>
                </c:pt>
                <c:pt idx="3881">
                  <c:v>40014</c:v>
                </c:pt>
                <c:pt idx="3882">
                  <c:v>40015</c:v>
                </c:pt>
                <c:pt idx="3883">
                  <c:v>40016</c:v>
                </c:pt>
                <c:pt idx="3884">
                  <c:v>40017</c:v>
                </c:pt>
                <c:pt idx="3885">
                  <c:v>40018</c:v>
                </c:pt>
                <c:pt idx="3886">
                  <c:v>40021</c:v>
                </c:pt>
                <c:pt idx="3887">
                  <c:v>40022</c:v>
                </c:pt>
                <c:pt idx="3888">
                  <c:v>40023</c:v>
                </c:pt>
                <c:pt idx="3889">
                  <c:v>40024</c:v>
                </c:pt>
                <c:pt idx="3890">
                  <c:v>40025</c:v>
                </c:pt>
                <c:pt idx="3891">
                  <c:v>40028</c:v>
                </c:pt>
                <c:pt idx="3892">
                  <c:v>40029</c:v>
                </c:pt>
                <c:pt idx="3893">
                  <c:v>40030</c:v>
                </c:pt>
                <c:pt idx="3894">
                  <c:v>40031</c:v>
                </c:pt>
                <c:pt idx="3895">
                  <c:v>40032</c:v>
                </c:pt>
                <c:pt idx="3896">
                  <c:v>40035</c:v>
                </c:pt>
                <c:pt idx="3897">
                  <c:v>40036</c:v>
                </c:pt>
                <c:pt idx="3898">
                  <c:v>40037</c:v>
                </c:pt>
                <c:pt idx="3899">
                  <c:v>40038</c:v>
                </c:pt>
                <c:pt idx="3900">
                  <c:v>40039</c:v>
                </c:pt>
                <c:pt idx="3901">
                  <c:v>40042</c:v>
                </c:pt>
                <c:pt idx="3902">
                  <c:v>40043</c:v>
                </c:pt>
                <c:pt idx="3903">
                  <c:v>40044</c:v>
                </c:pt>
                <c:pt idx="3904">
                  <c:v>40045</c:v>
                </c:pt>
                <c:pt idx="3905">
                  <c:v>40046</c:v>
                </c:pt>
                <c:pt idx="3906">
                  <c:v>40049</c:v>
                </c:pt>
                <c:pt idx="3907">
                  <c:v>40050</c:v>
                </c:pt>
                <c:pt idx="3908">
                  <c:v>40051</c:v>
                </c:pt>
                <c:pt idx="3909">
                  <c:v>40052</c:v>
                </c:pt>
                <c:pt idx="3910">
                  <c:v>40053</c:v>
                </c:pt>
                <c:pt idx="3911">
                  <c:v>40056</c:v>
                </c:pt>
                <c:pt idx="3912">
                  <c:v>40057</c:v>
                </c:pt>
                <c:pt idx="3913">
                  <c:v>40058</c:v>
                </c:pt>
                <c:pt idx="3914">
                  <c:v>40059</c:v>
                </c:pt>
                <c:pt idx="3915">
                  <c:v>40060</c:v>
                </c:pt>
                <c:pt idx="3916">
                  <c:v>40064</c:v>
                </c:pt>
                <c:pt idx="3917">
                  <c:v>40065</c:v>
                </c:pt>
                <c:pt idx="3918">
                  <c:v>40066</c:v>
                </c:pt>
                <c:pt idx="3919">
                  <c:v>40067</c:v>
                </c:pt>
                <c:pt idx="3920">
                  <c:v>40070</c:v>
                </c:pt>
                <c:pt idx="3921">
                  <c:v>40071</c:v>
                </c:pt>
                <c:pt idx="3922">
                  <c:v>40072</c:v>
                </c:pt>
                <c:pt idx="3923">
                  <c:v>40073</c:v>
                </c:pt>
                <c:pt idx="3924">
                  <c:v>40074</c:v>
                </c:pt>
                <c:pt idx="3925">
                  <c:v>40077</c:v>
                </c:pt>
                <c:pt idx="3926">
                  <c:v>40078</c:v>
                </c:pt>
                <c:pt idx="3927">
                  <c:v>40079</c:v>
                </c:pt>
                <c:pt idx="3928">
                  <c:v>40080</c:v>
                </c:pt>
                <c:pt idx="3929">
                  <c:v>40081</c:v>
                </c:pt>
                <c:pt idx="3930">
                  <c:v>40084</c:v>
                </c:pt>
                <c:pt idx="3931">
                  <c:v>40085</c:v>
                </c:pt>
                <c:pt idx="3932">
                  <c:v>40086</c:v>
                </c:pt>
                <c:pt idx="3933">
                  <c:v>40087</c:v>
                </c:pt>
                <c:pt idx="3934">
                  <c:v>40088</c:v>
                </c:pt>
                <c:pt idx="3935">
                  <c:v>40091</c:v>
                </c:pt>
                <c:pt idx="3936">
                  <c:v>40092</c:v>
                </c:pt>
                <c:pt idx="3937">
                  <c:v>40093</c:v>
                </c:pt>
                <c:pt idx="3938">
                  <c:v>40094</c:v>
                </c:pt>
                <c:pt idx="3939">
                  <c:v>40095</c:v>
                </c:pt>
                <c:pt idx="3940">
                  <c:v>40099</c:v>
                </c:pt>
                <c:pt idx="3941">
                  <c:v>40100</c:v>
                </c:pt>
                <c:pt idx="3942">
                  <c:v>40101</c:v>
                </c:pt>
                <c:pt idx="3943">
                  <c:v>40102</c:v>
                </c:pt>
                <c:pt idx="3944">
                  <c:v>40105</c:v>
                </c:pt>
                <c:pt idx="3945">
                  <c:v>40106</c:v>
                </c:pt>
                <c:pt idx="3946">
                  <c:v>40107</c:v>
                </c:pt>
                <c:pt idx="3947">
                  <c:v>40108</c:v>
                </c:pt>
                <c:pt idx="3948">
                  <c:v>40109</c:v>
                </c:pt>
                <c:pt idx="3949">
                  <c:v>40112</c:v>
                </c:pt>
                <c:pt idx="3950">
                  <c:v>40113</c:v>
                </c:pt>
                <c:pt idx="3951">
                  <c:v>40114</c:v>
                </c:pt>
                <c:pt idx="3952">
                  <c:v>40115</c:v>
                </c:pt>
                <c:pt idx="3953">
                  <c:v>40116</c:v>
                </c:pt>
                <c:pt idx="3954">
                  <c:v>40119</c:v>
                </c:pt>
                <c:pt idx="3955">
                  <c:v>40120</c:v>
                </c:pt>
                <c:pt idx="3956">
                  <c:v>40121</c:v>
                </c:pt>
                <c:pt idx="3957">
                  <c:v>40122</c:v>
                </c:pt>
                <c:pt idx="3958">
                  <c:v>40123</c:v>
                </c:pt>
                <c:pt idx="3959">
                  <c:v>40126</c:v>
                </c:pt>
                <c:pt idx="3960">
                  <c:v>40127</c:v>
                </c:pt>
                <c:pt idx="3961">
                  <c:v>40129</c:v>
                </c:pt>
                <c:pt idx="3962">
                  <c:v>40130</c:v>
                </c:pt>
                <c:pt idx="3963">
                  <c:v>40133</c:v>
                </c:pt>
                <c:pt idx="3964">
                  <c:v>40134</c:v>
                </c:pt>
                <c:pt idx="3965">
                  <c:v>40135</c:v>
                </c:pt>
                <c:pt idx="3966">
                  <c:v>40136</c:v>
                </c:pt>
                <c:pt idx="3967">
                  <c:v>40137</c:v>
                </c:pt>
                <c:pt idx="3968">
                  <c:v>40140</c:v>
                </c:pt>
                <c:pt idx="3969">
                  <c:v>40141</c:v>
                </c:pt>
                <c:pt idx="3970">
                  <c:v>40142</c:v>
                </c:pt>
                <c:pt idx="3971">
                  <c:v>40144</c:v>
                </c:pt>
                <c:pt idx="3972">
                  <c:v>40147</c:v>
                </c:pt>
                <c:pt idx="3973">
                  <c:v>40148</c:v>
                </c:pt>
                <c:pt idx="3974">
                  <c:v>40149</c:v>
                </c:pt>
                <c:pt idx="3975">
                  <c:v>40150</c:v>
                </c:pt>
                <c:pt idx="3976">
                  <c:v>40151</c:v>
                </c:pt>
                <c:pt idx="3977">
                  <c:v>40154</c:v>
                </c:pt>
                <c:pt idx="3978">
                  <c:v>40155</c:v>
                </c:pt>
                <c:pt idx="3979">
                  <c:v>40156</c:v>
                </c:pt>
                <c:pt idx="3980">
                  <c:v>40157</c:v>
                </c:pt>
                <c:pt idx="3981">
                  <c:v>40158</c:v>
                </c:pt>
                <c:pt idx="3982">
                  <c:v>40161</c:v>
                </c:pt>
                <c:pt idx="3983">
                  <c:v>40162</c:v>
                </c:pt>
                <c:pt idx="3984">
                  <c:v>40163</c:v>
                </c:pt>
                <c:pt idx="3985">
                  <c:v>40164</c:v>
                </c:pt>
                <c:pt idx="3986">
                  <c:v>40165</c:v>
                </c:pt>
                <c:pt idx="3987">
                  <c:v>40168</c:v>
                </c:pt>
                <c:pt idx="3988">
                  <c:v>40169</c:v>
                </c:pt>
                <c:pt idx="3989">
                  <c:v>40170</c:v>
                </c:pt>
                <c:pt idx="3990">
                  <c:v>40171</c:v>
                </c:pt>
                <c:pt idx="3991">
                  <c:v>40175</c:v>
                </c:pt>
                <c:pt idx="3992">
                  <c:v>40176</c:v>
                </c:pt>
                <c:pt idx="3993">
                  <c:v>40177</c:v>
                </c:pt>
                <c:pt idx="3994">
                  <c:v>40178</c:v>
                </c:pt>
                <c:pt idx="3995">
                  <c:v>40182</c:v>
                </c:pt>
                <c:pt idx="3996">
                  <c:v>40183</c:v>
                </c:pt>
                <c:pt idx="3997">
                  <c:v>40184</c:v>
                </c:pt>
                <c:pt idx="3998">
                  <c:v>40185</c:v>
                </c:pt>
                <c:pt idx="3999">
                  <c:v>40186</c:v>
                </c:pt>
                <c:pt idx="4000">
                  <c:v>40189</c:v>
                </c:pt>
                <c:pt idx="4001">
                  <c:v>40190</c:v>
                </c:pt>
                <c:pt idx="4002">
                  <c:v>40191</c:v>
                </c:pt>
                <c:pt idx="4003">
                  <c:v>40192</c:v>
                </c:pt>
                <c:pt idx="4004">
                  <c:v>40193</c:v>
                </c:pt>
                <c:pt idx="4005">
                  <c:v>40197</c:v>
                </c:pt>
                <c:pt idx="4006">
                  <c:v>40198</c:v>
                </c:pt>
                <c:pt idx="4007">
                  <c:v>40199</c:v>
                </c:pt>
                <c:pt idx="4008">
                  <c:v>40200</c:v>
                </c:pt>
                <c:pt idx="4009">
                  <c:v>40203</c:v>
                </c:pt>
                <c:pt idx="4010">
                  <c:v>40204</c:v>
                </c:pt>
                <c:pt idx="4011">
                  <c:v>40205</c:v>
                </c:pt>
                <c:pt idx="4012">
                  <c:v>40206</c:v>
                </c:pt>
                <c:pt idx="4013">
                  <c:v>40207</c:v>
                </c:pt>
                <c:pt idx="4014">
                  <c:v>40210</c:v>
                </c:pt>
                <c:pt idx="4015">
                  <c:v>40211</c:v>
                </c:pt>
                <c:pt idx="4016">
                  <c:v>40212</c:v>
                </c:pt>
                <c:pt idx="4017">
                  <c:v>40213</c:v>
                </c:pt>
                <c:pt idx="4018">
                  <c:v>40214</c:v>
                </c:pt>
                <c:pt idx="4019">
                  <c:v>40217</c:v>
                </c:pt>
                <c:pt idx="4020">
                  <c:v>40218</c:v>
                </c:pt>
                <c:pt idx="4021">
                  <c:v>40219</c:v>
                </c:pt>
                <c:pt idx="4022">
                  <c:v>40220</c:v>
                </c:pt>
                <c:pt idx="4023">
                  <c:v>40221</c:v>
                </c:pt>
                <c:pt idx="4024">
                  <c:v>40225</c:v>
                </c:pt>
                <c:pt idx="4025">
                  <c:v>40226</c:v>
                </c:pt>
                <c:pt idx="4026">
                  <c:v>40227</c:v>
                </c:pt>
                <c:pt idx="4027">
                  <c:v>40228</c:v>
                </c:pt>
                <c:pt idx="4028">
                  <c:v>40231</c:v>
                </c:pt>
                <c:pt idx="4029">
                  <c:v>40232</c:v>
                </c:pt>
                <c:pt idx="4030">
                  <c:v>40233</c:v>
                </c:pt>
                <c:pt idx="4031">
                  <c:v>40234</c:v>
                </c:pt>
                <c:pt idx="4032">
                  <c:v>40235</c:v>
                </c:pt>
                <c:pt idx="4033">
                  <c:v>40238</c:v>
                </c:pt>
                <c:pt idx="4034">
                  <c:v>40239</c:v>
                </c:pt>
                <c:pt idx="4035">
                  <c:v>40240</c:v>
                </c:pt>
                <c:pt idx="4036">
                  <c:v>40241</c:v>
                </c:pt>
                <c:pt idx="4037">
                  <c:v>40242</c:v>
                </c:pt>
                <c:pt idx="4038">
                  <c:v>40245</c:v>
                </c:pt>
                <c:pt idx="4039">
                  <c:v>40246</c:v>
                </c:pt>
                <c:pt idx="4040">
                  <c:v>40247</c:v>
                </c:pt>
                <c:pt idx="4041">
                  <c:v>40248</c:v>
                </c:pt>
                <c:pt idx="4042">
                  <c:v>40249</c:v>
                </c:pt>
                <c:pt idx="4043">
                  <c:v>40252</c:v>
                </c:pt>
                <c:pt idx="4044">
                  <c:v>40253</c:v>
                </c:pt>
                <c:pt idx="4045">
                  <c:v>40254</c:v>
                </c:pt>
                <c:pt idx="4046">
                  <c:v>40255</c:v>
                </c:pt>
                <c:pt idx="4047">
                  <c:v>40256</c:v>
                </c:pt>
                <c:pt idx="4048">
                  <c:v>40259</c:v>
                </c:pt>
                <c:pt idx="4049">
                  <c:v>40260</c:v>
                </c:pt>
                <c:pt idx="4050">
                  <c:v>40261</c:v>
                </c:pt>
                <c:pt idx="4051">
                  <c:v>40262</c:v>
                </c:pt>
                <c:pt idx="4052">
                  <c:v>40263</c:v>
                </c:pt>
                <c:pt idx="4053">
                  <c:v>40266</c:v>
                </c:pt>
                <c:pt idx="4054">
                  <c:v>40267</c:v>
                </c:pt>
                <c:pt idx="4055">
                  <c:v>40268</c:v>
                </c:pt>
                <c:pt idx="4056">
                  <c:v>40269</c:v>
                </c:pt>
                <c:pt idx="4057">
                  <c:v>40270</c:v>
                </c:pt>
                <c:pt idx="4058">
                  <c:v>40273</c:v>
                </c:pt>
                <c:pt idx="4059">
                  <c:v>40274</c:v>
                </c:pt>
                <c:pt idx="4060">
                  <c:v>40275</c:v>
                </c:pt>
                <c:pt idx="4061">
                  <c:v>40276</c:v>
                </c:pt>
                <c:pt idx="4062">
                  <c:v>40277</c:v>
                </c:pt>
                <c:pt idx="4063">
                  <c:v>40280</c:v>
                </c:pt>
                <c:pt idx="4064">
                  <c:v>40281</c:v>
                </c:pt>
                <c:pt idx="4065">
                  <c:v>40282</c:v>
                </c:pt>
                <c:pt idx="4066">
                  <c:v>40283</c:v>
                </c:pt>
                <c:pt idx="4067">
                  <c:v>40284</c:v>
                </c:pt>
                <c:pt idx="4068">
                  <c:v>40287</c:v>
                </c:pt>
                <c:pt idx="4069">
                  <c:v>40288</c:v>
                </c:pt>
                <c:pt idx="4070">
                  <c:v>40289</c:v>
                </c:pt>
                <c:pt idx="4071">
                  <c:v>40290</c:v>
                </c:pt>
                <c:pt idx="4072">
                  <c:v>40291</c:v>
                </c:pt>
                <c:pt idx="4073">
                  <c:v>40294</c:v>
                </c:pt>
                <c:pt idx="4074">
                  <c:v>40295</c:v>
                </c:pt>
                <c:pt idx="4075">
                  <c:v>40296</c:v>
                </c:pt>
                <c:pt idx="4076">
                  <c:v>40297</c:v>
                </c:pt>
                <c:pt idx="4077">
                  <c:v>40298</c:v>
                </c:pt>
                <c:pt idx="4078">
                  <c:v>40301</c:v>
                </c:pt>
                <c:pt idx="4079">
                  <c:v>40302</c:v>
                </c:pt>
                <c:pt idx="4080">
                  <c:v>40303</c:v>
                </c:pt>
                <c:pt idx="4081">
                  <c:v>40304</c:v>
                </c:pt>
                <c:pt idx="4082">
                  <c:v>40305</c:v>
                </c:pt>
                <c:pt idx="4083">
                  <c:v>40308</c:v>
                </c:pt>
                <c:pt idx="4084">
                  <c:v>40309</c:v>
                </c:pt>
                <c:pt idx="4085">
                  <c:v>40310</c:v>
                </c:pt>
                <c:pt idx="4086">
                  <c:v>40311</c:v>
                </c:pt>
                <c:pt idx="4087">
                  <c:v>40312</c:v>
                </c:pt>
                <c:pt idx="4088">
                  <c:v>40315</c:v>
                </c:pt>
                <c:pt idx="4089">
                  <c:v>40316</c:v>
                </c:pt>
                <c:pt idx="4090">
                  <c:v>40317</c:v>
                </c:pt>
                <c:pt idx="4091">
                  <c:v>40318</c:v>
                </c:pt>
                <c:pt idx="4092">
                  <c:v>40319</c:v>
                </c:pt>
                <c:pt idx="4093">
                  <c:v>40322</c:v>
                </c:pt>
                <c:pt idx="4094">
                  <c:v>40323</c:v>
                </c:pt>
                <c:pt idx="4095">
                  <c:v>40324</c:v>
                </c:pt>
                <c:pt idx="4096">
                  <c:v>40325</c:v>
                </c:pt>
                <c:pt idx="4097">
                  <c:v>40326</c:v>
                </c:pt>
                <c:pt idx="4098">
                  <c:v>40330</c:v>
                </c:pt>
                <c:pt idx="4099">
                  <c:v>40331</c:v>
                </c:pt>
                <c:pt idx="4100">
                  <c:v>40332</c:v>
                </c:pt>
                <c:pt idx="4101">
                  <c:v>40333</c:v>
                </c:pt>
                <c:pt idx="4102">
                  <c:v>40336</c:v>
                </c:pt>
                <c:pt idx="4103">
                  <c:v>40337</c:v>
                </c:pt>
                <c:pt idx="4104">
                  <c:v>40338</c:v>
                </c:pt>
                <c:pt idx="4105">
                  <c:v>40339</c:v>
                </c:pt>
                <c:pt idx="4106">
                  <c:v>40340</c:v>
                </c:pt>
                <c:pt idx="4107">
                  <c:v>40343</c:v>
                </c:pt>
                <c:pt idx="4108">
                  <c:v>40344</c:v>
                </c:pt>
                <c:pt idx="4109">
                  <c:v>40345</c:v>
                </c:pt>
                <c:pt idx="4110">
                  <c:v>40346</c:v>
                </c:pt>
                <c:pt idx="4111">
                  <c:v>40347</c:v>
                </c:pt>
                <c:pt idx="4112">
                  <c:v>40350</c:v>
                </c:pt>
                <c:pt idx="4113">
                  <c:v>40351</c:v>
                </c:pt>
                <c:pt idx="4114">
                  <c:v>40352</c:v>
                </c:pt>
                <c:pt idx="4115">
                  <c:v>40353</c:v>
                </c:pt>
                <c:pt idx="4116">
                  <c:v>40354</c:v>
                </c:pt>
                <c:pt idx="4117">
                  <c:v>40357</c:v>
                </c:pt>
                <c:pt idx="4118">
                  <c:v>40358</c:v>
                </c:pt>
                <c:pt idx="4119">
                  <c:v>40359</c:v>
                </c:pt>
                <c:pt idx="4120">
                  <c:v>40360</c:v>
                </c:pt>
                <c:pt idx="4121">
                  <c:v>40361</c:v>
                </c:pt>
                <c:pt idx="4122">
                  <c:v>40365</c:v>
                </c:pt>
                <c:pt idx="4123">
                  <c:v>40366</c:v>
                </c:pt>
                <c:pt idx="4124">
                  <c:v>40367</c:v>
                </c:pt>
                <c:pt idx="4125">
                  <c:v>40368</c:v>
                </c:pt>
                <c:pt idx="4126">
                  <c:v>40371</c:v>
                </c:pt>
                <c:pt idx="4127">
                  <c:v>40372</c:v>
                </c:pt>
                <c:pt idx="4128">
                  <c:v>40373</c:v>
                </c:pt>
                <c:pt idx="4129">
                  <c:v>40374</c:v>
                </c:pt>
                <c:pt idx="4130">
                  <c:v>40375</c:v>
                </c:pt>
                <c:pt idx="4131">
                  <c:v>40378</c:v>
                </c:pt>
                <c:pt idx="4132">
                  <c:v>40379</c:v>
                </c:pt>
                <c:pt idx="4133">
                  <c:v>40380</c:v>
                </c:pt>
                <c:pt idx="4134">
                  <c:v>40381</c:v>
                </c:pt>
                <c:pt idx="4135">
                  <c:v>40382</c:v>
                </c:pt>
                <c:pt idx="4136">
                  <c:v>40385</c:v>
                </c:pt>
                <c:pt idx="4137">
                  <c:v>40386</c:v>
                </c:pt>
                <c:pt idx="4138">
                  <c:v>40387</c:v>
                </c:pt>
                <c:pt idx="4139">
                  <c:v>40388</c:v>
                </c:pt>
                <c:pt idx="4140">
                  <c:v>40389</c:v>
                </c:pt>
                <c:pt idx="4141">
                  <c:v>40392</c:v>
                </c:pt>
                <c:pt idx="4142">
                  <c:v>40393</c:v>
                </c:pt>
                <c:pt idx="4143">
                  <c:v>40394</c:v>
                </c:pt>
                <c:pt idx="4144">
                  <c:v>40395</c:v>
                </c:pt>
                <c:pt idx="4145">
                  <c:v>40396</c:v>
                </c:pt>
                <c:pt idx="4146">
                  <c:v>40399</c:v>
                </c:pt>
                <c:pt idx="4147">
                  <c:v>40400</c:v>
                </c:pt>
                <c:pt idx="4148">
                  <c:v>40401</c:v>
                </c:pt>
                <c:pt idx="4149">
                  <c:v>40402</c:v>
                </c:pt>
                <c:pt idx="4150">
                  <c:v>40403</c:v>
                </c:pt>
                <c:pt idx="4151">
                  <c:v>40406</c:v>
                </c:pt>
                <c:pt idx="4152">
                  <c:v>40407</c:v>
                </c:pt>
                <c:pt idx="4153">
                  <c:v>40408</c:v>
                </c:pt>
                <c:pt idx="4154">
                  <c:v>40409</c:v>
                </c:pt>
                <c:pt idx="4155">
                  <c:v>40410</c:v>
                </c:pt>
                <c:pt idx="4156">
                  <c:v>40413</c:v>
                </c:pt>
                <c:pt idx="4157">
                  <c:v>40414</c:v>
                </c:pt>
                <c:pt idx="4158">
                  <c:v>40415</c:v>
                </c:pt>
                <c:pt idx="4159">
                  <c:v>40416</c:v>
                </c:pt>
                <c:pt idx="4160">
                  <c:v>40417</c:v>
                </c:pt>
                <c:pt idx="4161">
                  <c:v>40420</c:v>
                </c:pt>
                <c:pt idx="4162">
                  <c:v>40421</c:v>
                </c:pt>
                <c:pt idx="4163">
                  <c:v>40422</c:v>
                </c:pt>
                <c:pt idx="4164">
                  <c:v>40423</c:v>
                </c:pt>
                <c:pt idx="4165">
                  <c:v>40424</c:v>
                </c:pt>
                <c:pt idx="4166">
                  <c:v>40428</c:v>
                </c:pt>
                <c:pt idx="4167">
                  <c:v>40429</c:v>
                </c:pt>
                <c:pt idx="4168">
                  <c:v>40430</c:v>
                </c:pt>
                <c:pt idx="4169">
                  <c:v>40431</c:v>
                </c:pt>
                <c:pt idx="4170">
                  <c:v>40434</c:v>
                </c:pt>
                <c:pt idx="4171">
                  <c:v>40435</c:v>
                </c:pt>
                <c:pt idx="4172">
                  <c:v>40436</c:v>
                </c:pt>
                <c:pt idx="4173">
                  <c:v>40437</c:v>
                </c:pt>
                <c:pt idx="4174">
                  <c:v>40438</c:v>
                </c:pt>
                <c:pt idx="4175">
                  <c:v>40441</c:v>
                </c:pt>
                <c:pt idx="4176">
                  <c:v>40442</c:v>
                </c:pt>
                <c:pt idx="4177">
                  <c:v>40443</c:v>
                </c:pt>
                <c:pt idx="4178">
                  <c:v>40444</c:v>
                </c:pt>
                <c:pt idx="4179">
                  <c:v>40445</c:v>
                </c:pt>
                <c:pt idx="4180">
                  <c:v>40448</c:v>
                </c:pt>
                <c:pt idx="4181">
                  <c:v>40449</c:v>
                </c:pt>
                <c:pt idx="4182">
                  <c:v>40450</c:v>
                </c:pt>
                <c:pt idx="4183">
                  <c:v>40451</c:v>
                </c:pt>
                <c:pt idx="4184">
                  <c:v>40452</c:v>
                </c:pt>
                <c:pt idx="4185">
                  <c:v>40455</c:v>
                </c:pt>
                <c:pt idx="4186">
                  <c:v>40456</c:v>
                </c:pt>
                <c:pt idx="4187">
                  <c:v>40457</c:v>
                </c:pt>
                <c:pt idx="4188">
                  <c:v>40458</c:v>
                </c:pt>
                <c:pt idx="4189">
                  <c:v>40459</c:v>
                </c:pt>
                <c:pt idx="4190">
                  <c:v>40463</c:v>
                </c:pt>
                <c:pt idx="4191">
                  <c:v>40464</c:v>
                </c:pt>
                <c:pt idx="4192">
                  <c:v>40465</c:v>
                </c:pt>
                <c:pt idx="4193">
                  <c:v>40466</c:v>
                </c:pt>
                <c:pt idx="4194">
                  <c:v>40469</c:v>
                </c:pt>
                <c:pt idx="4195">
                  <c:v>40470</c:v>
                </c:pt>
                <c:pt idx="4196">
                  <c:v>40471</c:v>
                </c:pt>
                <c:pt idx="4197">
                  <c:v>40472</c:v>
                </c:pt>
                <c:pt idx="4198">
                  <c:v>40473</c:v>
                </c:pt>
                <c:pt idx="4199">
                  <c:v>40476</c:v>
                </c:pt>
                <c:pt idx="4200">
                  <c:v>40477</c:v>
                </c:pt>
                <c:pt idx="4201">
                  <c:v>40478</c:v>
                </c:pt>
                <c:pt idx="4202">
                  <c:v>40479</c:v>
                </c:pt>
                <c:pt idx="4203">
                  <c:v>40480</c:v>
                </c:pt>
                <c:pt idx="4204">
                  <c:v>40483</c:v>
                </c:pt>
                <c:pt idx="4205">
                  <c:v>40484</c:v>
                </c:pt>
                <c:pt idx="4206">
                  <c:v>40485</c:v>
                </c:pt>
                <c:pt idx="4207">
                  <c:v>40486</c:v>
                </c:pt>
                <c:pt idx="4208">
                  <c:v>40487</c:v>
                </c:pt>
                <c:pt idx="4209">
                  <c:v>40490</c:v>
                </c:pt>
                <c:pt idx="4210">
                  <c:v>40491</c:v>
                </c:pt>
                <c:pt idx="4211">
                  <c:v>40492</c:v>
                </c:pt>
                <c:pt idx="4212">
                  <c:v>40494</c:v>
                </c:pt>
                <c:pt idx="4213">
                  <c:v>40497</c:v>
                </c:pt>
                <c:pt idx="4214">
                  <c:v>40498</c:v>
                </c:pt>
                <c:pt idx="4215">
                  <c:v>40499</c:v>
                </c:pt>
                <c:pt idx="4216">
                  <c:v>40500</c:v>
                </c:pt>
                <c:pt idx="4217">
                  <c:v>40501</c:v>
                </c:pt>
                <c:pt idx="4218">
                  <c:v>40504</c:v>
                </c:pt>
                <c:pt idx="4219">
                  <c:v>40505</c:v>
                </c:pt>
                <c:pt idx="4220">
                  <c:v>40506</c:v>
                </c:pt>
                <c:pt idx="4221">
                  <c:v>40508</c:v>
                </c:pt>
                <c:pt idx="4222">
                  <c:v>40511</c:v>
                </c:pt>
                <c:pt idx="4223">
                  <c:v>40512</c:v>
                </c:pt>
                <c:pt idx="4224">
                  <c:v>40513</c:v>
                </c:pt>
                <c:pt idx="4225">
                  <c:v>40514</c:v>
                </c:pt>
                <c:pt idx="4226">
                  <c:v>40515</c:v>
                </c:pt>
                <c:pt idx="4227">
                  <c:v>40518</c:v>
                </c:pt>
                <c:pt idx="4228">
                  <c:v>40519</c:v>
                </c:pt>
                <c:pt idx="4229">
                  <c:v>40520</c:v>
                </c:pt>
                <c:pt idx="4230">
                  <c:v>40521</c:v>
                </c:pt>
                <c:pt idx="4231">
                  <c:v>40522</c:v>
                </c:pt>
                <c:pt idx="4232">
                  <c:v>40525</c:v>
                </c:pt>
                <c:pt idx="4233">
                  <c:v>40526</c:v>
                </c:pt>
                <c:pt idx="4234">
                  <c:v>40527</c:v>
                </c:pt>
                <c:pt idx="4235">
                  <c:v>40528</c:v>
                </c:pt>
                <c:pt idx="4236">
                  <c:v>40529</c:v>
                </c:pt>
                <c:pt idx="4237">
                  <c:v>40532</c:v>
                </c:pt>
                <c:pt idx="4238">
                  <c:v>40533</c:v>
                </c:pt>
                <c:pt idx="4239">
                  <c:v>40534</c:v>
                </c:pt>
                <c:pt idx="4240">
                  <c:v>40535</c:v>
                </c:pt>
                <c:pt idx="4241">
                  <c:v>40539</c:v>
                </c:pt>
                <c:pt idx="4242">
                  <c:v>40540</c:v>
                </c:pt>
                <c:pt idx="4243">
                  <c:v>40541</c:v>
                </c:pt>
                <c:pt idx="4244">
                  <c:v>40542</c:v>
                </c:pt>
                <c:pt idx="4245">
                  <c:v>40543</c:v>
                </c:pt>
                <c:pt idx="4246">
                  <c:v>40546</c:v>
                </c:pt>
                <c:pt idx="4247">
                  <c:v>40547</c:v>
                </c:pt>
                <c:pt idx="4248">
                  <c:v>40548</c:v>
                </c:pt>
                <c:pt idx="4249">
                  <c:v>40549</c:v>
                </c:pt>
                <c:pt idx="4250">
                  <c:v>40550</c:v>
                </c:pt>
                <c:pt idx="4251">
                  <c:v>40553</c:v>
                </c:pt>
                <c:pt idx="4252">
                  <c:v>40554</c:v>
                </c:pt>
                <c:pt idx="4253">
                  <c:v>40555</c:v>
                </c:pt>
                <c:pt idx="4254">
                  <c:v>40556</c:v>
                </c:pt>
                <c:pt idx="4255">
                  <c:v>40557</c:v>
                </c:pt>
                <c:pt idx="4256">
                  <c:v>40561</c:v>
                </c:pt>
                <c:pt idx="4257">
                  <c:v>40562</c:v>
                </c:pt>
                <c:pt idx="4258">
                  <c:v>40563</c:v>
                </c:pt>
                <c:pt idx="4259">
                  <c:v>40564</c:v>
                </c:pt>
                <c:pt idx="4260">
                  <c:v>40567</c:v>
                </c:pt>
                <c:pt idx="4261">
                  <c:v>40568</c:v>
                </c:pt>
                <c:pt idx="4262">
                  <c:v>40569</c:v>
                </c:pt>
                <c:pt idx="4263">
                  <c:v>40570</c:v>
                </c:pt>
                <c:pt idx="4264">
                  <c:v>40571</c:v>
                </c:pt>
                <c:pt idx="4265">
                  <c:v>40574</c:v>
                </c:pt>
                <c:pt idx="4266">
                  <c:v>40575</c:v>
                </c:pt>
                <c:pt idx="4267">
                  <c:v>40576</c:v>
                </c:pt>
                <c:pt idx="4268">
                  <c:v>40577</c:v>
                </c:pt>
                <c:pt idx="4269">
                  <c:v>40578</c:v>
                </c:pt>
                <c:pt idx="4270">
                  <c:v>40581</c:v>
                </c:pt>
                <c:pt idx="4271">
                  <c:v>40582</c:v>
                </c:pt>
                <c:pt idx="4272">
                  <c:v>40583</c:v>
                </c:pt>
                <c:pt idx="4273">
                  <c:v>40584</c:v>
                </c:pt>
                <c:pt idx="4274">
                  <c:v>40585</c:v>
                </c:pt>
                <c:pt idx="4275">
                  <c:v>40588</c:v>
                </c:pt>
                <c:pt idx="4276">
                  <c:v>40589</c:v>
                </c:pt>
                <c:pt idx="4277">
                  <c:v>40590</c:v>
                </c:pt>
                <c:pt idx="4278">
                  <c:v>40591</c:v>
                </c:pt>
                <c:pt idx="4279">
                  <c:v>40592</c:v>
                </c:pt>
                <c:pt idx="4280">
                  <c:v>40596</c:v>
                </c:pt>
                <c:pt idx="4281">
                  <c:v>40597</c:v>
                </c:pt>
                <c:pt idx="4282">
                  <c:v>40598</c:v>
                </c:pt>
                <c:pt idx="4283">
                  <c:v>40599</c:v>
                </c:pt>
                <c:pt idx="4284">
                  <c:v>40602</c:v>
                </c:pt>
                <c:pt idx="4285">
                  <c:v>40603</c:v>
                </c:pt>
                <c:pt idx="4286">
                  <c:v>40604</c:v>
                </c:pt>
                <c:pt idx="4287">
                  <c:v>40605</c:v>
                </c:pt>
                <c:pt idx="4288">
                  <c:v>40606</c:v>
                </c:pt>
                <c:pt idx="4289">
                  <c:v>40609</c:v>
                </c:pt>
                <c:pt idx="4290">
                  <c:v>40610</c:v>
                </c:pt>
                <c:pt idx="4291">
                  <c:v>40611</c:v>
                </c:pt>
                <c:pt idx="4292">
                  <c:v>40612</c:v>
                </c:pt>
                <c:pt idx="4293">
                  <c:v>40613</c:v>
                </c:pt>
                <c:pt idx="4294">
                  <c:v>40616</c:v>
                </c:pt>
                <c:pt idx="4295">
                  <c:v>40617</c:v>
                </c:pt>
                <c:pt idx="4296">
                  <c:v>40618</c:v>
                </c:pt>
                <c:pt idx="4297">
                  <c:v>40619</c:v>
                </c:pt>
                <c:pt idx="4298">
                  <c:v>40620</c:v>
                </c:pt>
                <c:pt idx="4299">
                  <c:v>40623</c:v>
                </c:pt>
                <c:pt idx="4300">
                  <c:v>40624</c:v>
                </c:pt>
                <c:pt idx="4301">
                  <c:v>40625</c:v>
                </c:pt>
                <c:pt idx="4302">
                  <c:v>40626</c:v>
                </c:pt>
                <c:pt idx="4303">
                  <c:v>40627</c:v>
                </c:pt>
                <c:pt idx="4304">
                  <c:v>40630</c:v>
                </c:pt>
                <c:pt idx="4305">
                  <c:v>40631</c:v>
                </c:pt>
                <c:pt idx="4306">
                  <c:v>40632</c:v>
                </c:pt>
                <c:pt idx="4307">
                  <c:v>40633</c:v>
                </c:pt>
                <c:pt idx="4308">
                  <c:v>40634</c:v>
                </c:pt>
                <c:pt idx="4309">
                  <c:v>40637</c:v>
                </c:pt>
                <c:pt idx="4310">
                  <c:v>40638</c:v>
                </c:pt>
                <c:pt idx="4311">
                  <c:v>40639</c:v>
                </c:pt>
                <c:pt idx="4312">
                  <c:v>40640</c:v>
                </c:pt>
                <c:pt idx="4313">
                  <c:v>40641</c:v>
                </c:pt>
                <c:pt idx="4314">
                  <c:v>40644</c:v>
                </c:pt>
                <c:pt idx="4315">
                  <c:v>40645</c:v>
                </c:pt>
                <c:pt idx="4316">
                  <c:v>40646</c:v>
                </c:pt>
                <c:pt idx="4317">
                  <c:v>40647</c:v>
                </c:pt>
                <c:pt idx="4318">
                  <c:v>40648</c:v>
                </c:pt>
                <c:pt idx="4319">
                  <c:v>40651</c:v>
                </c:pt>
                <c:pt idx="4320">
                  <c:v>40652</c:v>
                </c:pt>
                <c:pt idx="4321">
                  <c:v>40653</c:v>
                </c:pt>
                <c:pt idx="4322">
                  <c:v>40654</c:v>
                </c:pt>
                <c:pt idx="4323">
                  <c:v>40658</c:v>
                </c:pt>
                <c:pt idx="4324">
                  <c:v>40659</c:v>
                </c:pt>
                <c:pt idx="4325">
                  <c:v>40660</c:v>
                </c:pt>
                <c:pt idx="4326">
                  <c:v>40661</c:v>
                </c:pt>
                <c:pt idx="4327">
                  <c:v>40662</c:v>
                </c:pt>
                <c:pt idx="4328">
                  <c:v>40665</c:v>
                </c:pt>
                <c:pt idx="4329">
                  <c:v>40666</c:v>
                </c:pt>
                <c:pt idx="4330">
                  <c:v>40667</c:v>
                </c:pt>
                <c:pt idx="4331">
                  <c:v>40668</c:v>
                </c:pt>
                <c:pt idx="4332">
                  <c:v>40669</c:v>
                </c:pt>
                <c:pt idx="4333">
                  <c:v>40672</c:v>
                </c:pt>
                <c:pt idx="4334">
                  <c:v>40673</c:v>
                </c:pt>
                <c:pt idx="4335">
                  <c:v>40674</c:v>
                </c:pt>
                <c:pt idx="4336">
                  <c:v>40675</c:v>
                </c:pt>
                <c:pt idx="4337">
                  <c:v>40676</c:v>
                </c:pt>
                <c:pt idx="4338">
                  <c:v>40679</c:v>
                </c:pt>
                <c:pt idx="4339">
                  <c:v>40680</c:v>
                </c:pt>
                <c:pt idx="4340">
                  <c:v>40681</c:v>
                </c:pt>
                <c:pt idx="4341">
                  <c:v>40682</c:v>
                </c:pt>
                <c:pt idx="4342">
                  <c:v>40683</c:v>
                </c:pt>
                <c:pt idx="4343">
                  <c:v>40686</c:v>
                </c:pt>
                <c:pt idx="4344">
                  <c:v>40687</c:v>
                </c:pt>
                <c:pt idx="4345">
                  <c:v>40688</c:v>
                </c:pt>
                <c:pt idx="4346">
                  <c:v>40689</c:v>
                </c:pt>
                <c:pt idx="4347">
                  <c:v>40690</c:v>
                </c:pt>
                <c:pt idx="4348">
                  <c:v>40694</c:v>
                </c:pt>
                <c:pt idx="4349">
                  <c:v>40695</c:v>
                </c:pt>
                <c:pt idx="4350">
                  <c:v>40696</c:v>
                </c:pt>
                <c:pt idx="4351">
                  <c:v>40697</c:v>
                </c:pt>
                <c:pt idx="4352">
                  <c:v>40700</c:v>
                </c:pt>
                <c:pt idx="4353">
                  <c:v>40701</c:v>
                </c:pt>
                <c:pt idx="4354">
                  <c:v>40702</c:v>
                </c:pt>
                <c:pt idx="4355">
                  <c:v>40703</c:v>
                </c:pt>
                <c:pt idx="4356">
                  <c:v>40704</c:v>
                </c:pt>
                <c:pt idx="4357">
                  <c:v>40707</c:v>
                </c:pt>
                <c:pt idx="4358">
                  <c:v>40708</c:v>
                </c:pt>
                <c:pt idx="4359">
                  <c:v>40709</c:v>
                </c:pt>
                <c:pt idx="4360">
                  <c:v>40710</c:v>
                </c:pt>
                <c:pt idx="4361">
                  <c:v>40711</c:v>
                </c:pt>
                <c:pt idx="4362">
                  <c:v>40714</c:v>
                </c:pt>
                <c:pt idx="4363">
                  <c:v>40715</c:v>
                </c:pt>
                <c:pt idx="4364">
                  <c:v>40716</c:v>
                </c:pt>
                <c:pt idx="4365">
                  <c:v>40717</c:v>
                </c:pt>
                <c:pt idx="4366">
                  <c:v>40718</c:v>
                </c:pt>
                <c:pt idx="4367">
                  <c:v>40721</c:v>
                </c:pt>
                <c:pt idx="4368">
                  <c:v>40722</c:v>
                </c:pt>
                <c:pt idx="4369">
                  <c:v>40723</c:v>
                </c:pt>
                <c:pt idx="4370">
                  <c:v>40724</c:v>
                </c:pt>
                <c:pt idx="4371">
                  <c:v>40725</c:v>
                </c:pt>
                <c:pt idx="4372">
                  <c:v>40729</c:v>
                </c:pt>
                <c:pt idx="4373">
                  <c:v>40730</c:v>
                </c:pt>
                <c:pt idx="4374">
                  <c:v>40731</c:v>
                </c:pt>
                <c:pt idx="4375">
                  <c:v>40732</c:v>
                </c:pt>
                <c:pt idx="4376">
                  <c:v>40735</c:v>
                </c:pt>
                <c:pt idx="4377">
                  <c:v>40736</c:v>
                </c:pt>
                <c:pt idx="4378">
                  <c:v>40737</c:v>
                </c:pt>
                <c:pt idx="4379">
                  <c:v>40738</c:v>
                </c:pt>
                <c:pt idx="4380">
                  <c:v>40739</c:v>
                </c:pt>
                <c:pt idx="4381">
                  <c:v>40742</c:v>
                </c:pt>
                <c:pt idx="4382">
                  <c:v>40743</c:v>
                </c:pt>
                <c:pt idx="4383">
                  <c:v>40744</c:v>
                </c:pt>
                <c:pt idx="4384">
                  <c:v>40745</c:v>
                </c:pt>
                <c:pt idx="4385">
                  <c:v>40746</c:v>
                </c:pt>
                <c:pt idx="4386">
                  <c:v>40749</c:v>
                </c:pt>
                <c:pt idx="4387">
                  <c:v>40750</c:v>
                </c:pt>
                <c:pt idx="4388">
                  <c:v>40751</c:v>
                </c:pt>
                <c:pt idx="4389">
                  <c:v>40752</c:v>
                </c:pt>
                <c:pt idx="4390">
                  <c:v>40753</c:v>
                </c:pt>
                <c:pt idx="4391">
                  <c:v>40756</c:v>
                </c:pt>
                <c:pt idx="4392">
                  <c:v>40757</c:v>
                </c:pt>
                <c:pt idx="4393">
                  <c:v>40758</c:v>
                </c:pt>
                <c:pt idx="4394">
                  <c:v>40759</c:v>
                </c:pt>
                <c:pt idx="4395">
                  <c:v>40760</c:v>
                </c:pt>
                <c:pt idx="4396">
                  <c:v>40763</c:v>
                </c:pt>
                <c:pt idx="4397">
                  <c:v>40764</c:v>
                </c:pt>
                <c:pt idx="4398">
                  <c:v>40765</c:v>
                </c:pt>
                <c:pt idx="4399">
                  <c:v>40766</c:v>
                </c:pt>
                <c:pt idx="4400">
                  <c:v>40767</c:v>
                </c:pt>
                <c:pt idx="4401">
                  <c:v>40770</c:v>
                </c:pt>
                <c:pt idx="4402">
                  <c:v>40771</c:v>
                </c:pt>
                <c:pt idx="4403">
                  <c:v>40772</c:v>
                </c:pt>
                <c:pt idx="4404">
                  <c:v>40773</c:v>
                </c:pt>
                <c:pt idx="4405">
                  <c:v>40774</c:v>
                </c:pt>
                <c:pt idx="4406">
                  <c:v>40777</c:v>
                </c:pt>
                <c:pt idx="4407">
                  <c:v>40778</c:v>
                </c:pt>
                <c:pt idx="4408">
                  <c:v>40779</c:v>
                </c:pt>
                <c:pt idx="4409">
                  <c:v>40780</c:v>
                </c:pt>
                <c:pt idx="4410">
                  <c:v>40781</c:v>
                </c:pt>
                <c:pt idx="4411">
                  <c:v>40784</c:v>
                </c:pt>
                <c:pt idx="4412">
                  <c:v>40785</c:v>
                </c:pt>
                <c:pt idx="4413">
                  <c:v>40786</c:v>
                </c:pt>
                <c:pt idx="4414">
                  <c:v>40787</c:v>
                </c:pt>
                <c:pt idx="4415">
                  <c:v>40788</c:v>
                </c:pt>
                <c:pt idx="4416">
                  <c:v>40792</c:v>
                </c:pt>
                <c:pt idx="4417">
                  <c:v>40793</c:v>
                </c:pt>
                <c:pt idx="4418">
                  <c:v>40794</c:v>
                </c:pt>
                <c:pt idx="4419">
                  <c:v>40795</c:v>
                </c:pt>
                <c:pt idx="4420">
                  <c:v>40798</c:v>
                </c:pt>
                <c:pt idx="4421">
                  <c:v>40799</c:v>
                </c:pt>
                <c:pt idx="4422">
                  <c:v>40800</c:v>
                </c:pt>
                <c:pt idx="4423">
                  <c:v>40801</c:v>
                </c:pt>
                <c:pt idx="4424">
                  <c:v>40802</c:v>
                </c:pt>
                <c:pt idx="4425">
                  <c:v>40805</c:v>
                </c:pt>
                <c:pt idx="4426">
                  <c:v>40806</c:v>
                </c:pt>
                <c:pt idx="4427">
                  <c:v>40807</c:v>
                </c:pt>
                <c:pt idx="4428">
                  <c:v>40808</c:v>
                </c:pt>
                <c:pt idx="4429">
                  <c:v>40809</c:v>
                </c:pt>
                <c:pt idx="4430">
                  <c:v>40812</c:v>
                </c:pt>
                <c:pt idx="4431">
                  <c:v>40813</c:v>
                </c:pt>
                <c:pt idx="4432">
                  <c:v>40814</c:v>
                </c:pt>
                <c:pt idx="4433">
                  <c:v>40815</c:v>
                </c:pt>
                <c:pt idx="4434">
                  <c:v>40816</c:v>
                </c:pt>
                <c:pt idx="4435">
                  <c:v>40819</c:v>
                </c:pt>
                <c:pt idx="4436">
                  <c:v>40820</c:v>
                </c:pt>
                <c:pt idx="4437">
                  <c:v>40821</c:v>
                </c:pt>
                <c:pt idx="4438">
                  <c:v>40822</c:v>
                </c:pt>
                <c:pt idx="4439">
                  <c:v>40823</c:v>
                </c:pt>
                <c:pt idx="4440">
                  <c:v>40827</c:v>
                </c:pt>
                <c:pt idx="4441">
                  <c:v>40828</c:v>
                </c:pt>
                <c:pt idx="4442">
                  <c:v>40829</c:v>
                </c:pt>
                <c:pt idx="4443">
                  <c:v>40830</c:v>
                </c:pt>
                <c:pt idx="4444">
                  <c:v>40833</c:v>
                </c:pt>
                <c:pt idx="4445">
                  <c:v>40834</c:v>
                </c:pt>
                <c:pt idx="4446">
                  <c:v>40835</c:v>
                </c:pt>
                <c:pt idx="4447">
                  <c:v>40836</c:v>
                </c:pt>
                <c:pt idx="4448">
                  <c:v>40837</c:v>
                </c:pt>
                <c:pt idx="4449">
                  <c:v>40840</c:v>
                </c:pt>
                <c:pt idx="4450">
                  <c:v>40841</c:v>
                </c:pt>
                <c:pt idx="4451">
                  <c:v>40842</c:v>
                </c:pt>
                <c:pt idx="4452">
                  <c:v>40843</c:v>
                </c:pt>
                <c:pt idx="4453">
                  <c:v>40844</c:v>
                </c:pt>
                <c:pt idx="4454">
                  <c:v>40847</c:v>
                </c:pt>
                <c:pt idx="4455">
                  <c:v>40848</c:v>
                </c:pt>
                <c:pt idx="4456">
                  <c:v>40849</c:v>
                </c:pt>
                <c:pt idx="4457">
                  <c:v>40850</c:v>
                </c:pt>
                <c:pt idx="4458">
                  <c:v>40851</c:v>
                </c:pt>
                <c:pt idx="4459">
                  <c:v>40854</c:v>
                </c:pt>
                <c:pt idx="4460">
                  <c:v>40855</c:v>
                </c:pt>
                <c:pt idx="4461">
                  <c:v>40856</c:v>
                </c:pt>
                <c:pt idx="4462">
                  <c:v>40857</c:v>
                </c:pt>
                <c:pt idx="4463">
                  <c:v>40861</c:v>
                </c:pt>
                <c:pt idx="4464">
                  <c:v>40862</c:v>
                </c:pt>
                <c:pt idx="4465">
                  <c:v>40863</c:v>
                </c:pt>
                <c:pt idx="4466">
                  <c:v>40864</c:v>
                </c:pt>
                <c:pt idx="4467">
                  <c:v>40865</c:v>
                </c:pt>
                <c:pt idx="4468">
                  <c:v>40868</c:v>
                </c:pt>
                <c:pt idx="4469">
                  <c:v>40869</c:v>
                </c:pt>
                <c:pt idx="4470">
                  <c:v>40870</c:v>
                </c:pt>
                <c:pt idx="4471">
                  <c:v>40872</c:v>
                </c:pt>
                <c:pt idx="4472">
                  <c:v>40875</c:v>
                </c:pt>
                <c:pt idx="4473">
                  <c:v>40876</c:v>
                </c:pt>
                <c:pt idx="4474">
                  <c:v>40877</c:v>
                </c:pt>
                <c:pt idx="4475">
                  <c:v>40878</c:v>
                </c:pt>
                <c:pt idx="4476">
                  <c:v>40879</c:v>
                </c:pt>
                <c:pt idx="4477">
                  <c:v>40882</c:v>
                </c:pt>
                <c:pt idx="4478">
                  <c:v>40883</c:v>
                </c:pt>
                <c:pt idx="4479">
                  <c:v>40884</c:v>
                </c:pt>
                <c:pt idx="4480">
                  <c:v>40885</c:v>
                </c:pt>
                <c:pt idx="4481">
                  <c:v>40886</c:v>
                </c:pt>
                <c:pt idx="4482">
                  <c:v>40889</c:v>
                </c:pt>
                <c:pt idx="4483">
                  <c:v>40890</c:v>
                </c:pt>
                <c:pt idx="4484">
                  <c:v>40891</c:v>
                </c:pt>
                <c:pt idx="4485">
                  <c:v>40892</c:v>
                </c:pt>
                <c:pt idx="4486">
                  <c:v>40893</c:v>
                </c:pt>
                <c:pt idx="4487">
                  <c:v>40896</c:v>
                </c:pt>
                <c:pt idx="4488">
                  <c:v>40897</c:v>
                </c:pt>
                <c:pt idx="4489">
                  <c:v>40898</c:v>
                </c:pt>
                <c:pt idx="4490">
                  <c:v>40899</c:v>
                </c:pt>
                <c:pt idx="4491">
                  <c:v>40900</c:v>
                </c:pt>
                <c:pt idx="4492">
                  <c:v>40904</c:v>
                </c:pt>
                <c:pt idx="4493">
                  <c:v>40905</c:v>
                </c:pt>
                <c:pt idx="4494">
                  <c:v>40906</c:v>
                </c:pt>
                <c:pt idx="4495">
                  <c:v>40907</c:v>
                </c:pt>
                <c:pt idx="4496">
                  <c:v>40911</c:v>
                </c:pt>
                <c:pt idx="4497">
                  <c:v>40912</c:v>
                </c:pt>
                <c:pt idx="4498">
                  <c:v>40913</c:v>
                </c:pt>
                <c:pt idx="4499">
                  <c:v>40914</c:v>
                </c:pt>
                <c:pt idx="4500">
                  <c:v>40917</c:v>
                </c:pt>
                <c:pt idx="4501">
                  <c:v>40918</c:v>
                </c:pt>
                <c:pt idx="4502">
                  <c:v>40919</c:v>
                </c:pt>
                <c:pt idx="4503">
                  <c:v>40920</c:v>
                </c:pt>
                <c:pt idx="4504">
                  <c:v>40921</c:v>
                </c:pt>
                <c:pt idx="4505">
                  <c:v>40925</c:v>
                </c:pt>
                <c:pt idx="4506">
                  <c:v>40926</c:v>
                </c:pt>
                <c:pt idx="4507">
                  <c:v>40927</c:v>
                </c:pt>
                <c:pt idx="4508">
                  <c:v>40928</c:v>
                </c:pt>
                <c:pt idx="4509">
                  <c:v>40931</c:v>
                </c:pt>
                <c:pt idx="4510">
                  <c:v>40932</c:v>
                </c:pt>
                <c:pt idx="4511">
                  <c:v>40933</c:v>
                </c:pt>
                <c:pt idx="4512">
                  <c:v>40934</c:v>
                </c:pt>
                <c:pt idx="4513">
                  <c:v>40935</c:v>
                </c:pt>
                <c:pt idx="4514">
                  <c:v>40938</c:v>
                </c:pt>
                <c:pt idx="4515">
                  <c:v>40939</c:v>
                </c:pt>
                <c:pt idx="4516">
                  <c:v>40940</c:v>
                </c:pt>
                <c:pt idx="4517">
                  <c:v>40941</c:v>
                </c:pt>
                <c:pt idx="4518">
                  <c:v>40942</c:v>
                </c:pt>
                <c:pt idx="4519">
                  <c:v>40945</c:v>
                </c:pt>
                <c:pt idx="4520">
                  <c:v>40946</c:v>
                </c:pt>
                <c:pt idx="4521">
                  <c:v>40947</c:v>
                </c:pt>
                <c:pt idx="4522">
                  <c:v>40948</c:v>
                </c:pt>
                <c:pt idx="4523">
                  <c:v>40949</c:v>
                </c:pt>
                <c:pt idx="4524">
                  <c:v>40952</c:v>
                </c:pt>
                <c:pt idx="4525">
                  <c:v>40953</c:v>
                </c:pt>
                <c:pt idx="4526">
                  <c:v>40954</c:v>
                </c:pt>
                <c:pt idx="4527">
                  <c:v>40955</c:v>
                </c:pt>
                <c:pt idx="4528">
                  <c:v>40956</c:v>
                </c:pt>
                <c:pt idx="4529">
                  <c:v>40960</c:v>
                </c:pt>
                <c:pt idx="4530">
                  <c:v>40961</c:v>
                </c:pt>
                <c:pt idx="4531">
                  <c:v>40962</c:v>
                </c:pt>
                <c:pt idx="4532">
                  <c:v>40963</c:v>
                </c:pt>
                <c:pt idx="4533">
                  <c:v>40966</c:v>
                </c:pt>
                <c:pt idx="4534">
                  <c:v>40967</c:v>
                </c:pt>
                <c:pt idx="4535">
                  <c:v>40968</c:v>
                </c:pt>
                <c:pt idx="4536">
                  <c:v>40969</c:v>
                </c:pt>
                <c:pt idx="4537">
                  <c:v>40970</c:v>
                </c:pt>
                <c:pt idx="4538">
                  <c:v>40973</c:v>
                </c:pt>
                <c:pt idx="4539">
                  <c:v>40974</c:v>
                </c:pt>
                <c:pt idx="4540">
                  <c:v>40975</c:v>
                </c:pt>
                <c:pt idx="4541">
                  <c:v>40976</c:v>
                </c:pt>
                <c:pt idx="4542">
                  <c:v>40977</c:v>
                </c:pt>
                <c:pt idx="4543">
                  <c:v>40980</c:v>
                </c:pt>
                <c:pt idx="4544">
                  <c:v>40981</c:v>
                </c:pt>
                <c:pt idx="4545">
                  <c:v>40982</c:v>
                </c:pt>
                <c:pt idx="4546">
                  <c:v>40983</c:v>
                </c:pt>
                <c:pt idx="4547">
                  <c:v>40984</c:v>
                </c:pt>
                <c:pt idx="4548">
                  <c:v>40987</c:v>
                </c:pt>
                <c:pt idx="4549">
                  <c:v>40988</c:v>
                </c:pt>
                <c:pt idx="4550">
                  <c:v>40989</c:v>
                </c:pt>
                <c:pt idx="4551">
                  <c:v>40990</c:v>
                </c:pt>
                <c:pt idx="4552">
                  <c:v>40991</c:v>
                </c:pt>
                <c:pt idx="4553">
                  <c:v>40994</c:v>
                </c:pt>
                <c:pt idx="4554">
                  <c:v>40995</c:v>
                </c:pt>
                <c:pt idx="4555">
                  <c:v>40996</c:v>
                </c:pt>
                <c:pt idx="4556">
                  <c:v>40997</c:v>
                </c:pt>
                <c:pt idx="4557">
                  <c:v>40998</c:v>
                </c:pt>
                <c:pt idx="4558">
                  <c:v>41001</c:v>
                </c:pt>
                <c:pt idx="4559">
                  <c:v>41002</c:v>
                </c:pt>
                <c:pt idx="4560">
                  <c:v>41003</c:v>
                </c:pt>
                <c:pt idx="4561">
                  <c:v>41004</c:v>
                </c:pt>
                <c:pt idx="4562">
                  <c:v>41005</c:v>
                </c:pt>
                <c:pt idx="4563">
                  <c:v>41008</c:v>
                </c:pt>
                <c:pt idx="4564">
                  <c:v>41009</c:v>
                </c:pt>
                <c:pt idx="4565">
                  <c:v>41010</c:v>
                </c:pt>
                <c:pt idx="4566">
                  <c:v>41011</c:v>
                </c:pt>
                <c:pt idx="4567">
                  <c:v>41012</c:v>
                </c:pt>
                <c:pt idx="4568">
                  <c:v>41015</c:v>
                </c:pt>
                <c:pt idx="4569">
                  <c:v>41016</c:v>
                </c:pt>
                <c:pt idx="4570">
                  <c:v>41017</c:v>
                </c:pt>
                <c:pt idx="4571">
                  <c:v>41018</c:v>
                </c:pt>
                <c:pt idx="4572">
                  <c:v>41019</c:v>
                </c:pt>
                <c:pt idx="4573">
                  <c:v>41022</c:v>
                </c:pt>
                <c:pt idx="4574">
                  <c:v>41023</c:v>
                </c:pt>
                <c:pt idx="4575">
                  <c:v>41024</c:v>
                </c:pt>
                <c:pt idx="4576">
                  <c:v>41025</c:v>
                </c:pt>
                <c:pt idx="4577">
                  <c:v>41026</c:v>
                </c:pt>
                <c:pt idx="4578">
                  <c:v>41029</c:v>
                </c:pt>
                <c:pt idx="4579">
                  <c:v>41030</c:v>
                </c:pt>
                <c:pt idx="4580">
                  <c:v>41031</c:v>
                </c:pt>
                <c:pt idx="4581">
                  <c:v>41032</c:v>
                </c:pt>
                <c:pt idx="4582">
                  <c:v>41033</c:v>
                </c:pt>
                <c:pt idx="4583">
                  <c:v>41036</c:v>
                </c:pt>
                <c:pt idx="4584">
                  <c:v>41037</c:v>
                </c:pt>
                <c:pt idx="4585">
                  <c:v>41038</c:v>
                </c:pt>
                <c:pt idx="4586">
                  <c:v>41039</c:v>
                </c:pt>
                <c:pt idx="4587">
                  <c:v>41040</c:v>
                </c:pt>
                <c:pt idx="4588">
                  <c:v>41043</c:v>
                </c:pt>
                <c:pt idx="4589">
                  <c:v>41044</c:v>
                </c:pt>
                <c:pt idx="4590">
                  <c:v>41045</c:v>
                </c:pt>
                <c:pt idx="4591">
                  <c:v>41046</c:v>
                </c:pt>
                <c:pt idx="4592">
                  <c:v>41047</c:v>
                </c:pt>
                <c:pt idx="4593">
                  <c:v>41050</c:v>
                </c:pt>
                <c:pt idx="4594">
                  <c:v>41051</c:v>
                </c:pt>
                <c:pt idx="4595">
                  <c:v>41052</c:v>
                </c:pt>
                <c:pt idx="4596">
                  <c:v>41053</c:v>
                </c:pt>
                <c:pt idx="4597">
                  <c:v>41054</c:v>
                </c:pt>
                <c:pt idx="4598">
                  <c:v>41058</c:v>
                </c:pt>
                <c:pt idx="4599">
                  <c:v>41059</c:v>
                </c:pt>
                <c:pt idx="4600">
                  <c:v>41060</c:v>
                </c:pt>
                <c:pt idx="4601">
                  <c:v>41061</c:v>
                </c:pt>
                <c:pt idx="4602">
                  <c:v>41064</c:v>
                </c:pt>
                <c:pt idx="4603">
                  <c:v>41065</c:v>
                </c:pt>
                <c:pt idx="4604">
                  <c:v>41066</c:v>
                </c:pt>
                <c:pt idx="4605">
                  <c:v>41067</c:v>
                </c:pt>
                <c:pt idx="4606">
                  <c:v>41068</c:v>
                </c:pt>
                <c:pt idx="4607">
                  <c:v>41071</c:v>
                </c:pt>
                <c:pt idx="4608">
                  <c:v>41072</c:v>
                </c:pt>
                <c:pt idx="4609">
                  <c:v>41073</c:v>
                </c:pt>
                <c:pt idx="4610">
                  <c:v>41074</c:v>
                </c:pt>
                <c:pt idx="4611">
                  <c:v>41075</c:v>
                </c:pt>
                <c:pt idx="4612">
                  <c:v>41078</c:v>
                </c:pt>
                <c:pt idx="4613">
                  <c:v>41079</c:v>
                </c:pt>
                <c:pt idx="4614">
                  <c:v>41080</c:v>
                </c:pt>
                <c:pt idx="4615">
                  <c:v>41081</c:v>
                </c:pt>
                <c:pt idx="4616">
                  <c:v>41082</c:v>
                </c:pt>
                <c:pt idx="4617">
                  <c:v>41085</c:v>
                </c:pt>
                <c:pt idx="4618">
                  <c:v>41086</c:v>
                </c:pt>
                <c:pt idx="4619">
                  <c:v>41087</c:v>
                </c:pt>
                <c:pt idx="4620">
                  <c:v>41088</c:v>
                </c:pt>
                <c:pt idx="4621">
                  <c:v>41089</c:v>
                </c:pt>
                <c:pt idx="4622">
                  <c:v>41092</c:v>
                </c:pt>
                <c:pt idx="4623">
                  <c:v>41093</c:v>
                </c:pt>
                <c:pt idx="4624">
                  <c:v>41095</c:v>
                </c:pt>
                <c:pt idx="4625">
                  <c:v>41096</c:v>
                </c:pt>
                <c:pt idx="4626">
                  <c:v>41099</c:v>
                </c:pt>
                <c:pt idx="4627">
                  <c:v>41100</c:v>
                </c:pt>
                <c:pt idx="4628">
                  <c:v>41101</c:v>
                </c:pt>
                <c:pt idx="4629">
                  <c:v>41102</c:v>
                </c:pt>
                <c:pt idx="4630">
                  <c:v>41103</c:v>
                </c:pt>
                <c:pt idx="4631">
                  <c:v>41106</c:v>
                </c:pt>
                <c:pt idx="4632">
                  <c:v>41107</c:v>
                </c:pt>
                <c:pt idx="4633">
                  <c:v>41108</c:v>
                </c:pt>
                <c:pt idx="4634">
                  <c:v>41109</c:v>
                </c:pt>
                <c:pt idx="4635">
                  <c:v>41110</c:v>
                </c:pt>
                <c:pt idx="4636">
                  <c:v>41113</c:v>
                </c:pt>
                <c:pt idx="4637">
                  <c:v>41114</c:v>
                </c:pt>
                <c:pt idx="4638">
                  <c:v>41115</c:v>
                </c:pt>
                <c:pt idx="4639">
                  <c:v>41116</c:v>
                </c:pt>
                <c:pt idx="4640">
                  <c:v>41117</c:v>
                </c:pt>
                <c:pt idx="4641">
                  <c:v>41120</c:v>
                </c:pt>
                <c:pt idx="4642">
                  <c:v>41121</c:v>
                </c:pt>
                <c:pt idx="4643">
                  <c:v>41122</c:v>
                </c:pt>
                <c:pt idx="4644">
                  <c:v>41123</c:v>
                </c:pt>
                <c:pt idx="4645">
                  <c:v>41124</c:v>
                </c:pt>
                <c:pt idx="4646">
                  <c:v>41127</c:v>
                </c:pt>
                <c:pt idx="4647">
                  <c:v>41128</c:v>
                </c:pt>
                <c:pt idx="4648">
                  <c:v>41129</c:v>
                </c:pt>
                <c:pt idx="4649">
                  <c:v>41130</c:v>
                </c:pt>
                <c:pt idx="4650">
                  <c:v>41131</c:v>
                </c:pt>
                <c:pt idx="4651">
                  <c:v>41134</c:v>
                </c:pt>
                <c:pt idx="4652">
                  <c:v>41135</c:v>
                </c:pt>
                <c:pt idx="4653">
                  <c:v>41136</c:v>
                </c:pt>
                <c:pt idx="4654">
                  <c:v>41137</c:v>
                </c:pt>
                <c:pt idx="4655">
                  <c:v>41138</c:v>
                </c:pt>
                <c:pt idx="4656">
                  <c:v>41141</c:v>
                </c:pt>
                <c:pt idx="4657">
                  <c:v>41142</c:v>
                </c:pt>
                <c:pt idx="4658">
                  <c:v>41143</c:v>
                </c:pt>
                <c:pt idx="4659">
                  <c:v>41144</c:v>
                </c:pt>
                <c:pt idx="4660">
                  <c:v>41145</c:v>
                </c:pt>
                <c:pt idx="4661">
                  <c:v>41148</c:v>
                </c:pt>
                <c:pt idx="4662">
                  <c:v>41149</c:v>
                </c:pt>
                <c:pt idx="4663">
                  <c:v>41150</c:v>
                </c:pt>
                <c:pt idx="4664">
                  <c:v>41151</c:v>
                </c:pt>
                <c:pt idx="4665">
                  <c:v>41152</c:v>
                </c:pt>
                <c:pt idx="4666">
                  <c:v>41156</c:v>
                </c:pt>
                <c:pt idx="4667">
                  <c:v>41157</c:v>
                </c:pt>
                <c:pt idx="4668">
                  <c:v>41158</c:v>
                </c:pt>
                <c:pt idx="4669">
                  <c:v>41159</c:v>
                </c:pt>
                <c:pt idx="4670">
                  <c:v>41162</c:v>
                </c:pt>
                <c:pt idx="4671">
                  <c:v>41163</c:v>
                </c:pt>
                <c:pt idx="4672">
                  <c:v>41164</c:v>
                </c:pt>
                <c:pt idx="4673">
                  <c:v>41165</c:v>
                </c:pt>
                <c:pt idx="4674">
                  <c:v>41166</c:v>
                </c:pt>
                <c:pt idx="4675">
                  <c:v>41169</c:v>
                </c:pt>
                <c:pt idx="4676">
                  <c:v>41170</c:v>
                </c:pt>
                <c:pt idx="4677">
                  <c:v>41171</c:v>
                </c:pt>
                <c:pt idx="4678">
                  <c:v>41172</c:v>
                </c:pt>
                <c:pt idx="4679">
                  <c:v>41173</c:v>
                </c:pt>
                <c:pt idx="4680">
                  <c:v>41176</c:v>
                </c:pt>
                <c:pt idx="4681">
                  <c:v>41177</c:v>
                </c:pt>
                <c:pt idx="4682">
                  <c:v>41178</c:v>
                </c:pt>
                <c:pt idx="4683">
                  <c:v>41179</c:v>
                </c:pt>
                <c:pt idx="4684">
                  <c:v>41180</c:v>
                </c:pt>
                <c:pt idx="4685">
                  <c:v>41183</c:v>
                </c:pt>
                <c:pt idx="4686">
                  <c:v>41184</c:v>
                </c:pt>
                <c:pt idx="4687">
                  <c:v>41185</c:v>
                </c:pt>
                <c:pt idx="4688">
                  <c:v>41186</c:v>
                </c:pt>
                <c:pt idx="4689">
                  <c:v>41187</c:v>
                </c:pt>
                <c:pt idx="4690">
                  <c:v>41191</c:v>
                </c:pt>
                <c:pt idx="4691">
                  <c:v>41192</c:v>
                </c:pt>
                <c:pt idx="4692">
                  <c:v>41193</c:v>
                </c:pt>
                <c:pt idx="4693">
                  <c:v>41194</c:v>
                </c:pt>
                <c:pt idx="4694">
                  <c:v>41197</c:v>
                </c:pt>
                <c:pt idx="4695">
                  <c:v>41198</c:v>
                </c:pt>
                <c:pt idx="4696">
                  <c:v>41199</c:v>
                </c:pt>
                <c:pt idx="4697">
                  <c:v>41200</c:v>
                </c:pt>
                <c:pt idx="4698">
                  <c:v>41201</c:v>
                </c:pt>
                <c:pt idx="4699">
                  <c:v>41204</c:v>
                </c:pt>
                <c:pt idx="4700">
                  <c:v>41205</c:v>
                </c:pt>
                <c:pt idx="4701">
                  <c:v>41206</c:v>
                </c:pt>
                <c:pt idx="4702">
                  <c:v>41207</c:v>
                </c:pt>
                <c:pt idx="4703">
                  <c:v>41208</c:v>
                </c:pt>
                <c:pt idx="4704">
                  <c:v>41211</c:v>
                </c:pt>
                <c:pt idx="4705">
                  <c:v>41213</c:v>
                </c:pt>
                <c:pt idx="4706">
                  <c:v>41214</c:v>
                </c:pt>
                <c:pt idx="4707">
                  <c:v>41215</c:v>
                </c:pt>
                <c:pt idx="4708">
                  <c:v>41218</c:v>
                </c:pt>
                <c:pt idx="4709">
                  <c:v>41219</c:v>
                </c:pt>
                <c:pt idx="4710">
                  <c:v>41220</c:v>
                </c:pt>
                <c:pt idx="4711">
                  <c:v>41221</c:v>
                </c:pt>
                <c:pt idx="4712">
                  <c:v>41222</c:v>
                </c:pt>
                <c:pt idx="4713">
                  <c:v>41226</c:v>
                </c:pt>
                <c:pt idx="4714">
                  <c:v>41227</c:v>
                </c:pt>
                <c:pt idx="4715">
                  <c:v>41228</c:v>
                </c:pt>
                <c:pt idx="4716">
                  <c:v>41229</c:v>
                </c:pt>
                <c:pt idx="4717">
                  <c:v>41232</c:v>
                </c:pt>
                <c:pt idx="4718">
                  <c:v>41233</c:v>
                </c:pt>
                <c:pt idx="4719">
                  <c:v>41234</c:v>
                </c:pt>
                <c:pt idx="4720">
                  <c:v>41236</c:v>
                </c:pt>
                <c:pt idx="4721">
                  <c:v>41239</c:v>
                </c:pt>
                <c:pt idx="4722">
                  <c:v>41240</c:v>
                </c:pt>
                <c:pt idx="4723">
                  <c:v>41241</c:v>
                </c:pt>
                <c:pt idx="4724">
                  <c:v>41242</c:v>
                </c:pt>
                <c:pt idx="4725">
                  <c:v>41243</c:v>
                </c:pt>
                <c:pt idx="4726">
                  <c:v>41246</c:v>
                </c:pt>
                <c:pt idx="4727">
                  <c:v>41247</c:v>
                </c:pt>
                <c:pt idx="4728">
                  <c:v>41248</c:v>
                </c:pt>
                <c:pt idx="4729">
                  <c:v>41249</c:v>
                </c:pt>
                <c:pt idx="4730">
                  <c:v>41250</c:v>
                </c:pt>
                <c:pt idx="4731">
                  <c:v>41253</c:v>
                </c:pt>
                <c:pt idx="4732">
                  <c:v>41254</c:v>
                </c:pt>
                <c:pt idx="4733">
                  <c:v>41255</c:v>
                </c:pt>
                <c:pt idx="4734">
                  <c:v>41256</c:v>
                </c:pt>
                <c:pt idx="4735">
                  <c:v>41257</c:v>
                </c:pt>
                <c:pt idx="4736">
                  <c:v>41260</c:v>
                </c:pt>
                <c:pt idx="4737">
                  <c:v>41261</c:v>
                </c:pt>
                <c:pt idx="4738">
                  <c:v>41262</c:v>
                </c:pt>
                <c:pt idx="4739">
                  <c:v>41263</c:v>
                </c:pt>
                <c:pt idx="4740">
                  <c:v>41264</c:v>
                </c:pt>
                <c:pt idx="4741">
                  <c:v>41267</c:v>
                </c:pt>
                <c:pt idx="4742">
                  <c:v>41269</c:v>
                </c:pt>
                <c:pt idx="4743">
                  <c:v>41270</c:v>
                </c:pt>
                <c:pt idx="4744">
                  <c:v>41271</c:v>
                </c:pt>
                <c:pt idx="4745">
                  <c:v>41274</c:v>
                </c:pt>
                <c:pt idx="4746">
                  <c:v>41276</c:v>
                </c:pt>
                <c:pt idx="4747">
                  <c:v>41277</c:v>
                </c:pt>
                <c:pt idx="4748">
                  <c:v>41278</c:v>
                </c:pt>
                <c:pt idx="4749">
                  <c:v>41281</c:v>
                </c:pt>
                <c:pt idx="4750">
                  <c:v>41282</c:v>
                </c:pt>
                <c:pt idx="4751">
                  <c:v>41283</c:v>
                </c:pt>
                <c:pt idx="4752">
                  <c:v>41284</c:v>
                </c:pt>
                <c:pt idx="4753">
                  <c:v>41285</c:v>
                </c:pt>
                <c:pt idx="4754">
                  <c:v>41288</c:v>
                </c:pt>
                <c:pt idx="4755">
                  <c:v>41289</c:v>
                </c:pt>
                <c:pt idx="4756">
                  <c:v>41290</c:v>
                </c:pt>
                <c:pt idx="4757">
                  <c:v>41291</c:v>
                </c:pt>
                <c:pt idx="4758">
                  <c:v>41292</c:v>
                </c:pt>
                <c:pt idx="4759">
                  <c:v>41296</c:v>
                </c:pt>
                <c:pt idx="4760">
                  <c:v>41297</c:v>
                </c:pt>
                <c:pt idx="4761">
                  <c:v>41298</c:v>
                </c:pt>
                <c:pt idx="4762">
                  <c:v>41299</c:v>
                </c:pt>
                <c:pt idx="4763">
                  <c:v>41302</c:v>
                </c:pt>
                <c:pt idx="4764">
                  <c:v>41303</c:v>
                </c:pt>
                <c:pt idx="4765">
                  <c:v>41304</c:v>
                </c:pt>
                <c:pt idx="4766">
                  <c:v>41305</c:v>
                </c:pt>
                <c:pt idx="4767">
                  <c:v>41306</c:v>
                </c:pt>
                <c:pt idx="4768">
                  <c:v>41309</c:v>
                </c:pt>
                <c:pt idx="4769">
                  <c:v>41310</c:v>
                </c:pt>
                <c:pt idx="4770">
                  <c:v>41311</c:v>
                </c:pt>
                <c:pt idx="4771">
                  <c:v>41312</c:v>
                </c:pt>
                <c:pt idx="4772">
                  <c:v>41313</c:v>
                </c:pt>
                <c:pt idx="4773">
                  <c:v>41316</c:v>
                </c:pt>
                <c:pt idx="4774">
                  <c:v>41317</c:v>
                </c:pt>
                <c:pt idx="4775">
                  <c:v>41318</c:v>
                </c:pt>
                <c:pt idx="4776">
                  <c:v>41319</c:v>
                </c:pt>
                <c:pt idx="4777">
                  <c:v>41320</c:v>
                </c:pt>
                <c:pt idx="4778">
                  <c:v>41324</c:v>
                </c:pt>
                <c:pt idx="4779">
                  <c:v>41325</c:v>
                </c:pt>
                <c:pt idx="4780">
                  <c:v>41326</c:v>
                </c:pt>
                <c:pt idx="4781">
                  <c:v>41327</c:v>
                </c:pt>
                <c:pt idx="4782">
                  <c:v>41330</c:v>
                </c:pt>
                <c:pt idx="4783">
                  <c:v>41331</c:v>
                </c:pt>
                <c:pt idx="4784">
                  <c:v>41332</c:v>
                </c:pt>
                <c:pt idx="4785">
                  <c:v>41333</c:v>
                </c:pt>
                <c:pt idx="4786">
                  <c:v>41334</c:v>
                </c:pt>
                <c:pt idx="4787">
                  <c:v>41337</c:v>
                </c:pt>
                <c:pt idx="4788">
                  <c:v>41338</c:v>
                </c:pt>
                <c:pt idx="4789">
                  <c:v>41339</c:v>
                </c:pt>
                <c:pt idx="4790">
                  <c:v>41340</c:v>
                </c:pt>
                <c:pt idx="4791">
                  <c:v>41341</c:v>
                </c:pt>
                <c:pt idx="4792">
                  <c:v>41344</c:v>
                </c:pt>
                <c:pt idx="4793">
                  <c:v>41345</c:v>
                </c:pt>
                <c:pt idx="4794">
                  <c:v>41346</c:v>
                </c:pt>
                <c:pt idx="4795">
                  <c:v>41347</c:v>
                </c:pt>
                <c:pt idx="4796">
                  <c:v>41348</c:v>
                </c:pt>
                <c:pt idx="4797">
                  <c:v>41351</c:v>
                </c:pt>
                <c:pt idx="4798">
                  <c:v>41352</c:v>
                </c:pt>
                <c:pt idx="4799">
                  <c:v>41353</c:v>
                </c:pt>
                <c:pt idx="4800">
                  <c:v>41354</c:v>
                </c:pt>
                <c:pt idx="4801">
                  <c:v>41355</c:v>
                </c:pt>
                <c:pt idx="4802">
                  <c:v>41358</c:v>
                </c:pt>
                <c:pt idx="4803">
                  <c:v>41359</c:v>
                </c:pt>
                <c:pt idx="4804">
                  <c:v>41360</c:v>
                </c:pt>
                <c:pt idx="4805">
                  <c:v>41361</c:v>
                </c:pt>
                <c:pt idx="4806">
                  <c:v>41365</c:v>
                </c:pt>
                <c:pt idx="4807">
                  <c:v>41366</c:v>
                </c:pt>
                <c:pt idx="4808">
                  <c:v>41367</c:v>
                </c:pt>
                <c:pt idx="4809">
                  <c:v>41368</c:v>
                </c:pt>
                <c:pt idx="4810">
                  <c:v>41369</c:v>
                </c:pt>
                <c:pt idx="4811">
                  <c:v>41372</c:v>
                </c:pt>
                <c:pt idx="4812">
                  <c:v>41373</c:v>
                </c:pt>
                <c:pt idx="4813">
                  <c:v>41374</c:v>
                </c:pt>
                <c:pt idx="4814">
                  <c:v>41375</c:v>
                </c:pt>
                <c:pt idx="4815">
                  <c:v>41376</c:v>
                </c:pt>
                <c:pt idx="4816">
                  <c:v>41379</c:v>
                </c:pt>
                <c:pt idx="4817">
                  <c:v>41380</c:v>
                </c:pt>
                <c:pt idx="4818">
                  <c:v>41381</c:v>
                </c:pt>
                <c:pt idx="4819">
                  <c:v>41382</c:v>
                </c:pt>
                <c:pt idx="4820">
                  <c:v>41383</c:v>
                </c:pt>
                <c:pt idx="4821">
                  <c:v>41386</c:v>
                </c:pt>
                <c:pt idx="4822">
                  <c:v>41387</c:v>
                </c:pt>
                <c:pt idx="4823">
                  <c:v>41388</c:v>
                </c:pt>
                <c:pt idx="4824">
                  <c:v>41389</c:v>
                </c:pt>
                <c:pt idx="4825">
                  <c:v>41390</c:v>
                </c:pt>
                <c:pt idx="4826">
                  <c:v>41393</c:v>
                </c:pt>
                <c:pt idx="4827">
                  <c:v>41394</c:v>
                </c:pt>
                <c:pt idx="4828">
                  <c:v>41395</c:v>
                </c:pt>
                <c:pt idx="4829">
                  <c:v>41396</c:v>
                </c:pt>
                <c:pt idx="4830">
                  <c:v>41397</c:v>
                </c:pt>
                <c:pt idx="4831">
                  <c:v>41400</c:v>
                </c:pt>
                <c:pt idx="4832">
                  <c:v>41401</c:v>
                </c:pt>
                <c:pt idx="4833">
                  <c:v>41402</c:v>
                </c:pt>
                <c:pt idx="4834">
                  <c:v>41403</c:v>
                </c:pt>
                <c:pt idx="4835">
                  <c:v>41404</c:v>
                </c:pt>
                <c:pt idx="4836">
                  <c:v>41407</c:v>
                </c:pt>
                <c:pt idx="4837">
                  <c:v>41408</c:v>
                </c:pt>
                <c:pt idx="4838">
                  <c:v>41409</c:v>
                </c:pt>
                <c:pt idx="4839">
                  <c:v>41410</c:v>
                </c:pt>
                <c:pt idx="4840">
                  <c:v>41411</c:v>
                </c:pt>
                <c:pt idx="4841">
                  <c:v>41414</c:v>
                </c:pt>
                <c:pt idx="4842">
                  <c:v>41415</c:v>
                </c:pt>
                <c:pt idx="4843">
                  <c:v>41416</c:v>
                </c:pt>
                <c:pt idx="4844">
                  <c:v>41417</c:v>
                </c:pt>
                <c:pt idx="4845">
                  <c:v>41418</c:v>
                </c:pt>
                <c:pt idx="4846">
                  <c:v>41422</c:v>
                </c:pt>
                <c:pt idx="4847">
                  <c:v>41423</c:v>
                </c:pt>
                <c:pt idx="4848">
                  <c:v>41424</c:v>
                </c:pt>
                <c:pt idx="4849">
                  <c:v>41425</c:v>
                </c:pt>
                <c:pt idx="4850">
                  <c:v>41428</c:v>
                </c:pt>
                <c:pt idx="4851">
                  <c:v>41429</c:v>
                </c:pt>
                <c:pt idx="4852">
                  <c:v>41430</c:v>
                </c:pt>
                <c:pt idx="4853">
                  <c:v>41431</c:v>
                </c:pt>
                <c:pt idx="4854">
                  <c:v>41432</c:v>
                </c:pt>
                <c:pt idx="4855">
                  <c:v>41435</c:v>
                </c:pt>
                <c:pt idx="4856">
                  <c:v>41436</c:v>
                </c:pt>
                <c:pt idx="4857">
                  <c:v>41437</c:v>
                </c:pt>
                <c:pt idx="4858">
                  <c:v>41438</c:v>
                </c:pt>
                <c:pt idx="4859">
                  <c:v>41439</c:v>
                </c:pt>
                <c:pt idx="4860">
                  <c:v>41442</c:v>
                </c:pt>
                <c:pt idx="4861">
                  <c:v>41443</c:v>
                </c:pt>
                <c:pt idx="4862">
                  <c:v>41444</c:v>
                </c:pt>
                <c:pt idx="4863">
                  <c:v>41445</c:v>
                </c:pt>
                <c:pt idx="4864">
                  <c:v>41446</c:v>
                </c:pt>
                <c:pt idx="4865">
                  <c:v>41449</c:v>
                </c:pt>
                <c:pt idx="4866">
                  <c:v>41450</c:v>
                </c:pt>
                <c:pt idx="4867">
                  <c:v>41451</c:v>
                </c:pt>
                <c:pt idx="4868">
                  <c:v>41452</c:v>
                </c:pt>
                <c:pt idx="4869">
                  <c:v>41453</c:v>
                </c:pt>
                <c:pt idx="4870">
                  <c:v>41456</c:v>
                </c:pt>
                <c:pt idx="4871">
                  <c:v>41457</c:v>
                </c:pt>
                <c:pt idx="4872">
                  <c:v>41458</c:v>
                </c:pt>
                <c:pt idx="4873">
                  <c:v>41460</c:v>
                </c:pt>
                <c:pt idx="4874">
                  <c:v>41463</c:v>
                </c:pt>
                <c:pt idx="4875">
                  <c:v>41464</c:v>
                </c:pt>
                <c:pt idx="4876">
                  <c:v>41465</c:v>
                </c:pt>
                <c:pt idx="4877">
                  <c:v>41466</c:v>
                </c:pt>
                <c:pt idx="4878">
                  <c:v>41467</c:v>
                </c:pt>
                <c:pt idx="4879">
                  <c:v>41470</c:v>
                </c:pt>
                <c:pt idx="4880">
                  <c:v>41471</c:v>
                </c:pt>
                <c:pt idx="4881">
                  <c:v>41472</c:v>
                </c:pt>
                <c:pt idx="4882">
                  <c:v>41473</c:v>
                </c:pt>
                <c:pt idx="4883">
                  <c:v>41474</c:v>
                </c:pt>
                <c:pt idx="4884">
                  <c:v>41477</c:v>
                </c:pt>
                <c:pt idx="4885">
                  <c:v>41478</c:v>
                </c:pt>
                <c:pt idx="4886">
                  <c:v>41479</c:v>
                </c:pt>
                <c:pt idx="4887">
                  <c:v>41480</c:v>
                </c:pt>
                <c:pt idx="4888">
                  <c:v>41481</c:v>
                </c:pt>
                <c:pt idx="4889">
                  <c:v>41484</c:v>
                </c:pt>
                <c:pt idx="4890">
                  <c:v>41485</c:v>
                </c:pt>
                <c:pt idx="4891">
                  <c:v>41486</c:v>
                </c:pt>
                <c:pt idx="4892">
                  <c:v>41487</c:v>
                </c:pt>
                <c:pt idx="4893">
                  <c:v>41488</c:v>
                </c:pt>
                <c:pt idx="4894">
                  <c:v>41491</c:v>
                </c:pt>
                <c:pt idx="4895">
                  <c:v>41492</c:v>
                </c:pt>
                <c:pt idx="4896">
                  <c:v>41493</c:v>
                </c:pt>
                <c:pt idx="4897">
                  <c:v>41494</c:v>
                </c:pt>
                <c:pt idx="4898">
                  <c:v>41495</c:v>
                </c:pt>
                <c:pt idx="4899">
                  <c:v>41498</c:v>
                </c:pt>
                <c:pt idx="4900">
                  <c:v>41499</c:v>
                </c:pt>
                <c:pt idx="4901">
                  <c:v>41500</c:v>
                </c:pt>
                <c:pt idx="4902">
                  <c:v>41501</c:v>
                </c:pt>
                <c:pt idx="4903">
                  <c:v>41502</c:v>
                </c:pt>
                <c:pt idx="4904">
                  <c:v>41505</c:v>
                </c:pt>
                <c:pt idx="4905">
                  <c:v>41506</c:v>
                </c:pt>
                <c:pt idx="4906">
                  <c:v>41507</c:v>
                </c:pt>
                <c:pt idx="4907">
                  <c:v>41508</c:v>
                </c:pt>
                <c:pt idx="4908">
                  <c:v>41509</c:v>
                </c:pt>
                <c:pt idx="4909">
                  <c:v>41512</c:v>
                </c:pt>
                <c:pt idx="4910">
                  <c:v>41513</c:v>
                </c:pt>
                <c:pt idx="4911">
                  <c:v>41514</c:v>
                </c:pt>
                <c:pt idx="4912">
                  <c:v>41515</c:v>
                </c:pt>
                <c:pt idx="4913">
                  <c:v>41516</c:v>
                </c:pt>
                <c:pt idx="4914">
                  <c:v>41520</c:v>
                </c:pt>
                <c:pt idx="4915">
                  <c:v>41521</c:v>
                </c:pt>
                <c:pt idx="4916">
                  <c:v>41522</c:v>
                </c:pt>
                <c:pt idx="4917">
                  <c:v>41523</c:v>
                </c:pt>
                <c:pt idx="4918">
                  <c:v>41526</c:v>
                </c:pt>
                <c:pt idx="4919">
                  <c:v>41527</c:v>
                </c:pt>
                <c:pt idx="4920">
                  <c:v>41528</c:v>
                </c:pt>
                <c:pt idx="4921">
                  <c:v>41529</c:v>
                </c:pt>
                <c:pt idx="4922">
                  <c:v>41530</c:v>
                </c:pt>
                <c:pt idx="4923">
                  <c:v>41533</c:v>
                </c:pt>
                <c:pt idx="4924">
                  <c:v>41534</c:v>
                </c:pt>
                <c:pt idx="4925">
                  <c:v>41535</c:v>
                </c:pt>
                <c:pt idx="4926">
                  <c:v>41536</c:v>
                </c:pt>
                <c:pt idx="4927">
                  <c:v>41537</c:v>
                </c:pt>
                <c:pt idx="4928">
                  <c:v>41540</c:v>
                </c:pt>
                <c:pt idx="4929">
                  <c:v>41541</c:v>
                </c:pt>
                <c:pt idx="4930">
                  <c:v>41542</c:v>
                </c:pt>
                <c:pt idx="4931">
                  <c:v>41543</c:v>
                </c:pt>
                <c:pt idx="4932">
                  <c:v>41544</c:v>
                </c:pt>
                <c:pt idx="4933">
                  <c:v>41547</c:v>
                </c:pt>
                <c:pt idx="4934">
                  <c:v>41548</c:v>
                </c:pt>
                <c:pt idx="4935">
                  <c:v>41549</c:v>
                </c:pt>
                <c:pt idx="4936">
                  <c:v>41550</c:v>
                </c:pt>
                <c:pt idx="4937">
                  <c:v>41551</c:v>
                </c:pt>
                <c:pt idx="4938">
                  <c:v>41554</c:v>
                </c:pt>
                <c:pt idx="4939">
                  <c:v>41555</c:v>
                </c:pt>
                <c:pt idx="4940">
                  <c:v>41556</c:v>
                </c:pt>
                <c:pt idx="4941">
                  <c:v>41557</c:v>
                </c:pt>
                <c:pt idx="4942">
                  <c:v>41558</c:v>
                </c:pt>
                <c:pt idx="4943">
                  <c:v>41562</c:v>
                </c:pt>
                <c:pt idx="4944">
                  <c:v>41563</c:v>
                </c:pt>
                <c:pt idx="4945">
                  <c:v>41564</c:v>
                </c:pt>
                <c:pt idx="4946">
                  <c:v>41565</c:v>
                </c:pt>
                <c:pt idx="4947">
                  <c:v>41568</c:v>
                </c:pt>
                <c:pt idx="4948">
                  <c:v>41569</c:v>
                </c:pt>
                <c:pt idx="4949">
                  <c:v>41570</c:v>
                </c:pt>
                <c:pt idx="4950">
                  <c:v>41571</c:v>
                </c:pt>
                <c:pt idx="4951">
                  <c:v>41572</c:v>
                </c:pt>
                <c:pt idx="4952">
                  <c:v>41575</c:v>
                </c:pt>
                <c:pt idx="4953">
                  <c:v>41576</c:v>
                </c:pt>
                <c:pt idx="4954">
                  <c:v>41577</c:v>
                </c:pt>
                <c:pt idx="4955">
                  <c:v>41578</c:v>
                </c:pt>
                <c:pt idx="4956">
                  <c:v>41579</c:v>
                </c:pt>
                <c:pt idx="4957">
                  <c:v>41582</c:v>
                </c:pt>
                <c:pt idx="4958">
                  <c:v>41583</c:v>
                </c:pt>
                <c:pt idx="4959">
                  <c:v>41584</c:v>
                </c:pt>
                <c:pt idx="4960">
                  <c:v>41585</c:v>
                </c:pt>
                <c:pt idx="4961">
                  <c:v>41586</c:v>
                </c:pt>
                <c:pt idx="4962">
                  <c:v>41590</c:v>
                </c:pt>
                <c:pt idx="4963">
                  <c:v>41591</c:v>
                </c:pt>
                <c:pt idx="4964">
                  <c:v>41592</c:v>
                </c:pt>
                <c:pt idx="4965">
                  <c:v>41593</c:v>
                </c:pt>
                <c:pt idx="4966">
                  <c:v>41596</c:v>
                </c:pt>
                <c:pt idx="4967">
                  <c:v>41597</c:v>
                </c:pt>
                <c:pt idx="4968">
                  <c:v>41598</c:v>
                </c:pt>
                <c:pt idx="4969">
                  <c:v>41599</c:v>
                </c:pt>
                <c:pt idx="4970">
                  <c:v>41600</c:v>
                </c:pt>
                <c:pt idx="4971">
                  <c:v>41603</c:v>
                </c:pt>
                <c:pt idx="4972">
                  <c:v>41604</c:v>
                </c:pt>
                <c:pt idx="4973">
                  <c:v>41605</c:v>
                </c:pt>
                <c:pt idx="4974">
                  <c:v>41607</c:v>
                </c:pt>
                <c:pt idx="4975">
                  <c:v>41610</c:v>
                </c:pt>
                <c:pt idx="4976">
                  <c:v>41611</c:v>
                </c:pt>
                <c:pt idx="4977">
                  <c:v>41612</c:v>
                </c:pt>
                <c:pt idx="4978">
                  <c:v>41613</c:v>
                </c:pt>
                <c:pt idx="4979">
                  <c:v>41614</c:v>
                </c:pt>
                <c:pt idx="4980">
                  <c:v>41617</c:v>
                </c:pt>
                <c:pt idx="4981">
                  <c:v>41618</c:v>
                </c:pt>
                <c:pt idx="4982">
                  <c:v>41619</c:v>
                </c:pt>
                <c:pt idx="4983">
                  <c:v>41620</c:v>
                </c:pt>
                <c:pt idx="4984">
                  <c:v>41621</c:v>
                </c:pt>
                <c:pt idx="4985">
                  <c:v>41624</c:v>
                </c:pt>
                <c:pt idx="4986">
                  <c:v>41625</c:v>
                </c:pt>
                <c:pt idx="4987">
                  <c:v>41626</c:v>
                </c:pt>
                <c:pt idx="4988">
                  <c:v>41627</c:v>
                </c:pt>
                <c:pt idx="4989">
                  <c:v>41628</c:v>
                </c:pt>
                <c:pt idx="4990">
                  <c:v>41631</c:v>
                </c:pt>
                <c:pt idx="4991">
                  <c:v>41632</c:v>
                </c:pt>
                <c:pt idx="4992">
                  <c:v>41634</c:v>
                </c:pt>
                <c:pt idx="4993">
                  <c:v>41635</c:v>
                </c:pt>
                <c:pt idx="4994">
                  <c:v>41638</c:v>
                </c:pt>
                <c:pt idx="4995">
                  <c:v>41639</c:v>
                </c:pt>
                <c:pt idx="4996">
                  <c:v>41641</c:v>
                </c:pt>
                <c:pt idx="4997">
                  <c:v>41642</c:v>
                </c:pt>
                <c:pt idx="4998">
                  <c:v>41645</c:v>
                </c:pt>
                <c:pt idx="4999">
                  <c:v>41646</c:v>
                </c:pt>
                <c:pt idx="5000">
                  <c:v>41647</c:v>
                </c:pt>
                <c:pt idx="5001">
                  <c:v>41648</c:v>
                </c:pt>
                <c:pt idx="5002">
                  <c:v>41649</c:v>
                </c:pt>
                <c:pt idx="5003">
                  <c:v>41652</c:v>
                </c:pt>
                <c:pt idx="5004">
                  <c:v>41653</c:v>
                </c:pt>
                <c:pt idx="5005">
                  <c:v>41654</c:v>
                </c:pt>
                <c:pt idx="5006">
                  <c:v>41655</c:v>
                </c:pt>
                <c:pt idx="5007">
                  <c:v>41656</c:v>
                </c:pt>
                <c:pt idx="5008">
                  <c:v>41660</c:v>
                </c:pt>
                <c:pt idx="5009">
                  <c:v>41661</c:v>
                </c:pt>
                <c:pt idx="5010">
                  <c:v>41662</c:v>
                </c:pt>
                <c:pt idx="5011">
                  <c:v>41663</c:v>
                </c:pt>
                <c:pt idx="5012">
                  <c:v>41666</c:v>
                </c:pt>
                <c:pt idx="5013">
                  <c:v>41667</c:v>
                </c:pt>
                <c:pt idx="5014">
                  <c:v>41668</c:v>
                </c:pt>
                <c:pt idx="5015">
                  <c:v>41669</c:v>
                </c:pt>
                <c:pt idx="5016">
                  <c:v>41670</c:v>
                </c:pt>
                <c:pt idx="5017">
                  <c:v>41673</c:v>
                </c:pt>
                <c:pt idx="5018">
                  <c:v>41674</c:v>
                </c:pt>
                <c:pt idx="5019">
                  <c:v>41675</c:v>
                </c:pt>
                <c:pt idx="5020">
                  <c:v>41676</c:v>
                </c:pt>
                <c:pt idx="5021">
                  <c:v>41677</c:v>
                </c:pt>
                <c:pt idx="5022">
                  <c:v>41680</c:v>
                </c:pt>
                <c:pt idx="5023">
                  <c:v>41681</c:v>
                </c:pt>
                <c:pt idx="5024">
                  <c:v>41682</c:v>
                </c:pt>
                <c:pt idx="5025">
                  <c:v>41683</c:v>
                </c:pt>
                <c:pt idx="5026">
                  <c:v>41684</c:v>
                </c:pt>
                <c:pt idx="5027">
                  <c:v>41688</c:v>
                </c:pt>
                <c:pt idx="5028">
                  <c:v>41689</c:v>
                </c:pt>
                <c:pt idx="5029">
                  <c:v>41690</c:v>
                </c:pt>
                <c:pt idx="5030">
                  <c:v>41691</c:v>
                </c:pt>
                <c:pt idx="5031">
                  <c:v>41694</c:v>
                </c:pt>
                <c:pt idx="5032">
                  <c:v>41695</c:v>
                </c:pt>
                <c:pt idx="5033">
                  <c:v>41696</c:v>
                </c:pt>
                <c:pt idx="5034">
                  <c:v>41697</c:v>
                </c:pt>
                <c:pt idx="5035">
                  <c:v>41698</c:v>
                </c:pt>
                <c:pt idx="5036">
                  <c:v>41701</c:v>
                </c:pt>
                <c:pt idx="5037">
                  <c:v>41702</c:v>
                </c:pt>
                <c:pt idx="5038">
                  <c:v>41703</c:v>
                </c:pt>
                <c:pt idx="5039">
                  <c:v>41704</c:v>
                </c:pt>
                <c:pt idx="5040">
                  <c:v>41705</c:v>
                </c:pt>
                <c:pt idx="5041">
                  <c:v>41708</c:v>
                </c:pt>
                <c:pt idx="5042">
                  <c:v>41709</c:v>
                </c:pt>
                <c:pt idx="5043">
                  <c:v>41710</c:v>
                </c:pt>
                <c:pt idx="5044">
                  <c:v>41711</c:v>
                </c:pt>
                <c:pt idx="5045">
                  <c:v>41712</c:v>
                </c:pt>
                <c:pt idx="5046">
                  <c:v>41715</c:v>
                </c:pt>
                <c:pt idx="5047">
                  <c:v>41716</c:v>
                </c:pt>
                <c:pt idx="5048">
                  <c:v>41717</c:v>
                </c:pt>
                <c:pt idx="5049">
                  <c:v>41718</c:v>
                </c:pt>
                <c:pt idx="5050">
                  <c:v>41719</c:v>
                </c:pt>
                <c:pt idx="5051">
                  <c:v>41722</c:v>
                </c:pt>
                <c:pt idx="5052">
                  <c:v>41723</c:v>
                </c:pt>
                <c:pt idx="5053">
                  <c:v>41724</c:v>
                </c:pt>
                <c:pt idx="5054">
                  <c:v>41725</c:v>
                </c:pt>
                <c:pt idx="5055">
                  <c:v>41726</c:v>
                </c:pt>
                <c:pt idx="5056">
                  <c:v>41729</c:v>
                </c:pt>
                <c:pt idx="5057">
                  <c:v>41730</c:v>
                </c:pt>
                <c:pt idx="5058">
                  <c:v>41731</c:v>
                </c:pt>
                <c:pt idx="5059">
                  <c:v>41732</c:v>
                </c:pt>
                <c:pt idx="5060">
                  <c:v>41733</c:v>
                </c:pt>
                <c:pt idx="5061">
                  <c:v>41736</c:v>
                </c:pt>
                <c:pt idx="5062">
                  <c:v>41737</c:v>
                </c:pt>
                <c:pt idx="5063">
                  <c:v>41738</c:v>
                </c:pt>
                <c:pt idx="5064">
                  <c:v>41739</c:v>
                </c:pt>
                <c:pt idx="5065">
                  <c:v>41740</c:v>
                </c:pt>
                <c:pt idx="5066">
                  <c:v>41743</c:v>
                </c:pt>
                <c:pt idx="5067">
                  <c:v>41744</c:v>
                </c:pt>
                <c:pt idx="5068">
                  <c:v>41745</c:v>
                </c:pt>
                <c:pt idx="5069">
                  <c:v>41746</c:v>
                </c:pt>
                <c:pt idx="5070">
                  <c:v>41750</c:v>
                </c:pt>
                <c:pt idx="5071">
                  <c:v>41751</c:v>
                </c:pt>
                <c:pt idx="5072">
                  <c:v>41752</c:v>
                </c:pt>
                <c:pt idx="5073">
                  <c:v>41753</c:v>
                </c:pt>
                <c:pt idx="5074">
                  <c:v>41754</c:v>
                </c:pt>
                <c:pt idx="5075">
                  <c:v>41757</c:v>
                </c:pt>
                <c:pt idx="5076">
                  <c:v>41758</c:v>
                </c:pt>
                <c:pt idx="5077">
                  <c:v>41759</c:v>
                </c:pt>
                <c:pt idx="5078">
                  <c:v>41760</c:v>
                </c:pt>
                <c:pt idx="5079">
                  <c:v>41761</c:v>
                </c:pt>
                <c:pt idx="5080">
                  <c:v>41764</c:v>
                </c:pt>
                <c:pt idx="5081">
                  <c:v>41765</c:v>
                </c:pt>
                <c:pt idx="5082">
                  <c:v>41766</c:v>
                </c:pt>
                <c:pt idx="5083">
                  <c:v>41767</c:v>
                </c:pt>
                <c:pt idx="5084">
                  <c:v>41768</c:v>
                </c:pt>
                <c:pt idx="5085">
                  <c:v>41771</c:v>
                </c:pt>
                <c:pt idx="5086">
                  <c:v>41772</c:v>
                </c:pt>
                <c:pt idx="5087">
                  <c:v>41773</c:v>
                </c:pt>
                <c:pt idx="5088">
                  <c:v>41774</c:v>
                </c:pt>
                <c:pt idx="5089">
                  <c:v>41775</c:v>
                </c:pt>
                <c:pt idx="5090">
                  <c:v>41778</c:v>
                </c:pt>
                <c:pt idx="5091">
                  <c:v>41779</c:v>
                </c:pt>
                <c:pt idx="5092">
                  <c:v>41780</c:v>
                </c:pt>
                <c:pt idx="5093">
                  <c:v>41781</c:v>
                </c:pt>
                <c:pt idx="5094">
                  <c:v>41782</c:v>
                </c:pt>
                <c:pt idx="5095">
                  <c:v>41786</c:v>
                </c:pt>
                <c:pt idx="5096">
                  <c:v>41787</c:v>
                </c:pt>
                <c:pt idx="5097">
                  <c:v>41788</c:v>
                </c:pt>
                <c:pt idx="5098">
                  <c:v>41789</c:v>
                </c:pt>
                <c:pt idx="5099">
                  <c:v>41792</c:v>
                </c:pt>
                <c:pt idx="5100">
                  <c:v>41793</c:v>
                </c:pt>
                <c:pt idx="5101">
                  <c:v>41794</c:v>
                </c:pt>
                <c:pt idx="5102">
                  <c:v>41795</c:v>
                </c:pt>
                <c:pt idx="5103">
                  <c:v>41796</c:v>
                </c:pt>
                <c:pt idx="5104">
                  <c:v>41799</c:v>
                </c:pt>
                <c:pt idx="5105">
                  <c:v>41800</c:v>
                </c:pt>
                <c:pt idx="5106">
                  <c:v>41801</c:v>
                </c:pt>
                <c:pt idx="5107">
                  <c:v>41802</c:v>
                </c:pt>
                <c:pt idx="5108">
                  <c:v>41803</c:v>
                </c:pt>
                <c:pt idx="5109">
                  <c:v>41806</c:v>
                </c:pt>
                <c:pt idx="5110">
                  <c:v>41807</c:v>
                </c:pt>
                <c:pt idx="5111">
                  <c:v>41808</c:v>
                </c:pt>
                <c:pt idx="5112">
                  <c:v>41809</c:v>
                </c:pt>
                <c:pt idx="5113">
                  <c:v>41810</c:v>
                </c:pt>
                <c:pt idx="5114">
                  <c:v>41813</c:v>
                </c:pt>
                <c:pt idx="5115">
                  <c:v>41814</c:v>
                </c:pt>
                <c:pt idx="5116">
                  <c:v>41815</c:v>
                </c:pt>
                <c:pt idx="5117">
                  <c:v>41816</c:v>
                </c:pt>
                <c:pt idx="5118">
                  <c:v>41817</c:v>
                </c:pt>
                <c:pt idx="5119">
                  <c:v>41820</c:v>
                </c:pt>
                <c:pt idx="5120">
                  <c:v>41821</c:v>
                </c:pt>
                <c:pt idx="5121">
                  <c:v>41822</c:v>
                </c:pt>
                <c:pt idx="5122">
                  <c:v>41823</c:v>
                </c:pt>
                <c:pt idx="5123">
                  <c:v>41827</c:v>
                </c:pt>
                <c:pt idx="5124">
                  <c:v>41828</c:v>
                </c:pt>
                <c:pt idx="5125">
                  <c:v>41829</c:v>
                </c:pt>
                <c:pt idx="5126">
                  <c:v>41830</c:v>
                </c:pt>
                <c:pt idx="5127">
                  <c:v>41831</c:v>
                </c:pt>
                <c:pt idx="5128">
                  <c:v>41834</c:v>
                </c:pt>
                <c:pt idx="5129">
                  <c:v>41835</c:v>
                </c:pt>
                <c:pt idx="5130">
                  <c:v>41836</c:v>
                </c:pt>
                <c:pt idx="5131">
                  <c:v>41837</c:v>
                </c:pt>
                <c:pt idx="5132">
                  <c:v>41838</c:v>
                </c:pt>
                <c:pt idx="5133">
                  <c:v>41841</c:v>
                </c:pt>
                <c:pt idx="5134">
                  <c:v>41842</c:v>
                </c:pt>
                <c:pt idx="5135">
                  <c:v>41843</c:v>
                </c:pt>
                <c:pt idx="5136">
                  <c:v>41844</c:v>
                </c:pt>
                <c:pt idx="5137">
                  <c:v>41845</c:v>
                </c:pt>
                <c:pt idx="5138">
                  <c:v>41848</c:v>
                </c:pt>
                <c:pt idx="5139">
                  <c:v>41849</c:v>
                </c:pt>
                <c:pt idx="5140">
                  <c:v>41850</c:v>
                </c:pt>
                <c:pt idx="5141">
                  <c:v>41851</c:v>
                </c:pt>
                <c:pt idx="5142">
                  <c:v>41852</c:v>
                </c:pt>
                <c:pt idx="5143">
                  <c:v>41855</c:v>
                </c:pt>
                <c:pt idx="5144">
                  <c:v>41856</c:v>
                </c:pt>
                <c:pt idx="5145">
                  <c:v>41857</c:v>
                </c:pt>
                <c:pt idx="5146">
                  <c:v>41858</c:v>
                </c:pt>
                <c:pt idx="5147">
                  <c:v>41859</c:v>
                </c:pt>
                <c:pt idx="5148">
                  <c:v>41862</c:v>
                </c:pt>
                <c:pt idx="5149">
                  <c:v>41863</c:v>
                </c:pt>
                <c:pt idx="5150">
                  <c:v>41864</c:v>
                </c:pt>
                <c:pt idx="5151">
                  <c:v>41865</c:v>
                </c:pt>
                <c:pt idx="5152">
                  <c:v>41866</c:v>
                </c:pt>
                <c:pt idx="5153">
                  <c:v>41869</c:v>
                </c:pt>
                <c:pt idx="5154">
                  <c:v>41870</c:v>
                </c:pt>
                <c:pt idx="5155">
                  <c:v>41871</c:v>
                </c:pt>
                <c:pt idx="5156">
                  <c:v>41872</c:v>
                </c:pt>
                <c:pt idx="5157">
                  <c:v>41873</c:v>
                </c:pt>
                <c:pt idx="5158">
                  <c:v>41876</c:v>
                </c:pt>
                <c:pt idx="5159">
                  <c:v>41877</c:v>
                </c:pt>
                <c:pt idx="5160">
                  <c:v>41878</c:v>
                </c:pt>
                <c:pt idx="5161">
                  <c:v>41879</c:v>
                </c:pt>
                <c:pt idx="5162">
                  <c:v>41880</c:v>
                </c:pt>
                <c:pt idx="5163">
                  <c:v>41884</c:v>
                </c:pt>
                <c:pt idx="5164">
                  <c:v>41885</c:v>
                </c:pt>
                <c:pt idx="5165">
                  <c:v>41886</c:v>
                </c:pt>
                <c:pt idx="5166">
                  <c:v>41887</c:v>
                </c:pt>
                <c:pt idx="5167">
                  <c:v>41890</c:v>
                </c:pt>
                <c:pt idx="5168">
                  <c:v>41891</c:v>
                </c:pt>
                <c:pt idx="5169">
                  <c:v>41892</c:v>
                </c:pt>
                <c:pt idx="5170">
                  <c:v>41893</c:v>
                </c:pt>
                <c:pt idx="5171">
                  <c:v>41894</c:v>
                </c:pt>
                <c:pt idx="5172">
                  <c:v>41897</c:v>
                </c:pt>
                <c:pt idx="5173">
                  <c:v>41898</c:v>
                </c:pt>
                <c:pt idx="5174">
                  <c:v>41899</c:v>
                </c:pt>
                <c:pt idx="5175">
                  <c:v>41900</c:v>
                </c:pt>
                <c:pt idx="5176">
                  <c:v>41901</c:v>
                </c:pt>
                <c:pt idx="5177">
                  <c:v>41904</c:v>
                </c:pt>
                <c:pt idx="5178">
                  <c:v>41905</c:v>
                </c:pt>
                <c:pt idx="5179">
                  <c:v>41906</c:v>
                </c:pt>
                <c:pt idx="5180">
                  <c:v>41907</c:v>
                </c:pt>
                <c:pt idx="5181">
                  <c:v>41908</c:v>
                </c:pt>
                <c:pt idx="5182">
                  <c:v>41911</c:v>
                </c:pt>
                <c:pt idx="5183">
                  <c:v>41912</c:v>
                </c:pt>
                <c:pt idx="5184">
                  <c:v>41913</c:v>
                </c:pt>
                <c:pt idx="5185">
                  <c:v>41914</c:v>
                </c:pt>
                <c:pt idx="5186">
                  <c:v>41915</c:v>
                </c:pt>
                <c:pt idx="5187">
                  <c:v>41918</c:v>
                </c:pt>
                <c:pt idx="5188">
                  <c:v>41919</c:v>
                </c:pt>
                <c:pt idx="5189">
                  <c:v>41920</c:v>
                </c:pt>
                <c:pt idx="5190">
                  <c:v>41921</c:v>
                </c:pt>
                <c:pt idx="5191">
                  <c:v>41922</c:v>
                </c:pt>
                <c:pt idx="5192">
                  <c:v>41926</c:v>
                </c:pt>
                <c:pt idx="5193">
                  <c:v>41927</c:v>
                </c:pt>
                <c:pt idx="5194">
                  <c:v>41928</c:v>
                </c:pt>
                <c:pt idx="5195">
                  <c:v>41929</c:v>
                </c:pt>
                <c:pt idx="5196">
                  <c:v>41932</c:v>
                </c:pt>
                <c:pt idx="5197">
                  <c:v>41933</c:v>
                </c:pt>
                <c:pt idx="5198">
                  <c:v>41934</c:v>
                </c:pt>
                <c:pt idx="5199">
                  <c:v>41935</c:v>
                </c:pt>
                <c:pt idx="5200">
                  <c:v>41936</c:v>
                </c:pt>
                <c:pt idx="5201">
                  <c:v>41939</c:v>
                </c:pt>
                <c:pt idx="5202">
                  <c:v>41940</c:v>
                </c:pt>
                <c:pt idx="5203">
                  <c:v>41941</c:v>
                </c:pt>
                <c:pt idx="5204">
                  <c:v>41942</c:v>
                </c:pt>
                <c:pt idx="5205">
                  <c:v>41943</c:v>
                </c:pt>
                <c:pt idx="5206">
                  <c:v>41946</c:v>
                </c:pt>
                <c:pt idx="5207">
                  <c:v>41947</c:v>
                </c:pt>
                <c:pt idx="5208">
                  <c:v>41948</c:v>
                </c:pt>
                <c:pt idx="5209">
                  <c:v>41949</c:v>
                </c:pt>
                <c:pt idx="5210">
                  <c:v>41950</c:v>
                </c:pt>
                <c:pt idx="5211">
                  <c:v>41953</c:v>
                </c:pt>
                <c:pt idx="5212">
                  <c:v>41955</c:v>
                </c:pt>
                <c:pt idx="5213">
                  <c:v>41956</c:v>
                </c:pt>
                <c:pt idx="5214">
                  <c:v>41957</c:v>
                </c:pt>
                <c:pt idx="5215">
                  <c:v>41960</c:v>
                </c:pt>
                <c:pt idx="5216">
                  <c:v>41961</c:v>
                </c:pt>
                <c:pt idx="5217">
                  <c:v>41962</c:v>
                </c:pt>
                <c:pt idx="5218">
                  <c:v>41963</c:v>
                </c:pt>
                <c:pt idx="5219">
                  <c:v>41964</c:v>
                </c:pt>
                <c:pt idx="5220">
                  <c:v>41967</c:v>
                </c:pt>
                <c:pt idx="5221">
                  <c:v>41968</c:v>
                </c:pt>
                <c:pt idx="5222">
                  <c:v>41969</c:v>
                </c:pt>
                <c:pt idx="5223">
                  <c:v>41971</c:v>
                </c:pt>
                <c:pt idx="5224">
                  <c:v>41974</c:v>
                </c:pt>
                <c:pt idx="5225">
                  <c:v>41975</c:v>
                </c:pt>
                <c:pt idx="5226">
                  <c:v>41976</c:v>
                </c:pt>
                <c:pt idx="5227">
                  <c:v>41977</c:v>
                </c:pt>
                <c:pt idx="5228">
                  <c:v>41978</c:v>
                </c:pt>
                <c:pt idx="5229">
                  <c:v>41981</c:v>
                </c:pt>
                <c:pt idx="5230">
                  <c:v>41982</c:v>
                </c:pt>
                <c:pt idx="5231">
                  <c:v>41983</c:v>
                </c:pt>
                <c:pt idx="5232">
                  <c:v>41984</c:v>
                </c:pt>
                <c:pt idx="5233">
                  <c:v>41985</c:v>
                </c:pt>
                <c:pt idx="5234">
                  <c:v>41988</c:v>
                </c:pt>
                <c:pt idx="5235">
                  <c:v>41989</c:v>
                </c:pt>
                <c:pt idx="5236">
                  <c:v>41990</c:v>
                </c:pt>
                <c:pt idx="5237">
                  <c:v>41991</c:v>
                </c:pt>
                <c:pt idx="5238">
                  <c:v>41992</c:v>
                </c:pt>
                <c:pt idx="5239">
                  <c:v>41995</c:v>
                </c:pt>
                <c:pt idx="5240">
                  <c:v>41996</c:v>
                </c:pt>
                <c:pt idx="5241">
                  <c:v>41997</c:v>
                </c:pt>
                <c:pt idx="5242">
                  <c:v>41999</c:v>
                </c:pt>
                <c:pt idx="5243">
                  <c:v>42002</c:v>
                </c:pt>
                <c:pt idx="5244">
                  <c:v>42003</c:v>
                </c:pt>
                <c:pt idx="5245">
                  <c:v>42004</c:v>
                </c:pt>
                <c:pt idx="5246">
                  <c:v>42006</c:v>
                </c:pt>
                <c:pt idx="5247">
                  <c:v>42009</c:v>
                </c:pt>
                <c:pt idx="5248">
                  <c:v>42010</c:v>
                </c:pt>
                <c:pt idx="5249">
                  <c:v>42011</c:v>
                </c:pt>
                <c:pt idx="5250">
                  <c:v>42012</c:v>
                </c:pt>
                <c:pt idx="5251">
                  <c:v>42013</c:v>
                </c:pt>
                <c:pt idx="5252">
                  <c:v>42016</c:v>
                </c:pt>
                <c:pt idx="5253">
                  <c:v>42017</c:v>
                </c:pt>
                <c:pt idx="5254">
                  <c:v>42018</c:v>
                </c:pt>
                <c:pt idx="5255">
                  <c:v>42019</c:v>
                </c:pt>
                <c:pt idx="5256">
                  <c:v>42020</c:v>
                </c:pt>
                <c:pt idx="5257">
                  <c:v>42024</c:v>
                </c:pt>
                <c:pt idx="5258">
                  <c:v>42025</c:v>
                </c:pt>
                <c:pt idx="5259">
                  <c:v>42026</c:v>
                </c:pt>
                <c:pt idx="5260">
                  <c:v>42027</c:v>
                </c:pt>
                <c:pt idx="5261">
                  <c:v>42030</c:v>
                </c:pt>
                <c:pt idx="5262">
                  <c:v>42031</c:v>
                </c:pt>
                <c:pt idx="5263">
                  <c:v>42032</c:v>
                </c:pt>
                <c:pt idx="5264">
                  <c:v>42033</c:v>
                </c:pt>
                <c:pt idx="5265">
                  <c:v>42034</c:v>
                </c:pt>
                <c:pt idx="5266">
                  <c:v>42037</c:v>
                </c:pt>
                <c:pt idx="5267">
                  <c:v>42038</c:v>
                </c:pt>
                <c:pt idx="5268">
                  <c:v>42039</c:v>
                </c:pt>
                <c:pt idx="5269">
                  <c:v>42040</c:v>
                </c:pt>
                <c:pt idx="5270">
                  <c:v>42041</c:v>
                </c:pt>
                <c:pt idx="5271">
                  <c:v>42044</c:v>
                </c:pt>
                <c:pt idx="5272">
                  <c:v>42045</c:v>
                </c:pt>
                <c:pt idx="5273">
                  <c:v>42046</c:v>
                </c:pt>
                <c:pt idx="5274">
                  <c:v>42047</c:v>
                </c:pt>
                <c:pt idx="5275">
                  <c:v>42048</c:v>
                </c:pt>
                <c:pt idx="5276">
                  <c:v>42052</c:v>
                </c:pt>
                <c:pt idx="5277">
                  <c:v>42053</c:v>
                </c:pt>
                <c:pt idx="5278">
                  <c:v>42054</c:v>
                </c:pt>
                <c:pt idx="5279">
                  <c:v>42055</c:v>
                </c:pt>
                <c:pt idx="5280">
                  <c:v>42058</c:v>
                </c:pt>
                <c:pt idx="5281">
                  <c:v>42059</c:v>
                </c:pt>
                <c:pt idx="5282">
                  <c:v>42060</c:v>
                </c:pt>
                <c:pt idx="5283">
                  <c:v>42061</c:v>
                </c:pt>
                <c:pt idx="5284">
                  <c:v>42062</c:v>
                </c:pt>
                <c:pt idx="5285">
                  <c:v>42065</c:v>
                </c:pt>
                <c:pt idx="5286">
                  <c:v>42066</c:v>
                </c:pt>
                <c:pt idx="5287">
                  <c:v>42067</c:v>
                </c:pt>
                <c:pt idx="5288">
                  <c:v>42068</c:v>
                </c:pt>
                <c:pt idx="5289">
                  <c:v>42069</c:v>
                </c:pt>
                <c:pt idx="5290">
                  <c:v>42072</c:v>
                </c:pt>
                <c:pt idx="5291">
                  <c:v>42073</c:v>
                </c:pt>
                <c:pt idx="5292">
                  <c:v>42074</c:v>
                </c:pt>
                <c:pt idx="5293">
                  <c:v>42075</c:v>
                </c:pt>
                <c:pt idx="5294">
                  <c:v>42076</c:v>
                </c:pt>
                <c:pt idx="5295">
                  <c:v>42079</c:v>
                </c:pt>
                <c:pt idx="5296">
                  <c:v>42080</c:v>
                </c:pt>
                <c:pt idx="5297">
                  <c:v>42081</c:v>
                </c:pt>
                <c:pt idx="5298">
                  <c:v>42082</c:v>
                </c:pt>
                <c:pt idx="5299">
                  <c:v>42083</c:v>
                </c:pt>
                <c:pt idx="5300">
                  <c:v>42086</c:v>
                </c:pt>
                <c:pt idx="5301">
                  <c:v>42087</c:v>
                </c:pt>
                <c:pt idx="5302">
                  <c:v>42088</c:v>
                </c:pt>
                <c:pt idx="5303">
                  <c:v>42089</c:v>
                </c:pt>
                <c:pt idx="5304">
                  <c:v>42090</c:v>
                </c:pt>
                <c:pt idx="5305">
                  <c:v>42093</c:v>
                </c:pt>
                <c:pt idx="5306">
                  <c:v>42094</c:v>
                </c:pt>
                <c:pt idx="5307">
                  <c:v>42095</c:v>
                </c:pt>
                <c:pt idx="5308">
                  <c:v>42096</c:v>
                </c:pt>
                <c:pt idx="5309">
                  <c:v>42097</c:v>
                </c:pt>
                <c:pt idx="5310">
                  <c:v>42100</c:v>
                </c:pt>
                <c:pt idx="5311">
                  <c:v>42101</c:v>
                </c:pt>
                <c:pt idx="5312">
                  <c:v>42102</c:v>
                </c:pt>
                <c:pt idx="5313">
                  <c:v>42103</c:v>
                </c:pt>
                <c:pt idx="5314">
                  <c:v>42104</c:v>
                </c:pt>
                <c:pt idx="5315">
                  <c:v>42107</c:v>
                </c:pt>
                <c:pt idx="5316">
                  <c:v>42108</c:v>
                </c:pt>
                <c:pt idx="5317">
                  <c:v>42109</c:v>
                </c:pt>
                <c:pt idx="5318">
                  <c:v>42110</c:v>
                </c:pt>
                <c:pt idx="5319">
                  <c:v>42111</c:v>
                </c:pt>
                <c:pt idx="5320">
                  <c:v>42114</c:v>
                </c:pt>
                <c:pt idx="5321">
                  <c:v>42115</c:v>
                </c:pt>
                <c:pt idx="5322">
                  <c:v>42116</c:v>
                </c:pt>
                <c:pt idx="5323">
                  <c:v>42117</c:v>
                </c:pt>
                <c:pt idx="5324">
                  <c:v>42118</c:v>
                </c:pt>
                <c:pt idx="5325">
                  <c:v>42121</c:v>
                </c:pt>
                <c:pt idx="5326">
                  <c:v>42122</c:v>
                </c:pt>
                <c:pt idx="5327">
                  <c:v>42123</c:v>
                </c:pt>
                <c:pt idx="5328">
                  <c:v>42124</c:v>
                </c:pt>
                <c:pt idx="5329">
                  <c:v>42125</c:v>
                </c:pt>
                <c:pt idx="5330">
                  <c:v>42128</c:v>
                </c:pt>
                <c:pt idx="5331">
                  <c:v>42129</c:v>
                </c:pt>
                <c:pt idx="5332">
                  <c:v>42130</c:v>
                </c:pt>
                <c:pt idx="5333">
                  <c:v>42131</c:v>
                </c:pt>
                <c:pt idx="5334">
                  <c:v>42132</c:v>
                </c:pt>
                <c:pt idx="5335">
                  <c:v>42135</c:v>
                </c:pt>
                <c:pt idx="5336">
                  <c:v>42136</c:v>
                </c:pt>
                <c:pt idx="5337">
                  <c:v>42137</c:v>
                </c:pt>
                <c:pt idx="5338">
                  <c:v>42138</c:v>
                </c:pt>
                <c:pt idx="5339">
                  <c:v>42139</c:v>
                </c:pt>
                <c:pt idx="5340">
                  <c:v>42142</c:v>
                </c:pt>
                <c:pt idx="5341">
                  <c:v>42143</c:v>
                </c:pt>
                <c:pt idx="5342">
                  <c:v>42144</c:v>
                </c:pt>
                <c:pt idx="5343">
                  <c:v>42145</c:v>
                </c:pt>
                <c:pt idx="5344">
                  <c:v>42146</c:v>
                </c:pt>
                <c:pt idx="5345">
                  <c:v>42150</c:v>
                </c:pt>
                <c:pt idx="5346">
                  <c:v>42151</c:v>
                </c:pt>
                <c:pt idx="5347">
                  <c:v>42152</c:v>
                </c:pt>
                <c:pt idx="5348">
                  <c:v>42153</c:v>
                </c:pt>
                <c:pt idx="5349">
                  <c:v>42156</c:v>
                </c:pt>
                <c:pt idx="5350">
                  <c:v>42157</c:v>
                </c:pt>
                <c:pt idx="5351">
                  <c:v>42158</c:v>
                </c:pt>
                <c:pt idx="5352">
                  <c:v>42159</c:v>
                </c:pt>
                <c:pt idx="5353">
                  <c:v>42160</c:v>
                </c:pt>
                <c:pt idx="5354">
                  <c:v>42163</c:v>
                </c:pt>
                <c:pt idx="5355">
                  <c:v>42164</c:v>
                </c:pt>
                <c:pt idx="5356">
                  <c:v>42165</c:v>
                </c:pt>
                <c:pt idx="5357">
                  <c:v>42166</c:v>
                </c:pt>
                <c:pt idx="5358">
                  <c:v>42167</c:v>
                </c:pt>
                <c:pt idx="5359">
                  <c:v>42170</c:v>
                </c:pt>
                <c:pt idx="5360">
                  <c:v>42171</c:v>
                </c:pt>
                <c:pt idx="5361">
                  <c:v>42172</c:v>
                </c:pt>
                <c:pt idx="5362">
                  <c:v>42173</c:v>
                </c:pt>
                <c:pt idx="5363">
                  <c:v>42174</c:v>
                </c:pt>
                <c:pt idx="5364">
                  <c:v>42177</c:v>
                </c:pt>
                <c:pt idx="5365">
                  <c:v>42178</c:v>
                </c:pt>
                <c:pt idx="5366">
                  <c:v>42179</c:v>
                </c:pt>
                <c:pt idx="5367">
                  <c:v>42180</c:v>
                </c:pt>
                <c:pt idx="5368">
                  <c:v>42181</c:v>
                </c:pt>
                <c:pt idx="5369">
                  <c:v>42184</c:v>
                </c:pt>
                <c:pt idx="5370">
                  <c:v>42185</c:v>
                </c:pt>
                <c:pt idx="5371">
                  <c:v>42186</c:v>
                </c:pt>
                <c:pt idx="5372">
                  <c:v>42187</c:v>
                </c:pt>
                <c:pt idx="5373">
                  <c:v>42191</c:v>
                </c:pt>
                <c:pt idx="5374">
                  <c:v>42192</c:v>
                </c:pt>
                <c:pt idx="5375">
                  <c:v>42193</c:v>
                </c:pt>
                <c:pt idx="5376">
                  <c:v>42194</c:v>
                </c:pt>
                <c:pt idx="5377">
                  <c:v>42195</c:v>
                </c:pt>
                <c:pt idx="5378">
                  <c:v>42198</c:v>
                </c:pt>
                <c:pt idx="5379">
                  <c:v>42199</c:v>
                </c:pt>
                <c:pt idx="5380">
                  <c:v>42200</c:v>
                </c:pt>
                <c:pt idx="5381">
                  <c:v>42201</c:v>
                </c:pt>
                <c:pt idx="5382">
                  <c:v>42202</c:v>
                </c:pt>
                <c:pt idx="5383">
                  <c:v>42205</c:v>
                </c:pt>
                <c:pt idx="5384">
                  <c:v>42206</c:v>
                </c:pt>
                <c:pt idx="5385">
                  <c:v>42207</c:v>
                </c:pt>
                <c:pt idx="5386">
                  <c:v>42208</c:v>
                </c:pt>
                <c:pt idx="5387">
                  <c:v>42209</c:v>
                </c:pt>
                <c:pt idx="5388">
                  <c:v>42212</c:v>
                </c:pt>
                <c:pt idx="5389">
                  <c:v>42213</c:v>
                </c:pt>
                <c:pt idx="5390">
                  <c:v>42214</c:v>
                </c:pt>
                <c:pt idx="5391">
                  <c:v>42215</c:v>
                </c:pt>
                <c:pt idx="5392">
                  <c:v>42216</c:v>
                </c:pt>
                <c:pt idx="5393">
                  <c:v>42219</c:v>
                </c:pt>
                <c:pt idx="5394">
                  <c:v>42220</c:v>
                </c:pt>
                <c:pt idx="5395">
                  <c:v>42221</c:v>
                </c:pt>
                <c:pt idx="5396">
                  <c:v>42222</c:v>
                </c:pt>
                <c:pt idx="5397">
                  <c:v>42223</c:v>
                </c:pt>
                <c:pt idx="5398">
                  <c:v>42226</c:v>
                </c:pt>
                <c:pt idx="5399">
                  <c:v>42227</c:v>
                </c:pt>
                <c:pt idx="5400">
                  <c:v>42228</c:v>
                </c:pt>
                <c:pt idx="5401">
                  <c:v>42229</c:v>
                </c:pt>
                <c:pt idx="5402">
                  <c:v>42230</c:v>
                </c:pt>
                <c:pt idx="5403">
                  <c:v>42233</c:v>
                </c:pt>
                <c:pt idx="5404">
                  <c:v>42234</c:v>
                </c:pt>
                <c:pt idx="5405">
                  <c:v>42235</c:v>
                </c:pt>
                <c:pt idx="5406">
                  <c:v>42236</c:v>
                </c:pt>
                <c:pt idx="5407">
                  <c:v>42237</c:v>
                </c:pt>
                <c:pt idx="5408">
                  <c:v>42240</c:v>
                </c:pt>
                <c:pt idx="5409">
                  <c:v>42241</c:v>
                </c:pt>
                <c:pt idx="5410">
                  <c:v>42242</c:v>
                </c:pt>
                <c:pt idx="5411">
                  <c:v>42243</c:v>
                </c:pt>
                <c:pt idx="5412">
                  <c:v>42244</c:v>
                </c:pt>
                <c:pt idx="5413">
                  <c:v>42247</c:v>
                </c:pt>
                <c:pt idx="5414">
                  <c:v>42248</c:v>
                </c:pt>
                <c:pt idx="5415">
                  <c:v>42249</c:v>
                </c:pt>
                <c:pt idx="5416">
                  <c:v>42250</c:v>
                </c:pt>
                <c:pt idx="5417">
                  <c:v>42251</c:v>
                </c:pt>
                <c:pt idx="5418">
                  <c:v>42255</c:v>
                </c:pt>
                <c:pt idx="5419">
                  <c:v>42256</c:v>
                </c:pt>
                <c:pt idx="5420">
                  <c:v>42257</c:v>
                </c:pt>
                <c:pt idx="5421">
                  <c:v>42258</c:v>
                </c:pt>
                <c:pt idx="5422">
                  <c:v>42261</c:v>
                </c:pt>
                <c:pt idx="5423">
                  <c:v>42262</c:v>
                </c:pt>
                <c:pt idx="5424">
                  <c:v>42263</c:v>
                </c:pt>
                <c:pt idx="5425">
                  <c:v>42264</c:v>
                </c:pt>
                <c:pt idx="5426">
                  <c:v>42265</c:v>
                </c:pt>
                <c:pt idx="5427">
                  <c:v>42268</c:v>
                </c:pt>
                <c:pt idx="5428">
                  <c:v>42269</c:v>
                </c:pt>
                <c:pt idx="5429">
                  <c:v>42270</c:v>
                </c:pt>
                <c:pt idx="5430">
                  <c:v>42271</c:v>
                </c:pt>
                <c:pt idx="5431">
                  <c:v>42272</c:v>
                </c:pt>
                <c:pt idx="5432">
                  <c:v>42275</c:v>
                </c:pt>
                <c:pt idx="5433">
                  <c:v>42276</c:v>
                </c:pt>
                <c:pt idx="5434">
                  <c:v>42277</c:v>
                </c:pt>
                <c:pt idx="5435">
                  <c:v>42278</c:v>
                </c:pt>
                <c:pt idx="5436">
                  <c:v>42279</c:v>
                </c:pt>
                <c:pt idx="5437">
                  <c:v>42282</c:v>
                </c:pt>
                <c:pt idx="5438">
                  <c:v>42283</c:v>
                </c:pt>
                <c:pt idx="5439">
                  <c:v>42284</c:v>
                </c:pt>
                <c:pt idx="5440">
                  <c:v>42285</c:v>
                </c:pt>
                <c:pt idx="5441">
                  <c:v>42286</c:v>
                </c:pt>
                <c:pt idx="5442">
                  <c:v>42290</c:v>
                </c:pt>
                <c:pt idx="5443">
                  <c:v>42291</c:v>
                </c:pt>
                <c:pt idx="5444">
                  <c:v>42292</c:v>
                </c:pt>
                <c:pt idx="5445">
                  <c:v>42293</c:v>
                </c:pt>
                <c:pt idx="5446">
                  <c:v>42296</c:v>
                </c:pt>
                <c:pt idx="5447">
                  <c:v>42297</c:v>
                </c:pt>
                <c:pt idx="5448">
                  <c:v>42298</c:v>
                </c:pt>
                <c:pt idx="5449">
                  <c:v>42299</c:v>
                </c:pt>
                <c:pt idx="5450">
                  <c:v>42300</c:v>
                </c:pt>
                <c:pt idx="5451">
                  <c:v>42303</c:v>
                </c:pt>
                <c:pt idx="5452">
                  <c:v>42304</c:v>
                </c:pt>
                <c:pt idx="5453">
                  <c:v>42305</c:v>
                </c:pt>
                <c:pt idx="5454">
                  <c:v>42306</c:v>
                </c:pt>
                <c:pt idx="5455">
                  <c:v>42307</c:v>
                </c:pt>
                <c:pt idx="5456">
                  <c:v>42310</c:v>
                </c:pt>
                <c:pt idx="5457">
                  <c:v>42311</c:v>
                </c:pt>
                <c:pt idx="5458">
                  <c:v>42312</c:v>
                </c:pt>
                <c:pt idx="5459">
                  <c:v>42313</c:v>
                </c:pt>
                <c:pt idx="5460">
                  <c:v>42314</c:v>
                </c:pt>
                <c:pt idx="5461">
                  <c:v>42317</c:v>
                </c:pt>
              </c:numCache>
            </c:numRef>
          </c:cat>
          <c:val>
            <c:numRef>
              <c:f>'Data Table'!$C$989:$C$6450</c:f>
              <c:numCache>
                <c:formatCode>General</c:formatCode>
                <c:ptCount val="5462"/>
                <c:pt idx="0">
                  <c:v>36.01</c:v>
                </c:pt>
                <c:pt idx="1">
                  <c:v>36.030999999999999</c:v>
                </c:pt>
                <c:pt idx="2">
                  <c:v>35.774999999999999</c:v>
                </c:pt>
                <c:pt idx="3">
                  <c:v>35.857999999999997</c:v>
                </c:pt>
                <c:pt idx="4">
                  <c:v>36.009</c:v>
                </c:pt>
                <c:pt idx="5">
                  <c:v>36.006999999999998</c:v>
                </c:pt>
                <c:pt idx="6">
                  <c:v>35.99</c:v>
                </c:pt>
                <c:pt idx="7">
                  <c:v>35.734999999999999</c:v>
                </c:pt>
                <c:pt idx="8">
                  <c:v>35.744999999999997</c:v>
                </c:pt>
                <c:pt idx="9">
                  <c:v>30.978999999999999</c:v>
                </c:pt>
                <c:pt idx="10">
                  <c:v>27.971</c:v>
                </c:pt>
                <c:pt idx="11">
                  <c:v>27.744</c:v>
                </c:pt>
                <c:pt idx="12">
                  <c:v>27.831</c:v>
                </c:pt>
                <c:pt idx="13">
                  <c:v>27.96</c:v>
                </c:pt>
                <c:pt idx="14">
                  <c:v>27.98</c:v>
                </c:pt>
                <c:pt idx="15">
                  <c:v>25.975999999999999</c:v>
                </c:pt>
                <c:pt idx="16">
                  <c:v>25.323</c:v>
                </c:pt>
                <c:pt idx="17">
                  <c:v>25.856000000000002</c:v>
                </c:pt>
                <c:pt idx="18">
                  <c:v>26.052</c:v>
                </c:pt>
                <c:pt idx="19">
                  <c:v>26.05</c:v>
                </c:pt>
                <c:pt idx="20">
                  <c:v>26.04</c:v>
                </c:pt>
                <c:pt idx="21">
                  <c:v>27.794</c:v>
                </c:pt>
                <c:pt idx="22">
                  <c:v>30.896000000000001</c:v>
                </c:pt>
                <c:pt idx="23">
                  <c:v>30.997</c:v>
                </c:pt>
                <c:pt idx="24">
                  <c:v>30.998000000000001</c:v>
                </c:pt>
                <c:pt idx="25">
                  <c:v>31.067</c:v>
                </c:pt>
                <c:pt idx="26">
                  <c:v>30.574000000000002</c:v>
                </c:pt>
                <c:pt idx="27">
                  <c:v>30.702999999999999</c:v>
                </c:pt>
                <c:pt idx="28">
                  <c:v>30.847999999999999</c:v>
                </c:pt>
                <c:pt idx="29">
                  <c:v>30.936</c:v>
                </c:pt>
                <c:pt idx="30">
                  <c:v>30.981000000000002</c:v>
                </c:pt>
                <c:pt idx="31">
                  <c:v>30.905999999999999</c:v>
                </c:pt>
                <c:pt idx="32">
                  <c:v>30.934000000000001</c:v>
                </c:pt>
                <c:pt idx="33">
                  <c:v>31.042999999999999</c:v>
                </c:pt>
                <c:pt idx="34">
                  <c:v>31.068999999999999</c:v>
                </c:pt>
                <c:pt idx="35">
                  <c:v>31.468</c:v>
                </c:pt>
                <c:pt idx="36">
                  <c:v>31.992000000000001</c:v>
                </c:pt>
                <c:pt idx="37">
                  <c:v>32.444000000000003</c:v>
                </c:pt>
                <c:pt idx="38">
                  <c:v>34.043999999999997</c:v>
                </c:pt>
                <c:pt idx="39">
                  <c:v>33.94</c:v>
                </c:pt>
                <c:pt idx="40">
                  <c:v>33.857999999999997</c:v>
                </c:pt>
                <c:pt idx="41">
                  <c:v>34.005000000000003</c:v>
                </c:pt>
                <c:pt idx="42">
                  <c:v>33.975000000000001</c:v>
                </c:pt>
                <c:pt idx="43">
                  <c:v>34.051000000000002</c:v>
                </c:pt>
                <c:pt idx="44">
                  <c:v>34.015999999999998</c:v>
                </c:pt>
                <c:pt idx="45">
                  <c:v>33.798000000000002</c:v>
                </c:pt>
                <c:pt idx="46">
                  <c:v>38.927999999999997</c:v>
                </c:pt>
                <c:pt idx="47">
                  <c:v>38.932000000000002</c:v>
                </c:pt>
                <c:pt idx="48">
                  <c:v>38.975999999999999</c:v>
                </c:pt>
                <c:pt idx="49">
                  <c:v>38.942999999999998</c:v>
                </c:pt>
                <c:pt idx="50">
                  <c:v>38.822000000000003</c:v>
                </c:pt>
                <c:pt idx="51">
                  <c:v>38.979999999999997</c:v>
                </c:pt>
                <c:pt idx="52">
                  <c:v>38.993000000000002</c:v>
                </c:pt>
                <c:pt idx="53">
                  <c:v>39.055</c:v>
                </c:pt>
                <c:pt idx="54">
                  <c:v>39.127000000000002</c:v>
                </c:pt>
                <c:pt idx="55">
                  <c:v>38.841000000000001</c:v>
                </c:pt>
                <c:pt idx="56">
                  <c:v>38.875</c:v>
                </c:pt>
                <c:pt idx="57">
                  <c:v>38.671999999999997</c:v>
                </c:pt>
                <c:pt idx="58">
                  <c:v>38.860999999999997</c:v>
                </c:pt>
                <c:pt idx="59">
                  <c:v>38.969000000000001</c:v>
                </c:pt>
                <c:pt idx="60">
                  <c:v>39.177999999999997</c:v>
                </c:pt>
                <c:pt idx="61">
                  <c:v>38.914000000000001</c:v>
                </c:pt>
                <c:pt idx="62">
                  <c:v>39.026000000000003</c:v>
                </c:pt>
                <c:pt idx="63">
                  <c:v>38.94</c:v>
                </c:pt>
                <c:pt idx="64">
                  <c:v>38.875</c:v>
                </c:pt>
                <c:pt idx="65">
                  <c:v>43.923999999999999</c:v>
                </c:pt>
                <c:pt idx="66">
                  <c:v>43.968000000000004</c:v>
                </c:pt>
                <c:pt idx="67">
                  <c:v>43.915999999999997</c:v>
                </c:pt>
                <c:pt idx="68">
                  <c:v>44.01</c:v>
                </c:pt>
                <c:pt idx="69">
                  <c:v>43.787999999999997</c:v>
                </c:pt>
                <c:pt idx="70">
                  <c:v>43.972999999999999</c:v>
                </c:pt>
                <c:pt idx="71">
                  <c:v>43.965000000000003</c:v>
                </c:pt>
                <c:pt idx="72">
                  <c:v>43.988999999999997</c:v>
                </c:pt>
                <c:pt idx="73">
                  <c:v>44.02</c:v>
                </c:pt>
                <c:pt idx="74">
                  <c:v>42.866</c:v>
                </c:pt>
                <c:pt idx="75">
                  <c:v>39.960999999999999</c:v>
                </c:pt>
                <c:pt idx="76">
                  <c:v>40.927</c:v>
                </c:pt>
                <c:pt idx="77">
                  <c:v>40.009</c:v>
                </c:pt>
                <c:pt idx="78">
                  <c:v>39.71</c:v>
                </c:pt>
                <c:pt idx="79">
                  <c:v>39.97</c:v>
                </c:pt>
                <c:pt idx="80">
                  <c:v>40.195999999999998</c:v>
                </c:pt>
                <c:pt idx="81">
                  <c:v>40.003</c:v>
                </c:pt>
                <c:pt idx="82">
                  <c:v>39.018000000000001</c:v>
                </c:pt>
                <c:pt idx="83">
                  <c:v>38.997</c:v>
                </c:pt>
                <c:pt idx="84">
                  <c:v>38.884999999999998</c:v>
                </c:pt>
                <c:pt idx="85">
                  <c:v>38.008000000000003</c:v>
                </c:pt>
                <c:pt idx="86">
                  <c:v>36.921999999999997</c:v>
                </c:pt>
                <c:pt idx="87">
                  <c:v>37.061</c:v>
                </c:pt>
                <c:pt idx="88">
                  <c:v>37.045000000000002</c:v>
                </c:pt>
                <c:pt idx="89">
                  <c:v>36.854999999999997</c:v>
                </c:pt>
                <c:pt idx="90">
                  <c:v>35.938000000000002</c:v>
                </c:pt>
                <c:pt idx="91">
                  <c:v>35.973999999999997</c:v>
                </c:pt>
                <c:pt idx="92">
                  <c:v>36</c:v>
                </c:pt>
                <c:pt idx="93">
                  <c:v>35.951999999999998</c:v>
                </c:pt>
                <c:pt idx="94">
                  <c:v>33.871000000000002</c:v>
                </c:pt>
                <c:pt idx="95">
                  <c:v>33.950000000000003</c:v>
                </c:pt>
                <c:pt idx="96">
                  <c:v>34.008000000000003</c:v>
                </c:pt>
                <c:pt idx="97">
                  <c:v>34.043999999999997</c:v>
                </c:pt>
                <c:pt idx="98">
                  <c:v>33.962000000000003</c:v>
                </c:pt>
                <c:pt idx="99">
                  <c:v>33.551000000000002</c:v>
                </c:pt>
                <c:pt idx="100">
                  <c:v>34.993000000000002</c:v>
                </c:pt>
                <c:pt idx="101">
                  <c:v>35.033000000000001</c:v>
                </c:pt>
                <c:pt idx="102">
                  <c:v>34.976999999999997</c:v>
                </c:pt>
                <c:pt idx="103">
                  <c:v>34.835000000000001</c:v>
                </c:pt>
                <c:pt idx="104">
                  <c:v>34.969000000000001</c:v>
                </c:pt>
                <c:pt idx="105">
                  <c:v>34.993000000000002</c:v>
                </c:pt>
                <c:pt idx="106">
                  <c:v>34.975999999999999</c:v>
                </c:pt>
                <c:pt idx="107">
                  <c:v>34.988</c:v>
                </c:pt>
                <c:pt idx="108">
                  <c:v>34.802999999999997</c:v>
                </c:pt>
                <c:pt idx="109">
                  <c:v>34.988999999999997</c:v>
                </c:pt>
                <c:pt idx="110">
                  <c:v>34.988999999999997</c:v>
                </c:pt>
                <c:pt idx="111">
                  <c:v>35.002000000000002</c:v>
                </c:pt>
                <c:pt idx="112">
                  <c:v>35.020000000000003</c:v>
                </c:pt>
                <c:pt idx="113">
                  <c:v>34.804000000000002</c:v>
                </c:pt>
                <c:pt idx="114">
                  <c:v>34.942</c:v>
                </c:pt>
                <c:pt idx="115">
                  <c:v>34.926000000000002</c:v>
                </c:pt>
                <c:pt idx="116">
                  <c:v>34.981000000000002</c:v>
                </c:pt>
                <c:pt idx="117">
                  <c:v>35.026000000000003</c:v>
                </c:pt>
                <c:pt idx="118">
                  <c:v>34.859000000000002</c:v>
                </c:pt>
                <c:pt idx="119">
                  <c:v>34.906999999999996</c:v>
                </c:pt>
                <c:pt idx="120">
                  <c:v>34.732999999999997</c:v>
                </c:pt>
                <c:pt idx="121">
                  <c:v>34.908999999999999</c:v>
                </c:pt>
                <c:pt idx="122">
                  <c:v>35.863999999999997</c:v>
                </c:pt>
                <c:pt idx="123">
                  <c:v>35.893000000000001</c:v>
                </c:pt>
                <c:pt idx="124">
                  <c:v>37.043999999999997</c:v>
                </c:pt>
                <c:pt idx="125">
                  <c:v>37.020000000000003</c:v>
                </c:pt>
                <c:pt idx="126">
                  <c:v>36.793999999999997</c:v>
                </c:pt>
                <c:pt idx="127">
                  <c:v>36.954999999999998</c:v>
                </c:pt>
                <c:pt idx="128">
                  <c:v>36.942999999999998</c:v>
                </c:pt>
                <c:pt idx="129">
                  <c:v>36.951999999999998</c:v>
                </c:pt>
                <c:pt idx="130">
                  <c:v>36.906999999999996</c:v>
                </c:pt>
                <c:pt idx="131">
                  <c:v>36.749000000000002</c:v>
                </c:pt>
                <c:pt idx="132">
                  <c:v>36.895000000000003</c:v>
                </c:pt>
                <c:pt idx="133">
                  <c:v>36.889000000000003</c:v>
                </c:pt>
                <c:pt idx="134">
                  <c:v>36.970999999999997</c:v>
                </c:pt>
                <c:pt idx="135">
                  <c:v>36.944000000000003</c:v>
                </c:pt>
                <c:pt idx="136">
                  <c:v>35.845999999999997</c:v>
                </c:pt>
                <c:pt idx="137">
                  <c:v>35.92</c:v>
                </c:pt>
                <c:pt idx="138">
                  <c:v>35.994999999999997</c:v>
                </c:pt>
                <c:pt idx="139">
                  <c:v>35.929000000000002</c:v>
                </c:pt>
                <c:pt idx="140">
                  <c:v>35.729999999999997</c:v>
                </c:pt>
                <c:pt idx="141">
                  <c:v>35.902999999999999</c:v>
                </c:pt>
                <c:pt idx="142">
                  <c:v>36.01</c:v>
                </c:pt>
                <c:pt idx="143">
                  <c:v>36.018999999999998</c:v>
                </c:pt>
                <c:pt idx="144">
                  <c:v>36.048000000000002</c:v>
                </c:pt>
                <c:pt idx="145">
                  <c:v>36.076999999999998</c:v>
                </c:pt>
                <c:pt idx="146">
                  <c:v>34.904000000000003</c:v>
                </c:pt>
                <c:pt idx="147">
                  <c:v>35.01</c:v>
                </c:pt>
                <c:pt idx="148">
                  <c:v>34.997999999999998</c:v>
                </c:pt>
                <c:pt idx="149">
                  <c:v>35.085000000000001</c:v>
                </c:pt>
                <c:pt idx="150">
                  <c:v>35.003999999999998</c:v>
                </c:pt>
                <c:pt idx="151">
                  <c:v>34.752000000000002</c:v>
                </c:pt>
                <c:pt idx="152">
                  <c:v>34.918999999999997</c:v>
                </c:pt>
                <c:pt idx="153">
                  <c:v>34.889000000000003</c:v>
                </c:pt>
                <c:pt idx="154">
                  <c:v>34.923999999999999</c:v>
                </c:pt>
                <c:pt idx="155">
                  <c:v>34.911999999999999</c:v>
                </c:pt>
                <c:pt idx="156">
                  <c:v>34.804000000000002</c:v>
                </c:pt>
                <c:pt idx="157">
                  <c:v>35.070999999999998</c:v>
                </c:pt>
                <c:pt idx="158">
                  <c:v>35.097999999999999</c:v>
                </c:pt>
                <c:pt idx="159">
                  <c:v>34.103000000000002</c:v>
                </c:pt>
                <c:pt idx="160">
                  <c:v>34.094999999999999</c:v>
                </c:pt>
                <c:pt idx="161">
                  <c:v>32.942999999999998</c:v>
                </c:pt>
                <c:pt idx="162">
                  <c:v>32.914999999999999</c:v>
                </c:pt>
                <c:pt idx="163">
                  <c:v>32.837000000000003</c:v>
                </c:pt>
                <c:pt idx="164">
                  <c:v>32.847999999999999</c:v>
                </c:pt>
                <c:pt idx="165">
                  <c:v>32.972000000000001</c:v>
                </c:pt>
                <c:pt idx="166">
                  <c:v>32.968000000000004</c:v>
                </c:pt>
                <c:pt idx="167">
                  <c:v>32.792999999999999</c:v>
                </c:pt>
                <c:pt idx="168">
                  <c:v>33.002000000000002</c:v>
                </c:pt>
                <c:pt idx="169">
                  <c:v>32.945</c:v>
                </c:pt>
                <c:pt idx="170">
                  <c:v>32.920999999999999</c:v>
                </c:pt>
                <c:pt idx="171">
                  <c:v>32.988999999999997</c:v>
                </c:pt>
                <c:pt idx="172">
                  <c:v>32.831000000000003</c:v>
                </c:pt>
                <c:pt idx="173">
                  <c:v>32.917000000000002</c:v>
                </c:pt>
                <c:pt idx="174">
                  <c:v>32.991</c:v>
                </c:pt>
                <c:pt idx="175">
                  <c:v>32.94</c:v>
                </c:pt>
                <c:pt idx="176">
                  <c:v>34.988999999999997</c:v>
                </c:pt>
                <c:pt idx="177">
                  <c:v>36.831000000000003</c:v>
                </c:pt>
                <c:pt idx="178">
                  <c:v>36.973999999999997</c:v>
                </c:pt>
                <c:pt idx="179">
                  <c:v>35.948</c:v>
                </c:pt>
                <c:pt idx="180">
                  <c:v>35.920999999999999</c:v>
                </c:pt>
                <c:pt idx="181">
                  <c:v>35.805</c:v>
                </c:pt>
                <c:pt idx="182">
                  <c:v>35.819000000000003</c:v>
                </c:pt>
                <c:pt idx="183">
                  <c:v>36.970999999999997</c:v>
                </c:pt>
                <c:pt idx="184">
                  <c:v>36.917000000000002</c:v>
                </c:pt>
                <c:pt idx="185">
                  <c:v>36.963000000000001</c:v>
                </c:pt>
                <c:pt idx="186">
                  <c:v>36.987000000000002</c:v>
                </c:pt>
                <c:pt idx="187">
                  <c:v>36.762999999999998</c:v>
                </c:pt>
                <c:pt idx="188">
                  <c:v>36.871000000000002</c:v>
                </c:pt>
                <c:pt idx="189">
                  <c:v>38.880000000000003</c:v>
                </c:pt>
                <c:pt idx="190">
                  <c:v>37.978999999999999</c:v>
                </c:pt>
                <c:pt idx="191">
                  <c:v>37.847999999999999</c:v>
                </c:pt>
                <c:pt idx="192">
                  <c:v>37.948999999999998</c:v>
                </c:pt>
                <c:pt idx="193">
                  <c:v>37.915999999999997</c:v>
                </c:pt>
                <c:pt idx="194">
                  <c:v>36.962000000000003</c:v>
                </c:pt>
                <c:pt idx="195">
                  <c:v>36.953000000000003</c:v>
                </c:pt>
                <c:pt idx="196">
                  <c:v>36.79</c:v>
                </c:pt>
                <c:pt idx="197">
                  <c:v>36.981999999999999</c:v>
                </c:pt>
                <c:pt idx="198">
                  <c:v>36.920999999999999</c:v>
                </c:pt>
                <c:pt idx="199">
                  <c:v>36.963999999999999</c:v>
                </c:pt>
                <c:pt idx="200">
                  <c:v>36.901000000000003</c:v>
                </c:pt>
                <c:pt idx="201">
                  <c:v>36.015999999999998</c:v>
                </c:pt>
                <c:pt idx="202">
                  <c:v>37.036000000000001</c:v>
                </c:pt>
                <c:pt idx="203">
                  <c:v>36.973999999999997</c:v>
                </c:pt>
                <c:pt idx="204">
                  <c:v>36.991999999999997</c:v>
                </c:pt>
                <c:pt idx="205">
                  <c:v>37.01</c:v>
                </c:pt>
                <c:pt idx="206">
                  <c:v>36.875</c:v>
                </c:pt>
                <c:pt idx="207">
                  <c:v>37.939</c:v>
                </c:pt>
                <c:pt idx="208">
                  <c:v>37.965000000000003</c:v>
                </c:pt>
                <c:pt idx="209">
                  <c:v>37.933</c:v>
                </c:pt>
                <c:pt idx="210">
                  <c:v>37.856000000000002</c:v>
                </c:pt>
                <c:pt idx="211">
                  <c:v>36.893999999999998</c:v>
                </c:pt>
                <c:pt idx="212">
                  <c:v>36.996000000000002</c:v>
                </c:pt>
                <c:pt idx="213">
                  <c:v>36.951999999999998</c:v>
                </c:pt>
                <c:pt idx="214">
                  <c:v>35.939</c:v>
                </c:pt>
                <c:pt idx="215">
                  <c:v>35.841999999999999</c:v>
                </c:pt>
                <c:pt idx="216">
                  <c:v>36.033999999999999</c:v>
                </c:pt>
                <c:pt idx="217">
                  <c:v>35.997999999999998</c:v>
                </c:pt>
                <c:pt idx="218">
                  <c:v>35.868000000000002</c:v>
                </c:pt>
                <c:pt idx="219">
                  <c:v>35.537999999999997</c:v>
                </c:pt>
                <c:pt idx="220">
                  <c:v>35.945999999999998</c:v>
                </c:pt>
                <c:pt idx="221">
                  <c:v>35.834000000000003</c:v>
                </c:pt>
                <c:pt idx="222">
                  <c:v>36.448999999999998</c:v>
                </c:pt>
                <c:pt idx="223">
                  <c:v>36.462000000000003</c:v>
                </c:pt>
                <c:pt idx="224">
                  <c:v>36.286999999999999</c:v>
                </c:pt>
                <c:pt idx="225">
                  <c:v>36.472000000000001</c:v>
                </c:pt>
                <c:pt idx="226">
                  <c:v>36.459000000000003</c:v>
                </c:pt>
                <c:pt idx="227">
                  <c:v>36.418999999999997</c:v>
                </c:pt>
                <c:pt idx="228">
                  <c:v>36.485999999999997</c:v>
                </c:pt>
                <c:pt idx="229">
                  <c:v>38.814999999999998</c:v>
                </c:pt>
                <c:pt idx="230">
                  <c:v>38.896000000000001</c:v>
                </c:pt>
                <c:pt idx="231">
                  <c:v>37.944000000000003</c:v>
                </c:pt>
                <c:pt idx="232">
                  <c:v>36.923999999999999</c:v>
                </c:pt>
                <c:pt idx="233">
                  <c:v>36.887</c:v>
                </c:pt>
                <c:pt idx="234">
                  <c:v>36.767000000000003</c:v>
                </c:pt>
                <c:pt idx="235">
                  <c:v>36.895000000000003</c:v>
                </c:pt>
                <c:pt idx="236">
                  <c:v>36.927999999999997</c:v>
                </c:pt>
                <c:pt idx="237">
                  <c:v>36.895000000000003</c:v>
                </c:pt>
                <c:pt idx="238">
                  <c:v>36.950000000000003</c:v>
                </c:pt>
                <c:pt idx="239">
                  <c:v>37.021000000000001</c:v>
                </c:pt>
                <c:pt idx="240">
                  <c:v>36.823999999999998</c:v>
                </c:pt>
                <c:pt idx="241">
                  <c:v>36.767000000000003</c:v>
                </c:pt>
                <c:pt idx="242">
                  <c:v>34.360999999999997</c:v>
                </c:pt>
                <c:pt idx="243">
                  <c:v>36.866999999999997</c:v>
                </c:pt>
                <c:pt idx="244">
                  <c:v>36.845999999999997</c:v>
                </c:pt>
                <c:pt idx="245">
                  <c:v>39.055</c:v>
                </c:pt>
                <c:pt idx="246">
                  <c:v>39.009</c:v>
                </c:pt>
                <c:pt idx="247">
                  <c:v>39.070999999999998</c:v>
                </c:pt>
                <c:pt idx="248">
                  <c:v>38.979999999999997</c:v>
                </c:pt>
                <c:pt idx="249">
                  <c:v>39.058999999999997</c:v>
                </c:pt>
                <c:pt idx="250">
                  <c:v>40.061</c:v>
                </c:pt>
                <c:pt idx="251">
                  <c:v>41.021000000000001</c:v>
                </c:pt>
                <c:pt idx="252">
                  <c:v>41.036999999999999</c:v>
                </c:pt>
                <c:pt idx="253">
                  <c:v>40.906999999999996</c:v>
                </c:pt>
                <c:pt idx="254">
                  <c:v>40.978999999999999</c:v>
                </c:pt>
                <c:pt idx="255">
                  <c:v>41.029000000000003</c:v>
                </c:pt>
                <c:pt idx="256">
                  <c:v>42.017000000000003</c:v>
                </c:pt>
                <c:pt idx="257">
                  <c:v>41.985999999999997</c:v>
                </c:pt>
                <c:pt idx="258">
                  <c:v>41.987000000000002</c:v>
                </c:pt>
                <c:pt idx="259">
                  <c:v>42.042999999999999</c:v>
                </c:pt>
                <c:pt idx="260">
                  <c:v>41.975999999999999</c:v>
                </c:pt>
                <c:pt idx="261">
                  <c:v>41.936999999999998</c:v>
                </c:pt>
                <c:pt idx="262">
                  <c:v>42.603999999999999</c:v>
                </c:pt>
                <c:pt idx="263">
                  <c:v>42.005000000000003</c:v>
                </c:pt>
                <c:pt idx="264">
                  <c:v>40.034999999999997</c:v>
                </c:pt>
                <c:pt idx="265">
                  <c:v>40.098999999999997</c:v>
                </c:pt>
                <c:pt idx="266">
                  <c:v>40.082999999999998</c:v>
                </c:pt>
                <c:pt idx="267">
                  <c:v>42.058999999999997</c:v>
                </c:pt>
                <c:pt idx="268">
                  <c:v>39.052999999999997</c:v>
                </c:pt>
                <c:pt idx="269">
                  <c:v>39.036000000000001</c:v>
                </c:pt>
                <c:pt idx="270">
                  <c:v>42.064</c:v>
                </c:pt>
                <c:pt idx="271">
                  <c:v>38.984999999999999</c:v>
                </c:pt>
                <c:pt idx="272">
                  <c:v>39.049999999999997</c:v>
                </c:pt>
                <c:pt idx="273">
                  <c:v>39.039000000000001</c:v>
                </c:pt>
                <c:pt idx="274">
                  <c:v>39.027999999999999</c:v>
                </c:pt>
                <c:pt idx="275">
                  <c:v>39.063000000000002</c:v>
                </c:pt>
                <c:pt idx="276">
                  <c:v>38.036999999999999</c:v>
                </c:pt>
                <c:pt idx="277">
                  <c:v>38.021999999999998</c:v>
                </c:pt>
                <c:pt idx="278">
                  <c:v>38.058999999999997</c:v>
                </c:pt>
                <c:pt idx="279">
                  <c:v>38.100999999999999</c:v>
                </c:pt>
                <c:pt idx="280">
                  <c:v>36.597000000000001</c:v>
                </c:pt>
                <c:pt idx="281">
                  <c:v>37.4</c:v>
                </c:pt>
                <c:pt idx="282">
                  <c:v>35.987000000000002</c:v>
                </c:pt>
                <c:pt idx="283">
                  <c:v>36.076999999999998</c:v>
                </c:pt>
                <c:pt idx="284">
                  <c:v>36.003</c:v>
                </c:pt>
                <c:pt idx="285">
                  <c:v>36.502000000000002</c:v>
                </c:pt>
                <c:pt idx="286">
                  <c:v>36.488</c:v>
                </c:pt>
                <c:pt idx="287">
                  <c:v>37.543999999999997</c:v>
                </c:pt>
                <c:pt idx="288">
                  <c:v>37.488999999999997</c:v>
                </c:pt>
                <c:pt idx="289">
                  <c:v>37.572000000000003</c:v>
                </c:pt>
                <c:pt idx="290">
                  <c:v>37.503</c:v>
                </c:pt>
                <c:pt idx="291">
                  <c:v>37.479999999999997</c:v>
                </c:pt>
                <c:pt idx="292">
                  <c:v>37.53</c:v>
                </c:pt>
                <c:pt idx="293">
                  <c:v>37.548999999999999</c:v>
                </c:pt>
                <c:pt idx="294">
                  <c:v>37.530999999999999</c:v>
                </c:pt>
                <c:pt idx="295">
                  <c:v>37.527999999999999</c:v>
                </c:pt>
                <c:pt idx="296">
                  <c:v>37.573999999999998</c:v>
                </c:pt>
                <c:pt idx="297">
                  <c:v>37.521000000000001</c:v>
                </c:pt>
                <c:pt idx="298">
                  <c:v>37.585999999999999</c:v>
                </c:pt>
                <c:pt idx="299">
                  <c:v>38.564999999999998</c:v>
                </c:pt>
                <c:pt idx="300">
                  <c:v>38.54</c:v>
                </c:pt>
                <c:pt idx="301">
                  <c:v>39.558999999999997</c:v>
                </c:pt>
                <c:pt idx="302">
                  <c:v>39.459000000000003</c:v>
                </c:pt>
                <c:pt idx="303">
                  <c:v>38.918999999999997</c:v>
                </c:pt>
                <c:pt idx="304">
                  <c:v>38.415999999999997</c:v>
                </c:pt>
                <c:pt idx="305">
                  <c:v>38.506</c:v>
                </c:pt>
                <c:pt idx="306">
                  <c:v>38.566000000000003</c:v>
                </c:pt>
                <c:pt idx="307">
                  <c:v>39.576000000000001</c:v>
                </c:pt>
                <c:pt idx="308">
                  <c:v>38.081000000000003</c:v>
                </c:pt>
                <c:pt idx="309">
                  <c:v>38.005000000000003</c:v>
                </c:pt>
                <c:pt idx="310">
                  <c:v>37.984000000000002</c:v>
                </c:pt>
                <c:pt idx="311">
                  <c:v>38.061</c:v>
                </c:pt>
                <c:pt idx="312">
                  <c:v>38.061</c:v>
                </c:pt>
                <c:pt idx="313">
                  <c:v>39.055999999999997</c:v>
                </c:pt>
                <c:pt idx="314">
                  <c:v>39.070999999999998</c:v>
                </c:pt>
                <c:pt idx="315">
                  <c:v>39.073999999999998</c:v>
                </c:pt>
                <c:pt idx="316">
                  <c:v>39.546999999999997</c:v>
                </c:pt>
                <c:pt idx="317">
                  <c:v>38.487000000000002</c:v>
                </c:pt>
                <c:pt idx="318">
                  <c:v>38.493000000000002</c:v>
                </c:pt>
                <c:pt idx="319">
                  <c:v>38.478000000000002</c:v>
                </c:pt>
                <c:pt idx="320">
                  <c:v>38.524000000000001</c:v>
                </c:pt>
                <c:pt idx="321">
                  <c:v>39.048000000000002</c:v>
                </c:pt>
                <c:pt idx="322">
                  <c:v>39.005000000000003</c:v>
                </c:pt>
                <c:pt idx="323">
                  <c:v>39.067999999999998</c:v>
                </c:pt>
                <c:pt idx="324">
                  <c:v>39.078000000000003</c:v>
                </c:pt>
                <c:pt idx="325">
                  <c:v>38.072000000000003</c:v>
                </c:pt>
                <c:pt idx="326">
                  <c:v>38.094999999999999</c:v>
                </c:pt>
                <c:pt idx="327">
                  <c:v>38.070999999999998</c:v>
                </c:pt>
                <c:pt idx="328">
                  <c:v>37.014000000000003</c:v>
                </c:pt>
                <c:pt idx="329">
                  <c:v>37.104999999999997</c:v>
                </c:pt>
                <c:pt idx="330">
                  <c:v>35.094000000000001</c:v>
                </c:pt>
                <c:pt idx="331">
                  <c:v>35.046999999999997</c:v>
                </c:pt>
                <c:pt idx="332">
                  <c:v>34.076999999999998</c:v>
                </c:pt>
                <c:pt idx="333">
                  <c:v>33.015000000000001</c:v>
                </c:pt>
                <c:pt idx="334">
                  <c:v>33.046999999999997</c:v>
                </c:pt>
                <c:pt idx="335">
                  <c:v>33.048999999999999</c:v>
                </c:pt>
                <c:pt idx="336">
                  <c:v>33.003999999999998</c:v>
                </c:pt>
                <c:pt idx="337">
                  <c:v>33.015000000000001</c:v>
                </c:pt>
                <c:pt idx="338">
                  <c:v>33.991999999999997</c:v>
                </c:pt>
                <c:pt idx="339">
                  <c:v>34.113999999999997</c:v>
                </c:pt>
                <c:pt idx="340">
                  <c:v>34.127000000000002</c:v>
                </c:pt>
                <c:pt idx="341">
                  <c:v>35.110999999999997</c:v>
                </c:pt>
                <c:pt idx="342">
                  <c:v>36.090000000000003</c:v>
                </c:pt>
                <c:pt idx="343">
                  <c:v>34.063000000000002</c:v>
                </c:pt>
                <c:pt idx="344">
                  <c:v>33.984000000000002</c:v>
                </c:pt>
                <c:pt idx="345">
                  <c:v>33.936999999999998</c:v>
                </c:pt>
                <c:pt idx="346">
                  <c:v>36.99</c:v>
                </c:pt>
                <c:pt idx="347">
                  <c:v>37.067999999999998</c:v>
                </c:pt>
                <c:pt idx="348">
                  <c:v>38.057000000000002</c:v>
                </c:pt>
                <c:pt idx="349">
                  <c:v>40.046999999999997</c:v>
                </c:pt>
                <c:pt idx="350">
                  <c:v>41.564</c:v>
                </c:pt>
                <c:pt idx="351">
                  <c:v>41.499000000000002</c:v>
                </c:pt>
                <c:pt idx="352">
                  <c:v>40.000999999999998</c:v>
                </c:pt>
                <c:pt idx="353">
                  <c:v>40.003999999999998</c:v>
                </c:pt>
                <c:pt idx="354">
                  <c:v>41.066000000000003</c:v>
                </c:pt>
                <c:pt idx="355">
                  <c:v>41.075000000000003</c:v>
                </c:pt>
                <c:pt idx="356">
                  <c:v>41.057000000000002</c:v>
                </c:pt>
                <c:pt idx="357">
                  <c:v>41.018000000000001</c:v>
                </c:pt>
                <c:pt idx="358">
                  <c:v>40.988</c:v>
                </c:pt>
                <c:pt idx="359">
                  <c:v>41.039000000000001</c:v>
                </c:pt>
                <c:pt idx="360">
                  <c:v>41.031999999999996</c:v>
                </c:pt>
                <c:pt idx="361">
                  <c:v>41.030999999999999</c:v>
                </c:pt>
                <c:pt idx="362">
                  <c:v>41.024000000000001</c:v>
                </c:pt>
                <c:pt idx="363">
                  <c:v>41.034999999999997</c:v>
                </c:pt>
                <c:pt idx="364">
                  <c:v>41.045999999999999</c:v>
                </c:pt>
                <c:pt idx="365">
                  <c:v>40.993000000000002</c:v>
                </c:pt>
                <c:pt idx="366">
                  <c:v>41.039000000000001</c:v>
                </c:pt>
                <c:pt idx="367">
                  <c:v>41.317</c:v>
                </c:pt>
                <c:pt idx="368">
                  <c:v>41.054000000000002</c:v>
                </c:pt>
                <c:pt idx="369">
                  <c:v>41.008000000000003</c:v>
                </c:pt>
                <c:pt idx="370">
                  <c:v>39.994999999999997</c:v>
                </c:pt>
                <c:pt idx="371">
                  <c:v>40.020000000000003</c:v>
                </c:pt>
                <c:pt idx="372">
                  <c:v>38.040999999999997</c:v>
                </c:pt>
                <c:pt idx="373">
                  <c:v>38.012</c:v>
                </c:pt>
                <c:pt idx="374">
                  <c:v>38.055999999999997</c:v>
                </c:pt>
                <c:pt idx="375">
                  <c:v>38.027000000000001</c:v>
                </c:pt>
                <c:pt idx="376">
                  <c:v>39.040999999999997</c:v>
                </c:pt>
                <c:pt idx="377">
                  <c:v>38.963999999999999</c:v>
                </c:pt>
                <c:pt idx="378">
                  <c:v>39.042999999999999</c:v>
                </c:pt>
                <c:pt idx="379">
                  <c:v>38.972999999999999</c:v>
                </c:pt>
                <c:pt idx="380">
                  <c:v>39</c:v>
                </c:pt>
                <c:pt idx="381">
                  <c:v>39.064999999999998</c:v>
                </c:pt>
                <c:pt idx="382">
                  <c:v>40.064</c:v>
                </c:pt>
                <c:pt idx="383">
                  <c:v>40.051000000000002</c:v>
                </c:pt>
                <c:pt idx="384">
                  <c:v>40.018999999999998</c:v>
                </c:pt>
                <c:pt idx="385">
                  <c:v>39.984999999999999</c:v>
                </c:pt>
                <c:pt idx="386">
                  <c:v>39.975000000000001</c:v>
                </c:pt>
                <c:pt idx="387">
                  <c:v>40.389000000000003</c:v>
                </c:pt>
                <c:pt idx="388">
                  <c:v>40.100999999999999</c:v>
                </c:pt>
                <c:pt idx="389">
                  <c:v>39.130000000000003</c:v>
                </c:pt>
                <c:pt idx="390">
                  <c:v>39.057000000000002</c:v>
                </c:pt>
                <c:pt idx="391">
                  <c:v>39.036999999999999</c:v>
                </c:pt>
                <c:pt idx="392">
                  <c:v>38.052999999999997</c:v>
                </c:pt>
                <c:pt idx="393">
                  <c:v>38.078000000000003</c:v>
                </c:pt>
                <c:pt idx="394">
                  <c:v>38.055999999999997</c:v>
                </c:pt>
                <c:pt idx="395">
                  <c:v>38.067</c:v>
                </c:pt>
                <c:pt idx="396">
                  <c:v>38.023000000000003</c:v>
                </c:pt>
                <c:pt idx="397">
                  <c:v>39.994</c:v>
                </c:pt>
                <c:pt idx="398">
                  <c:v>40.06</c:v>
                </c:pt>
                <c:pt idx="399">
                  <c:v>40.095999999999997</c:v>
                </c:pt>
                <c:pt idx="400">
                  <c:v>40.064</c:v>
                </c:pt>
                <c:pt idx="401">
                  <c:v>40.069000000000003</c:v>
                </c:pt>
                <c:pt idx="402">
                  <c:v>40.075000000000003</c:v>
                </c:pt>
                <c:pt idx="403">
                  <c:v>40.075000000000003</c:v>
                </c:pt>
                <c:pt idx="404">
                  <c:v>40.131</c:v>
                </c:pt>
                <c:pt idx="405">
                  <c:v>40.106999999999999</c:v>
                </c:pt>
                <c:pt idx="406">
                  <c:v>40.094999999999999</c:v>
                </c:pt>
                <c:pt idx="407">
                  <c:v>39.817</c:v>
                </c:pt>
                <c:pt idx="408">
                  <c:v>40.093000000000004</c:v>
                </c:pt>
                <c:pt idx="409">
                  <c:v>39.564999999999998</c:v>
                </c:pt>
                <c:pt idx="410">
                  <c:v>39.192999999999998</c:v>
                </c:pt>
                <c:pt idx="411">
                  <c:v>39.005000000000003</c:v>
                </c:pt>
                <c:pt idx="412">
                  <c:v>39.026000000000003</c:v>
                </c:pt>
                <c:pt idx="413">
                  <c:v>38.945999999999998</c:v>
                </c:pt>
                <c:pt idx="414">
                  <c:v>39.002000000000002</c:v>
                </c:pt>
                <c:pt idx="415">
                  <c:v>38.991</c:v>
                </c:pt>
                <c:pt idx="416">
                  <c:v>39.026000000000003</c:v>
                </c:pt>
                <c:pt idx="417">
                  <c:v>39.033999999999999</c:v>
                </c:pt>
                <c:pt idx="418">
                  <c:v>39.012</c:v>
                </c:pt>
                <c:pt idx="419">
                  <c:v>39.085999999999999</c:v>
                </c:pt>
                <c:pt idx="420">
                  <c:v>39.055999999999997</c:v>
                </c:pt>
                <c:pt idx="421">
                  <c:v>39.031999999999996</c:v>
                </c:pt>
                <c:pt idx="422">
                  <c:v>39.981999999999999</c:v>
                </c:pt>
                <c:pt idx="423">
                  <c:v>40.023000000000003</c:v>
                </c:pt>
                <c:pt idx="424">
                  <c:v>40.031999999999996</c:v>
                </c:pt>
                <c:pt idx="425">
                  <c:v>40.082000000000001</c:v>
                </c:pt>
                <c:pt idx="426">
                  <c:v>40.054000000000002</c:v>
                </c:pt>
                <c:pt idx="427">
                  <c:v>40.048999999999999</c:v>
                </c:pt>
                <c:pt idx="428">
                  <c:v>40.031999999999996</c:v>
                </c:pt>
                <c:pt idx="429">
                  <c:v>40.037999999999997</c:v>
                </c:pt>
                <c:pt idx="430">
                  <c:v>39.994999999999997</c:v>
                </c:pt>
                <c:pt idx="431">
                  <c:v>40.005000000000003</c:v>
                </c:pt>
                <c:pt idx="432">
                  <c:v>40.054000000000002</c:v>
                </c:pt>
                <c:pt idx="433">
                  <c:v>40.067</c:v>
                </c:pt>
                <c:pt idx="434">
                  <c:v>40.020000000000003</c:v>
                </c:pt>
                <c:pt idx="435">
                  <c:v>40.064</c:v>
                </c:pt>
                <c:pt idx="436">
                  <c:v>40.052999999999997</c:v>
                </c:pt>
                <c:pt idx="437">
                  <c:v>40.030999999999999</c:v>
                </c:pt>
                <c:pt idx="438">
                  <c:v>40.03</c:v>
                </c:pt>
                <c:pt idx="439">
                  <c:v>40.055999999999997</c:v>
                </c:pt>
                <c:pt idx="440">
                  <c:v>40.037999999999997</c:v>
                </c:pt>
                <c:pt idx="441">
                  <c:v>39.981999999999999</c:v>
                </c:pt>
                <c:pt idx="442">
                  <c:v>40.006999999999998</c:v>
                </c:pt>
                <c:pt idx="443">
                  <c:v>39.994999999999997</c:v>
                </c:pt>
                <c:pt idx="444">
                  <c:v>40.003</c:v>
                </c:pt>
                <c:pt idx="445">
                  <c:v>40</c:v>
                </c:pt>
                <c:pt idx="446">
                  <c:v>40.049999999999997</c:v>
                </c:pt>
                <c:pt idx="447">
                  <c:v>40.021999999999998</c:v>
                </c:pt>
                <c:pt idx="448">
                  <c:v>38.987000000000002</c:v>
                </c:pt>
                <c:pt idx="449">
                  <c:v>39.061999999999998</c:v>
                </c:pt>
                <c:pt idx="450">
                  <c:v>39.186</c:v>
                </c:pt>
                <c:pt idx="451">
                  <c:v>38.942999999999998</c:v>
                </c:pt>
                <c:pt idx="452">
                  <c:v>39.106000000000002</c:v>
                </c:pt>
                <c:pt idx="453">
                  <c:v>39.061</c:v>
                </c:pt>
                <c:pt idx="454">
                  <c:v>39.018999999999998</c:v>
                </c:pt>
                <c:pt idx="455">
                  <c:v>39.042999999999999</c:v>
                </c:pt>
                <c:pt idx="456">
                  <c:v>39.046999999999997</c:v>
                </c:pt>
                <c:pt idx="457">
                  <c:v>39.079000000000001</c:v>
                </c:pt>
                <c:pt idx="458">
                  <c:v>39.113</c:v>
                </c:pt>
                <c:pt idx="459">
                  <c:v>39.009</c:v>
                </c:pt>
                <c:pt idx="460">
                  <c:v>39.072000000000003</c:v>
                </c:pt>
                <c:pt idx="461">
                  <c:v>39.033000000000001</c:v>
                </c:pt>
                <c:pt idx="462">
                  <c:v>39.031999999999996</c:v>
                </c:pt>
                <c:pt idx="463">
                  <c:v>38.08</c:v>
                </c:pt>
                <c:pt idx="464">
                  <c:v>38.03</c:v>
                </c:pt>
                <c:pt idx="465">
                  <c:v>38.048000000000002</c:v>
                </c:pt>
                <c:pt idx="466">
                  <c:v>37.988999999999997</c:v>
                </c:pt>
                <c:pt idx="467">
                  <c:v>38.024999999999999</c:v>
                </c:pt>
                <c:pt idx="468">
                  <c:v>38.076999999999998</c:v>
                </c:pt>
                <c:pt idx="469">
                  <c:v>37.918999999999997</c:v>
                </c:pt>
                <c:pt idx="470">
                  <c:v>38.03</c:v>
                </c:pt>
                <c:pt idx="471">
                  <c:v>38.029000000000003</c:v>
                </c:pt>
                <c:pt idx="472">
                  <c:v>37.978000000000002</c:v>
                </c:pt>
                <c:pt idx="473">
                  <c:v>38.061</c:v>
                </c:pt>
                <c:pt idx="474">
                  <c:v>37.981000000000002</c:v>
                </c:pt>
                <c:pt idx="475">
                  <c:v>38.014000000000003</c:v>
                </c:pt>
                <c:pt idx="476">
                  <c:v>38.01</c:v>
                </c:pt>
                <c:pt idx="477">
                  <c:v>38.034999999999997</c:v>
                </c:pt>
                <c:pt idx="478">
                  <c:v>38.021000000000001</c:v>
                </c:pt>
                <c:pt idx="479">
                  <c:v>38.052999999999997</c:v>
                </c:pt>
                <c:pt idx="480">
                  <c:v>38.011000000000003</c:v>
                </c:pt>
                <c:pt idx="481">
                  <c:v>38.051000000000002</c:v>
                </c:pt>
                <c:pt idx="482">
                  <c:v>38.021000000000001</c:v>
                </c:pt>
                <c:pt idx="483">
                  <c:v>38.030999999999999</c:v>
                </c:pt>
                <c:pt idx="484">
                  <c:v>38.03</c:v>
                </c:pt>
                <c:pt idx="485">
                  <c:v>37.987000000000002</c:v>
                </c:pt>
                <c:pt idx="486">
                  <c:v>37.99</c:v>
                </c:pt>
                <c:pt idx="487">
                  <c:v>38.029000000000003</c:v>
                </c:pt>
                <c:pt idx="488">
                  <c:v>38.061999999999998</c:v>
                </c:pt>
                <c:pt idx="489">
                  <c:v>38.112000000000002</c:v>
                </c:pt>
                <c:pt idx="490">
                  <c:v>38.058999999999997</c:v>
                </c:pt>
                <c:pt idx="491">
                  <c:v>38.011000000000003</c:v>
                </c:pt>
                <c:pt idx="492">
                  <c:v>37.994</c:v>
                </c:pt>
                <c:pt idx="493">
                  <c:v>39.526000000000003</c:v>
                </c:pt>
                <c:pt idx="494">
                  <c:v>39.048999999999999</c:v>
                </c:pt>
                <c:pt idx="495">
                  <c:v>39.07</c:v>
                </c:pt>
                <c:pt idx="496">
                  <c:v>38.994</c:v>
                </c:pt>
                <c:pt idx="497">
                  <c:v>38.984000000000002</c:v>
                </c:pt>
                <c:pt idx="498">
                  <c:v>39.009</c:v>
                </c:pt>
                <c:pt idx="499">
                  <c:v>38.994999999999997</c:v>
                </c:pt>
                <c:pt idx="500">
                  <c:v>38.996000000000002</c:v>
                </c:pt>
                <c:pt idx="501">
                  <c:v>38.037999999999997</c:v>
                </c:pt>
                <c:pt idx="502">
                  <c:v>38.021999999999998</c:v>
                </c:pt>
                <c:pt idx="503">
                  <c:v>38.033000000000001</c:v>
                </c:pt>
                <c:pt idx="504">
                  <c:v>38.527000000000001</c:v>
                </c:pt>
                <c:pt idx="505">
                  <c:v>38.484000000000002</c:v>
                </c:pt>
                <c:pt idx="506">
                  <c:v>38.533000000000001</c:v>
                </c:pt>
                <c:pt idx="507">
                  <c:v>38.536999999999999</c:v>
                </c:pt>
                <c:pt idx="508">
                  <c:v>38.500999999999998</c:v>
                </c:pt>
                <c:pt idx="509">
                  <c:v>38.576000000000001</c:v>
                </c:pt>
                <c:pt idx="510">
                  <c:v>38.527999999999999</c:v>
                </c:pt>
                <c:pt idx="511">
                  <c:v>38.515000000000001</c:v>
                </c:pt>
                <c:pt idx="512">
                  <c:v>38.539000000000001</c:v>
                </c:pt>
                <c:pt idx="513">
                  <c:v>39.018000000000001</c:v>
                </c:pt>
                <c:pt idx="514">
                  <c:v>38.578000000000003</c:v>
                </c:pt>
                <c:pt idx="515">
                  <c:v>38.529000000000003</c:v>
                </c:pt>
                <c:pt idx="516">
                  <c:v>38.518000000000001</c:v>
                </c:pt>
                <c:pt idx="517">
                  <c:v>38.481000000000002</c:v>
                </c:pt>
                <c:pt idx="518">
                  <c:v>38.503999999999998</c:v>
                </c:pt>
                <c:pt idx="519">
                  <c:v>38.566000000000003</c:v>
                </c:pt>
                <c:pt idx="520">
                  <c:v>38.530999999999999</c:v>
                </c:pt>
                <c:pt idx="521">
                  <c:v>38.527000000000001</c:v>
                </c:pt>
                <c:pt idx="522">
                  <c:v>38.505000000000003</c:v>
                </c:pt>
                <c:pt idx="523">
                  <c:v>40.023000000000003</c:v>
                </c:pt>
                <c:pt idx="524">
                  <c:v>40.069000000000003</c:v>
                </c:pt>
                <c:pt idx="525">
                  <c:v>40.009</c:v>
                </c:pt>
                <c:pt idx="526">
                  <c:v>40.058</c:v>
                </c:pt>
                <c:pt idx="527">
                  <c:v>39.978999999999999</c:v>
                </c:pt>
                <c:pt idx="528">
                  <c:v>40.130000000000003</c:v>
                </c:pt>
                <c:pt idx="529">
                  <c:v>40.07</c:v>
                </c:pt>
                <c:pt idx="530">
                  <c:v>40.043999999999997</c:v>
                </c:pt>
                <c:pt idx="531">
                  <c:v>40.26</c:v>
                </c:pt>
                <c:pt idx="532">
                  <c:v>40.710999999999999</c:v>
                </c:pt>
                <c:pt idx="533">
                  <c:v>40.042999999999999</c:v>
                </c:pt>
                <c:pt idx="534">
                  <c:v>39.976999999999997</c:v>
                </c:pt>
                <c:pt idx="535">
                  <c:v>40.057000000000002</c:v>
                </c:pt>
                <c:pt idx="536">
                  <c:v>40.06</c:v>
                </c:pt>
                <c:pt idx="537">
                  <c:v>39.637999999999998</c:v>
                </c:pt>
                <c:pt idx="538">
                  <c:v>41.613999999999997</c:v>
                </c:pt>
                <c:pt idx="539">
                  <c:v>41.607999999999997</c:v>
                </c:pt>
                <c:pt idx="540">
                  <c:v>41.606000000000002</c:v>
                </c:pt>
                <c:pt idx="541">
                  <c:v>44.694000000000003</c:v>
                </c:pt>
                <c:pt idx="542">
                  <c:v>43.057000000000002</c:v>
                </c:pt>
                <c:pt idx="543">
                  <c:v>42.999000000000002</c:v>
                </c:pt>
                <c:pt idx="544">
                  <c:v>43.064</c:v>
                </c:pt>
                <c:pt idx="545">
                  <c:v>42.527999999999999</c:v>
                </c:pt>
                <c:pt idx="546">
                  <c:v>41.973999999999997</c:v>
                </c:pt>
                <c:pt idx="547">
                  <c:v>42.037999999999997</c:v>
                </c:pt>
                <c:pt idx="548">
                  <c:v>42.005000000000003</c:v>
                </c:pt>
                <c:pt idx="549">
                  <c:v>42.033999999999999</c:v>
                </c:pt>
                <c:pt idx="550">
                  <c:v>43.027999999999999</c:v>
                </c:pt>
                <c:pt idx="551">
                  <c:v>43.014000000000003</c:v>
                </c:pt>
                <c:pt idx="552">
                  <c:v>43.988999999999997</c:v>
                </c:pt>
                <c:pt idx="553">
                  <c:v>44.024000000000001</c:v>
                </c:pt>
                <c:pt idx="554">
                  <c:v>44.033000000000001</c:v>
                </c:pt>
                <c:pt idx="555">
                  <c:v>43.976999999999997</c:v>
                </c:pt>
                <c:pt idx="556">
                  <c:v>44.561999999999998</c:v>
                </c:pt>
                <c:pt idx="557">
                  <c:v>45.598999999999997</c:v>
                </c:pt>
                <c:pt idx="558">
                  <c:v>45.55</c:v>
                </c:pt>
                <c:pt idx="559">
                  <c:v>45.164000000000001</c:v>
                </c:pt>
                <c:pt idx="560">
                  <c:v>45.063000000000002</c:v>
                </c:pt>
                <c:pt idx="561">
                  <c:v>44.537999999999997</c:v>
                </c:pt>
                <c:pt idx="562">
                  <c:v>44.058</c:v>
                </c:pt>
                <c:pt idx="563">
                  <c:v>45.082000000000001</c:v>
                </c:pt>
                <c:pt idx="564">
                  <c:v>44.561999999999998</c:v>
                </c:pt>
                <c:pt idx="565">
                  <c:v>45.046999999999997</c:v>
                </c:pt>
                <c:pt idx="566">
                  <c:v>44.997999999999998</c:v>
                </c:pt>
                <c:pt idx="567">
                  <c:v>45.005000000000003</c:v>
                </c:pt>
                <c:pt idx="568">
                  <c:v>44.991</c:v>
                </c:pt>
                <c:pt idx="569">
                  <c:v>45.018999999999998</c:v>
                </c:pt>
                <c:pt idx="570">
                  <c:v>44.039000000000001</c:v>
                </c:pt>
                <c:pt idx="571">
                  <c:v>44.094000000000001</c:v>
                </c:pt>
                <c:pt idx="572">
                  <c:v>44.055</c:v>
                </c:pt>
                <c:pt idx="573">
                  <c:v>43.997999999999998</c:v>
                </c:pt>
                <c:pt idx="574">
                  <c:v>44.088000000000001</c:v>
                </c:pt>
                <c:pt idx="575">
                  <c:v>41.165999999999997</c:v>
                </c:pt>
                <c:pt idx="576">
                  <c:v>42.098999999999997</c:v>
                </c:pt>
                <c:pt idx="577">
                  <c:v>40.097999999999999</c:v>
                </c:pt>
                <c:pt idx="578">
                  <c:v>40.078000000000003</c:v>
                </c:pt>
                <c:pt idx="579">
                  <c:v>40.179000000000002</c:v>
                </c:pt>
                <c:pt idx="580">
                  <c:v>40.118000000000002</c:v>
                </c:pt>
                <c:pt idx="581">
                  <c:v>41.103999999999999</c:v>
                </c:pt>
                <c:pt idx="582">
                  <c:v>41.613</c:v>
                </c:pt>
                <c:pt idx="583">
                  <c:v>39.000999999999998</c:v>
                </c:pt>
                <c:pt idx="584">
                  <c:v>39.093000000000004</c:v>
                </c:pt>
                <c:pt idx="585">
                  <c:v>40.115000000000002</c:v>
                </c:pt>
                <c:pt idx="586">
                  <c:v>41.023000000000003</c:v>
                </c:pt>
                <c:pt idx="587">
                  <c:v>40.512999999999998</c:v>
                </c:pt>
                <c:pt idx="588">
                  <c:v>40.545000000000002</c:v>
                </c:pt>
                <c:pt idx="589">
                  <c:v>40.576000000000001</c:v>
                </c:pt>
                <c:pt idx="590">
                  <c:v>40.57</c:v>
                </c:pt>
                <c:pt idx="591">
                  <c:v>40.110999999999997</c:v>
                </c:pt>
                <c:pt idx="592">
                  <c:v>39.615000000000002</c:v>
                </c:pt>
                <c:pt idx="593">
                  <c:v>38.020000000000003</c:v>
                </c:pt>
                <c:pt idx="594">
                  <c:v>38</c:v>
                </c:pt>
                <c:pt idx="595">
                  <c:v>37.923000000000002</c:v>
                </c:pt>
                <c:pt idx="596">
                  <c:v>37.951999999999998</c:v>
                </c:pt>
                <c:pt idx="597">
                  <c:v>37.988</c:v>
                </c:pt>
                <c:pt idx="598">
                  <c:v>38.512</c:v>
                </c:pt>
                <c:pt idx="599">
                  <c:v>38.027999999999999</c:v>
                </c:pt>
                <c:pt idx="600">
                  <c:v>38.064999999999998</c:v>
                </c:pt>
                <c:pt idx="601">
                  <c:v>38.003999999999998</c:v>
                </c:pt>
                <c:pt idx="602">
                  <c:v>37.963000000000001</c:v>
                </c:pt>
                <c:pt idx="603">
                  <c:v>38.034999999999997</c:v>
                </c:pt>
                <c:pt idx="604">
                  <c:v>38.052</c:v>
                </c:pt>
                <c:pt idx="605">
                  <c:v>37.999000000000002</c:v>
                </c:pt>
                <c:pt idx="606">
                  <c:v>38.039000000000001</c:v>
                </c:pt>
                <c:pt idx="607">
                  <c:v>38.006</c:v>
                </c:pt>
                <c:pt idx="608">
                  <c:v>37.51</c:v>
                </c:pt>
                <c:pt idx="609">
                  <c:v>37.521999999999998</c:v>
                </c:pt>
                <c:pt idx="610">
                  <c:v>37.567999999999998</c:v>
                </c:pt>
                <c:pt idx="611">
                  <c:v>37.048000000000002</c:v>
                </c:pt>
                <c:pt idx="612">
                  <c:v>36.976999999999997</c:v>
                </c:pt>
                <c:pt idx="613">
                  <c:v>36.125999999999998</c:v>
                </c:pt>
                <c:pt idx="614">
                  <c:v>36.514000000000003</c:v>
                </c:pt>
                <c:pt idx="615">
                  <c:v>36.014000000000003</c:v>
                </c:pt>
                <c:pt idx="616">
                  <c:v>35.978999999999999</c:v>
                </c:pt>
                <c:pt idx="617">
                  <c:v>36.087000000000003</c:v>
                </c:pt>
                <c:pt idx="618">
                  <c:v>36.042000000000002</c:v>
                </c:pt>
                <c:pt idx="619">
                  <c:v>35.997999999999998</c:v>
                </c:pt>
                <c:pt idx="620">
                  <c:v>36.012</c:v>
                </c:pt>
                <c:pt idx="621">
                  <c:v>36.347000000000001</c:v>
                </c:pt>
                <c:pt idx="622">
                  <c:v>35.994</c:v>
                </c:pt>
                <c:pt idx="623">
                  <c:v>34.350999999999999</c:v>
                </c:pt>
                <c:pt idx="624">
                  <c:v>36.029000000000003</c:v>
                </c:pt>
                <c:pt idx="625">
                  <c:v>37.066000000000003</c:v>
                </c:pt>
                <c:pt idx="626">
                  <c:v>37.037999999999997</c:v>
                </c:pt>
                <c:pt idx="627">
                  <c:v>37.502000000000002</c:v>
                </c:pt>
                <c:pt idx="628">
                  <c:v>38.000999999999998</c:v>
                </c:pt>
                <c:pt idx="629">
                  <c:v>38.057000000000002</c:v>
                </c:pt>
                <c:pt idx="630">
                  <c:v>37.985999999999997</c:v>
                </c:pt>
                <c:pt idx="631">
                  <c:v>38.002000000000002</c:v>
                </c:pt>
                <c:pt idx="632">
                  <c:v>37.54</c:v>
                </c:pt>
                <c:pt idx="633">
                  <c:v>37.036999999999999</c:v>
                </c:pt>
                <c:pt idx="634">
                  <c:v>37.033000000000001</c:v>
                </c:pt>
                <c:pt idx="635">
                  <c:v>37.006</c:v>
                </c:pt>
                <c:pt idx="636">
                  <c:v>36.018999999999998</c:v>
                </c:pt>
                <c:pt idx="637">
                  <c:v>36.970999999999997</c:v>
                </c:pt>
                <c:pt idx="638">
                  <c:v>37.539000000000001</c:v>
                </c:pt>
                <c:pt idx="639">
                  <c:v>36.630000000000003</c:v>
                </c:pt>
                <c:pt idx="640">
                  <c:v>36.072000000000003</c:v>
                </c:pt>
                <c:pt idx="641">
                  <c:v>36.048000000000002</c:v>
                </c:pt>
                <c:pt idx="642">
                  <c:v>35.53</c:v>
                </c:pt>
                <c:pt idx="643">
                  <c:v>36.088999999999999</c:v>
                </c:pt>
                <c:pt idx="644">
                  <c:v>36.005000000000003</c:v>
                </c:pt>
                <c:pt idx="645">
                  <c:v>36.098999999999997</c:v>
                </c:pt>
                <c:pt idx="646">
                  <c:v>36.021999999999998</c:v>
                </c:pt>
                <c:pt idx="647">
                  <c:v>36.03</c:v>
                </c:pt>
                <c:pt idx="648">
                  <c:v>36.076000000000001</c:v>
                </c:pt>
                <c:pt idx="649">
                  <c:v>35.573</c:v>
                </c:pt>
                <c:pt idx="650">
                  <c:v>35.566000000000003</c:v>
                </c:pt>
                <c:pt idx="651">
                  <c:v>36.052</c:v>
                </c:pt>
                <c:pt idx="652">
                  <c:v>35.533999999999999</c:v>
                </c:pt>
                <c:pt idx="653">
                  <c:v>36.008000000000003</c:v>
                </c:pt>
                <c:pt idx="654">
                  <c:v>36.061</c:v>
                </c:pt>
                <c:pt idx="655">
                  <c:v>36.085000000000001</c:v>
                </c:pt>
                <c:pt idx="656">
                  <c:v>36.116999999999997</c:v>
                </c:pt>
                <c:pt idx="657">
                  <c:v>34.762</c:v>
                </c:pt>
                <c:pt idx="658">
                  <c:v>33.597000000000001</c:v>
                </c:pt>
                <c:pt idx="659">
                  <c:v>34.661999999999999</c:v>
                </c:pt>
                <c:pt idx="660">
                  <c:v>34.188000000000002</c:v>
                </c:pt>
                <c:pt idx="661">
                  <c:v>35.012999999999998</c:v>
                </c:pt>
                <c:pt idx="662">
                  <c:v>34.939</c:v>
                </c:pt>
                <c:pt idx="663">
                  <c:v>35.023000000000003</c:v>
                </c:pt>
                <c:pt idx="664">
                  <c:v>34.978000000000002</c:v>
                </c:pt>
                <c:pt idx="665">
                  <c:v>35.027000000000001</c:v>
                </c:pt>
                <c:pt idx="666">
                  <c:v>35.058</c:v>
                </c:pt>
                <c:pt idx="667">
                  <c:v>34.976999999999997</c:v>
                </c:pt>
                <c:pt idx="668">
                  <c:v>35.03</c:v>
                </c:pt>
                <c:pt idx="669">
                  <c:v>35.002000000000002</c:v>
                </c:pt>
                <c:pt idx="670">
                  <c:v>35.036000000000001</c:v>
                </c:pt>
                <c:pt idx="671">
                  <c:v>35.531999999999996</c:v>
                </c:pt>
                <c:pt idx="672">
                  <c:v>35.000999999999998</c:v>
                </c:pt>
                <c:pt idx="673">
                  <c:v>35.030999999999999</c:v>
                </c:pt>
                <c:pt idx="674">
                  <c:v>34.54</c:v>
                </c:pt>
                <c:pt idx="675">
                  <c:v>34.551000000000002</c:v>
                </c:pt>
                <c:pt idx="676">
                  <c:v>34.500999999999998</c:v>
                </c:pt>
                <c:pt idx="677">
                  <c:v>34.555</c:v>
                </c:pt>
                <c:pt idx="678">
                  <c:v>34.539000000000001</c:v>
                </c:pt>
                <c:pt idx="679">
                  <c:v>34.494999999999997</c:v>
                </c:pt>
                <c:pt idx="680">
                  <c:v>34.454000000000001</c:v>
                </c:pt>
                <c:pt idx="681">
                  <c:v>34.491999999999997</c:v>
                </c:pt>
                <c:pt idx="682">
                  <c:v>34.988</c:v>
                </c:pt>
                <c:pt idx="683">
                  <c:v>35.042999999999999</c:v>
                </c:pt>
                <c:pt idx="684">
                  <c:v>35.052999999999997</c:v>
                </c:pt>
                <c:pt idx="685">
                  <c:v>34.466999999999999</c:v>
                </c:pt>
                <c:pt idx="686">
                  <c:v>34.487000000000002</c:v>
                </c:pt>
                <c:pt idx="687">
                  <c:v>34.567999999999998</c:v>
                </c:pt>
                <c:pt idx="688">
                  <c:v>33.999000000000002</c:v>
                </c:pt>
                <c:pt idx="689">
                  <c:v>35.095999999999997</c:v>
                </c:pt>
                <c:pt idx="690">
                  <c:v>34.499000000000002</c:v>
                </c:pt>
                <c:pt idx="691">
                  <c:v>34.475000000000001</c:v>
                </c:pt>
                <c:pt idx="692">
                  <c:v>34.558999999999997</c:v>
                </c:pt>
                <c:pt idx="693">
                  <c:v>34.500999999999998</c:v>
                </c:pt>
                <c:pt idx="694">
                  <c:v>34.020000000000003</c:v>
                </c:pt>
                <c:pt idx="695">
                  <c:v>33.473999999999997</c:v>
                </c:pt>
                <c:pt idx="696">
                  <c:v>33.073</c:v>
                </c:pt>
                <c:pt idx="697">
                  <c:v>32.07</c:v>
                </c:pt>
                <c:pt idx="698">
                  <c:v>30.024000000000001</c:v>
                </c:pt>
                <c:pt idx="699">
                  <c:v>29.97</c:v>
                </c:pt>
                <c:pt idx="700">
                  <c:v>31.978000000000002</c:v>
                </c:pt>
                <c:pt idx="701">
                  <c:v>32.185000000000002</c:v>
                </c:pt>
                <c:pt idx="702">
                  <c:v>30.978999999999999</c:v>
                </c:pt>
                <c:pt idx="703">
                  <c:v>31.577999999999999</c:v>
                </c:pt>
                <c:pt idx="704">
                  <c:v>32.029000000000003</c:v>
                </c:pt>
                <c:pt idx="705">
                  <c:v>32.048000000000002</c:v>
                </c:pt>
                <c:pt idx="706">
                  <c:v>32.021000000000001</c:v>
                </c:pt>
                <c:pt idx="707">
                  <c:v>32.585000000000001</c:v>
                </c:pt>
                <c:pt idx="708">
                  <c:v>32.552</c:v>
                </c:pt>
                <c:pt idx="709">
                  <c:v>31.048999999999999</c:v>
                </c:pt>
                <c:pt idx="710">
                  <c:v>32.523000000000003</c:v>
                </c:pt>
                <c:pt idx="711">
                  <c:v>32.540999999999997</c:v>
                </c:pt>
                <c:pt idx="712">
                  <c:v>32.527999999999999</c:v>
                </c:pt>
                <c:pt idx="713">
                  <c:v>32.012</c:v>
                </c:pt>
                <c:pt idx="714">
                  <c:v>31.501000000000001</c:v>
                </c:pt>
                <c:pt idx="715">
                  <c:v>32.067999999999998</c:v>
                </c:pt>
                <c:pt idx="716">
                  <c:v>31.536000000000001</c:v>
                </c:pt>
                <c:pt idx="717">
                  <c:v>31.097000000000001</c:v>
                </c:pt>
                <c:pt idx="718">
                  <c:v>31.06</c:v>
                </c:pt>
                <c:pt idx="719">
                  <c:v>31.573</c:v>
                </c:pt>
                <c:pt idx="720">
                  <c:v>32.012</c:v>
                </c:pt>
                <c:pt idx="721">
                  <c:v>32.024000000000001</c:v>
                </c:pt>
                <c:pt idx="722">
                  <c:v>31.7</c:v>
                </c:pt>
                <c:pt idx="723">
                  <c:v>31.992000000000001</c:v>
                </c:pt>
                <c:pt idx="724">
                  <c:v>31.978000000000002</c:v>
                </c:pt>
                <c:pt idx="725">
                  <c:v>31.991</c:v>
                </c:pt>
                <c:pt idx="726">
                  <c:v>31.523</c:v>
                </c:pt>
                <c:pt idx="727">
                  <c:v>32.978999999999999</c:v>
                </c:pt>
                <c:pt idx="728">
                  <c:v>33.03</c:v>
                </c:pt>
                <c:pt idx="729">
                  <c:v>31.495999999999999</c:v>
                </c:pt>
                <c:pt idx="730">
                  <c:v>32.554000000000002</c:v>
                </c:pt>
                <c:pt idx="731">
                  <c:v>33.020000000000003</c:v>
                </c:pt>
                <c:pt idx="732">
                  <c:v>33.554000000000002</c:v>
                </c:pt>
                <c:pt idx="733">
                  <c:v>33.03</c:v>
                </c:pt>
                <c:pt idx="734">
                  <c:v>33.015999999999998</c:v>
                </c:pt>
                <c:pt idx="735">
                  <c:v>33.026000000000003</c:v>
                </c:pt>
                <c:pt idx="736">
                  <c:v>33.005000000000003</c:v>
                </c:pt>
                <c:pt idx="737">
                  <c:v>33.052999999999997</c:v>
                </c:pt>
                <c:pt idx="738">
                  <c:v>33.029000000000003</c:v>
                </c:pt>
                <c:pt idx="739">
                  <c:v>33.119</c:v>
                </c:pt>
                <c:pt idx="740">
                  <c:v>34.197000000000003</c:v>
                </c:pt>
                <c:pt idx="741">
                  <c:v>33.935000000000002</c:v>
                </c:pt>
                <c:pt idx="742">
                  <c:v>33.826000000000001</c:v>
                </c:pt>
                <c:pt idx="743">
                  <c:v>34.506999999999998</c:v>
                </c:pt>
                <c:pt idx="744">
                  <c:v>34.53</c:v>
                </c:pt>
                <c:pt idx="745">
                  <c:v>34.512</c:v>
                </c:pt>
                <c:pt idx="746">
                  <c:v>35.567</c:v>
                </c:pt>
                <c:pt idx="747">
                  <c:v>34.984999999999999</c:v>
                </c:pt>
                <c:pt idx="748">
                  <c:v>33.993000000000002</c:v>
                </c:pt>
                <c:pt idx="749">
                  <c:v>34</c:v>
                </c:pt>
                <c:pt idx="750">
                  <c:v>34.030999999999999</c:v>
                </c:pt>
                <c:pt idx="751">
                  <c:v>34.051000000000002</c:v>
                </c:pt>
                <c:pt idx="752">
                  <c:v>33.970999999999997</c:v>
                </c:pt>
                <c:pt idx="753">
                  <c:v>33.545000000000002</c:v>
                </c:pt>
                <c:pt idx="754">
                  <c:v>33.512</c:v>
                </c:pt>
                <c:pt idx="755">
                  <c:v>33.015999999999998</c:v>
                </c:pt>
                <c:pt idx="756">
                  <c:v>32.453000000000003</c:v>
                </c:pt>
                <c:pt idx="757">
                  <c:v>33.008000000000003</c:v>
                </c:pt>
                <c:pt idx="758">
                  <c:v>32.561</c:v>
                </c:pt>
                <c:pt idx="759">
                  <c:v>32.497</c:v>
                </c:pt>
                <c:pt idx="760">
                  <c:v>32.554000000000002</c:v>
                </c:pt>
                <c:pt idx="761">
                  <c:v>32.033999999999999</c:v>
                </c:pt>
                <c:pt idx="762">
                  <c:v>32.006999999999998</c:v>
                </c:pt>
                <c:pt idx="763">
                  <c:v>32.561</c:v>
                </c:pt>
                <c:pt idx="764">
                  <c:v>32.094000000000001</c:v>
                </c:pt>
                <c:pt idx="765">
                  <c:v>32.009</c:v>
                </c:pt>
                <c:pt idx="766">
                  <c:v>32.012</c:v>
                </c:pt>
                <c:pt idx="767">
                  <c:v>32.549999999999997</c:v>
                </c:pt>
                <c:pt idx="768">
                  <c:v>32.564</c:v>
                </c:pt>
                <c:pt idx="769">
                  <c:v>32.064</c:v>
                </c:pt>
                <c:pt idx="770">
                  <c:v>32.012999999999998</c:v>
                </c:pt>
                <c:pt idx="771">
                  <c:v>32.015000000000001</c:v>
                </c:pt>
                <c:pt idx="772">
                  <c:v>31.486999999999998</c:v>
                </c:pt>
                <c:pt idx="773">
                  <c:v>31.568000000000001</c:v>
                </c:pt>
                <c:pt idx="774">
                  <c:v>31.481999999999999</c:v>
                </c:pt>
                <c:pt idx="775">
                  <c:v>33.991999999999997</c:v>
                </c:pt>
                <c:pt idx="776">
                  <c:v>34.070999999999998</c:v>
                </c:pt>
                <c:pt idx="777">
                  <c:v>34.08</c:v>
                </c:pt>
                <c:pt idx="778">
                  <c:v>34.081000000000003</c:v>
                </c:pt>
                <c:pt idx="779">
                  <c:v>34.024000000000001</c:v>
                </c:pt>
                <c:pt idx="780">
                  <c:v>34.091999999999999</c:v>
                </c:pt>
                <c:pt idx="781">
                  <c:v>34.045999999999999</c:v>
                </c:pt>
                <c:pt idx="782">
                  <c:v>34.965000000000003</c:v>
                </c:pt>
                <c:pt idx="783">
                  <c:v>33.985999999999997</c:v>
                </c:pt>
                <c:pt idx="784">
                  <c:v>34.518000000000001</c:v>
                </c:pt>
                <c:pt idx="785">
                  <c:v>35.076000000000001</c:v>
                </c:pt>
                <c:pt idx="786">
                  <c:v>35.5</c:v>
                </c:pt>
                <c:pt idx="787">
                  <c:v>35.485999999999997</c:v>
                </c:pt>
                <c:pt idx="788">
                  <c:v>35.968000000000004</c:v>
                </c:pt>
                <c:pt idx="789">
                  <c:v>36.508000000000003</c:v>
                </c:pt>
                <c:pt idx="790">
                  <c:v>36.548000000000002</c:v>
                </c:pt>
                <c:pt idx="791">
                  <c:v>37.045999999999999</c:v>
                </c:pt>
                <c:pt idx="792">
                  <c:v>36.527999999999999</c:v>
                </c:pt>
                <c:pt idx="793">
                  <c:v>36.048000000000002</c:v>
                </c:pt>
                <c:pt idx="794">
                  <c:v>36</c:v>
                </c:pt>
                <c:pt idx="795">
                  <c:v>35.569000000000003</c:v>
                </c:pt>
                <c:pt idx="796">
                  <c:v>35.58</c:v>
                </c:pt>
                <c:pt idx="797">
                  <c:v>35.554000000000002</c:v>
                </c:pt>
                <c:pt idx="798">
                  <c:v>36.479999999999997</c:v>
                </c:pt>
                <c:pt idx="799">
                  <c:v>36.607999999999997</c:v>
                </c:pt>
                <c:pt idx="800">
                  <c:v>36.527000000000001</c:v>
                </c:pt>
                <c:pt idx="801">
                  <c:v>36.505000000000003</c:v>
                </c:pt>
                <c:pt idx="802">
                  <c:v>35.616999999999997</c:v>
                </c:pt>
                <c:pt idx="803">
                  <c:v>36.607999999999997</c:v>
                </c:pt>
                <c:pt idx="804">
                  <c:v>36.545000000000002</c:v>
                </c:pt>
                <c:pt idx="805">
                  <c:v>36.485999999999997</c:v>
                </c:pt>
                <c:pt idx="806">
                  <c:v>36.578000000000003</c:v>
                </c:pt>
                <c:pt idx="807">
                  <c:v>36.561999999999998</c:v>
                </c:pt>
                <c:pt idx="808">
                  <c:v>36.567</c:v>
                </c:pt>
                <c:pt idx="809">
                  <c:v>37.003</c:v>
                </c:pt>
                <c:pt idx="810">
                  <c:v>36.508000000000003</c:v>
                </c:pt>
                <c:pt idx="811">
                  <c:v>36.573</c:v>
                </c:pt>
                <c:pt idx="812">
                  <c:v>36.558999999999997</c:v>
                </c:pt>
                <c:pt idx="813">
                  <c:v>36.494</c:v>
                </c:pt>
                <c:pt idx="814">
                  <c:v>36.546999999999997</c:v>
                </c:pt>
                <c:pt idx="815">
                  <c:v>37.057000000000002</c:v>
                </c:pt>
                <c:pt idx="816">
                  <c:v>37.029000000000003</c:v>
                </c:pt>
                <c:pt idx="817">
                  <c:v>37.533000000000001</c:v>
                </c:pt>
                <c:pt idx="818">
                  <c:v>37.512</c:v>
                </c:pt>
                <c:pt idx="819">
                  <c:v>36.002000000000002</c:v>
                </c:pt>
                <c:pt idx="820">
                  <c:v>36.055999999999997</c:v>
                </c:pt>
                <c:pt idx="821">
                  <c:v>35.548000000000002</c:v>
                </c:pt>
                <c:pt idx="822">
                  <c:v>35.478000000000002</c:v>
                </c:pt>
                <c:pt idx="823">
                  <c:v>35.530999999999999</c:v>
                </c:pt>
                <c:pt idx="824">
                  <c:v>35.365000000000002</c:v>
                </c:pt>
                <c:pt idx="825">
                  <c:v>35.600999999999999</c:v>
                </c:pt>
                <c:pt idx="826">
                  <c:v>36.548000000000002</c:v>
                </c:pt>
                <c:pt idx="827">
                  <c:v>37.085999999999999</c:v>
                </c:pt>
                <c:pt idx="828">
                  <c:v>37.079000000000001</c:v>
                </c:pt>
                <c:pt idx="829">
                  <c:v>37.103999999999999</c:v>
                </c:pt>
                <c:pt idx="830">
                  <c:v>37.048999999999999</c:v>
                </c:pt>
                <c:pt idx="831">
                  <c:v>36.533999999999999</c:v>
                </c:pt>
                <c:pt idx="832">
                  <c:v>35.536999999999999</c:v>
                </c:pt>
                <c:pt idx="833">
                  <c:v>35.579000000000001</c:v>
                </c:pt>
                <c:pt idx="834">
                  <c:v>35.499000000000002</c:v>
                </c:pt>
                <c:pt idx="835">
                  <c:v>35.588000000000001</c:v>
                </c:pt>
                <c:pt idx="836">
                  <c:v>35.585000000000001</c:v>
                </c:pt>
                <c:pt idx="837">
                  <c:v>35.548999999999999</c:v>
                </c:pt>
                <c:pt idx="838">
                  <c:v>36.005000000000003</c:v>
                </c:pt>
                <c:pt idx="839">
                  <c:v>36.048999999999999</c:v>
                </c:pt>
                <c:pt idx="840">
                  <c:v>36.100999999999999</c:v>
                </c:pt>
                <c:pt idx="841">
                  <c:v>36.042000000000002</c:v>
                </c:pt>
                <c:pt idx="842">
                  <c:v>36.042000000000002</c:v>
                </c:pt>
                <c:pt idx="843">
                  <c:v>36.08</c:v>
                </c:pt>
                <c:pt idx="844">
                  <c:v>35.957999999999998</c:v>
                </c:pt>
                <c:pt idx="845">
                  <c:v>34.886000000000003</c:v>
                </c:pt>
                <c:pt idx="846">
                  <c:v>35.555</c:v>
                </c:pt>
                <c:pt idx="847">
                  <c:v>34.549999999999997</c:v>
                </c:pt>
                <c:pt idx="848">
                  <c:v>34.518000000000001</c:v>
                </c:pt>
                <c:pt idx="849">
                  <c:v>33.003999999999998</c:v>
                </c:pt>
                <c:pt idx="850">
                  <c:v>34.037999999999997</c:v>
                </c:pt>
                <c:pt idx="851">
                  <c:v>34.06</c:v>
                </c:pt>
                <c:pt idx="852">
                  <c:v>35.555</c:v>
                </c:pt>
                <c:pt idx="853">
                  <c:v>35.994999999999997</c:v>
                </c:pt>
                <c:pt idx="854">
                  <c:v>35.994999999999997</c:v>
                </c:pt>
                <c:pt idx="855">
                  <c:v>35.573999999999998</c:v>
                </c:pt>
                <c:pt idx="856">
                  <c:v>36.503999999999998</c:v>
                </c:pt>
                <c:pt idx="857">
                  <c:v>36.548999999999999</c:v>
                </c:pt>
                <c:pt idx="858">
                  <c:v>36.518999999999998</c:v>
                </c:pt>
                <c:pt idx="859">
                  <c:v>36.497999999999998</c:v>
                </c:pt>
                <c:pt idx="860">
                  <c:v>36.984999999999999</c:v>
                </c:pt>
                <c:pt idx="861">
                  <c:v>37.985999999999997</c:v>
                </c:pt>
                <c:pt idx="862">
                  <c:v>38.554000000000002</c:v>
                </c:pt>
                <c:pt idx="863">
                  <c:v>39.106999999999999</c:v>
                </c:pt>
                <c:pt idx="864">
                  <c:v>39.051000000000002</c:v>
                </c:pt>
                <c:pt idx="865">
                  <c:v>38.554000000000002</c:v>
                </c:pt>
                <c:pt idx="866">
                  <c:v>38.640999999999998</c:v>
                </c:pt>
                <c:pt idx="867">
                  <c:v>38.567</c:v>
                </c:pt>
                <c:pt idx="868">
                  <c:v>38.481000000000002</c:v>
                </c:pt>
                <c:pt idx="869">
                  <c:v>38.518999999999998</c:v>
                </c:pt>
                <c:pt idx="870">
                  <c:v>38.548000000000002</c:v>
                </c:pt>
                <c:pt idx="871">
                  <c:v>38.508000000000003</c:v>
                </c:pt>
                <c:pt idx="872">
                  <c:v>38.503</c:v>
                </c:pt>
                <c:pt idx="873">
                  <c:v>38.500999999999998</c:v>
                </c:pt>
                <c:pt idx="874">
                  <c:v>38.514000000000003</c:v>
                </c:pt>
                <c:pt idx="875">
                  <c:v>38.463999999999999</c:v>
                </c:pt>
                <c:pt idx="876">
                  <c:v>38.987000000000002</c:v>
                </c:pt>
                <c:pt idx="877">
                  <c:v>38.49</c:v>
                </c:pt>
                <c:pt idx="878">
                  <c:v>38.505000000000003</c:v>
                </c:pt>
                <c:pt idx="879">
                  <c:v>38.518000000000001</c:v>
                </c:pt>
                <c:pt idx="880">
                  <c:v>38.533000000000001</c:v>
                </c:pt>
                <c:pt idx="881">
                  <c:v>39.006999999999998</c:v>
                </c:pt>
                <c:pt idx="882">
                  <c:v>38.472000000000001</c:v>
                </c:pt>
                <c:pt idx="883">
                  <c:v>38.475999999999999</c:v>
                </c:pt>
                <c:pt idx="884">
                  <c:v>38.564</c:v>
                </c:pt>
                <c:pt idx="885">
                  <c:v>39.503999999999998</c:v>
                </c:pt>
                <c:pt idx="886">
                  <c:v>40.009</c:v>
                </c:pt>
                <c:pt idx="887">
                  <c:v>39.508000000000003</c:v>
                </c:pt>
                <c:pt idx="888">
                  <c:v>40.515000000000001</c:v>
                </c:pt>
                <c:pt idx="889">
                  <c:v>40.021999999999998</c:v>
                </c:pt>
                <c:pt idx="890">
                  <c:v>40.570999999999998</c:v>
                </c:pt>
                <c:pt idx="891">
                  <c:v>40.087000000000003</c:v>
                </c:pt>
                <c:pt idx="892">
                  <c:v>40.039000000000001</c:v>
                </c:pt>
                <c:pt idx="893">
                  <c:v>40.024999999999999</c:v>
                </c:pt>
                <c:pt idx="894">
                  <c:v>40.008000000000003</c:v>
                </c:pt>
                <c:pt idx="895">
                  <c:v>41.033999999999999</c:v>
                </c:pt>
                <c:pt idx="896">
                  <c:v>40.515999999999998</c:v>
                </c:pt>
                <c:pt idx="897">
                  <c:v>41.537999999999997</c:v>
                </c:pt>
                <c:pt idx="898">
                  <c:v>42.030999999999999</c:v>
                </c:pt>
                <c:pt idx="899">
                  <c:v>41.52</c:v>
                </c:pt>
                <c:pt idx="900">
                  <c:v>42.567</c:v>
                </c:pt>
                <c:pt idx="901">
                  <c:v>43.045999999999999</c:v>
                </c:pt>
                <c:pt idx="902">
                  <c:v>44.034999999999997</c:v>
                </c:pt>
                <c:pt idx="903">
                  <c:v>43.551000000000002</c:v>
                </c:pt>
                <c:pt idx="904">
                  <c:v>43.014000000000003</c:v>
                </c:pt>
                <c:pt idx="905">
                  <c:v>43.12</c:v>
                </c:pt>
                <c:pt idx="906">
                  <c:v>42.093000000000004</c:v>
                </c:pt>
                <c:pt idx="907">
                  <c:v>42.012999999999998</c:v>
                </c:pt>
                <c:pt idx="908">
                  <c:v>40.959000000000003</c:v>
                </c:pt>
                <c:pt idx="909">
                  <c:v>39.476999999999997</c:v>
                </c:pt>
                <c:pt idx="910">
                  <c:v>41.487000000000002</c:v>
                </c:pt>
                <c:pt idx="911">
                  <c:v>41.5</c:v>
                </c:pt>
                <c:pt idx="912">
                  <c:v>41.530999999999999</c:v>
                </c:pt>
                <c:pt idx="913">
                  <c:v>42.033999999999999</c:v>
                </c:pt>
                <c:pt idx="914">
                  <c:v>41.970999999999997</c:v>
                </c:pt>
                <c:pt idx="915">
                  <c:v>41.04</c:v>
                </c:pt>
                <c:pt idx="916">
                  <c:v>41.548000000000002</c:v>
                </c:pt>
                <c:pt idx="917">
                  <c:v>41.497999999999998</c:v>
                </c:pt>
                <c:pt idx="918">
                  <c:v>41.509</c:v>
                </c:pt>
                <c:pt idx="919">
                  <c:v>40.993000000000002</c:v>
                </c:pt>
                <c:pt idx="920">
                  <c:v>41.527000000000001</c:v>
                </c:pt>
                <c:pt idx="921">
                  <c:v>42.014000000000003</c:v>
                </c:pt>
                <c:pt idx="922">
                  <c:v>42.529000000000003</c:v>
                </c:pt>
                <c:pt idx="923">
                  <c:v>42.527000000000001</c:v>
                </c:pt>
                <c:pt idx="924">
                  <c:v>43.546999999999997</c:v>
                </c:pt>
                <c:pt idx="925">
                  <c:v>43.042000000000002</c:v>
                </c:pt>
                <c:pt idx="926">
                  <c:v>43.031999999999996</c:v>
                </c:pt>
                <c:pt idx="927">
                  <c:v>42.552</c:v>
                </c:pt>
                <c:pt idx="928">
                  <c:v>43.021999999999998</c:v>
                </c:pt>
                <c:pt idx="929">
                  <c:v>43.460999999999999</c:v>
                </c:pt>
                <c:pt idx="930">
                  <c:v>43.387</c:v>
                </c:pt>
                <c:pt idx="931">
                  <c:v>44.036999999999999</c:v>
                </c:pt>
                <c:pt idx="932">
                  <c:v>44.554000000000002</c:v>
                </c:pt>
                <c:pt idx="933">
                  <c:v>45.478000000000002</c:v>
                </c:pt>
                <c:pt idx="934">
                  <c:v>45.005000000000003</c:v>
                </c:pt>
                <c:pt idx="935">
                  <c:v>44.552</c:v>
                </c:pt>
                <c:pt idx="936">
                  <c:v>44.985999999999997</c:v>
                </c:pt>
                <c:pt idx="937">
                  <c:v>45.003</c:v>
                </c:pt>
                <c:pt idx="938">
                  <c:v>45.058999999999997</c:v>
                </c:pt>
                <c:pt idx="939">
                  <c:v>44.973999999999997</c:v>
                </c:pt>
                <c:pt idx="940">
                  <c:v>44.972999999999999</c:v>
                </c:pt>
                <c:pt idx="941">
                  <c:v>45.000999999999998</c:v>
                </c:pt>
                <c:pt idx="942">
                  <c:v>46.067999999999998</c:v>
                </c:pt>
                <c:pt idx="943">
                  <c:v>47.555999999999997</c:v>
                </c:pt>
                <c:pt idx="944">
                  <c:v>47.557000000000002</c:v>
                </c:pt>
                <c:pt idx="945">
                  <c:v>47.072000000000003</c:v>
                </c:pt>
                <c:pt idx="946">
                  <c:v>47.058999999999997</c:v>
                </c:pt>
                <c:pt idx="947">
                  <c:v>47.002000000000002</c:v>
                </c:pt>
                <c:pt idx="948">
                  <c:v>47.970999999999997</c:v>
                </c:pt>
                <c:pt idx="949">
                  <c:v>47.530999999999999</c:v>
                </c:pt>
                <c:pt idx="950">
                  <c:v>50.011000000000003</c:v>
                </c:pt>
                <c:pt idx="951">
                  <c:v>51.264000000000003</c:v>
                </c:pt>
                <c:pt idx="952">
                  <c:v>50.970999999999997</c:v>
                </c:pt>
                <c:pt idx="953">
                  <c:v>53.054000000000002</c:v>
                </c:pt>
                <c:pt idx="954">
                  <c:v>51.987000000000002</c:v>
                </c:pt>
                <c:pt idx="955">
                  <c:v>51.514000000000003</c:v>
                </c:pt>
                <c:pt idx="956">
                  <c:v>51.576000000000001</c:v>
                </c:pt>
                <c:pt idx="957">
                  <c:v>49.988</c:v>
                </c:pt>
                <c:pt idx="958">
                  <c:v>47.985999999999997</c:v>
                </c:pt>
                <c:pt idx="959">
                  <c:v>49.567</c:v>
                </c:pt>
                <c:pt idx="960">
                  <c:v>49.021000000000001</c:v>
                </c:pt>
                <c:pt idx="961">
                  <c:v>49.031999999999996</c:v>
                </c:pt>
                <c:pt idx="962">
                  <c:v>50.027000000000001</c:v>
                </c:pt>
                <c:pt idx="963">
                  <c:v>49.073999999999998</c:v>
                </c:pt>
                <c:pt idx="964">
                  <c:v>48.981999999999999</c:v>
                </c:pt>
                <c:pt idx="965">
                  <c:v>48.551000000000002</c:v>
                </c:pt>
                <c:pt idx="966">
                  <c:v>48.506999999999998</c:v>
                </c:pt>
                <c:pt idx="967">
                  <c:v>47.514000000000003</c:v>
                </c:pt>
                <c:pt idx="968">
                  <c:v>47.064999999999998</c:v>
                </c:pt>
                <c:pt idx="969">
                  <c:v>47.048000000000002</c:v>
                </c:pt>
                <c:pt idx="970">
                  <c:v>47.076999999999998</c:v>
                </c:pt>
                <c:pt idx="971">
                  <c:v>44.756</c:v>
                </c:pt>
                <c:pt idx="972">
                  <c:v>45.048000000000002</c:v>
                </c:pt>
                <c:pt idx="973">
                  <c:v>45.567</c:v>
                </c:pt>
                <c:pt idx="974">
                  <c:v>45.030999999999999</c:v>
                </c:pt>
                <c:pt idx="975">
                  <c:v>44.976999999999997</c:v>
                </c:pt>
                <c:pt idx="976">
                  <c:v>44.481000000000002</c:v>
                </c:pt>
                <c:pt idx="977">
                  <c:v>44.521999999999998</c:v>
                </c:pt>
                <c:pt idx="978">
                  <c:v>44.527999999999999</c:v>
                </c:pt>
                <c:pt idx="979">
                  <c:v>44.670999999999999</c:v>
                </c:pt>
                <c:pt idx="980">
                  <c:v>44.55</c:v>
                </c:pt>
                <c:pt idx="981">
                  <c:v>44.966999999999999</c:v>
                </c:pt>
                <c:pt idx="982">
                  <c:v>46.066000000000003</c:v>
                </c:pt>
                <c:pt idx="983">
                  <c:v>46.204000000000001</c:v>
                </c:pt>
                <c:pt idx="984">
                  <c:v>46.542999999999999</c:v>
                </c:pt>
                <c:pt idx="985">
                  <c:v>46.000999999999998</c:v>
                </c:pt>
                <c:pt idx="986">
                  <c:v>45.210999999999999</c:v>
                </c:pt>
                <c:pt idx="987">
                  <c:v>45.008000000000003</c:v>
                </c:pt>
                <c:pt idx="988">
                  <c:v>46.210999999999999</c:v>
                </c:pt>
                <c:pt idx="989">
                  <c:v>46.375999999999998</c:v>
                </c:pt>
                <c:pt idx="990">
                  <c:v>48.317999999999998</c:v>
                </c:pt>
                <c:pt idx="991">
                  <c:v>48.476999999999997</c:v>
                </c:pt>
                <c:pt idx="992">
                  <c:v>48.235999999999997</c:v>
                </c:pt>
                <c:pt idx="993">
                  <c:v>47.692999999999998</c:v>
                </c:pt>
                <c:pt idx="994">
                  <c:v>47.051000000000002</c:v>
                </c:pt>
                <c:pt idx="995">
                  <c:v>47.06</c:v>
                </c:pt>
                <c:pt idx="996">
                  <c:v>48.204999999999998</c:v>
                </c:pt>
                <c:pt idx="997">
                  <c:v>49.24</c:v>
                </c:pt>
                <c:pt idx="998">
                  <c:v>48.744</c:v>
                </c:pt>
                <c:pt idx="999">
                  <c:v>50.012999999999998</c:v>
                </c:pt>
                <c:pt idx="1000">
                  <c:v>50.048000000000002</c:v>
                </c:pt>
                <c:pt idx="1001">
                  <c:v>52.473999999999997</c:v>
                </c:pt>
                <c:pt idx="1002">
                  <c:v>52.027000000000001</c:v>
                </c:pt>
                <c:pt idx="1003">
                  <c:v>51.052</c:v>
                </c:pt>
                <c:pt idx="1004">
                  <c:v>50.215000000000003</c:v>
                </c:pt>
                <c:pt idx="1005">
                  <c:v>49.365000000000002</c:v>
                </c:pt>
                <c:pt idx="1006">
                  <c:v>49.390999999999998</c:v>
                </c:pt>
                <c:pt idx="1007">
                  <c:v>48.680999999999997</c:v>
                </c:pt>
                <c:pt idx="1008">
                  <c:v>48.750999999999998</c:v>
                </c:pt>
                <c:pt idx="1009">
                  <c:v>48.573</c:v>
                </c:pt>
                <c:pt idx="1010">
                  <c:v>47.466999999999999</c:v>
                </c:pt>
                <c:pt idx="1011">
                  <c:v>47.466000000000001</c:v>
                </c:pt>
                <c:pt idx="1012">
                  <c:v>47.180999999999997</c:v>
                </c:pt>
                <c:pt idx="1013">
                  <c:v>47.256999999999998</c:v>
                </c:pt>
                <c:pt idx="1014">
                  <c:v>48.058</c:v>
                </c:pt>
                <c:pt idx="1015">
                  <c:v>47.994999999999997</c:v>
                </c:pt>
                <c:pt idx="1016">
                  <c:v>45.841999999999999</c:v>
                </c:pt>
                <c:pt idx="1017">
                  <c:v>45.834000000000003</c:v>
                </c:pt>
                <c:pt idx="1018">
                  <c:v>46.015000000000001</c:v>
                </c:pt>
                <c:pt idx="1019">
                  <c:v>45.045000000000002</c:v>
                </c:pt>
                <c:pt idx="1020">
                  <c:v>45.094000000000001</c:v>
                </c:pt>
                <c:pt idx="1021">
                  <c:v>45.052</c:v>
                </c:pt>
                <c:pt idx="1022">
                  <c:v>44.695</c:v>
                </c:pt>
                <c:pt idx="1023">
                  <c:v>44.744999999999997</c:v>
                </c:pt>
                <c:pt idx="1024">
                  <c:v>50.545999999999999</c:v>
                </c:pt>
                <c:pt idx="1025">
                  <c:v>50.475999999999999</c:v>
                </c:pt>
                <c:pt idx="1026">
                  <c:v>50.48</c:v>
                </c:pt>
                <c:pt idx="1027">
                  <c:v>49.347000000000001</c:v>
                </c:pt>
                <c:pt idx="1028">
                  <c:v>48.256</c:v>
                </c:pt>
                <c:pt idx="1029">
                  <c:v>48.043999999999997</c:v>
                </c:pt>
                <c:pt idx="1030">
                  <c:v>47.024000000000001</c:v>
                </c:pt>
                <c:pt idx="1031">
                  <c:v>47.045999999999999</c:v>
                </c:pt>
                <c:pt idx="1032">
                  <c:v>47.646000000000001</c:v>
                </c:pt>
                <c:pt idx="1033">
                  <c:v>47.927999999999997</c:v>
                </c:pt>
                <c:pt idx="1034">
                  <c:v>47.848999999999997</c:v>
                </c:pt>
                <c:pt idx="1035">
                  <c:v>48</c:v>
                </c:pt>
                <c:pt idx="1036">
                  <c:v>47.716999999999999</c:v>
                </c:pt>
                <c:pt idx="1037">
                  <c:v>47.713999999999999</c:v>
                </c:pt>
                <c:pt idx="1038">
                  <c:v>47.581000000000003</c:v>
                </c:pt>
                <c:pt idx="1039">
                  <c:v>48.347000000000001</c:v>
                </c:pt>
                <c:pt idx="1040">
                  <c:v>48.07</c:v>
                </c:pt>
                <c:pt idx="1041">
                  <c:v>49.518000000000001</c:v>
                </c:pt>
                <c:pt idx="1042">
                  <c:v>50.067</c:v>
                </c:pt>
                <c:pt idx="1043">
                  <c:v>50.018000000000001</c:v>
                </c:pt>
                <c:pt idx="1044">
                  <c:v>50.564</c:v>
                </c:pt>
                <c:pt idx="1045">
                  <c:v>50.893000000000001</c:v>
                </c:pt>
                <c:pt idx="1046">
                  <c:v>50.040999999999997</c:v>
                </c:pt>
                <c:pt idx="1047">
                  <c:v>50.02</c:v>
                </c:pt>
                <c:pt idx="1048">
                  <c:v>49.359000000000002</c:v>
                </c:pt>
                <c:pt idx="1049">
                  <c:v>50.095999999999997</c:v>
                </c:pt>
                <c:pt idx="1050">
                  <c:v>50.247999999999998</c:v>
                </c:pt>
                <c:pt idx="1051">
                  <c:v>49.98</c:v>
                </c:pt>
                <c:pt idx="1052">
                  <c:v>49.445999999999998</c:v>
                </c:pt>
                <c:pt idx="1053">
                  <c:v>50.502000000000002</c:v>
                </c:pt>
                <c:pt idx="1054">
                  <c:v>50.212000000000003</c:v>
                </c:pt>
                <c:pt idx="1055">
                  <c:v>50.694000000000003</c:v>
                </c:pt>
                <c:pt idx="1056">
                  <c:v>50.756</c:v>
                </c:pt>
                <c:pt idx="1057">
                  <c:v>52.045000000000002</c:v>
                </c:pt>
                <c:pt idx="1058">
                  <c:v>52.552</c:v>
                </c:pt>
                <c:pt idx="1059">
                  <c:v>51.781999999999996</c:v>
                </c:pt>
                <c:pt idx="1060">
                  <c:v>52.234999999999999</c:v>
                </c:pt>
                <c:pt idx="1061">
                  <c:v>52.216999999999999</c:v>
                </c:pt>
                <c:pt idx="1062">
                  <c:v>51.506</c:v>
                </c:pt>
                <c:pt idx="1063">
                  <c:v>51.014000000000003</c:v>
                </c:pt>
                <c:pt idx="1064">
                  <c:v>50.59</c:v>
                </c:pt>
                <c:pt idx="1065">
                  <c:v>50.3</c:v>
                </c:pt>
                <c:pt idx="1066">
                  <c:v>49.966999999999999</c:v>
                </c:pt>
                <c:pt idx="1067">
                  <c:v>49.972999999999999</c:v>
                </c:pt>
                <c:pt idx="1068">
                  <c:v>49.518000000000001</c:v>
                </c:pt>
                <c:pt idx="1069">
                  <c:v>49.021999999999998</c:v>
                </c:pt>
                <c:pt idx="1070">
                  <c:v>48.466999999999999</c:v>
                </c:pt>
                <c:pt idx="1071">
                  <c:v>48.265000000000001</c:v>
                </c:pt>
                <c:pt idx="1072">
                  <c:v>48.162999999999997</c:v>
                </c:pt>
                <c:pt idx="1073">
                  <c:v>48.555999999999997</c:v>
                </c:pt>
                <c:pt idx="1074">
                  <c:v>48.972999999999999</c:v>
                </c:pt>
                <c:pt idx="1075">
                  <c:v>48.286000000000001</c:v>
                </c:pt>
                <c:pt idx="1076">
                  <c:v>48.718000000000004</c:v>
                </c:pt>
                <c:pt idx="1077">
                  <c:v>49.095999999999997</c:v>
                </c:pt>
                <c:pt idx="1078">
                  <c:v>49.575000000000003</c:v>
                </c:pt>
                <c:pt idx="1079">
                  <c:v>49.484000000000002</c:v>
                </c:pt>
                <c:pt idx="1080">
                  <c:v>49.55</c:v>
                </c:pt>
                <c:pt idx="1081">
                  <c:v>49.021000000000001</c:v>
                </c:pt>
                <c:pt idx="1082">
                  <c:v>48.293999999999997</c:v>
                </c:pt>
                <c:pt idx="1083">
                  <c:v>47.223999999999997</c:v>
                </c:pt>
                <c:pt idx="1084">
                  <c:v>47.418999999999997</c:v>
                </c:pt>
                <c:pt idx="1085">
                  <c:v>47.484000000000002</c:v>
                </c:pt>
                <c:pt idx="1086">
                  <c:v>51.646999999999998</c:v>
                </c:pt>
                <c:pt idx="1087">
                  <c:v>52.249000000000002</c:v>
                </c:pt>
                <c:pt idx="1088">
                  <c:v>51.997999999999998</c:v>
                </c:pt>
                <c:pt idx="1089">
                  <c:v>51.545999999999999</c:v>
                </c:pt>
                <c:pt idx="1090">
                  <c:v>51.688000000000002</c:v>
                </c:pt>
                <c:pt idx="1091">
                  <c:v>51.753</c:v>
                </c:pt>
                <c:pt idx="1092">
                  <c:v>52.031999999999996</c:v>
                </c:pt>
                <c:pt idx="1093">
                  <c:v>52.384</c:v>
                </c:pt>
                <c:pt idx="1094">
                  <c:v>53.265000000000001</c:v>
                </c:pt>
                <c:pt idx="1095">
                  <c:v>53.32</c:v>
                </c:pt>
                <c:pt idx="1096">
                  <c:v>52.872</c:v>
                </c:pt>
                <c:pt idx="1097">
                  <c:v>52.744</c:v>
                </c:pt>
                <c:pt idx="1098">
                  <c:v>52.277999999999999</c:v>
                </c:pt>
                <c:pt idx="1099">
                  <c:v>52.567999999999998</c:v>
                </c:pt>
                <c:pt idx="1100">
                  <c:v>52.784999999999997</c:v>
                </c:pt>
                <c:pt idx="1101">
                  <c:v>52.820999999999998</c:v>
                </c:pt>
                <c:pt idx="1102">
                  <c:v>52.631999999999998</c:v>
                </c:pt>
                <c:pt idx="1103">
                  <c:v>52.537999999999997</c:v>
                </c:pt>
                <c:pt idx="1104">
                  <c:v>53.234000000000002</c:v>
                </c:pt>
                <c:pt idx="1105">
                  <c:v>54.091000000000001</c:v>
                </c:pt>
                <c:pt idx="1106">
                  <c:v>54.264000000000003</c:v>
                </c:pt>
                <c:pt idx="1107">
                  <c:v>54.225000000000001</c:v>
                </c:pt>
                <c:pt idx="1108">
                  <c:v>55.53</c:v>
                </c:pt>
                <c:pt idx="1109">
                  <c:v>54.387</c:v>
                </c:pt>
                <c:pt idx="1110">
                  <c:v>54.999000000000002</c:v>
                </c:pt>
                <c:pt idx="1111">
                  <c:v>54.985999999999997</c:v>
                </c:pt>
                <c:pt idx="1112">
                  <c:v>55.113</c:v>
                </c:pt>
                <c:pt idx="1113">
                  <c:v>55.076000000000001</c:v>
                </c:pt>
                <c:pt idx="1114">
                  <c:v>55.043999999999997</c:v>
                </c:pt>
                <c:pt idx="1115">
                  <c:v>55.195</c:v>
                </c:pt>
                <c:pt idx="1116">
                  <c:v>55.305</c:v>
                </c:pt>
                <c:pt idx="1117">
                  <c:v>55.008000000000003</c:v>
                </c:pt>
                <c:pt idx="1118">
                  <c:v>54.997999999999998</c:v>
                </c:pt>
                <c:pt idx="1119">
                  <c:v>54.981999999999999</c:v>
                </c:pt>
                <c:pt idx="1120">
                  <c:v>55.066000000000003</c:v>
                </c:pt>
                <c:pt idx="1121">
                  <c:v>55.845999999999997</c:v>
                </c:pt>
                <c:pt idx="1122">
                  <c:v>55.811</c:v>
                </c:pt>
                <c:pt idx="1123">
                  <c:v>55.76</c:v>
                </c:pt>
                <c:pt idx="1124">
                  <c:v>55.744</c:v>
                </c:pt>
                <c:pt idx="1125">
                  <c:v>56.137</c:v>
                </c:pt>
                <c:pt idx="1126">
                  <c:v>55.805999999999997</c:v>
                </c:pt>
                <c:pt idx="1127">
                  <c:v>55.731000000000002</c:v>
                </c:pt>
                <c:pt idx="1128">
                  <c:v>56.05</c:v>
                </c:pt>
                <c:pt idx="1129">
                  <c:v>55.607999999999997</c:v>
                </c:pt>
                <c:pt idx="1130">
                  <c:v>54.98</c:v>
                </c:pt>
                <c:pt idx="1131">
                  <c:v>55.408999999999999</c:v>
                </c:pt>
                <c:pt idx="1132">
                  <c:v>55.994999999999997</c:v>
                </c:pt>
                <c:pt idx="1133">
                  <c:v>55.953000000000003</c:v>
                </c:pt>
                <c:pt idx="1134">
                  <c:v>55.719000000000001</c:v>
                </c:pt>
                <c:pt idx="1135">
                  <c:v>55.679000000000002</c:v>
                </c:pt>
                <c:pt idx="1136">
                  <c:v>55.844999999999999</c:v>
                </c:pt>
                <c:pt idx="1137">
                  <c:v>55.853999999999999</c:v>
                </c:pt>
                <c:pt idx="1138">
                  <c:v>55.694000000000003</c:v>
                </c:pt>
                <c:pt idx="1139">
                  <c:v>55.48</c:v>
                </c:pt>
                <c:pt idx="1140">
                  <c:v>56.073999999999998</c:v>
                </c:pt>
                <c:pt idx="1141">
                  <c:v>56.045999999999999</c:v>
                </c:pt>
                <c:pt idx="1142">
                  <c:v>56.305999999999997</c:v>
                </c:pt>
                <c:pt idx="1143">
                  <c:v>57.012</c:v>
                </c:pt>
                <c:pt idx="1144">
                  <c:v>58.078000000000003</c:v>
                </c:pt>
                <c:pt idx="1145">
                  <c:v>58.945</c:v>
                </c:pt>
                <c:pt idx="1146">
                  <c:v>59.646000000000001</c:v>
                </c:pt>
                <c:pt idx="1147">
                  <c:v>62.908999999999999</c:v>
                </c:pt>
                <c:pt idx="1148">
                  <c:v>61.786999999999999</c:v>
                </c:pt>
                <c:pt idx="1149">
                  <c:v>61.683</c:v>
                </c:pt>
                <c:pt idx="1150">
                  <c:v>61.634999999999998</c:v>
                </c:pt>
                <c:pt idx="1151">
                  <c:v>63.762</c:v>
                </c:pt>
                <c:pt idx="1152">
                  <c:v>63.192</c:v>
                </c:pt>
                <c:pt idx="1153">
                  <c:v>63.5</c:v>
                </c:pt>
                <c:pt idx="1154">
                  <c:v>67.548000000000002</c:v>
                </c:pt>
                <c:pt idx="1155">
                  <c:v>75.936999999999998</c:v>
                </c:pt>
                <c:pt idx="1156">
                  <c:v>80.501999999999995</c:v>
                </c:pt>
                <c:pt idx="1157">
                  <c:v>83.087000000000003</c:v>
                </c:pt>
                <c:pt idx="1158">
                  <c:v>80.766999999999996</c:v>
                </c:pt>
                <c:pt idx="1159">
                  <c:v>82.838999999999999</c:v>
                </c:pt>
                <c:pt idx="1160">
                  <c:v>82.805999999999997</c:v>
                </c:pt>
                <c:pt idx="1161">
                  <c:v>84.623999999999995</c:v>
                </c:pt>
                <c:pt idx="1162">
                  <c:v>82.328000000000003</c:v>
                </c:pt>
                <c:pt idx="1163">
                  <c:v>78.034999999999997</c:v>
                </c:pt>
                <c:pt idx="1164">
                  <c:v>77.741</c:v>
                </c:pt>
                <c:pt idx="1165">
                  <c:v>76.683999999999997</c:v>
                </c:pt>
                <c:pt idx="1166">
                  <c:v>70.305999999999997</c:v>
                </c:pt>
                <c:pt idx="1167">
                  <c:v>73.004999999999995</c:v>
                </c:pt>
                <c:pt idx="1168">
                  <c:v>78.313000000000002</c:v>
                </c:pt>
                <c:pt idx="1169">
                  <c:v>80.832999999999998</c:v>
                </c:pt>
                <c:pt idx="1170">
                  <c:v>79.793999999999997</c:v>
                </c:pt>
                <c:pt idx="1171">
                  <c:v>79.436999999999998</c:v>
                </c:pt>
                <c:pt idx="1172">
                  <c:v>79.031999999999996</c:v>
                </c:pt>
                <c:pt idx="1173">
                  <c:v>82.709000000000003</c:v>
                </c:pt>
                <c:pt idx="1174">
                  <c:v>83.756</c:v>
                </c:pt>
                <c:pt idx="1175">
                  <c:v>87.013999999999996</c:v>
                </c:pt>
                <c:pt idx="1176">
                  <c:v>84.486000000000004</c:v>
                </c:pt>
                <c:pt idx="1177">
                  <c:v>83.697000000000003</c:v>
                </c:pt>
                <c:pt idx="1178">
                  <c:v>80.233999999999995</c:v>
                </c:pt>
                <c:pt idx="1179">
                  <c:v>80.468000000000004</c:v>
                </c:pt>
                <c:pt idx="1180">
                  <c:v>80.59</c:v>
                </c:pt>
                <c:pt idx="1181">
                  <c:v>79.950999999999993</c:v>
                </c:pt>
                <c:pt idx="1182">
                  <c:v>84.122</c:v>
                </c:pt>
                <c:pt idx="1183">
                  <c:v>87.855999999999995</c:v>
                </c:pt>
                <c:pt idx="1184">
                  <c:v>88.850999999999999</c:v>
                </c:pt>
                <c:pt idx="1185">
                  <c:v>94.081000000000003</c:v>
                </c:pt>
                <c:pt idx="1186">
                  <c:v>91.697000000000003</c:v>
                </c:pt>
                <c:pt idx="1187">
                  <c:v>90.262</c:v>
                </c:pt>
                <c:pt idx="1188">
                  <c:v>92.936999999999998</c:v>
                </c:pt>
                <c:pt idx="1189">
                  <c:v>93.025000000000006</c:v>
                </c:pt>
                <c:pt idx="1190">
                  <c:v>93.504000000000005</c:v>
                </c:pt>
                <c:pt idx="1191">
                  <c:v>95.477000000000004</c:v>
                </c:pt>
                <c:pt idx="1192">
                  <c:v>93.043000000000006</c:v>
                </c:pt>
                <c:pt idx="1193">
                  <c:v>93.055999999999997</c:v>
                </c:pt>
                <c:pt idx="1194">
                  <c:v>86.510999999999996</c:v>
                </c:pt>
                <c:pt idx="1195">
                  <c:v>83.436999999999998</c:v>
                </c:pt>
                <c:pt idx="1196">
                  <c:v>84.433000000000007</c:v>
                </c:pt>
                <c:pt idx="1197">
                  <c:v>83.637</c:v>
                </c:pt>
                <c:pt idx="1198">
                  <c:v>83.682000000000002</c:v>
                </c:pt>
                <c:pt idx="1199">
                  <c:v>81.989000000000004</c:v>
                </c:pt>
                <c:pt idx="1200">
                  <c:v>82.034000000000006</c:v>
                </c:pt>
                <c:pt idx="1201">
                  <c:v>81.801000000000002</c:v>
                </c:pt>
                <c:pt idx="1202">
                  <c:v>81.998000000000005</c:v>
                </c:pt>
                <c:pt idx="1203">
                  <c:v>79.965999999999994</c:v>
                </c:pt>
                <c:pt idx="1204">
                  <c:v>78.923000000000002</c:v>
                </c:pt>
                <c:pt idx="1205">
                  <c:v>78.930000000000007</c:v>
                </c:pt>
                <c:pt idx="1206">
                  <c:v>75.069000000000003</c:v>
                </c:pt>
                <c:pt idx="1207">
                  <c:v>78.798000000000002</c:v>
                </c:pt>
                <c:pt idx="1208">
                  <c:v>73.564999999999998</c:v>
                </c:pt>
                <c:pt idx="1209">
                  <c:v>71.992999999999995</c:v>
                </c:pt>
                <c:pt idx="1210">
                  <c:v>71.778999999999996</c:v>
                </c:pt>
                <c:pt idx="1211">
                  <c:v>73.528999999999996</c:v>
                </c:pt>
                <c:pt idx="1212">
                  <c:v>75.561999999999998</c:v>
                </c:pt>
                <c:pt idx="1213">
                  <c:v>76.188999999999993</c:v>
                </c:pt>
                <c:pt idx="1214">
                  <c:v>74.275000000000006</c:v>
                </c:pt>
                <c:pt idx="1215">
                  <c:v>73.576999999999998</c:v>
                </c:pt>
                <c:pt idx="1216">
                  <c:v>72.998000000000005</c:v>
                </c:pt>
                <c:pt idx="1217">
                  <c:v>73.584999999999994</c:v>
                </c:pt>
                <c:pt idx="1218">
                  <c:v>75.106999999999999</c:v>
                </c:pt>
                <c:pt idx="1219">
                  <c:v>75.06</c:v>
                </c:pt>
                <c:pt idx="1220">
                  <c:v>76.760000000000005</c:v>
                </c:pt>
                <c:pt idx="1221">
                  <c:v>76.775999999999996</c:v>
                </c:pt>
                <c:pt idx="1222">
                  <c:v>80.742999999999995</c:v>
                </c:pt>
                <c:pt idx="1223">
                  <c:v>83.466999999999999</c:v>
                </c:pt>
                <c:pt idx="1224">
                  <c:v>87.611000000000004</c:v>
                </c:pt>
                <c:pt idx="1225">
                  <c:v>84.980999999999995</c:v>
                </c:pt>
                <c:pt idx="1226">
                  <c:v>85.003</c:v>
                </c:pt>
                <c:pt idx="1227">
                  <c:v>83.525999999999996</c:v>
                </c:pt>
                <c:pt idx="1228">
                  <c:v>84.19</c:v>
                </c:pt>
                <c:pt idx="1229">
                  <c:v>84.984999999999999</c:v>
                </c:pt>
                <c:pt idx="1230">
                  <c:v>85.02</c:v>
                </c:pt>
                <c:pt idx="1231">
                  <c:v>84.325000000000003</c:v>
                </c:pt>
                <c:pt idx="1232">
                  <c:v>84.781999999999996</c:v>
                </c:pt>
                <c:pt idx="1233">
                  <c:v>83.872</c:v>
                </c:pt>
                <c:pt idx="1234">
                  <c:v>84.778999999999996</c:v>
                </c:pt>
                <c:pt idx="1235">
                  <c:v>85.882000000000005</c:v>
                </c:pt>
                <c:pt idx="1236">
                  <c:v>86.105999999999995</c:v>
                </c:pt>
                <c:pt idx="1237">
                  <c:v>85.495000000000005</c:v>
                </c:pt>
                <c:pt idx="1238">
                  <c:v>83.96</c:v>
                </c:pt>
                <c:pt idx="1239">
                  <c:v>82.07</c:v>
                </c:pt>
                <c:pt idx="1240">
                  <c:v>79.349999999999994</c:v>
                </c:pt>
                <c:pt idx="1241">
                  <c:v>81.588999999999999</c:v>
                </c:pt>
                <c:pt idx="1242">
                  <c:v>82.13</c:v>
                </c:pt>
                <c:pt idx="1243">
                  <c:v>81.772000000000006</c:v>
                </c:pt>
                <c:pt idx="1244">
                  <c:v>80.551000000000002</c:v>
                </c:pt>
                <c:pt idx="1245">
                  <c:v>75.680999999999997</c:v>
                </c:pt>
                <c:pt idx="1246">
                  <c:v>72.48</c:v>
                </c:pt>
                <c:pt idx="1247">
                  <c:v>74.998000000000005</c:v>
                </c:pt>
                <c:pt idx="1248">
                  <c:v>76.475999999999999</c:v>
                </c:pt>
                <c:pt idx="1249">
                  <c:v>76.423000000000002</c:v>
                </c:pt>
                <c:pt idx="1250">
                  <c:v>77.552000000000007</c:v>
                </c:pt>
                <c:pt idx="1251">
                  <c:v>79.546999999999997</c:v>
                </c:pt>
                <c:pt idx="1252">
                  <c:v>83.3</c:v>
                </c:pt>
                <c:pt idx="1253">
                  <c:v>85.061000000000007</c:v>
                </c:pt>
                <c:pt idx="1254">
                  <c:v>83.481999999999999</c:v>
                </c:pt>
                <c:pt idx="1255">
                  <c:v>80.998999999999995</c:v>
                </c:pt>
                <c:pt idx="1256">
                  <c:v>77.721000000000004</c:v>
                </c:pt>
                <c:pt idx="1257">
                  <c:v>79.006</c:v>
                </c:pt>
                <c:pt idx="1258">
                  <c:v>79.808000000000007</c:v>
                </c:pt>
                <c:pt idx="1259">
                  <c:v>79.73</c:v>
                </c:pt>
                <c:pt idx="1260">
                  <c:v>79.227000000000004</c:v>
                </c:pt>
                <c:pt idx="1261">
                  <c:v>78.212999999999994</c:v>
                </c:pt>
                <c:pt idx="1262">
                  <c:v>78.251000000000005</c:v>
                </c:pt>
                <c:pt idx="1263">
                  <c:v>77.346999999999994</c:v>
                </c:pt>
                <c:pt idx="1264">
                  <c:v>75.015000000000001</c:v>
                </c:pt>
                <c:pt idx="1265">
                  <c:v>74.582999999999998</c:v>
                </c:pt>
                <c:pt idx="1266">
                  <c:v>74.825999999999993</c:v>
                </c:pt>
                <c:pt idx="1267">
                  <c:v>74.972999999999999</c:v>
                </c:pt>
                <c:pt idx="1268">
                  <c:v>74.991</c:v>
                </c:pt>
                <c:pt idx="1269">
                  <c:v>74.792000000000002</c:v>
                </c:pt>
                <c:pt idx="1270">
                  <c:v>75.085999999999999</c:v>
                </c:pt>
                <c:pt idx="1271">
                  <c:v>75.754000000000005</c:v>
                </c:pt>
                <c:pt idx="1272">
                  <c:v>78.245999999999995</c:v>
                </c:pt>
                <c:pt idx="1273">
                  <c:v>77.221999999999994</c:v>
                </c:pt>
                <c:pt idx="1274">
                  <c:v>76.745000000000005</c:v>
                </c:pt>
                <c:pt idx="1275">
                  <c:v>76.287999999999997</c:v>
                </c:pt>
                <c:pt idx="1276">
                  <c:v>75.513999999999996</c:v>
                </c:pt>
                <c:pt idx="1277">
                  <c:v>74.766000000000005</c:v>
                </c:pt>
                <c:pt idx="1278">
                  <c:v>75.263999999999996</c:v>
                </c:pt>
                <c:pt idx="1279">
                  <c:v>74.912999999999997</c:v>
                </c:pt>
                <c:pt idx="1280">
                  <c:v>73.378</c:v>
                </c:pt>
                <c:pt idx="1281">
                  <c:v>72.521000000000001</c:v>
                </c:pt>
                <c:pt idx="1282">
                  <c:v>74.144999999999996</c:v>
                </c:pt>
                <c:pt idx="1283">
                  <c:v>74.212000000000003</c:v>
                </c:pt>
                <c:pt idx="1284">
                  <c:v>75.209999999999994</c:v>
                </c:pt>
                <c:pt idx="1285">
                  <c:v>75.242000000000004</c:v>
                </c:pt>
                <c:pt idx="1286">
                  <c:v>76.063999999999993</c:v>
                </c:pt>
                <c:pt idx="1287">
                  <c:v>76.251000000000005</c:v>
                </c:pt>
                <c:pt idx="1288">
                  <c:v>77.747</c:v>
                </c:pt>
                <c:pt idx="1289">
                  <c:v>79.921000000000006</c:v>
                </c:pt>
                <c:pt idx="1290">
                  <c:v>78.884</c:v>
                </c:pt>
                <c:pt idx="1291">
                  <c:v>77.147999999999996</c:v>
                </c:pt>
                <c:pt idx="1292">
                  <c:v>77.584999999999994</c:v>
                </c:pt>
                <c:pt idx="1293">
                  <c:v>77.759</c:v>
                </c:pt>
                <c:pt idx="1294">
                  <c:v>78.218999999999994</c:v>
                </c:pt>
                <c:pt idx="1295">
                  <c:v>79.186000000000007</c:v>
                </c:pt>
                <c:pt idx="1296">
                  <c:v>78.983000000000004</c:v>
                </c:pt>
                <c:pt idx="1297">
                  <c:v>77.998999999999995</c:v>
                </c:pt>
                <c:pt idx="1298">
                  <c:v>78.06</c:v>
                </c:pt>
                <c:pt idx="1299">
                  <c:v>78.340999999999994</c:v>
                </c:pt>
                <c:pt idx="1300">
                  <c:v>79.686999999999998</c:v>
                </c:pt>
                <c:pt idx="1301">
                  <c:v>78.629000000000005</c:v>
                </c:pt>
                <c:pt idx="1302">
                  <c:v>78.281000000000006</c:v>
                </c:pt>
                <c:pt idx="1303">
                  <c:v>78.631</c:v>
                </c:pt>
                <c:pt idx="1304">
                  <c:v>79.084999999999994</c:v>
                </c:pt>
                <c:pt idx="1305">
                  <c:v>79.052000000000007</c:v>
                </c:pt>
                <c:pt idx="1306">
                  <c:v>79.093999999999994</c:v>
                </c:pt>
                <c:pt idx="1307">
                  <c:v>79.358999999999995</c:v>
                </c:pt>
                <c:pt idx="1308">
                  <c:v>78.551000000000002</c:v>
                </c:pt>
                <c:pt idx="1309">
                  <c:v>77.192999999999998</c:v>
                </c:pt>
                <c:pt idx="1310">
                  <c:v>77.021000000000001</c:v>
                </c:pt>
                <c:pt idx="1311">
                  <c:v>77.042000000000002</c:v>
                </c:pt>
                <c:pt idx="1312">
                  <c:v>76.980999999999995</c:v>
                </c:pt>
                <c:pt idx="1313">
                  <c:v>76.069000000000003</c:v>
                </c:pt>
                <c:pt idx="1314">
                  <c:v>75.635999999999996</c:v>
                </c:pt>
                <c:pt idx="1315">
                  <c:v>75.641999999999996</c:v>
                </c:pt>
                <c:pt idx="1316">
                  <c:v>74.548000000000002</c:v>
                </c:pt>
                <c:pt idx="1317">
                  <c:v>74.492000000000004</c:v>
                </c:pt>
                <c:pt idx="1318">
                  <c:v>75.097999999999999</c:v>
                </c:pt>
                <c:pt idx="1319">
                  <c:v>75.001000000000005</c:v>
                </c:pt>
                <c:pt idx="1320">
                  <c:v>73.47</c:v>
                </c:pt>
                <c:pt idx="1321">
                  <c:v>73.557000000000002</c:v>
                </c:pt>
                <c:pt idx="1322">
                  <c:v>73.798000000000002</c:v>
                </c:pt>
                <c:pt idx="1323">
                  <c:v>73.242999999999995</c:v>
                </c:pt>
                <c:pt idx="1324">
                  <c:v>71.555999999999997</c:v>
                </c:pt>
                <c:pt idx="1325">
                  <c:v>72.055999999999997</c:v>
                </c:pt>
                <c:pt idx="1326">
                  <c:v>71.051000000000002</c:v>
                </c:pt>
                <c:pt idx="1327">
                  <c:v>70.057000000000002</c:v>
                </c:pt>
                <c:pt idx="1328">
                  <c:v>69.381</c:v>
                </c:pt>
                <c:pt idx="1329">
                  <c:v>67.838999999999999</c:v>
                </c:pt>
                <c:pt idx="1330">
                  <c:v>65.817999999999998</c:v>
                </c:pt>
                <c:pt idx="1331">
                  <c:v>65.572000000000003</c:v>
                </c:pt>
                <c:pt idx="1332">
                  <c:v>64.849999999999994</c:v>
                </c:pt>
                <c:pt idx="1333">
                  <c:v>62.814</c:v>
                </c:pt>
                <c:pt idx="1334">
                  <c:v>64.361999999999995</c:v>
                </c:pt>
                <c:pt idx="1335">
                  <c:v>71.039000000000001</c:v>
                </c:pt>
                <c:pt idx="1336">
                  <c:v>70.492999999999995</c:v>
                </c:pt>
                <c:pt idx="1337">
                  <c:v>69.844999999999999</c:v>
                </c:pt>
                <c:pt idx="1338">
                  <c:v>69.852000000000004</c:v>
                </c:pt>
                <c:pt idx="1339">
                  <c:v>73.930000000000007</c:v>
                </c:pt>
                <c:pt idx="1340">
                  <c:v>76.584999999999994</c:v>
                </c:pt>
                <c:pt idx="1341">
                  <c:v>81.429000000000002</c:v>
                </c:pt>
                <c:pt idx="1342">
                  <c:v>81.611999999999995</c:v>
                </c:pt>
                <c:pt idx="1343">
                  <c:v>80.703999999999994</c:v>
                </c:pt>
                <c:pt idx="1344">
                  <c:v>78.162999999999997</c:v>
                </c:pt>
                <c:pt idx="1345">
                  <c:v>79.248000000000005</c:v>
                </c:pt>
                <c:pt idx="1346">
                  <c:v>79.769000000000005</c:v>
                </c:pt>
                <c:pt idx="1347">
                  <c:v>78.52</c:v>
                </c:pt>
                <c:pt idx="1348">
                  <c:v>79.543999999999997</c:v>
                </c:pt>
                <c:pt idx="1349">
                  <c:v>79.513000000000005</c:v>
                </c:pt>
                <c:pt idx="1350">
                  <c:v>78.983000000000004</c:v>
                </c:pt>
                <c:pt idx="1351">
                  <c:v>78.555999999999997</c:v>
                </c:pt>
                <c:pt idx="1352">
                  <c:v>78.004999999999995</c:v>
                </c:pt>
                <c:pt idx="1353">
                  <c:v>78.575000000000003</c:v>
                </c:pt>
                <c:pt idx="1354">
                  <c:v>79.617000000000004</c:v>
                </c:pt>
                <c:pt idx="1355">
                  <c:v>81.783000000000001</c:v>
                </c:pt>
                <c:pt idx="1356">
                  <c:v>84.326999999999998</c:v>
                </c:pt>
                <c:pt idx="1357">
                  <c:v>82.561999999999998</c:v>
                </c:pt>
                <c:pt idx="1358">
                  <c:v>83.257999999999996</c:v>
                </c:pt>
                <c:pt idx="1359">
                  <c:v>81.215999999999994</c:v>
                </c:pt>
                <c:pt idx="1360">
                  <c:v>78.984999999999999</c:v>
                </c:pt>
                <c:pt idx="1361">
                  <c:v>79.295000000000002</c:v>
                </c:pt>
                <c:pt idx="1362">
                  <c:v>81.02</c:v>
                </c:pt>
                <c:pt idx="1363">
                  <c:v>82.57</c:v>
                </c:pt>
                <c:pt idx="1364">
                  <c:v>84.825999999999993</c:v>
                </c:pt>
                <c:pt idx="1365">
                  <c:v>84.454999999999998</c:v>
                </c:pt>
                <c:pt idx="1366">
                  <c:v>84.86</c:v>
                </c:pt>
                <c:pt idx="1367">
                  <c:v>85.841999999999999</c:v>
                </c:pt>
                <c:pt idx="1368">
                  <c:v>83.632999999999996</c:v>
                </c:pt>
                <c:pt idx="1369">
                  <c:v>84.492000000000004</c:v>
                </c:pt>
                <c:pt idx="1370">
                  <c:v>83.227000000000004</c:v>
                </c:pt>
                <c:pt idx="1371">
                  <c:v>83.575000000000003</c:v>
                </c:pt>
                <c:pt idx="1372">
                  <c:v>84.445999999999998</c:v>
                </c:pt>
                <c:pt idx="1373">
                  <c:v>84.823999999999998</c:v>
                </c:pt>
                <c:pt idx="1374">
                  <c:v>84.974999999999994</c:v>
                </c:pt>
                <c:pt idx="1375">
                  <c:v>88.335999999999999</c:v>
                </c:pt>
                <c:pt idx="1376">
                  <c:v>89.305000000000007</c:v>
                </c:pt>
                <c:pt idx="1377">
                  <c:v>89.302000000000007</c:v>
                </c:pt>
                <c:pt idx="1378">
                  <c:v>90.477000000000004</c:v>
                </c:pt>
                <c:pt idx="1379">
                  <c:v>89.736000000000004</c:v>
                </c:pt>
                <c:pt idx="1380">
                  <c:v>90.221999999999994</c:v>
                </c:pt>
                <c:pt idx="1381">
                  <c:v>90.317999999999998</c:v>
                </c:pt>
                <c:pt idx="1382">
                  <c:v>91.015000000000001</c:v>
                </c:pt>
                <c:pt idx="1383">
                  <c:v>94.816000000000003</c:v>
                </c:pt>
                <c:pt idx="1384">
                  <c:v>97.555000000000007</c:v>
                </c:pt>
                <c:pt idx="1385">
                  <c:v>99.977000000000004</c:v>
                </c:pt>
                <c:pt idx="1386">
                  <c:v>98.768000000000001</c:v>
                </c:pt>
                <c:pt idx="1387">
                  <c:v>97.506</c:v>
                </c:pt>
                <c:pt idx="1388">
                  <c:v>99.052999999999997</c:v>
                </c:pt>
                <c:pt idx="1389">
                  <c:v>100.181</c:v>
                </c:pt>
                <c:pt idx="1390">
                  <c:v>102.322</c:v>
                </c:pt>
                <c:pt idx="1391">
                  <c:v>102.736</c:v>
                </c:pt>
                <c:pt idx="1392">
                  <c:v>105.417</c:v>
                </c:pt>
                <c:pt idx="1393">
                  <c:v>109.84699999999999</c:v>
                </c:pt>
                <c:pt idx="1394">
                  <c:v>106.816</c:v>
                </c:pt>
                <c:pt idx="1395">
                  <c:v>105.24299999999999</c:v>
                </c:pt>
                <c:pt idx="1396">
                  <c:v>108.01300000000001</c:v>
                </c:pt>
                <c:pt idx="1397">
                  <c:v>106.288</c:v>
                </c:pt>
                <c:pt idx="1398">
                  <c:v>109.03400000000001</c:v>
                </c:pt>
                <c:pt idx="1399">
                  <c:v>105.06399999999999</c:v>
                </c:pt>
                <c:pt idx="1400">
                  <c:v>100.35899999999999</c:v>
                </c:pt>
                <c:pt idx="1401">
                  <c:v>96.825000000000003</c:v>
                </c:pt>
                <c:pt idx="1402">
                  <c:v>98.289000000000001</c:v>
                </c:pt>
                <c:pt idx="1403">
                  <c:v>99.852000000000004</c:v>
                </c:pt>
                <c:pt idx="1404">
                  <c:v>105.098</c:v>
                </c:pt>
                <c:pt idx="1405">
                  <c:v>102.702</c:v>
                </c:pt>
                <c:pt idx="1406">
                  <c:v>100.51600000000001</c:v>
                </c:pt>
                <c:pt idx="1407">
                  <c:v>99.063000000000002</c:v>
                </c:pt>
                <c:pt idx="1408">
                  <c:v>103.623</c:v>
                </c:pt>
                <c:pt idx="1409">
                  <c:v>105.89</c:v>
                </c:pt>
                <c:pt idx="1410">
                  <c:v>108.491</c:v>
                </c:pt>
                <c:pt idx="1411">
                  <c:v>107.877</c:v>
                </c:pt>
                <c:pt idx="1412">
                  <c:v>109.236</c:v>
                </c:pt>
                <c:pt idx="1413">
                  <c:v>107.355</c:v>
                </c:pt>
                <c:pt idx="1414">
                  <c:v>107.55800000000001</c:v>
                </c:pt>
                <c:pt idx="1415">
                  <c:v>105.351</c:v>
                </c:pt>
                <c:pt idx="1416">
                  <c:v>102.241</c:v>
                </c:pt>
                <c:pt idx="1417">
                  <c:v>100.01900000000001</c:v>
                </c:pt>
                <c:pt idx="1418">
                  <c:v>96.122</c:v>
                </c:pt>
                <c:pt idx="1419">
                  <c:v>95.93</c:v>
                </c:pt>
                <c:pt idx="1420">
                  <c:v>93.072000000000003</c:v>
                </c:pt>
                <c:pt idx="1421">
                  <c:v>93.040999999999997</c:v>
                </c:pt>
                <c:pt idx="1422">
                  <c:v>92.855999999999995</c:v>
                </c:pt>
                <c:pt idx="1423">
                  <c:v>95.066000000000003</c:v>
                </c:pt>
                <c:pt idx="1424">
                  <c:v>93.878</c:v>
                </c:pt>
                <c:pt idx="1425">
                  <c:v>93.328000000000003</c:v>
                </c:pt>
                <c:pt idx="1426">
                  <c:v>92.335999999999999</c:v>
                </c:pt>
                <c:pt idx="1427">
                  <c:v>95.358000000000004</c:v>
                </c:pt>
                <c:pt idx="1428">
                  <c:v>93.828999999999994</c:v>
                </c:pt>
                <c:pt idx="1429">
                  <c:v>93.424999999999997</c:v>
                </c:pt>
                <c:pt idx="1430">
                  <c:v>96.828000000000003</c:v>
                </c:pt>
                <c:pt idx="1431">
                  <c:v>97.308000000000007</c:v>
                </c:pt>
                <c:pt idx="1432">
                  <c:v>95.361000000000004</c:v>
                </c:pt>
                <c:pt idx="1433">
                  <c:v>93.861000000000004</c:v>
                </c:pt>
                <c:pt idx="1434">
                  <c:v>95.143000000000001</c:v>
                </c:pt>
                <c:pt idx="1435">
                  <c:v>92.013999999999996</c:v>
                </c:pt>
                <c:pt idx="1436">
                  <c:v>90.567999999999998</c:v>
                </c:pt>
                <c:pt idx="1437">
                  <c:v>90.007999999999996</c:v>
                </c:pt>
                <c:pt idx="1438">
                  <c:v>88.634</c:v>
                </c:pt>
                <c:pt idx="1439">
                  <c:v>87.048000000000002</c:v>
                </c:pt>
                <c:pt idx="1440">
                  <c:v>89.540999999999997</c:v>
                </c:pt>
                <c:pt idx="1441">
                  <c:v>93.757999999999996</c:v>
                </c:pt>
                <c:pt idx="1442">
                  <c:v>91.563999999999993</c:v>
                </c:pt>
                <c:pt idx="1443">
                  <c:v>89.567999999999998</c:v>
                </c:pt>
                <c:pt idx="1444">
                  <c:v>89.045000000000002</c:v>
                </c:pt>
                <c:pt idx="1445">
                  <c:v>90.055000000000007</c:v>
                </c:pt>
                <c:pt idx="1446">
                  <c:v>87.747</c:v>
                </c:pt>
                <c:pt idx="1447">
                  <c:v>89.68</c:v>
                </c:pt>
                <c:pt idx="1448">
                  <c:v>89.674000000000007</c:v>
                </c:pt>
                <c:pt idx="1449">
                  <c:v>88.9</c:v>
                </c:pt>
                <c:pt idx="1450">
                  <c:v>87.872</c:v>
                </c:pt>
                <c:pt idx="1451">
                  <c:v>86.519000000000005</c:v>
                </c:pt>
                <c:pt idx="1452">
                  <c:v>87.162999999999997</c:v>
                </c:pt>
                <c:pt idx="1453">
                  <c:v>87.016000000000005</c:v>
                </c:pt>
                <c:pt idx="1454">
                  <c:v>87.066000000000003</c:v>
                </c:pt>
                <c:pt idx="1455">
                  <c:v>85.566999999999993</c:v>
                </c:pt>
                <c:pt idx="1456">
                  <c:v>83.83</c:v>
                </c:pt>
                <c:pt idx="1457">
                  <c:v>82.043999999999997</c:v>
                </c:pt>
                <c:pt idx="1458">
                  <c:v>82.350999999999999</c:v>
                </c:pt>
                <c:pt idx="1459">
                  <c:v>81.733999999999995</c:v>
                </c:pt>
                <c:pt idx="1460">
                  <c:v>81.293000000000006</c:v>
                </c:pt>
                <c:pt idx="1461">
                  <c:v>81.114999999999995</c:v>
                </c:pt>
                <c:pt idx="1462">
                  <c:v>81.027000000000001</c:v>
                </c:pt>
                <c:pt idx="1463">
                  <c:v>78.064999999999998</c:v>
                </c:pt>
                <c:pt idx="1464">
                  <c:v>78.59</c:v>
                </c:pt>
                <c:pt idx="1465">
                  <c:v>80.397000000000006</c:v>
                </c:pt>
                <c:pt idx="1466">
                  <c:v>81.388000000000005</c:v>
                </c:pt>
                <c:pt idx="1467">
                  <c:v>81.331999999999994</c:v>
                </c:pt>
                <c:pt idx="1468">
                  <c:v>81.634</c:v>
                </c:pt>
                <c:pt idx="1469">
                  <c:v>80.938999999999993</c:v>
                </c:pt>
                <c:pt idx="1470">
                  <c:v>80.838999999999999</c:v>
                </c:pt>
                <c:pt idx="1471">
                  <c:v>79.866</c:v>
                </c:pt>
                <c:pt idx="1472">
                  <c:v>79.143000000000001</c:v>
                </c:pt>
                <c:pt idx="1473">
                  <c:v>80.007999999999996</c:v>
                </c:pt>
                <c:pt idx="1474">
                  <c:v>79.671999999999997</c:v>
                </c:pt>
                <c:pt idx="1475">
                  <c:v>79.542000000000002</c:v>
                </c:pt>
                <c:pt idx="1476">
                  <c:v>80.555000000000007</c:v>
                </c:pt>
                <c:pt idx="1477">
                  <c:v>79.802000000000007</c:v>
                </c:pt>
                <c:pt idx="1478">
                  <c:v>80.486000000000004</c:v>
                </c:pt>
                <c:pt idx="1479">
                  <c:v>81.317999999999998</c:v>
                </c:pt>
                <c:pt idx="1480">
                  <c:v>83.02</c:v>
                </c:pt>
                <c:pt idx="1481">
                  <c:v>82.754000000000005</c:v>
                </c:pt>
                <c:pt idx="1482">
                  <c:v>82.527000000000001</c:v>
                </c:pt>
                <c:pt idx="1483">
                  <c:v>83.704999999999998</c:v>
                </c:pt>
                <c:pt idx="1484">
                  <c:v>85.028999999999996</c:v>
                </c:pt>
                <c:pt idx="1485">
                  <c:v>84.822999999999993</c:v>
                </c:pt>
                <c:pt idx="1486">
                  <c:v>84.314999999999998</c:v>
                </c:pt>
                <c:pt idx="1487">
                  <c:v>82.74</c:v>
                </c:pt>
                <c:pt idx="1488">
                  <c:v>81.221999999999994</c:v>
                </c:pt>
                <c:pt idx="1489">
                  <c:v>80.817999999999998</c:v>
                </c:pt>
                <c:pt idx="1490">
                  <c:v>80.009</c:v>
                </c:pt>
                <c:pt idx="1491">
                  <c:v>80.144000000000005</c:v>
                </c:pt>
                <c:pt idx="1492">
                  <c:v>81.152000000000001</c:v>
                </c:pt>
                <c:pt idx="1493">
                  <c:v>79.355000000000004</c:v>
                </c:pt>
                <c:pt idx="1494">
                  <c:v>76.289000000000001</c:v>
                </c:pt>
                <c:pt idx="1495">
                  <c:v>79.052999999999997</c:v>
                </c:pt>
                <c:pt idx="1496">
                  <c:v>77.486999999999995</c:v>
                </c:pt>
                <c:pt idx="1497">
                  <c:v>78.049000000000007</c:v>
                </c:pt>
                <c:pt idx="1498">
                  <c:v>75.867000000000004</c:v>
                </c:pt>
                <c:pt idx="1499">
                  <c:v>74.983999999999995</c:v>
                </c:pt>
                <c:pt idx="1500">
                  <c:v>76.334999999999994</c:v>
                </c:pt>
                <c:pt idx="1501">
                  <c:v>76.290000000000006</c:v>
                </c:pt>
                <c:pt idx="1502">
                  <c:v>76.492999999999995</c:v>
                </c:pt>
                <c:pt idx="1503">
                  <c:v>75.947999999999993</c:v>
                </c:pt>
                <c:pt idx="1504">
                  <c:v>75.037999999999997</c:v>
                </c:pt>
                <c:pt idx="1505">
                  <c:v>75.027000000000001</c:v>
                </c:pt>
                <c:pt idx="1506">
                  <c:v>73.210999999999999</c:v>
                </c:pt>
                <c:pt idx="1507">
                  <c:v>71.366</c:v>
                </c:pt>
                <c:pt idx="1508">
                  <c:v>70.531000000000006</c:v>
                </c:pt>
                <c:pt idx="1509">
                  <c:v>71.016999999999996</c:v>
                </c:pt>
                <c:pt idx="1510">
                  <c:v>70.793000000000006</c:v>
                </c:pt>
                <c:pt idx="1511">
                  <c:v>72.176000000000002</c:v>
                </c:pt>
                <c:pt idx="1512">
                  <c:v>79.724999999999994</c:v>
                </c:pt>
                <c:pt idx="1513">
                  <c:v>84.997</c:v>
                </c:pt>
                <c:pt idx="1514">
                  <c:v>83.400999999999996</c:v>
                </c:pt>
                <c:pt idx="1515">
                  <c:v>88.39</c:v>
                </c:pt>
                <c:pt idx="1516">
                  <c:v>94.313999999999993</c:v>
                </c:pt>
                <c:pt idx="1517">
                  <c:v>91.438999999999993</c:v>
                </c:pt>
                <c:pt idx="1518">
                  <c:v>86.537999999999997</c:v>
                </c:pt>
                <c:pt idx="1519">
                  <c:v>83.734999999999999</c:v>
                </c:pt>
                <c:pt idx="1520">
                  <c:v>83.087999999999994</c:v>
                </c:pt>
                <c:pt idx="1521">
                  <c:v>92.98</c:v>
                </c:pt>
                <c:pt idx="1522">
                  <c:v>93.173000000000002</c:v>
                </c:pt>
                <c:pt idx="1523">
                  <c:v>95.006</c:v>
                </c:pt>
                <c:pt idx="1524">
                  <c:v>97.525999999999996</c:v>
                </c:pt>
                <c:pt idx="1525">
                  <c:v>101.88200000000001</c:v>
                </c:pt>
                <c:pt idx="1526">
                  <c:v>100.72499999999999</c:v>
                </c:pt>
                <c:pt idx="1527">
                  <c:v>102.657</c:v>
                </c:pt>
                <c:pt idx="1528">
                  <c:v>103.82899999999999</c:v>
                </c:pt>
                <c:pt idx="1529">
                  <c:v>102.26900000000001</c:v>
                </c:pt>
                <c:pt idx="1530">
                  <c:v>104.68</c:v>
                </c:pt>
                <c:pt idx="1531">
                  <c:v>104.831</c:v>
                </c:pt>
                <c:pt idx="1532">
                  <c:v>103.32299999999999</c:v>
                </c:pt>
                <c:pt idx="1533">
                  <c:v>102.349</c:v>
                </c:pt>
                <c:pt idx="1534">
                  <c:v>101.321</c:v>
                </c:pt>
                <c:pt idx="1535">
                  <c:v>100.85299999999999</c:v>
                </c:pt>
                <c:pt idx="1536">
                  <c:v>98.245999999999995</c:v>
                </c:pt>
                <c:pt idx="1537">
                  <c:v>98.988</c:v>
                </c:pt>
                <c:pt idx="1538">
                  <c:v>101</c:v>
                </c:pt>
                <c:pt idx="1539">
                  <c:v>102.005</c:v>
                </c:pt>
                <c:pt idx="1540">
                  <c:v>103.845</c:v>
                </c:pt>
                <c:pt idx="1541">
                  <c:v>105.063</c:v>
                </c:pt>
                <c:pt idx="1542">
                  <c:v>106.889</c:v>
                </c:pt>
                <c:pt idx="1543">
                  <c:v>110.85899999999999</c:v>
                </c:pt>
                <c:pt idx="1544">
                  <c:v>111.53100000000001</c:v>
                </c:pt>
                <c:pt idx="1545">
                  <c:v>110.804</c:v>
                </c:pt>
                <c:pt idx="1546">
                  <c:v>108.85599999999999</c:v>
                </c:pt>
                <c:pt idx="1547">
                  <c:v>112.754</c:v>
                </c:pt>
                <c:pt idx="1548">
                  <c:v>113.334</c:v>
                </c:pt>
                <c:pt idx="1549">
                  <c:v>119.072</c:v>
                </c:pt>
                <c:pt idx="1550">
                  <c:v>119.334</c:v>
                </c:pt>
                <c:pt idx="1551">
                  <c:v>119.355</c:v>
                </c:pt>
                <c:pt idx="1552">
                  <c:v>116.78700000000001</c:v>
                </c:pt>
                <c:pt idx="1553">
                  <c:v>121.937</c:v>
                </c:pt>
                <c:pt idx="1554">
                  <c:v>124.95</c:v>
                </c:pt>
                <c:pt idx="1555">
                  <c:v>127.517</c:v>
                </c:pt>
                <c:pt idx="1556">
                  <c:v>125.855</c:v>
                </c:pt>
                <c:pt idx="1557">
                  <c:v>125.997</c:v>
                </c:pt>
                <c:pt idx="1558">
                  <c:v>127.248</c:v>
                </c:pt>
                <c:pt idx="1559">
                  <c:v>128.72200000000001</c:v>
                </c:pt>
                <c:pt idx="1560">
                  <c:v>127.672</c:v>
                </c:pt>
                <c:pt idx="1561">
                  <c:v>130.30600000000001</c:v>
                </c:pt>
                <c:pt idx="1562">
                  <c:v>135.78800000000001</c:v>
                </c:pt>
                <c:pt idx="1563">
                  <c:v>132.238</c:v>
                </c:pt>
                <c:pt idx="1564">
                  <c:v>128.83500000000001</c:v>
                </c:pt>
                <c:pt idx="1565">
                  <c:v>127.461</c:v>
                </c:pt>
                <c:pt idx="1566">
                  <c:v>129.185</c:v>
                </c:pt>
                <c:pt idx="1567">
                  <c:v>122.003</c:v>
                </c:pt>
                <c:pt idx="1568">
                  <c:v>118.256</c:v>
                </c:pt>
                <c:pt idx="1569">
                  <c:v>119.801</c:v>
                </c:pt>
                <c:pt idx="1570">
                  <c:v>121.036</c:v>
                </c:pt>
                <c:pt idx="1571">
                  <c:v>122.039</c:v>
                </c:pt>
                <c:pt idx="1572">
                  <c:v>118.863</c:v>
                </c:pt>
                <c:pt idx="1573">
                  <c:v>118.911</c:v>
                </c:pt>
                <c:pt idx="1574">
                  <c:v>119.04300000000001</c:v>
                </c:pt>
                <c:pt idx="1575">
                  <c:v>119.04300000000001</c:v>
                </c:pt>
                <c:pt idx="1576">
                  <c:v>119.06100000000001</c:v>
                </c:pt>
                <c:pt idx="1577">
                  <c:v>119.06</c:v>
                </c:pt>
                <c:pt idx="1578">
                  <c:v>123.209</c:v>
                </c:pt>
                <c:pt idx="1579">
                  <c:v>128.30799999999999</c:v>
                </c:pt>
                <c:pt idx="1580">
                  <c:v>129.827</c:v>
                </c:pt>
                <c:pt idx="1581">
                  <c:v>128.852</c:v>
                </c:pt>
                <c:pt idx="1582">
                  <c:v>128.01900000000001</c:v>
                </c:pt>
                <c:pt idx="1583">
                  <c:v>130.06299999999999</c:v>
                </c:pt>
                <c:pt idx="1584">
                  <c:v>133.483</c:v>
                </c:pt>
                <c:pt idx="1585">
                  <c:v>133.858</c:v>
                </c:pt>
                <c:pt idx="1586">
                  <c:v>137.083</c:v>
                </c:pt>
                <c:pt idx="1587">
                  <c:v>132.86000000000001</c:v>
                </c:pt>
                <c:pt idx="1588">
                  <c:v>132.98400000000001</c:v>
                </c:pt>
                <c:pt idx="1589">
                  <c:v>134.10400000000001</c:v>
                </c:pt>
                <c:pt idx="1590">
                  <c:v>133.357</c:v>
                </c:pt>
                <c:pt idx="1591">
                  <c:v>133.334</c:v>
                </c:pt>
                <c:pt idx="1592">
                  <c:v>131.80500000000001</c:v>
                </c:pt>
                <c:pt idx="1593">
                  <c:v>130.09100000000001</c:v>
                </c:pt>
                <c:pt idx="1594">
                  <c:v>130.35400000000001</c:v>
                </c:pt>
                <c:pt idx="1595">
                  <c:v>132.083</c:v>
                </c:pt>
                <c:pt idx="1596">
                  <c:v>133.988</c:v>
                </c:pt>
                <c:pt idx="1597">
                  <c:v>134.86500000000001</c:v>
                </c:pt>
                <c:pt idx="1598">
                  <c:v>131.99600000000001</c:v>
                </c:pt>
                <c:pt idx="1599">
                  <c:v>126.26</c:v>
                </c:pt>
                <c:pt idx="1600">
                  <c:v>120.96</c:v>
                </c:pt>
                <c:pt idx="1601">
                  <c:v>121.7</c:v>
                </c:pt>
                <c:pt idx="1602">
                  <c:v>124.292</c:v>
                </c:pt>
                <c:pt idx="1603">
                  <c:v>128.52699999999999</c:v>
                </c:pt>
                <c:pt idx="1604">
                  <c:v>128.22499999999999</c:v>
                </c:pt>
                <c:pt idx="1605">
                  <c:v>126.062</c:v>
                </c:pt>
                <c:pt idx="1606">
                  <c:v>121.538</c:v>
                </c:pt>
                <c:pt idx="1607">
                  <c:v>122.399</c:v>
                </c:pt>
                <c:pt idx="1608">
                  <c:v>120.69499999999999</c:v>
                </c:pt>
                <c:pt idx="1609">
                  <c:v>119.36</c:v>
                </c:pt>
                <c:pt idx="1610">
                  <c:v>120.018</c:v>
                </c:pt>
                <c:pt idx="1611">
                  <c:v>123.827</c:v>
                </c:pt>
                <c:pt idx="1612">
                  <c:v>123.946</c:v>
                </c:pt>
                <c:pt idx="1613">
                  <c:v>125.53</c:v>
                </c:pt>
                <c:pt idx="1614">
                  <c:v>122.13800000000001</c:v>
                </c:pt>
                <c:pt idx="1615">
                  <c:v>121.747</c:v>
                </c:pt>
                <c:pt idx="1616">
                  <c:v>121.88800000000001</c:v>
                </c:pt>
                <c:pt idx="1617">
                  <c:v>123.986</c:v>
                </c:pt>
                <c:pt idx="1618">
                  <c:v>124.01</c:v>
                </c:pt>
                <c:pt idx="1619">
                  <c:v>123.539</c:v>
                </c:pt>
                <c:pt idx="1620">
                  <c:v>122.54</c:v>
                </c:pt>
                <c:pt idx="1621">
                  <c:v>118.52</c:v>
                </c:pt>
                <c:pt idx="1622">
                  <c:v>117.999</c:v>
                </c:pt>
                <c:pt idx="1623">
                  <c:v>115.511</c:v>
                </c:pt>
                <c:pt idx="1624">
                  <c:v>116.851</c:v>
                </c:pt>
                <c:pt idx="1625">
                  <c:v>117.617</c:v>
                </c:pt>
                <c:pt idx="1626">
                  <c:v>116.83799999999999</c:v>
                </c:pt>
                <c:pt idx="1627">
                  <c:v>116.215</c:v>
                </c:pt>
                <c:pt idx="1628">
                  <c:v>118.551</c:v>
                </c:pt>
                <c:pt idx="1629">
                  <c:v>119.622</c:v>
                </c:pt>
                <c:pt idx="1630">
                  <c:v>121.84699999999999</c:v>
                </c:pt>
                <c:pt idx="1631">
                  <c:v>122.833</c:v>
                </c:pt>
                <c:pt idx="1632">
                  <c:v>119.26300000000001</c:v>
                </c:pt>
                <c:pt idx="1633">
                  <c:v>120.979</c:v>
                </c:pt>
                <c:pt idx="1634">
                  <c:v>120.70099999999999</c:v>
                </c:pt>
                <c:pt idx="1635">
                  <c:v>120.997</c:v>
                </c:pt>
                <c:pt idx="1636">
                  <c:v>120.239</c:v>
                </c:pt>
                <c:pt idx="1637">
                  <c:v>119.919</c:v>
                </c:pt>
                <c:pt idx="1638">
                  <c:v>121.584</c:v>
                </c:pt>
                <c:pt idx="1639">
                  <c:v>121.596</c:v>
                </c:pt>
                <c:pt idx="1640">
                  <c:v>122.583</c:v>
                </c:pt>
                <c:pt idx="1641">
                  <c:v>121.379</c:v>
                </c:pt>
                <c:pt idx="1642">
                  <c:v>120.38</c:v>
                </c:pt>
                <c:pt idx="1643">
                  <c:v>118.07899999999999</c:v>
                </c:pt>
                <c:pt idx="1644">
                  <c:v>115.875</c:v>
                </c:pt>
                <c:pt idx="1645">
                  <c:v>114.324</c:v>
                </c:pt>
                <c:pt idx="1646">
                  <c:v>115.054</c:v>
                </c:pt>
                <c:pt idx="1647">
                  <c:v>126.82599999999999</c:v>
                </c:pt>
                <c:pt idx="1648">
                  <c:v>127.813</c:v>
                </c:pt>
                <c:pt idx="1649">
                  <c:v>126.82</c:v>
                </c:pt>
                <c:pt idx="1650">
                  <c:v>125.35599999999999</c:v>
                </c:pt>
                <c:pt idx="1651">
                  <c:v>125.282</c:v>
                </c:pt>
                <c:pt idx="1652">
                  <c:v>126.541</c:v>
                </c:pt>
                <c:pt idx="1653">
                  <c:v>128.48599999999999</c:v>
                </c:pt>
                <c:pt idx="1654">
                  <c:v>128.78200000000001</c:v>
                </c:pt>
                <c:pt idx="1655">
                  <c:v>128.08099999999999</c:v>
                </c:pt>
                <c:pt idx="1656">
                  <c:v>127.179</c:v>
                </c:pt>
                <c:pt idx="1657">
                  <c:v>125.404</c:v>
                </c:pt>
                <c:pt idx="1658">
                  <c:v>125.928</c:v>
                </c:pt>
                <c:pt idx="1659">
                  <c:v>126.03100000000001</c:v>
                </c:pt>
                <c:pt idx="1660">
                  <c:v>125.441</c:v>
                </c:pt>
                <c:pt idx="1661">
                  <c:v>127.899</c:v>
                </c:pt>
                <c:pt idx="1662">
                  <c:v>127.369</c:v>
                </c:pt>
                <c:pt idx="1663">
                  <c:v>124.37</c:v>
                </c:pt>
                <c:pt idx="1664">
                  <c:v>124.461</c:v>
                </c:pt>
                <c:pt idx="1665">
                  <c:v>126.215</c:v>
                </c:pt>
                <c:pt idx="1666">
                  <c:v>127.35599999999999</c:v>
                </c:pt>
                <c:pt idx="1667">
                  <c:v>129.01599999999999</c:v>
                </c:pt>
                <c:pt idx="1668">
                  <c:v>129.02699999999999</c:v>
                </c:pt>
                <c:pt idx="1669">
                  <c:v>125.68600000000001</c:v>
                </c:pt>
                <c:pt idx="1670">
                  <c:v>124.48699999999999</c:v>
                </c:pt>
                <c:pt idx="1671">
                  <c:v>123.816</c:v>
                </c:pt>
                <c:pt idx="1672">
                  <c:v>119.134</c:v>
                </c:pt>
                <c:pt idx="1673">
                  <c:v>115.66500000000001</c:v>
                </c:pt>
                <c:pt idx="1674">
                  <c:v>118.03</c:v>
                </c:pt>
                <c:pt idx="1675">
                  <c:v>117.54300000000001</c:v>
                </c:pt>
                <c:pt idx="1676">
                  <c:v>115.764</c:v>
                </c:pt>
                <c:pt idx="1677">
                  <c:v>114.89700000000001</c:v>
                </c:pt>
                <c:pt idx="1678">
                  <c:v>113.965</c:v>
                </c:pt>
                <c:pt idx="1679">
                  <c:v>114.47</c:v>
                </c:pt>
                <c:pt idx="1680">
                  <c:v>113.977</c:v>
                </c:pt>
                <c:pt idx="1681">
                  <c:v>111.806</c:v>
                </c:pt>
                <c:pt idx="1682">
                  <c:v>110.79</c:v>
                </c:pt>
                <c:pt idx="1683">
                  <c:v>108.303</c:v>
                </c:pt>
                <c:pt idx="1684">
                  <c:v>107.80800000000001</c:v>
                </c:pt>
                <c:pt idx="1685">
                  <c:v>110.071</c:v>
                </c:pt>
                <c:pt idx="1686">
                  <c:v>113.54</c:v>
                </c:pt>
                <c:pt idx="1687">
                  <c:v>115.16</c:v>
                </c:pt>
                <c:pt idx="1688">
                  <c:v>118.33799999999999</c:v>
                </c:pt>
                <c:pt idx="1689">
                  <c:v>118.943</c:v>
                </c:pt>
                <c:pt idx="1690">
                  <c:v>121.315</c:v>
                </c:pt>
                <c:pt idx="1691">
                  <c:v>119.31399999999999</c:v>
                </c:pt>
                <c:pt idx="1692">
                  <c:v>118.056</c:v>
                </c:pt>
                <c:pt idx="1693">
                  <c:v>118.68</c:v>
                </c:pt>
                <c:pt idx="1694">
                  <c:v>118.206</c:v>
                </c:pt>
                <c:pt idx="1695">
                  <c:v>113.596</c:v>
                </c:pt>
                <c:pt idx="1696">
                  <c:v>112.533</c:v>
                </c:pt>
                <c:pt idx="1697">
                  <c:v>112.01</c:v>
                </c:pt>
                <c:pt idx="1698">
                  <c:v>111.81699999999999</c:v>
                </c:pt>
                <c:pt idx="1699">
                  <c:v>110.544</c:v>
                </c:pt>
                <c:pt idx="1700">
                  <c:v>112.32599999999999</c:v>
                </c:pt>
                <c:pt idx="1701">
                  <c:v>113.17100000000001</c:v>
                </c:pt>
                <c:pt idx="1702">
                  <c:v>113.042</c:v>
                </c:pt>
                <c:pt idx="1703">
                  <c:v>111.949</c:v>
                </c:pt>
                <c:pt idx="1704">
                  <c:v>108.962</c:v>
                </c:pt>
                <c:pt idx="1705">
                  <c:v>109.57299999999999</c:v>
                </c:pt>
                <c:pt idx="1706">
                  <c:v>108.625</c:v>
                </c:pt>
                <c:pt idx="1707">
                  <c:v>109.735</c:v>
                </c:pt>
                <c:pt idx="1708">
                  <c:v>109.845</c:v>
                </c:pt>
                <c:pt idx="1709">
                  <c:v>110.145</c:v>
                </c:pt>
                <c:pt idx="1710">
                  <c:v>111.66800000000001</c:v>
                </c:pt>
                <c:pt idx="1711">
                  <c:v>112.678</c:v>
                </c:pt>
                <c:pt idx="1712">
                  <c:v>112.84699999999999</c:v>
                </c:pt>
                <c:pt idx="1713">
                  <c:v>112.8</c:v>
                </c:pt>
                <c:pt idx="1714">
                  <c:v>112.645</c:v>
                </c:pt>
                <c:pt idx="1715">
                  <c:v>112.81399999999999</c:v>
                </c:pt>
                <c:pt idx="1716">
                  <c:v>113.318</c:v>
                </c:pt>
                <c:pt idx="1717">
                  <c:v>115.629</c:v>
                </c:pt>
                <c:pt idx="1718">
                  <c:v>116.76900000000001</c:v>
                </c:pt>
                <c:pt idx="1719">
                  <c:v>118.654</c:v>
                </c:pt>
                <c:pt idx="1720">
                  <c:v>117.057</c:v>
                </c:pt>
                <c:pt idx="1721">
                  <c:v>116.43899999999999</c:v>
                </c:pt>
                <c:pt idx="1722">
                  <c:v>115.50700000000001</c:v>
                </c:pt>
                <c:pt idx="1723">
                  <c:v>115.65600000000001</c:v>
                </c:pt>
                <c:pt idx="1724">
                  <c:v>117.476</c:v>
                </c:pt>
                <c:pt idx="1725">
                  <c:v>114.607</c:v>
                </c:pt>
                <c:pt idx="1726">
                  <c:v>113.298</c:v>
                </c:pt>
                <c:pt idx="1727">
                  <c:v>109.37</c:v>
                </c:pt>
                <c:pt idx="1728">
                  <c:v>107.16800000000001</c:v>
                </c:pt>
                <c:pt idx="1729">
                  <c:v>102.601</c:v>
                </c:pt>
                <c:pt idx="1730">
                  <c:v>100.688</c:v>
                </c:pt>
                <c:pt idx="1731">
                  <c:v>100.267</c:v>
                </c:pt>
                <c:pt idx="1732">
                  <c:v>101.51600000000001</c:v>
                </c:pt>
                <c:pt idx="1733">
                  <c:v>99.855000000000004</c:v>
                </c:pt>
                <c:pt idx="1734">
                  <c:v>96.960999999999999</c:v>
                </c:pt>
                <c:pt idx="1735">
                  <c:v>95.698999999999998</c:v>
                </c:pt>
                <c:pt idx="1736">
                  <c:v>93.686000000000007</c:v>
                </c:pt>
                <c:pt idx="1737">
                  <c:v>98.15</c:v>
                </c:pt>
                <c:pt idx="1738">
                  <c:v>98.823999999999998</c:v>
                </c:pt>
                <c:pt idx="1739">
                  <c:v>100.048</c:v>
                </c:pt>
                <c:pt idx="1740">
                  <c:v>100.49299999999999</c:v>
                </c:pt>
                <c:pt idx="1741">
                  <c:v>101.82299999999999</c:v>
                </c:pt>
                <c:pt idx="1742">
                  <c:v>102.996</c:v>
                </c:pt>
                <c:pt idx="1743">
                  <c:v>104.562</c:v>
                </c:pt>
                <c:pt idx="1744">
                  <c:v>104.01900000000001</c:v>
                </c:pt>
                <c:pt idx="1745">
                  <c:v>97.54</c:v>
                </c:pt>
                <c:pt idx="1746">
                  <c:v>95.522000000000006</c:v>
                </c:pt>
                <c:pt idx="1747">
                  <c:v>91.308000000000007</c:v>
                </c:pt>
                <c:pt idx="1748">
                  <c:v>84.536000000000001</c:v>
                </c:pt>
                <c:pt idx="1749">
                  <c:v>82.054000000000002</c:v>
                </c:pt>
                <c:pt idx="1750">
                  <c:v>82.388000000000005</c:v>
                </c:pt>
                <c:pt idx="1751">
                  <c:v>86.316999999999993</c:v>
                </c:pt>
                <c:pt idx="1752">
                  <c:v>87.218000000000004</c:v>
                </c:pt>
                <c:pt idx="1753">
                  <c:v>89.346000000000004</c:v>
                </c:pt>
                <c:pt idx="1754">
                  <c:v>91.046000000000006</c:v>
                </c:pt>
                <c:pt idx="1755">
                  <c:v>88.968000000000004</c:v>
                </c:pt>
                <c:pt idx="1756">
                  <c:v>88.052000000000007</c:v>
                </c:pt>
                <c:pt idx="1757">
                  <c:v>88.606999999999999</c:v>
                </c:pt>
                <c:pt idx="1758">
                  <c:v>89.777000000000001</c:v>
                </c:pt>
                <c:pt idx="1759">
                  <c:v>91.816999999999993</c:v>
                </c:pt>
                <c:pt idx="1760">
                  <c:v>89.991</c:v>
                </c:pt>
                <c:pt idx="1761">
                  <c:v>88.025000000000006</c:v>
                </c:pt>
                <c:pt idx="1762">
                  <c:v>87.084000000000003</c:v>
                </c:pt>
                <c:pt idx="1763">
                  <c:v>86.427999999999997</c:v>
                </c:pt>
                <c:pt idx="1764">
                  <c:v>83.551000000000002</c:v>
                </c:pt>
                <c:pt idx="1765">
                  <c:v>80.406999999999996</c:v>
                </c:pt>
                <c:pt idx="1766">
                  <c:v>80.036000000000001</c:v>
                </c:pt>
                <c:pt idx="1767">
                  <c:v>83.533000000000001</c:v>
                </c:pt>
                <c:pt idx="1768">
                  <c:v>85.519000000000005</c:v>
                </c:pt>
                <c:pt idx="1769">
                  <c:v>86.12</c:v>
                </c:pt>
                <c:pt idx="1770">
                  <c:v>73.83</c:v>
                </c:pt>
                <c:pt idx="1771">
                  <c:v>93.549000000000007</c:v>
                </c:pt>
                <c:pt idx="1772">
                  <c:v>93.558999999999997</c:v>
                </c:pt>
                <c:pt idx="1773">
                  <c:v>92.447999999999993</c:v>
                </c:pt>
                <c:pt idx="1774">
                  <c:v>93.558000000000007</c:v>
                </c:pt>
                <c:pt idx="1775">
                  <c:v>96.341999999999999</c:v>
                </c:pt>
                <c:pt idx="1776">
                  <c:v>97.296000000000006</c:v>
                </c:pt>
                <c:pt idx="1777">
                  <c:v>94.278999999999996</c:v>
                </c:pt>
                <c:pt idx="1778">
                  <c:v>93.799000000000007</c:v>
                </c:pt>
                <c:pt idx="1779">
                  <c:v>92.486000000000004</c:v>
                </c:pt>
                <c:pt idx="1780">
                  <c:v>94.307000000000002</c:v>
                </c:pt>
                <c:pt idx="1781">
                  <c:v>96.37</c:v>
                </c:pt>
                <c:pt idx="1782">
                  <c:v>96.963999999999999</c:v>
                </c:pt>
                <c:pt idx="1783">
                  <c:v>92.619</c:v>
                </c:pt>
                <c:pt idx="1784">
                  <c:v>89.548000000000002</c:v>
                </c:pt>
                <c:pt idx="1785">
                  <c:v>89.43</c:v>
                </c:pt>
                <c:pt idx="1786">
                  <c:v>90.674999999999997</c:v>
                </c:pt>
                <c:pt idx="1787">
                  <c:v>90.314999999999998</c:v>
                </c:pt>
                <c:pt idx="1788">
                  <c:v>91.135999999999996</c:v>
                </c:pt>
                <c:pt idx="1789">
                  <c:v>91.674000000000007</c:v>
                </c:pt>
                <c:pt idx="1790">
                  <c:v>92.236000000000004</c:v>
                </c:pt>
                <c:pt idx="1791">
                  <c:v>95.03</c:v>
                </c:pt>
                <c:pt idx="1792">
                  <c:v>96.63</c:v>
                </c:pt>
                <c:pt idx="1793">
                  <c:v>98.713999999999999</c:v>
                </c:pt>
                <c:pt idx="1794">
                  <c:v>97.984999999999999</c:v>
                </c:pt>
                <c:pt idx="1795">
                  <c:v>96.778000000000006</c:v>
                </c:pt>
                <c:pt idx="1796">
                  <c:v>95.471000000000004</c:v>
                </c:pt>
                <c:pt idx="1797">
                  <c:v>95.022999999999996</c:v>
                </c:pt>
                <c:pt idx="1798">
                  <c:v>93.328999999999994</c:v>
                </c:pt>
                <c:pt idx="1799">
                  <c:v>90.787000000000006</c:v>
                </c:pt>
                <c:pt idx="1800">
                  <c:v>91.936000000000007</c:v>
                </c:pt>
                <c:pt idx="1801">
                  <c:v>92.588999999999999</c:v>
                </c:pt>
                <c:pt idx="1802">
                  <c:v>93.072999999999993</c:v>
                </c:pt>
                <c:pt idx="1803">
                  <c:v>94.378</c:v>
                </c:pt>
                <c:pt idx="1804">
                  <c:v>94.2</c:v>
                </c:pt>
                <c:pt idx="1805">
                  <c:v>94.983999999999995</c:v>
                </c:pt>
                <c:pt idx="1806">
                  <c:v>93.808999999999997</c:v>
                </c:pt>
                <c:pt idx="1807">
                  <c:v>92.614999999999995</c:v>
                </c:pt>
                <c:pt idx="1808">
                  <c:v>92.644000000000005</c:v>
                </c:pt>
                <c:pt idx="1809">
                  <c:v>91.486000000000004</c:v>
                </c:pt>
                <c:pt idx="1810">
                  <c:v>92.043000000000006</c:v>
                </c:pt>
                <c:pt idx="1811">
                  <c:v>90.646000000000001</c:v>
                </c:pt>
                <c:pt idx="1812">
                  <c:v>89.747</c:v>
                </c:pt>
                <c:pt idx="1813">
                  <c:v>89.504000000000005</c:v>
                </c:pt>
                <c:pt idx="1814">
                  <c:v>88.852999999999994</c:v>
                </c:pt>
                <c:pt idx="1815">
                  <c:v>88.875</c:v>
                </c:pt>
                <c:pt idx="1816">
                  <c:v>90.010999999999996</c:v>
                </c:pt>
                <c:pt idx="1817">
                  <c:v>89.373999999999995</c:v>
                </c:pt>
                <c:pt idx="1818">
                  <c:v>83.537999999999997</c:v>
                </c:pt>
                <c:pt idx="1819">
                  <c:v>83.494</c:v>
                </c:pt>
                <c:pt idx="1820">
                  <c:v>82.58</c:v>
                </c:pt>
                <c:pt idx="1821">
                  <c:v>84.052999999999997</c:v>
                </c:pt>
                <c:pt idx="1822">
                  <c:v>84.813000000000002</c:v>
                </c:pt>
                <c:pt idx="1823">
                  <c:v>84.84</c:v>
                </c:pt>
                <c:pt idx="1824">
                  <c:v>83.858999999999995</c:v>
                </c:pt>
                <c:pt idx="1825">
                  <c:v>82.308000000000007</c:v>
                </c:pt>
                <c:pt idx="1826">
                  <c:v>82.123000000000005</c:v>
                </c:pt>
                <c:pt idx="1827">
                  <c:v>81.876000000000005</c:v>
                </c:pt>
                <c:pt idx="1828">
                  <c:v>76.823999999999998</c:v>
                </c:pt>
                <c:pt idx="1829">
                  <c:v>80.135000000000005</c:v>
                </c:pt>
                <c:pt idx="1830">
                  <c:v>78.531000000000006</c:v>
                </c:pt>
                <c:pt idx="1831">
                  <c:v>79.704999999999998</c:v>
                </c:pt>
                <c:pt idx="1832">
                  <c:v>77.89</c:v>
                </c:pt>
                <c:pt idx="1833">
                  <c:v>77.028000000000006</c:v>
                </c:pt>
                <c:pt idx="1834">
                  <c:v>80.460999999999999</c:v>
                </c:pt>
                <c:pt idx="1835">
                  <c:v>83.251000000000005</c:v>
                </c:pt>
                <c:pt idx="1836">
                  <c:v>81.361000000000004</c:v>
                </c:pt>
                <c:pt idx="1837">
                  <c:v>80.040999999999997</c:v>
                </c:pt>
                <c:pt idx="1838">
                  <c:v>79.540000000000006</c:v>
                </c:pt>
                <c:pt idx="1839">
                  <c:v>78.058999999999997</c:v>
                </c:pt>
                <c:pt idx="1840">
                  <c:v>76.897000000000006</c:v>
                </c:pt>
                <c:pt idx="1841">
                  <c:v>78.308000000000007</c:v>
                </c:pt>
                <c:pt idx="1842">
                  <c:v>76.912999999999997</c:v>
                </c:pt>
                <c:pt idx="1843">
                  <c:v>77.971000000000004</c:v>
                </c:pt>
                <c:pt idx="1844">
                  <c:v>78.650999999999996</c:v>
                </c:pt>
                <c:pt idx="1845">
                  <c:v>78.606999999999999</c:v>
                </c:pt>
                <c:pt idx="1846">
                  <c:v>78.988</c:v>
                </c:pt>
                <c:pt idx="1847">
                  <c:v>80.173000000000002</c:v>
                </c:pt>
                <c:pt idx="1848">
                  <c:v>78.599000000000004</c:v>
                </c:pt>
                <c:pt idx="1849">
                  <c:v>78.334999999999994</c:v>
                </c:pt>
                <c:pt idx="1850">
                  <c:v>77.78</c:v>
                </c:pt>
                <c:pt idx="1851">
                  <c:v>77.5</c:v>
                </c:pt>
                <c:pt idx="1852">
                  <c:v>77.331999999999994</c:v>
                </c:pt>
                <c:pt idx="1853">
                  <c:v>78.046999999999997</c:v>
                </c:pt>
                <c:pt idx="1854">
                  <c:v>79.058000000000007</c:v>
                </c:pt>
                <c:pt idx="1855">
                  <c:v>78.77</c:v>
                </c:pt>
                <c:pt idx="1856">
                  <c:v>78.759</c:v>
                </c:pt>
                <c:pt idx="1857">
                  <c:v>78.787999999999997</c:v>
                </c:pt>
                <c:pt idx="1858">
                  <c:v>80.738</c:v>
                </c:pt>
                <c:pt idx="1859">
                  <c:v>84.028000000000006</c:v>
                </c:pt>
                <c:pt idx="1860">
                  <c:v>86.028999999999996</c:v>
                </c:pt>
                <c:pt idx="1861">
                  <c:v>86.207999999999998</c:v>
                </c:pt>
                <c:pt idx="1862">
                  <c:v>85.978999999999999</c:v>
                </c:pt>
                <c:pt idx="1863">
                  <c:v>86.453000000000003</c:v>
                </c:pt>
                <c:pt idx="1864">
                  <c:v>85.29</c:v>
                </c:pt>
                <c:pt idx="1865">
                  <c:v>84.042000000000002</c:v>
                </c:pt>
                <c:pt idx="1866">
                  <c:v>84.787999999999997</c:v>
                </c:pt>
                <c:pt idx="1867">
                  <c:v>85.016000000000005</c:v>
                </c:pt>
                <c:pt idx="1868">
                  <c:v>87.915000000000006</c:v>
                </c:pt>
                <c:pt idx="1869">
                  <c:v>87.558000000000007</c:v>
                </c:pt>
                <c:pt idx="1870">
                  <c:v>89.537999999999997</c:v>
                </c:pt>
                <c:pt idx="1871">
                  <c:v>88.200999999999993</c:v>
                </c:pt>
                <c:pt idx="1872">
                  <c:v>86.292000000000002</c:v>
                </c:pt>
                <c:pt idx="1873">
                  <c:v>85.409000000000006</c:v>
                </c:pt>
                <c:pt idx="1874">
                  <c:v>85.210999999999999</c:v>
                </c:pt>
                <c:pt idx="1875">
                  <c:v>85.090999999999994</c:v>
                </c:pt>
                <c:pt idx="1876">
                  <c:v>85.427000000000007</c:v>
                </c:pt>
                <c:pt idx="1877">
                  <c:v>87.971000000000004</c:v>
                </c:pt>
                <c:pt idx="1878">
                  <c:v>86.674000000000007</c:v>
                </c:pt>
                <c:pt idx="1879">
                  <c:v>85.697999999999993</c:v>
                </c:pt>
                <c:pt idx="1880">
                  <c:v>84.341999999999999</c:v>
                </c:pt>
                <c:pt idx="1881">
                  <c:v>83.811999999999998</c:v>
                </c:pt>
                <c:pt idx="1882">
                  <c:v>82.738</c:v>
                </c:pt>
                <c:pt idx="1883">
                  <c:v>81.518000000000001</c:v>
                </c:pt>
                <c:pt idx="1884">
                  <c:v>81.167000000000002</c:v>
                </c:pt>
                <c:pt idx="1885">
                  <c:v>81.016999999999996</c:v>
                </c:pt>
                <c:pt idx="1886">
                  <c:v>81.567999999999998</c:v>
                </c:pt>
                <c:pt idx="1887">
                  <c:v>80.805000000000007</c:v>
                </c:pt>
                <c:pt idx="1888">
                  <c:v>80.265000000000001</c:v>
                </c:pt>
                <c:pt idx="1889">
                  <c:v>81.564999999999998</c:v>
                </c:pt>
                <c:pt idx="1890">
                  <c:v>79.096000000000004</c:v>
                </c:pt>
                <c:pt idx="1891">
                  <c:v>79.683999999999997</c:v>
                </c:pt>
                <c:pt idx="1892">
                  <c:v>79.795000000000002</c:v>
                </c:pt>
                <c:pt idx="1893">
                  <c:v>80.888000000000005</c:v>
                </c:pt>
                <c:pt idx="1894">
                  <c:v>80.245000000000005</c:v>
                </c:pt>
                <c:pt idx="1895">
                  <c:v>79.653999999999996</c:v>
                </c:pt>
                <c:pt idx="1896">
                  <c:v>79.269000000000005</c:v>
                </c:pt>
                <c:pt idx="1897">
                  <c:v>85.448999999999998</c:v>
                </c:pt>
                <c:pt idx="1898">
                  <c:v>84.417000000000002</c:v>
                </c:pt>
                <c:pt idx="1899">
                  <c:v>82.203000000000003</c:v>
                </c:pt>
                <c:pt idx="1900">
                  <c:v>82.805999999999997</c:v>
                </c:pt>
                <c:pt idx="1901">
                  <c:v>84.102000000000004</c:v>
                </c:pt>
                <c:pt idx="1902">
                  <c:v>84.825999999999993</c:v>
                </c:pt>
                <c:pt idx="1903">
                  <c:v>86.409000000000006</c:v>
                </c:pt>
                <c:pt idx="1904">
                  <c:v>86.724000000000004</c:v>
                </c:pt>
                <c:pt idx="1905">
                  <c:v>85.98</c:v>
                </c:pt>
                <c:pt idx="1906">
                  <c:v>85.840999999999994</c:v>
                </c:pt>
                <c:pt idx="1907">
                  <c:v>84.522000000000006</c:v>
                </c:pt>
                <c:pt idx="1908">
                  <c:v>84.688000000000002</c:v>
                </c:pt>
                <c:pt idx="1909">
                  <c:v>84.581999999999994</c:v>
                </c:pt>
                <c:pt idx="1910">
                  <c:v>83.503</c:v>
                </c:pt>
                <c:pt idx="1911">
                  <c:v>78.668999999999997</c:v>
                </c:pt>
                <c:pt idx="1912">
                  <c:v>81.055999999999997</c:v>
                </c:pt>
                <c:pt idx="1913">
                  <c:v>82.191000000000003</c:v>
                </c:pt>
                <c:pt idx="1914">
                  <c:v>83.977999999999994</c:v>
                </c:pt>
                <c:pt idx="1915">
                  <c:v>82.03</c:v>
                </c:pt>
                <c:pt idx="1916">
                  <c:v>79.536000000000001</c:v>
                </c:pt>
                <c:pt idx="1917">
                  <c:v>79.313999999999993</c:v>
                </c:pt>
                <c:pt idx="1918">
                  <c:v>80.186000000000007</c:v>
                </c:pt>
                <c:pt idx="1919">
                  <c:v>80.191999999999993</c:v>
                </c:pt>
                <c:pt idx="1920">
                  <c:v>80.209000000000003</c:v>
                </c:pt>
                <c:pt idx="1921">
                  <c:v>85.004999999999995</c:v>
                </c:pt>
                <c:pt idx="1922">
                  <c:v>83.028999999999996</c:v>
                </c:pt>
                <c:pt idx="1923">
                  <c:v>81.540000000000006</c:v>
                </c:pt>
                <c:pt idx="1924">
                  <c:v>80.768000000000001</c:v>
                </c:pt>
                <c:pt idx="1925">
                  <c:v>75.78</c:v>
                </c:pt>
                <c:pt idx="1926">
                  <c:v>71.052000000000007</c:v>
                </c:pt>
                <c:pt idx="1927">
                  <c:v>69.545000000000002</c:v>
                </c:pt>
                <c:pt idx="1928">
                  <c:v>69.207999999999998</c:v>
                </c:pt>
                <c:pt idx="1929">
                  <c:v>69.402000000000001</c:v>
                </c:pt>
                <c:pt idx="1930">
                  <c:v>69.105000000000004</c:v>
                </c:pt>
                <c:pt idx="1931">
                  <c:v>67.084000000000003</c:v>
                </c:pt>
                <c:pt idx="1932">
                  <c:v>65.813999999999993</c:v>
                </c:pt>
                <c:pt idx="1933">
                  <c:v>67.78</c:v>
                </c:pt>
                <c:pt idx="1934">
                  <c:v>68.900999999999996</c:v>
                </c:pt>
                <c:pt idx="1935">
                  <c:v>67.561999999999998</c:v>
                </c:pt>
                <c:pt idx="1936">
                  <c:v>66.09</c:v>
                </c:pt>
                <c:pt idx="1937">
                  <c:v>67.662000000000006</c:v>
                </c:pt>
                <c:pt idx="1938">
                  <c:v>69.299000000000007</c:v>
                </c:pt>
                <c:pt idx="1939">
                  <c:v>69.581000000000003</c:v>
                </c:pt>
                <c:pt idx="1940">
                  <c:v>71.783000000000001</c:v>
                </c:pt>
                <c:pt idx="1941">
                  <c:v>71.058000000000007</c:v>
                </c:pt>
                <c:pt idx="1942">
                  <c:v>70.525000000000006</c:v>
                </c:pt>
                <c:pt idx="1943">
                  <c:v>69.085999999999999</c:v>
                </c:pt>
                <c:pt idx="1944">
                  <c:v>67.823999999999998</c:v>
                </c:pt>
                <c:pt idx="1945">
                  <c:v>68.262</c:v>
                </c:pt>
                <c:pt idx="1946">
                  <c:v>67.802000000000007</c:v>
                </c:pt>
                <c:pt idx="1947">
                  <c:v>68.025999999999996</c:v>
                </c:pt>
                <c:pt idx="1948">
                  <c:v>67.314999999999998</c:v>
                </c:pt>
                <c:pt idx="1949">
                  <c:v>67.013999999999996</c:v>
                </c:pt>
                <c:pt idx="1950">
                  <c:v>65.495000000000005</c:v>
                </c:pt>
                <c:pt idx="1951">
                  <c:v>66.325999999999993</c:v>
                </c:pt>
                <c:pt idx="1952">
                  <c:v>66.244</c:v>
                </c:pt>
                <c:pt idx="1953">
                  <c:v>66.105999999999995</c:v>
                </c:pt>
                <c:pt idx="1954">
                  <c:v>65.588999999999999</c:v>
                </c:pt>
                <c:pt idx="1955">
                  <c:v>63.57</c:v>
                </c:pt>
                <c:pt idx="1956">
                  <c:v>66.087999999999994</c:v>
                </c:pt>
                <c:pt idx="1957">
                  <c:v>65.233999999999995</c:v>
                </c:pt>
                <c:pt idx="1958">
                  <c:v>61.762999999999998</c:v>
                </c:pt>
                <c:pt idx="1959">
                  <c:v>59.054000000000002</c:v>
                </c:pt>
                <c:pt idx="1960">
                  <c:v>59.82</c:v>
                </c:pt>
                <c:pt idx="1961">
                  <c:v>58.796999999999997</c:v>
                </c:pt>
                <c:pt idx="1962">
                  <c:v>59.027000000000001</c:v>
                </c:pt>
                <c:pt idx="1963">
                  <c:v>59.290999999999997</c:v>
                </c:pt>
                <c:pt idx="1964">
                  <c:v>64.522999999999996</c:v>
                </c:pt>
                <c:pt idx="1965">
                  <c:v>66.031999999999996</c:v>
                </c:pt>
                <c:pt idx="1966">
                  <c:v>63.085999999999999</c:v>
                </c:pt>
                <c:pt idx="1967">
                  <c:v>65.201999999999998</c:v>
                </c:pt>
                <c:pt idx="1968">
                  <c:v>66.834999999999994</c:v>
                </c:pt>
                <c:pt idx="1969">
                  <c:v>67.31</c:v>
                </c:pt>
                <c:pt idx="1970">
                  <c:v>67.331999999999994</c:v>
                </c:pt>
                <c:pt idx="1971">
                  <c:v>68.793000000000006</c:v>
                </c:pt>
                <c:pt idx="1972">
                  <c:v>72.501000000000005</c:v>
                </c:pt>
                <c:pt idx="1973">
                  <c:v>75.010000000000005</c:v>
                </c:pt>
                <c:pt idx="1974">
                  <c:v>70.555000000000007</c:v>
                </c:pt>
                <c:pt idx="1975">
                  <c:v>70.748000000000005</c:v>
                </c:pt>
                <c:pt idx="1976">
                  <c:v>68.768000000000001</c:v>
                </c:pt>
                <c:pt idx="1977">
                  <c:v>71.045000000000002</c:v>
                </c:pt>
                <c:pt idx="1978">
                  <c:v>71.739000000000004</c:v>
                </c:pt>
                <c:pt idx="1979">
                  <c:v>72.063000000000002</c:v>
                </c:pt>
                <c:pt idx="1980">
                  <c:v>75.498000000000005</c:v>
                </c:pt>
                <c:pt idx="1981">
                  <c:v>75.814999999999998</c:v>
                </c:pt>
                <c:pt idx="1982">
                  <c:v>74.269000000000005</c:v>
                </c:pt>
                <c:pt idx="1983">
                  <c:v>76.299000000000007</c:v>
                </c:pt>
                <c:pt idx="1984">
                  <c:v>78.992999999999995</c:v>
                </c:pt>
                <c:pt idx="1985">
                  <c:v>83.73</c:v>
                </c:pt>
                <c:pt idx="1986">
                  <c:v>80.063999999999993</c:v>
                </c:pt>
                <c:pt idx="1987">
                  <c:v>77.808000000000007</c:v>
                </c:pt>
                <c:pt idx="1988">
                  <c:v>79.298000000000002</c:v>
                </c:pt>
                <c:pt idx="1989">
                  <c:v>79.870999999999995</c:v>
                </c:pt>
                <c:pt idx="1990">
                  <c:v>80.289000000000001</c:v>
                </c:pt>
                <c:pt idx="1991">
                  <c:v>80.382999999999996</c:v>
                </c:pt>
                <c:pt idx="1992">
                  <c:v>79.225999999999999</c:v>
                </c:pt>
                <c:pt idx="1993">
                  <c:v>79.004999999999995</c:v>
                </c:pt>
                <c:pt idx="1994">
                  <c:v>76.781000000000006</c:v>
                </c:pt>
                <c:pt idx="1995">
                  <c:v>77.403000000000006</c:v>
                </c:pt>
                <c:pt idx="1996">
                  <c:v>74.238</c:v>
                </c:pt>
                <c:pt idx="1997">
                  <c:v>72.808000000000007</c:v>
                </c:pt>
                <c:pt idx="1998">
                  <c:v>69.808999999999997</c:v>
                </c:pt>
                <c:pt idx="1999">
                  <c:v>68.777000000000001</c:v>
                </c:pt>
                <c:pt idx="2000">
                  <c:v>69.045000000000002</c:v>
                </c:pt>
                <c:pt idx="2001">
                  <c:v>69.991</c:v>
                </c:pt>
                <c:pt idx="2002">
                  <c:v>67.271000000000001</c:v>
                </c:pt>
                <c:pt idx="2003">
                  <c:v>65.257000000000005</c:v>
                </c:pt>
                <c:pt idx="2004">
                  <c:v>66.513000000000005</c:v>
                </c:pt>
                <c:pt idx="2005">
                  <c:v>68.031000000000006</c:v>
                </c:pt>
                <c:pt idx="2006">
                  <c:v>70.847999999999999</c:v>
                </c:pt>
                <c:pt idx="2007">
                  <c:v>70.671999999999997</c:v>
                </c:pt>
                <c:pt idx="2008">
                  <c:v>70.302999999999997</c:v>
                </c:pt>
                <c:pt idx="2009">
                  <c:v>69.522000000000006</c:v>
                </c:pt>
                <c:pt idx="2010">
                  <c:v>69.739999999999995</c:v>
                </c:pt>
                <c:pt idx="2011">
                  <c:v>70.715999999999994</c:v>
                </c:pt>
                <c:pt idx="2012">
                  <c:v>69.962999999999994</c:v>
                </c:pt>
                <c:pt idx="2013">
                  <c:v>72.870999999999995</c:v>
                </c:pt>
                <c:pt idx="2014">
                  <c:v>72.298000000000002</c:v>
                </c:pt>
                <c:pt idx="2015">
                  <c:v>71.555000000000007</c:v>
                </c:pt>
                <c:pt idx="2016">
                  <c:v>71.837999999999994</c:v>
                </c:pt>
                <c:pt idx="2017">
                  <c:v>71.498999999999995</c:v>
                </c:pt>
                <c:pt idx="2018">
                  <c:v>72.792000000000002</c:v>
                </c:pt>
                <c:pt idx="2019">
                  <c:v>72.795000000000002</c:v>
                </c:pt>
                <c:pt idx="2020">
                  <c:v>75.820999999999998</c:v>
                </c:pt>
                <c:pt idx="2021">
                  <c:v>75.531999999999996</c:v>
                </c:pt>
                <c:pt idx="2022">
                  <c:v>74.051000000000002</c:v>
                </c:pt>
                <c:pt idx="2023">
                  <c:v>73.302999999999997</c:v>
                </c:pt>
                <c:pt idx="2024">
                  <c:v>71.801000000000002</c:v>
                </c:pt>
                <c:pt idx="2025">
                  <c:v>71.055999999999997</c:v>
                </c:pt>
                <c:pt idx="2026">
                  <c:v>69.948999999999998</c:v>
                </c:pt>
                <c:pt idx="2027">
                  <c:v>71.010000000000005</c:v>
                </c:pt>
                <c:pt idx="2028">
                  <c:v>70.613</c:v>
                </c:pt>
                <c:pt idx="2029">
                  <c:v>70.373000000000005</c:v>
                </c:pt>
                <c:pt idx="2030">
                  <c:v>71.272000000000006</c:v>
                </c:pt>
                <c:pt idx="2031">
                  <c:v>71.533000000000001</c:v>
                </c:pt>
                <c:pt idx="2032">
                  <c:v>70.275999999999996</c:v>
                </c:pt>
                <c:pt idx="2033">
                  <c:v>68.326999999999998</c:v>
                </c:pt>
                <c:pt idx="2034">
                  <c:v>66.558000000000007</c:v>
                </c:pt>
                <c:pt idx="2035">
                  <c:v>67.25</c:v>
                </c:pt>
                <c:pt idx="2036">
                  <c:v>66.302000000000007</c:v>
                </c:pt>
                <c:pt idx="2037">
                  <c:v>67.382000000000005</c:v>
                </c:pt>
                <c:pt idx="2038">
                  <c:v>67.558999999999997</c:v>
                </c:pt>
                <c:pt idx="2039">
                  <c:v>69.061999999999998</c:v>
                </c:pt>
                <c:pt idx="2040">
                  <c:v>70.783000000000001</c:v>
                </c:pt>
                <c:pt idx="2041">
                  <c:v>70.302999999999997</c:v>
                </c:pt>
                <c:pt idx="2042">
                  <c:v>68.805999999999997</c:v>
                </c:pt>
                <c:pt idx="2043">
                  <c:v>69.075999999999993</c:v>
                </c:pt>
                <c:pt idx="2044">
                  <c:v>69.248000000000005</c:v>
                </c:pt>
                <c:pt idx="2045">
                  <c:v>68.573999999999998</c:v>
                </c:pt>
                <c:pt idx="2046">
                  <c:v>67.525999999999996</c:v>
                </c:pt>
                <c:pt idx="2047">
                  <c:v>67.563999999999993</c:v>
                </c:pt>
                <c:pt idx="2048">
                  <c:v>66.837000000000003</c:v>
                </c:pt>
                <c:pt idx="2049">
                  <c:v>66.572000000000003</c:v>
                </c:pt>
                <c:pt idx="2050">
                  <c:v>66.587000000000003</c:v>
                </c:pt>
                <c:pt idx="2051">
                  <c:v>66.043999999999997</c:v>
                </c:pt>
                <c:pt idx="2052">
                  <c:v>65.119</c:v>
                </c:pt>
                <c:pt idx="2053">
                  <c:v>66.427000000000007</c:v>
                </c:pt>
                <c:pt idx="2054">
                  <c:v>66.710999999999999</c:v>
                </c:pt>
                <c:pt idx="2055">
                  <c:v>66.525000000000006</c:v>
                </c:pt>
                <c:pt idx="2056">
                  <c:v>65.156000000000006</c:v>
                </c:pt>
                <c:pt idx="2057">
                  <c:v>64.346999999999994</c:v>
                </c:pt>
                <c:pt idx="2058">
                  <c:v>64.11</c:v>
                </c:pt>
                <c:pt idx="2059">
                  <c:v>63.302999999999997</c:v>
                </c:pt>
                <c:pt idx="2060">
                  <c:v>64.275999999999996</c:v>
                </c:pt>
                <c:pt idx="2061">
                  <c:v>64.049000000000007</c:v>
                </c:pt>
                <c:pt idx="2062">
                  <c:v>63.332000000000001</c:v>
                </c:pt>
                <c:pt idx="2063">
                  <c:v>65.048000000000002</c:v>
                </c:pt>
                <c:pt idx="2064">
                  <c:v>66.465000000000003</c:v>
                </c:pt>
                <c:pt idx="2065">
                  <c:v>66.8</c:v>
                </c:pt>
                <c:pt idx="2066">
                  <c:v>65.301000000000002</c:v>
                </c:pt>
                <c:pt idx="2067">
                  <c:v>63.045000000000002</c:v>
                </c:pt>
                <c:pt idx="2068">
                  <c:v>63.323999999999998</c:v>
                </c:pt>
                <c:pt idx="2069">
                  <c:v>62.314999999999998</c:v>
                </c:pt>
                <c:pt idx="2070">
                  <c:v>60.774999999999999</c:v>
                </c:pt>
                <c:pt idx="2071">
                  <c:v>60.106000000000002</c:v>
                </c:pt>
                <c:pt idx="2072">
                  <c:v>57.543999999999997</c:v>
                </c:pt>
                <c:pt idx="2073">
                  <c:v>58.741999999999997</c:v>
                </c:pt>
                <c:pt idx="2074">
                  <c:v>57.936</c:v>
                </c:pt>
                <c:pt idx="2075">
                  <c:v>46.597000000000001</c:v>
                </c:pt>
                <c:pt idx="2076">
                  <c:v>54.420999999999999</c:v>
                </c:pt>
                <c:pt idx="2077">
                  <c:v>51.59</c:v>
                </c:pt>
                <c:pt idx="2078">
                  <c:v>54.691000000000003</c:v>
                </c:pt>
                <c:pt idx="2079">
                  <c:v>54.381999999999998</c:v>
                </c:pt>
                <c:pt idx="2080">
                  <c:v>55.6</c:v>
                </c:pt>
                <c:pt idx="2081">
                  <c:v>54.442</c:v>
                </c:pt>
                <c:pt idx="2082">
                  <c:v>56.395000000000003</c:v>
                </c:pt>
                <c:pt idx="2083">
                  <c:v>55.28</c:v>
                </c:pt>
                <c:pt idx="2084">
                  <c:v>55.328000000000003</c:v>
                </c:pt>
                <c:pt idx="2085">
                  <c:v>55.332999999999998</c:v>
                </c:pt>
                <c:pt idx="2086">
                  <c:v>54.35</c:v>
                </c:pt>
                <c:pt idx="2087">
                  <c:v>52.816000000000003</c:v>
                </c:pt>
                <c:pt idx="2088">
                  <c:v>52.515999999999998</c:v>
                </c:pt>
                <c:pt idx="2089">
                  <c:v>52.585000000000001</c:v>
                </c:pt>
                <c:pt idx="2090">
                  <c:v>50.622999999999998</c:v>
                </c:pt>
                <c:pt idx="2091">
                  <c:v>49.670999999999999</c:v>
                </c:pt>
                <c:pt idx="2092">
                  <c:v>50.658999999999999</c:v>
                </c:pt>
                <c:pt idx="2093">
                  <c:v>51.34</c:v>
                </c:pt>
                <c:pt idx="2094">
                  <c:v>50.945999999999998</c:v>
                </c:pt>
                <c:pt idx="2095">
                  <c:v>49.277000000000001</c:v>
                </c:pt>
                <c:pt idx="2096">
                  <c:v>48.225999999999999</c:v>
                </c:pt>
                <c:pt idx="2097">
                  <c:v>49.796999999999997</c:v>
                </c:pt>
                <c:pt idx="2098">
                  <c:v>50.588000000000001</c:v>
                </c:pt>
                <c:pt idx="2099">
                  <c:v>51.006999999999998</c:v>
                </c:pt>
                <c:pt idx="2100">
                  <c:v>50.256</c:v>
                </c:pt>
                <c:pt idx="2101">
                  <c:v>51.34</c:v>
                </c:pt>
                <c:pt idx="2102">
                  <c:v>51.747</c:v>
                </c:pt>
                <c:pt idx="2103">
                  <c:v>54.518000000000001</c:v>
                </c:pt>
                <c:pt idx="2104">
                  <c:v>54.755000000000003</c:v>
                </c:pt>
                <c:pt idx="2105">
                  <c:v>52.537999999999997</c:v>
                </c:pt>
                <c:pt idx="2106">
                  <c:v>53.78</c:v>
                </c:pt>
                <c:pt idx="2107">
                  <c:v>54.982999999999997</c:v>
                </c:pt>
                <c:pt idx="2108">
                  <c:v>54.569000000000003</c:v>
                </c:pt>
                <c:pt idx="2109">
                  <c:v>55.225000000000001</c:v>
                </c:pt>
                <c:pt idx="2110">
                  <c:v>55.503999999999998</c:v>
                </c:pt>
                <c:pt idx="2111">
                  <c:v>52.052</c:v>
                </c:pt>
                <c:pt idx="2112">
                  <c:v>52.311999999999998</c:v>
                </c:pt>
                <c:pt idx="2113">
                  <c:v>51.646999999999998</c:v>
                </c:pt>
                <c:pt idx="2114">
                  <c:v>51.822000000000003</c:v>
                </c:pt>
                <c:pt idx="2115">
                  <c:v>52.496000000000002</c:v>
                </c:pt>
                <c:pt idx="2116">
                  <c:v>52.037999999999997</c:v>
                </c:pt>
                <c:pt idx="2117">
                  <c:v>53.076999999999998</c:v>
                </c:pt>
                <c:pt idx="2118">
                  <c:v>53.780999999999999</c:v>
                </c:pt>
                <c:pt idx="2119">
                  <c:v>53.082000000000001</c:v>
                </c:pt>
                <c:pt idx="2120">
                  <c:v>52.768999999999998</c:v>
                </c:pt>
                <c:pt idx="2121">
                  <c:v>53.488</c:v>
                </c:pt>
                <c:pt idx="2122">
                  <c:v>54.832999999999998</c:v>
                </c:pt>
                <c:pt idx="2123">
                  <c:v>54.823</c:v>
                </c:pt>
                <c:pt idx="2124">
                  <c:v>53.904000000000003</c:v>
                </c:pt>
                <c:pt idx="2125">
                  <c:v>51.825000000000003</c:v>
                </c:pt>
                <c:pt idx="2126">
                  <c:v>51.264000000000003</c:v>
                </c:pt>
                <c:pt idx="2127">
                  <c:v>52.029000000000003</c:v>
                </c:pt>
                <c:pt idx="2128">
                  <c:v>52.286999999999999</c:v>
                </c:pt>
                <c:pt idx="2129">
                  <c:v>53.834000000000003</c:v>
                </c:pt>
                <c:pt idx="2130">
                  <c:v>54.582999999999998</c:v>
                </c:pt>
                <c:pt idx="2131">
                  <c:v>54.051000000000002</c:v>
                </c:pt>
                <c:pt idx="2132">
                  <c:v>53.561999999999998</c:v>
                </c:pt>
                <c:pt idx="2133">
                  <c:v>54.021000000000001</c:v>
                </c:pt>
                <c:pt idx="2134">
                  <c:v>56.034999999999997</c:v>
                </c:pt>
                <c:pt idx="2135">
                  <c:v>59.085000000000001</c:v>
                </c:pt>
                <c:pt idx="2136">
                  <c:v>61.709000000000003</c:v>
                </c:pt>
                <c:pt idx="2137">
                  <c:v>65.978999999999999</c:v>
                </c:pt>
                <c:pt idx="2138">
                  <c:v>64.426000000000002</c:v>
                </c:pt>
                <c:pt idx="2139">
                  <c:v>64.834000000000003</c:v>
                </c:pt>
                <c:pt idx="2140">
                  <c:v>62.127000000000002</c:v>
                </c:pt>
                <c:pt idx="2141">
                  <c:v>61.792999999999999</c:v>
                </c:pt>
                <c:pt idx="2142">
                  <c:v>62.314999999999998</c:v>
                </c:pt>
                <c:pt idx="2143">
                  <c:v>62.868000000000002</c:v>
                </c:pt>
                <c:pt idx="2144">
                  <c:v>62.104999999999997</c:v>
                </c:pt>
                <c:pt idx="2145">
                  <c:v>60.354999999999997</c:v>
                </c:pt>
                <c:pt idx="2146">
                  <c:v>58.631</c:v>
                </c:pt>
                <c:pt idx="2147">
                  <c:v>55.780999999999999</c:v>
                </c:pt>
                <c:pt idx="2148">
                  <c:v>55.104999999999997</c:v>
                </c:pt>
                <c:pt idx="2149">
                  <c:v>54.597999999999999</c:v>
                </c:pt>
                <c:pt idx="2150">
                  <c:v>54.255000000000003</c:v>
                </c:pt>
                <c:pt idx="2151">
                  <c:v>55.353999999999999</c:v>
                </c:pt>
                <c:pt idx="2152">
                  <c:v>57.09</c:v>
                </c:pt>
                <c:pt idx="2153">
                  <c:v>58.627000000000002</c:v>
                </c:pt>
                <c:pt idx="2154">
                  <c:v>55.835000000000001</c:v>
                </c:pt>
                <c:pt idx="2155">
                  <c:v>53.835999999999999</c:v>
                </c:pt>
                <c:pt idx="2156">
                  <c:v>54.673999999999999</c:v>
                </c:pt>
                <c:pt idx="2157">
                  <c:v>51.71</c:v>
                </c:pt>
                <c:pt idx="2158">
                  <c:v>50.076000000000001</c:v>
                </c:pt>
                <c:pt idx="2159">
                  <c:v>51.13</c:v>
                </c:pt>
                <c:pt idx="2160">
                  <c:v>51.591999999999999</c:v>
                </c:pt>
                <c:pt idx="2161">
                  <c:v>52.01</c:v>
                </c:pt>
                <c:pt idx="2162">
                  <c:v>52.405000000000001</c:v>
                </c:pt>
                <c:pt idx="2163">
                  <c:v>53.531999999999996</c:v>
                </c:pt>
                <c:pt idx="2164">
                  <c:v>54.042000000000002</c:v>
                </c:pt>
                <c:pt idx="2165">
                  <c:v>54.786000000000001</c:v>
                </c:pt>
                <c:pt idx="2166">
                  <c:v>56.499000000000002</c:v>
                </c:pt>
                <c:pt idx="2167">
                  <c:v>56.802</c:v>
                </c:pt>
                <c:pt idx="2168">
                  <c:v>57.75</c:v>
                </c:pt>
                <c:pt idx="2169">
                  <c:v>56.234999999999999</c:v>
                </c:pt>
                <c:pt idx="2170">
                  <c:v>55</c:v>
                </c:pt>
                <c:pt idx="2171">
                  <c:v>54.987000000000002</c:v>
                </c:pt>
                <c:pt idx="2172">
                  <c:v>54.552</c:v>
                </c:pt>
                <c:pt idx="2173">
                  <c:v>53.281999999999996</c:v>
                </c:pt>
                <c:pt idx="2174">
                  <c:v>54.555999999999997</c:v>
                </c:pt>
                <c:pt idx="2175">
                  <c:v>55.485999999999997</c:v>
                </c:pt>
                <c:pt idx="2176">
                  <c:v>58.807000000000002</c:v>
                </c:pt>
                <c:pt idx="2177">
                  <c:v>61.594000000000001</c:v>
                </c:pt>
                <c:pt idx="2178">
                  <c:v>63.825000000000003</c:v>
                </c:pt>
                <c:pt idx="2179">
                  <c:v>62.768000000000001</c:v>
                </c:pt>
                <c:pt idx="2180">
                  <c:v>62.134999999999998</c:v>
                </c:pt>
                <c:pt idx="2181">
                  <c:v>63.539000000000001</c:v>
                </c:pt>
                <c:pt idx="2182">
                  <c:v>66.524000000000001</c:v>
                </c:pt>
                <c:pt idx="2183">
                  <c:v>63.564999999999998</c:v>
                </c:pt>
                <c:pt idx="2184">
                  <c:v>62.323999999999998</c:v>
                </c:pt>
                <c:pt idx="2185">
                  <c:v>63.341999999999999</c:v>
                </c:pt>
                <c:pt idx="2186">
                  <c:v>65.775999999999996</c:v>
                </c:pt>
                <c:pt idx="2187">
                  <c:v>67.114000000000004</c:v>
                </c:pt>
                <c:pt idx="2188">
                  <c:v>66.289000000000001</c:v>
                </c:pt>
                <c:pt idx="2189">
                  <c:v>68.039000000000001</c:v>
                </c:pt>
                <c:pt idx="2190">
                  <c:v>68.019000000000005</c:v>
                </c:pt>
                <c:pt idx="2191">
                  <c:v>63.877000000000002</c:v>
                </c:pt>
                <c:pt idx="2192">
                  <c:v>61.052999999999997</c:v>
                </c:pt>
                <c:pt idx="2193">
                  <c:v>60.511000000000003</c:v>
                </c:pt>
                <c:pt idx="2194">
                  <c:v>61.570999999999998</c:v>
                </c:pt>
                <c:pt idx="2195">
                  <c:v>62.04</c:v>
                </c:pt>
                <c:pt idx="2196">
                  <c:v>62.750999999999998</c:v>
                </c:pt>
                <c:pt idx="2197">
                  <c:v>63.311999999999998</c:v>
                </c:pt>
                <c:pt idx="2198">
                  <c:v>62.557000000000002</c:v>
                </c:pt>
                <c:pt idx="2199">
                  <c:v>61.561</c:v>
                </c:pt>
                <c:pt idx="2200">
                  <c:v>59.570999999999998</c:v>
                </c:pt>
                <c:pt idx="2201">
                  <c:v>57.911999999999999</c:v>
                </c:pt>
                <c:pt idx="2202">
                  <c:v>57.223999999999997</c:v>
                </c:pt>
                <c:pt idx="2203">
                  <c:v>56.372</c:v>
                </c:pt>
                <c:pt idx="2204">
                  <c:v>56.28</c:v>
                </c:pt>
                <c:pt idx="2205">
                  <c:v>56.061</c:v>
                </c:pt>
                <c:pt idx="2206">
                  <c:v>54.851999999999997</c:v>
                </c:pt>
                <c:pt idx="2207">
                  <c:v>54.332999999999998</c:v>
                </c:pt>
                <c:pt idx="2208">
                  <c:v>50.024000000000001</c:v>
                </c:pt>
                <c:pt idx="2209">
                  <c:v>46.097999999999999</c:v>
                </c:pt>
                <c:pt idx="2210">
                  <c:v>47.722000000000001</c:v>
                </c:pt>
                <c:pt idx="2211">
                  <c:v>49.048999999999999</c:v>
                </c:pt>
                <c:pt idx="2212">
                  <c:v>49.509</c:v>
                </c:pt>
                <c:pt idx="2213">
                  <c:v>49.81</c:v>
                </c:pt>
                <c:pt idx="2214">
                  <c:v>49.567999999999998</c:v>
                </c:pt>
                <c:pt idx="2215">
                  <c:v>47.244999999999997</c:v>
                </c:pt>
                <c:pt idx="2216">
                  <c:v>47.081000000000003</c:v>
                </c:pt>
                <c:pt idx="2217">
                  <c:v>46.561999999999998</c:v>
                </c:pt>
                <c:pt idx="2218">
                  <c:v>47.15</c:v>
                </c:pt>
                <c:pt idx="2219">
                  <c:v>48.115000000000002</c:v>
                </c:pt>
                <c:pt idx="2220">
                  <c:v>47.811999999999998</c:v>
                </c:pt>
                <c:pt idx="2221">
                  <c:v>47.517000000000003</c:v>
                </c:pt>
                <c:pt idx="2222">
                  <c:v>47.201999999999998</c:v>
                </c:pt>
                <c:pt idx="2223">
                  <c:v>48.808</c:v>
                </c:pt>
                <c:pt idx="2224">
                  <c:v>46.835000000000001</c:v>
                </c:pt>
                <c:pt idx="2225">
                  <c:v>45.499000000000002</c:v>
                </c:pt>
                <c:pt idx="2226">
                  <c:v>46.045999999999999</c:v>
                </c:pt>
                <c:pt idx="2227">
                  <c:v>45.753</c:v>
                </c:pt>
                <c:pt idx="2228">
                  <c:v>45.316000000000003</c:v>
                </c:pt>
                <c:pt idx="2229">
                  <c:v>45.076000000000001</c:v>
                </c:pt>
                <c:pt idx="2230">
                  <c:v>44.734000000000002</c:v>
                </c:pt>
                <c:pt idx="2231">
                  <c:v>45.07</c:v>
                </c:pt>
                <c:pt idx="2232">
                  <c:v>45.274999999999999</c:v>
                </c:pt>
                <c:pt idx="2233">
                  <c:v>45.786999999999999</c:v>
                </c:pt>
                <c:pt idx="2234">
                  <c:v>45.534999999999997</c:v>
                </c:pt>
                <c:pt idx="2235">
                  <c:v>44.790999999999997</c:v>
                </c:pt>
                <c:pt idx="2236">
                  <c:v>44.542000000000002</c:v>
                </c:pt>
                <c:pt idx="2237">
                  <c:v>45.496000000000002</c:v>
                </c:pt>
                <c:pt idx="2238">
                  <c:v>45.307000000000002</c:v>
                </c:pt>
                <c:pt idx="2239">
                  <c:v>45.691000000000003</c:v>
                </c:pt>
                <c:pt idx="2240">
                  <c:v>46.055999999999997</c:v>
                </c:pt>
                <c:pt idx="2241">
                  <c:v>45.209000000000003</c:v>
                </c:pt>
                <c:pt idx="2242">
                  <c:v>45.018000000000001</c:v>
                </c:pt>
                <c:pt idx="2243">
                  <c:v>44.737000000000002</c:v>
                </c:pt>
                <c:pt idx="2244">
                  <c:v>44.777999999999999</c:v>
                </c:pt>
                <c:pt idx="2245">
                  <c:v>44.746000000000002</c:v>
                </c:pt>
                <c:pt idx="2246">
                  <c:v>45.249000000000002</c:v>
                </c:pt>
                <c:pt idx="2247">
                  <c:v>43.999000000000002</c:v>
                </c:pt>
                <c:pt idx="2248">
                  <c:v>43.250999999999998</c:v>
                </c:pt>
                <c:pt idx="2249">
                  <c:v>43.753</c:v>
                </c:pt>
                <c:pt idx="2250">
                  <c:v>45.002000000000002</c:v>
                </c:pt>
                <c:pt idx="2251">
                  <c:v>45.750999999999998</c:v>
                </c:pt>
                <c:pt idx="2252">
                  <c:v>45.75</c:v>
                </c:pt>
                <c:pt idx="2253">
                  <c:v>43.997999999999998</c:v>
                </c:pt>
                <c:pt idx="2254">
                  <c:v>43.497</c:v>
                </c:pt>
                <c:pt idx="2255">
                  <c:v>43.497999999999998</c:v>
                </c:pt>
                <c:pt idx="2256">
                  <c:v>43.878999999999998</c:v>
                </c:pt>
                <c:pt idx="2257">
                  <c:v>42.994</c:v>
                </c:pt>
                <c:pt idx="2258">
                  <c:v>43.744999999999997</c:v>
                </c:pt>
                <c:pt idx="2259">
                  <c:v>43.497</c:v>
                </c:pt>
                <c:pt idx="2260">
                  <c:v>44.011000000000003</c:v>
                </c:pt>
                <c:pt idx="2261">
                  <c:v>46.000999999999998</c:v>
                </c:pt>
                <c:pt idx="2262">
                  <c:v>45.506999999999998</c:v>
                </c:pt>
                <c:pt idx="2263">
                  <c:v>44.768999999999998</c:v>
                </c:pt>
                <c:pt idx="2264">
                  <c:v>44.252000000000002</c:v>
                </c:pt>
                <c:pt idx="2265">
                  <c:v>44.250999999999998</c:v>
                </c:pt>
                <c:pt idx="2266">
                  <c:v>44.249000000000002</c:v>
                </c:pt>
                <c:pt idx="2267">
                  <c:v>45.006</c:v>
                </c:pt>
                <c:pt idx="2268">
                  <c:v>44.252000000000002</c:v>
                </c:pt>
                <c:pt idx="2269">
                  <c:v>44.002000000000002</c:v>
                </c:pt>
                <c:pt idx="2270">
                  <c:v>44.494</c:v>
                </c:pt>
                <c:pt idx="2271">
                  <c:v>43.506</c:v>
                </c:pt>
                <c:pt idx="2272">
                  <c:v>42.997</c:v>
                </c:pt>
                <c:pt idx="2273">
                  <c:v>43.003</c:v>
                </c:pt>
                <c:pt idx="2274">
                  <c:v>42.29</c:v>
                </c:pt>
                <c:pt idx="2275">
                  <c:v>41.872</c:v>
                </c:pt>
                <c:pt idx="2276">
                  <c:v>41.000999999999998</c:v>
                </c:pt>
                <c:pt idx="2277">
                  <c:v>40.252000000000002</c:v>
                </c:pt>
                <c:pt idx="2278">
                  <c:v>40.249000000000002</c:v>
                </c:pt>
                <c:pt idx="2279">
                  <c:v>40.247</c:v>
                </c:pt>
                <c:pt idx="2280">
                  <c:v>40.503</c:v>
                </c:pt>
                <c:pt idx="2281">
                  <c:v>40.756</c:v>
                </c:pt>
                <c:pt idx="2282">
                  <c:v>40.746000000000002</c:v>
                </c:pt>
                <c:pt idx="2283">
                  <c:v>41.509</c:v>
                </c:pt>
                <c:pt idx="2284">
                  <c:v>41.506</c:v>
                </c:pt>
                <c:pt idx="2285">
                  <c:v>41.503999999999998</c:v>
                </c:pt>
                <c:pt idx="2286">
                  <c:v>41.250999999999998</c:v>
                </c:pt>
                <c:pt idx="2287">
                  <c:v>41.500999999999998</c:v>
                </c:pt>
                <c:pt idx="2288">
                  <c:v>43.002000000000002</c:v>
                </c:pt>
                <c:pt idx="2289">
                  <c:v>42.744999999999997</c:v>
                </c:pt>
                <c:pt idx="2290">
                  <c:v>43.255000000000003</c:v>
                </c:pt>
                <c:pt idx="2291">
                  <c:v>42.994999999999997</c:v>
                </c:pt>
                <c:pt idx="2292">
                  <c:v>43.497</c:v>
                </c:pt>
                <c:pt idx="2293">
                  <c:v>43.997999999999998</c:v>
                </c:pt>
                <c:pt idx="2294">
                  <c:v>44.247</c:v>
                </c:pt>
                <c:pt idx="2295">
                  <c:v>45.499000000000002</c:v>
                </c:pt>
                <c:pt idx="2296">
                  <c:v>44.997999999999998</c:v>
                </c:pt>
                <c:pt idx="2297">
                  <c:v>45.246000000000002</c:v>
                </c:pt>
                <c:pt idx="2298">
                  <c:v>46.746000000000002</c:v>
                </c:pt>
                <c:pt idx="2299">
                  <c:v>47.496000000000002</c:v>
                </c:pt>
                <c:pt idx="2300">
                  <c:v>46.000999999999998</c:v>
                </c:pt>
                <c:pt idx="2301">
                  <c:v>44.999000000000002</c:v>
                </c:pt>
                <c:pt idx="2302">
                  <c:v>44.5</c:v>
                </c:pt>
                <c:pt idx="2303">
                  <c:v>44.267000000000003</c:v>
                </c:pt>
                <c:pt idx="2304">
                  <c:v>44.500999999999998</c:v>
                </c:pt>
                <c:pt idx="2305">
                  <c:v>43.499000000000002</c:v>
                </c:pt>
                <c:pt idx="2306">
                  <c:v>43.497999999999998</c:v>
                </c:pt>
                <c:pt idx="2307">
                  <c:v>44.249000000000002</c:v>
                </c:pt>
                <c:pt idx="2308">
                  <c:v>43.503</c:v>
                </c:pt>
                <c:pt idx="2309">
                  <c:v>43.25</c:v>
                </c:pt>
                <c:pt idx="2310">
                  <c:v>42.247999999999998</c:v>
                </c:pt>
                <c:pt idx="2311">
                  <c:v>41.25</c:v>
                </c:pt>
                <c:pt idx="2312">
                  <c:v>40.753</c:v>
                </c:pt>
                <c:pt idx="2313">
                  <c:v>40.753</c:v>
                </c:pt>
                <c:pt idx="2314">
                  <c:v>40.753</c:v>
                </c:pt>
                <c:pt idx="2315">
                  <c:v>40.503999999999998</c:v>
                </c:pt>
                <c:pt idx="2316">
                  <c:v>39.753999999999998</c:v>
                </c:pt>
                <c:pt idx="2317">
                  <c:v>40.503</c:v>
                </c:pt>
                <c:pt idx="2318">
                  <c:v>39.756</c:v>
                </c:pt>
                <c:pt idx="2319">
                  <c:v>39.25</c:v>
                </c:pt>
                <c:pt idx="2320">
                  <c:v>39.000999999999998</c:v>
                </c:pt>
                <c:pt idx="2321">
                  <c:v>38.249000000000002</c:v>
                </c:pt>
                <c:pt idx="2322">
                  <c:v>37.494</c:v>
                </c:pt>
                <c:pt idx="2323">
                  <c:v>37.243000000000002</c:v>
                </c:pt>
                <c:pt idx="2324">
                  <c:v>36.999000000000002</c:v>
                </c:pt>
                <c:pt idx="2325">
                  <c:v>37.249000000000002</c:v>
                </c:pt>
                <c:pt idx="2326">
                  <c:v>34.753999999999998</c:v>
                </c:pt>
                <c:pt idx="2327">
                  <c:v>36.317999999999998</c:v>
                </c:pt>
                <c:pt idx="2328">
                  <c:v>36.496000000000002</c:v>
                </c:pt>
                <c:pt idx="2329">
                  <c:v>36.5</c:v>
                </c:pt>
                <c:pt idx="2330">
                  <c:v>35.244999999999997</c:v>
                </c:pt>
                <c:pt idx="2331">
                  <c:v>33.749000000000002</c:v>
                </c:pt>
                <c:pt idx="2332">
                  <c:v>33.253</c:v>
                </c:pt>
                <c:pt idx="2333">
                  <c:v>32.747999999999998</c:v>
                </c:pt>
                <c:pt idx="2334">
                  <c:v>32.497</c:v>
                </c:pt>
                <c:pt idx="2335">
                  <c:v>32.249000000000002</c:v>
                </c:pt>
                <c:pt idx="2336">
                  <c:v>31.498999999999999</c:v>
                </c:pt>
                <c:pt idx="2337">
                  <c:v>30.997</c:v>
                </c:pt>
                <c:pt idx="2338">
                  <c:v>31.497</c:v>
                </c:pt>
                <c:pt idx="2339">
                  <c:v>31.001000000000001</c:v>
                </c:pt>
                <c:pt idx="2340">
                  <c:v>32.253999999999998</c:v>
                </c:pt>
                <c:pt idx="2341">
                  <c:v>32.75</c:v>
                </c:pt>
                <c:pt idx="2342">
                  <c:v>33.996000000000002</c:v>
                </c:pt>
                <c:pt idx="2343">
                  <c:v>34.475000000000001</c:v>
                </c:pt>
                <c:pt idx="2344">
                  <c:v>36.472000000000001</c:v>
                </c:pt>
                <c:pt idx="2345">
                  <c:v>35.969000000000001</c:v>
                </c:pt>
                <c:pt idx="2346">
                  <c:v>36.002000000000002</c:v>
                </c:pt>
                <c:pt idx="2347">
                  <c:v>35.5</c:v>
                </c:pt>
                <c:pt idx="2348">
                  <c:v>35.006999999999998</c:v>
                </c:pt>
                <c:pt idx="2349">
                  <c:v>34.755000000000003</c:v>
                </c:pt>
                <c:pt idx="2350">
                  <c:v>34.749000000000002</c:v>
                </c:pt>
                <c:pt idx="2351">
                  <c:v>34.002000000000002</c:v>
                </c:pt>
                <c:pt idx="2352">
                  <c:v>33.250999999999998</c:v>
                </c:pt>
                <c:pt idx="2353">
                  <c:v>33.247999999999998</c:v>
                </c:pt>
                <c:pt idx="2354">
                  <c:v>32.753</c:v>
                </c:pt>
                <c:pt idx="2355">
                  <c:v>33.003</c:v>
                </c:pt>
                <c:pt idx="2356">
                  <c:v>33.246000000000002</c:v>
                </c:pt>
                <c:pt idx="2357">
                  <c:v>34.75</c:v>
                </c:pt>
                <c:pt idx="2358">
                  <c:v>35.247</c:v>
                </c:pt>
                <c:pt idx="2359">
                  <c:v>36.253999999999998</c:v>
                </c:pt>
                <c:pt idx="2360">
                  <c:v>36.75</c:v>
                </c:pt>
                <c:pt idx="2361">
                  <c:v>36.244999999999997</c:v>
                </c:pt>
                <c:pt idx="2362">
                  <c:v>37.003999999999998</c:v>
                </c:pt>
                <c:pt idx="2363">
                  <c:v>36.345999999999997</c:v>
                </c:pt>
                <c:pt idx="2364">
                  <c:v>35.750999999999998</c:v>
                </c:pt>
                <c:pt idx="2365">
                  <c:v>34.750999999999998</c:v>
                </c:pt>
                <c:pt idx="2366">
                  <c:v>35.020000000000003</c:v>
                </c:pt>
                <c:pt idx="2367">
                  <c:v>34.747</c:v>
                </c:pt>
                <c:pt idx="2368">
                  <c:v>34.496000000000002</c:v>
                </c:pt>
                <c:pt idx="2369">
                  <c:v>35.244999999999997</c:v>
                </c:pt>
                <c:pt idx="2370">
                  <c:v>35.497</c:v>
                </c:pt>
                <c:pt idx="2371">
                  <c:v>34.892000000000003</c:v>
                </c:pt>
                <c:pt idx="2372">
                  <c:v>35.249000000000002</c:v>
                </c:pt>
                <c:pt idx="2373">
                  <c:v>36.249000000000002</c:v>
                </c:pt>
                <c:pt idx="2374">
                  <c:v>36.753</c:v>
                </c:pt>
                <c:pt idx="2375">
                  <c:v>36.750999999999998</c:v>
                </c:pt>
                <c:pt idx="2376">
                  <c:v>37.005000000000003</c:v>
                </c:pt>
                <c:pt idx="2377">
                  <c:v>37.003</c:v>
                </c:pt>
                <c:pt idx="2378">
                  <c:v>38.755000000000003</c:v>
                </c:pt>
                <c:pt idx="2379">
                  <c:v>38.503</c:v>
                </c:pt>
                <c:pt idx="2380">
                  <c:v>38.497</c:v>
                </c:pt>
                <c:pt idx="2381">
                  <c:v>38.999000000000002</c:v>
                </c:pt>
                <c:pt idx="2382">
                  <c:v>39.744</c:v>
                </c:pt>
                <c:pt idx="2383">
                  <c:v>40.75</c:v>
                </c:pt>
                <c:pt idx="2384">
                  <c:v>40.755000000000003</c:v>
                </c:pt>
                <c:pt idx="2385">
                  <c:v>41.255000000000003</c:v>
                </c:pt>
                <c:pt idx="2386">
                  <c:v>41.506</c:v>
                </c:pt>
                <c:pt idx="2387">
                  <c:v>43.728999999999999</c:v>
                </c:pt>
                <c:pt idx="2388">
                  <c:v>48.23</c:v>
                </c:pt>
                <c:pt idx="2389">
                  <c:v>50</c:v>
                </c:pt>
                <c:pt idx="2390">
                  <c:v>58.255000000000003</c:v>
                </c:pt>
                <c:pt idx="2391">
                  <c:v>65.997</c:v>
                </c:pt>
                <c:pt idx="2392">
                  <c:v>66.506</c:v>
                </c:pt>
                <c:pt idx="2393">
                  <c:v>56.756</c:v>
                </c:pt>
                <c:pt idx="2394">
                  <c:v>51.244999999999997</c:v>
                </c:pt>
                <c:pt idx="2395">
                  <c:v>49.250999999999998</c:v>
                </c:pt>
                <c:pt idx="2396">
                  <c:v>41.494</c:v>
                </c:pt>
                <c:pt idx="2397">
                  <c:v>46.5</c:v>
                </c:pt>
                <c:pt idx="2398">
                  <c:v>46.496000000000002</c:v>
                </c:pt>
                <c:pt idx="2399">
                  <c:v>53.497999999999998</c:v>
                </c:pt>
                <c:pt idx="2400">
                  <c:v>52.994999999999997</c:v>
                </c:pt>
                <c:pt idx="2401">
                  <c:v>49.753</c:v>
                </c:pt>
                <c:pt idx="2402">
                  <c:v>47.753999999999998</c:v>
                </c:pt>
                <c:pt idx="2403">
                  <c:v>45.494999999999997</c:v>
                </c:pt>
                <c:pt idx="2404">
                  <c:v>45.999000000000002</c:v>
                </c:pt>
                <c:pt idx="2405">
                  <c:v>48.999000000000002</c:v>
                </c:pt>
                <c:pt idx="2406">
                  <c:v>48.747999999999998</c:v>
                </c:pt>
                <c:pt idx="2407">
                  <c:v>50.5</c:v>
                </c:pt>
                <c:pt idx="2408">
                  <c:v>51.024999999999999</c:v>
                </c:pt>
                <c:pt idx="2409">
                  <c:v>51.030999999999999</c:v>
                </c:pt>
                <c:pt idx="2410">
                  <c:v>50.512999999999998</c:v>
                </c:pt>
                <c:pt idx="2411">
                  <c:v>50.874000000000002</c:v>
                </c:pt>
                <c:pt idx="2412">
                  <c:v>51.752000000000002</c:v>
                </c:pt>
                <c:pt idx="2413">
                  <c:v>51.255000000000003</c:v>
                </c:pt>
                <c:pt idx="2414">
                  <c:v>50.494999999999997</c:v>
                </c:pt>
                <c:pt idx="2415">
                  <c:v>46.996000000000002</c:v>
                </c:pt>
                <c:pt idx="2416">
                  <c:v>44.976999999999997</c:v>
                </c:pt>
                <c:pt idx="2417">
                  <c:v>45.746000000000002</c:v>
                </c:pt>
                <c:pt idx="2418">
                  <c:v>43.502000000000002</c:v>
                </c:pt>
                <c:pt idx="2419">
                  <c:v>43.505000000000003</c:v>
                </c:pt>
                <c:pt idx="2420">
                  <c:v>43.500999999999998</c:v>
                </c:pt>
                <c:pt idx="2421">
                  <c:v>43.494999999999997</c:v>
                </c:pt>
                <c:pt idx="2422">
                  <c:v>44.006</c:v>
                </c:pt>
                <c:pt idx="2423">
                  <c:v>41.497</c:v>
                </c:pt>
                <c:pt idx="2424">
                  <c:v>41.247999999999998</c:v>
                </c:pt>
                <c:pt idx="2425">
                  <c:v>41.494</c:v>
                </c:pt>
                <c:pt idx="2426">
                  <c:v>42.005000000000003</c:v>
                </c:pt>
                <c:pt idx="2427">
                  <c:v>41.003</c:v>
                </c:pt>
                <c:pt idx="2428">
                  <c:v>40.247</c:v>
                </c:pt>
                <c:pt idx="2429">
                  <c:v>40.500999999999998</c:v>
                </c:pt>
                <c:pt idx="2430">
                  <c:v>41.011000000000003</c:v>
                </c:pt>
                <c:pt idx="2431">
                  <c:v>42.250999999999998</c:v>
                </c:pt>
                <c:pt idx="2432">
                  <c:v>42.505000000000003</c:v>
                </c:pt>
                <c:pt idx="2433">
                  <c:v>44.252000000000002</c:v>
                </c:pt>
                <c:pt idx="2434">
                  <c:v>44.003</c:v>
                </c:pt>
                <c:pt idx="2435">
                  <c:v>45.755000000000003</c:v>
                </c:pt>
                <c:pt idx="2436">
                  <c:v>44.499000000000002</c:v>
                </c:pt>
                <c:pt idx="2437">
                  <c:v>44.256</c:v>
                </c:pt>
                <c:pt idx="2438">
                  <c:v>43.497999999999998</c:v>
                </c:pt>
                <c:pt idx="2439">
                  <c:v>43.744999999999997</c:v>
                </c:pt>
                <c:pt idx="2440">
                  <c:v>42.598999999999997</c:v>
                </c:pt>
                <c:pt idx="2441">
                  <c:v>43.003999999999998</c:v>
                </c:pt>
                <c:pt idx="2442">
                  <c:v>43.005000000000003</c:v>
                </c:pt>
                <c:pt idx="2443">
                  <c:v>45.247999999999998</c:v>
                </c:pt>
                <c:pt idx="2444">
                  <c:v>43.246000000000002</c:v>
                </c:pt>
                <c:pt idx="2445">
                  <c:v>42.249000000000002</c:v>
                </c:pt>
                <c:pt idx="2446">
                  <c:v>41.744999999999997</c:v>
                </c:pt>
                <c:pt idx="2447">
                  <c:v>42.005000000000003</c:v>
                </c:pt>
                <c:pt idx="2448">
                  <c:v>43</c:v>
                </c:pt>
                <c:pt idx="2449">
                  <c:v>41.76</c:v>
                </c:pt>
                <c:pt idx="2450">
                  <c:v>41.753</c:v>
                </c:pt>
                <c:pt idx="2451">
                  <c:v>41.512999999999998</c:v>
                </c:pt>
                <c:pt idx="2452">
                  <c:v>41.261000000000003</c:v>
                </c:pt>
                <c:pt idx="2453">
                  <c:v>41.746000000000002</c:v>
                </c:pt>
                <c:pt idx="2454">
                  <c:v>41.744</c:v>
                </c:pt>
                <c:pt idx="2455">
                  <c:v>41.997</c:v>
                </c:pt>
                <c:pt idx="2456">
                  <c:v>41.753</c:v>
                </c:pt>
                <c:pt idx="2457">
                  <c:v>41.506999999999998</c:v>
                </c:pt>
                <c:pt idx="2458">
                  <c:v>42.000999999999998</c:v>
                </c:pt>
                <c:pt idx="2459">
                  <c:v>42.997</c:v>
                </c:pt>
                <c:pt idx="2460">
                  <c:v>42.82</c:v>
                </c:pt>
                <c:pt idx="2461">
                  <c:v>41.997999999999998</c:v>
                </c:pt>
                <c:pt idx="2462">
                  <c:v>40.253999999999998</c:v>
                </c:pt>
                <c:pt idx="2463">
                  <c:v>38.76</c:v>
                </c:pt>
                <c:pt idx="2464">
                  <c:v>39.005000000000003</c:v>
                </c:pt>
                <c:pt idx="2465">
                  <c:v>39.244</c:v>
                </c:pt>
                <c:pt idx="2466">
                  <c:v>38.756</c:v>
                </c:pt>
                <c:pt idx="2467">
                  <c:v>39.25</c:v>
                </c:pt>
                <c:pt idx="2468">
                  <c:v>39.25</c:v>
                </c:pt>
                <c:pt idx="2469">
                  <c:v>39.497999999999998</c:v>
                </c:pt>
                <c:pt idx="2470">
                  <c:v>39.271000000000001</c:v>
                </c:pt>
                <c:pt idx="2471">
                  <c:v>38.499000000000002</c:v>
                </c:pt>
                <c:pt idx="2472">
                  <c:v>39.25</c:v>
                </c:pt>
                <c:pt idx="2473">
                  <c:v>40.497999999999998</c:v>
                </c:pt>
                <c:pt idx="2474">
                  <c:v>40.755000000000003</c:v>
                </c:pt>
                <c:pt idx="2475">
                  <c:v>40.253999999999998</c:v>
                </c:pt>
                <c:pt idx="2476">
                  <c:v>39.002000000000002</c:v>
                </c:pt>
                <c:pt idx="2477">
                  <c:v>38.250999999999998</c:v>
                </c:pt>
                <c:pt idx="2478">
                  <c:v>37.915999999999997</c:v>
                </c:pt>
                <c:pt idx="2479">
                  <c:v>38.503999999999998</c:v>
                </c:pt>
                <c:pt idx="2480">
                  <c:v>38.250999999999998</c:v>
                </c:pt>
                <c:pt idx="2481">
                  <c:v>36.557000000000002</c:v>
                </c:pt>
                <c:pt idx="2482">
                  <c:v>36.756</c:v>
                </c:pt>
                <c:pt idx="2483">
                  <c:v>36.996000000000002</c:v>
                </c:pt>
                <c:pt idx="2484">
                  <c:v>36.499000000000002</c:v>
                </c:pt>
                <c:pt idx="2485">
                  <c:v>36.744999999999997</c:v>
                </c:pt>
                <c:pt idx="2486">
                  <c:v>36.997999999999998</c:v>
                </c:pt>
                <c:pt idx="2487">
                  <c:v>37.999000000000002</c:v>
                </c:pt>
                <c:pt idx="2488">
                  <c:v>39</c:v>
                </c:pt>
                <c:pt idx="2489">
                  <c:v>39.234999999999999</c:v>
                </c:pt>
                <c:pt idx="2490">
                  <c:v>39.231000000000002</c:v>
                </c:pt>
                <c:pt idx="2491">
                  <c:v>39.234000000000002</c:v>
                </c:pt>
                <c:pt idx="2492">
                  <c:v>38.991</c:v>
                </c:pt>
                <c:pt idx="2493">
                  <c:v>39.500999999999998</c:v>
                </c:pt>
                <c:pt idx="2494">
                  <c:v>39.502000000000002</c:v>
                </c:pt>
                <c:pt idx="2495">
                  <c:v>39.755000000000003</c:v>
                </c:pt>
                <c:pt idx="2496">
                  <c:v>38.497999999999998</c:v>
                </c:pt>
                <c:pt idx="2497">
                  <c:v>37.752000000000002</c:v>
                </c:pt>
                <c:pt idx="2498">
                  <c:v>37.497999999999998</c:v>
                </c:pt>
                <c:pt idx="2499">
                  <c:v>38.247999999999998</c:v>
                </c:pt>
                <c:pt idx="2500">
                  <c:v>37.747</c:v>
                </c:pt>
                <c:pt idx="2501">
                  <c:v>36.75</c:v>
                </c:pt>
                <c:pt idx="2502">
                  <c:v>36.5</c:v>
                </c:pt>
                <c:pt idx="2503">
                  <c:v>36.747999999999998</c:v>
                </c:pt>
                <c:pt idx="2504">
                  <c:v>37.249000000000002</c:v>
                </c:pt>
                <c:pt idx="2505">
                  <c:v>36.634999999999998</c:v>
                </c:pt>
                <c:pt idx="2506">
                  <c:v>36.503</c:v>
                </c:pt>
                <c:pt idx="2507">
                  <c:v>36.506</c:v>
                </c:pt>
                <c:pt idx="2508">
                  <c:v>36.499000000000002</c:v>
                </c:pt>
                <c:pt idx="2509">
                  <c:v>37.255000000000003</c:v>
                </c:pt>
                <c:pt idx="2510">
                  <c:v>37.759</c:v>
                </c:pt>
                <c:pt idx="2511">
                  <c:v>37.497999999999998</c:v>
                </c:pt>
                <c:pt idx="2512">
                  <c:v>38.761000000000003</c:v>
                </c:pt>
                <c:pt idx="2513">
                  <c:v>39.756</c:v>
                </c:pt>
                <c:pt idx="2514">
                  <c:v>39.506</c:v>
                </c:pt>
                <c:pt idx="2515">
                  <c:v>39.755000000000003</c:v>
                </c:pt>
                <c:pt idx="2516">
                  <c:v>38.744</c:v>
                </c:pt>
                <c:pt idx="2517">
                  <c:v>39.253999999999998</c:v>
                </c:pt>
                <c:pt idx="2518">
                  <c:v>40.75</c:v>
                </c:pt>
                <c:pt idx="2519">
                  <c:v>40.496000000000002</c:v>
                </c:pt>
                <c:pt idx="2520">
                  <c:v>40.253999999999998</c:v>
                </c:pt>
                <c:pt idx="2521">
                  <c:v>40.749000000000002</c:v>
                </c:pt>
                <c:pt idx="2522">
                  <c:v>40</c:v>
                </c:pt>
                <c:pt idx="2523">
                  <c:v>40.500999999999998</c:v>
                </c:pt>
                <c:pt idx="2524">
                  <c:v>38.369</c:v>
                </c:pt>
                <c:pt idx="2525">
                  <c:v>38.744</c:v>
                </c:pt>
                <c:pt idx="2526">
                  <c:v>38.255000000000003</c:v>
                </c:pt>
                <c:pt idx="2527">
                  <c:v>38.499000000000002</c:v>
                </c:pt>
                <c:pt idx="2528">
                  <c:v>39.000999999999998</c:v>
                </c:pt>
                <c:pt idx="2529">
                  <c:v>39.247999999999998</c:v>
                </c:pt>
                <c:pt idx="2530">
                  <c:v>39.503999999999998</c:v>
                </c:pt>
                <c:pt idx="2531">
                  <c:v>39.756</c:v>
                </c:pt>
                <c:pt idx="2532">
                  <c:v>40.003999999999998</c:v>
                </c:pt>
                <c:pt idx="2533">
                  <c:v>39.76</c:v>
                </c:pt>
                <c:pt idx="2534">
                  <c:v>40.253999999999998</c:v>
                </c:pt>
                <c:pt idx="2535">
                  <c:v>40.252000000000002</c:v>
                </c:pt>
                <c:pt idx="2536">
                  <c:v>40.253</c:v>
                </c:pt>
                <c:pt idx="2537">
                  <c:v>40.25</c:v>
                </c:pt>
                <c:pt idx="2538">
                  <c:v>39.244</c:v>
                </c:pt>
                <c:pt idx="2539">
                  <c:v>37.991999999999997</c:v>
                </c:pt>
                <c:pt idx="2540">
                  <c:v>38.006</c:v>
                </c:pt>
                <c:pt idx="2541">
                  <c:v>37.252000000000002</c:v>
                </c:pt>
                <c:pt idx="2542">
                  <c:v>36.552</c:v>
                </c:pt>
                <c:pt idx="2543">
                  <c:v>36.996000000000002</c:v>
                </c:pt>
                <c:pt idx="2544">
                  <c:v>37.244999999999997</c:v>
                </c:pt>
                <c:pt idx="2545">
                  <c:v>36.753999999999998</c:v>
                </c:pt>
                <c:pt idx="2546">
                  <c:v>36.753999999999998</c:v>
                </c:pt>
                <c:pt idx="2547">
                  <c:v>37.247</c:v>
                </c:pt>
                <c:pt idx="2548">
                  <c:v>37.253999999999998</c:v>
                </c:pt>
                <c:pt idx="2549">
                  <c:v>36.746000000000002</c:v>
                </c:pt>
                <c:pt idx="2550">
                  <c:v>36.749000000000002</c:v>
                </c:pt>
                <c:pt idx="2551">
                  <c:v>36.753999999999998</c:v>
                </c:pt>
                <c:pt idx="2552">
                  <c:v>37.499000000000002</c:v>
                </c:pt>
                <c:pt idx="2553">
                  <c:v>37.518999999999998</c:v>
                </c:pt>
                <c:pt idx="2554">
                  <c:v>38.512999999999998</c:v>
                </c:pt>
                <c:pt idx="2555">
                  <c:v>38.75</c:v>
                </c:pt>
                <c:pt idx="2556">
                  <c:v>38.994999999999997</c:v>
                </c:pt>
                <c:pt idx="2557">
                  <c:v>39.999000000000002</c:v>
                </c:pt>
                <c:pt idx="2558">
                  <c:v>41.756</c:v>
                </c:pt>
                <c:pt idx="2559">
                  <c:v>42.255000000000003</c:v>
                </c:pt>
                <c:pt idx="2560">
                  <c:v>42.000999999999998</c:v>
                </c:pt>
                <c:pt idx="2561">
                  <c:v>41.753999999999998</c:v>
                </c:pt>
                <c:pt idx="2562">
                  <c:v>41.244999999999997</c:v>
                </c:pt>
                <c:pt idx="2563">
                  <c:v>41.253999999999998</c:v>
                </c:pt>
                <c:pt idx="2564">
                  <c:v>41.747</c:v>
                </c:pt>
                <c:pt idx="2565">
                  <c:v>43.003999999999998</c:v>
                </c:pt>
                <c:pt idx="2566">
                  <c:v>44.005000000000003</c:v>
                </c:pt>
                <c:pt idx="2567">
                  <c:v>43.505000000000003</c:v>
                </c:pt>
                <c:pt idx="2568">
                  <c:v>44.003999999999998</c:v>
                </c:pt>
                <c:pt idx="2569">
                  <c:v>44.253999999999998</c:v>
                </c:pt>
                <c:pt idx="2570">
                  <c:v>44.005000000000003</c:v>
                </c:pt>
                <c:pt idx="2571">
                  <c:v>43.499000000000002</c:v>
                </c:pt>
                <c:pt idx="2572">
                  <c:v>44.744</c:v>
                </c:pt>
                <c:pt idx="2573">
                  <c:v>45.506999999999998</c:v>
                </c:pt>
                <c:pt idx="2574">
                  <c:v>45.253999999999998</c:v>
                </c:pt>
                <c:pt idx="2575">
                  <c:v>45.494999999999997</c:v>
                </c:pt>
                <c:pt idx="2576">
                  <c:v>47.752000000000002</c:v>
                </c:pt>
                <c:pt idx="2577">
                  <c:v>47.505000000000003</c:v>
                </c:pt>
                <c:pt idx="2578">
                  <c:v>48.744</c:v>
                </c:pt>
                <c:pt idx="2579">
                  <c:v>49.253999999999998</c:v>
                </c:pt>
                <c:pt idx="2580">
                  <c:v>51.502000000000002</c:v>
                </c:pt>
                <c:pt idx="2581">
                  <c:v>52.744999999999997</c:v>
                </c:pt>
                <c:pt idx="2582">
                  <c:v>54.756999999999998</c:v>
                </c:pt>
                <c:pt idx="2583">
                  <c:v>54.499000000000002</c:v>
                </c:pt>
                <c:pt idx="2584">
                  <c:v>53.5</c:v>
                </c:pt>
                <c:pt idx="2585">
                  <c:v>51.753999999999998</c:v>
                </c:pt>
                <c:pt idx="2586">
                  <c:v>52.755000000000003</c:v>
                </c:pt>
                <c:pt idx="2587">
                  <c:v>51.494999999999997</c:v>
                </c:pt>
                <c:pt idx="2588">
                  <c:v>49.494999999999997</c:v>
                </c:pt>
                <c:pt idx="2589">
                  <c:v>49.253</c:v>
                </c:pt>
                <c:pt idx="2590">
                  <c:v>49.997</c:v>
                </c:pt>
                <c:pt idx="2591">
                  <c:v>49.753</c:v>
                </c:pt>
                <c:pt idx="2592">
                  <c:v>49.502000000000002</c:v>
                </c:pt>
                <c:pt idx="2593">
                  <c:v>49.746000000000002</c:v>
                </c:pt>
                <c:pt idx="2594">
                  <c:v>49.999000000000002</c:v>
                </c:pt>
                <c:pt idx="2595">
                  <c:v>49.991999999999997</c:v>
                </c:pt>
                <c:pt idx="2596">
                  <c:v>48.255000000000003</c:v>
                </c:pt>
                <c:pt idx="2597">
                  <c:v>47.758000000000003</c:v>
                </c:pt>
                <c:pt idx="2598">
                  <c:v>49.002000000000002</c:v>
                </c:pt>
                <c:pt idx="2599">
                  <c:v>49</c:v>
                </c:pt>
                <c:pt idx="2600">
                  <c:v>49.256</c:v>
                </c:pt>
                <c:pt idx="2601">
                  <c:v>49.252000000000002</c:v>
                </c:pt>
                <c:pt idx="2602">
                  <c:v>47.194000000000003</c:v>
                </c:pt>
                <c:pt idx="2603">
                  <c:v>47.999000000000002</c:v>
                </c:pt>
                <c:pt idx="2604">
                  <c:v>48.494999999999997</c:v>
                </c:pt>
                <c:pt idx="2605">
                  <c:v>47.749000000000002</c:v>
                </c:pt>
                <c:pt idx="2606">
                  <c:v>49.756</c:v>
                </c:pt>
                <c:pt idx="2607">
                  <c:v>48.243000000000002</c:v>
                </c:pt>
                <c:pt idx="2608">
                  <c:v>48.752000000000002</c:v>
                </c:pt>
                <c:pt idx="2609">
                  <c:v>48.502000000000002</c:v>
                </c:pt>
                <c:pt idx="2610">
                  <c:v>48.494999999999997</c:v>
                </c:pt>
                <c:pt idx="2611">
                  <c:v>48.743000000000002</c:v>
                </c:pt>
                <c:pt idx="2612">
                  <c:v>48.996000000000002</c:v>
                </c:pt>
                <c:pt idx="2613">
                  <c:v>49.253999999999998</c:v>
                </c:pt>
                <c:pt idx="2614">
                  <c:v>49.253999999999998</c:v>
                </c:pt>
                <c:pt idx="2615">
                  <c:v>49.252000000000002</c:v>
                </c:pt>
                <c:pt idx="2616">
                  <c:v>49.523000000000003</c:v>
                </c:pt>
                <c:pt idx="2617">
                  <c:v>49.244999999999997</c:v>
                </c:pt>
                <c:pt idx="2618">
                  <c:v>48.747999999999998</c:v>
                </c:pt>
                <c:pt idx="2619">
                  <c:v>48.503</c:v>
                </c:pt>
                <c:pt idx="2620">
                  <c:v>47.868000000000002</c:v>
                </c:pt>
                <c:pt idx="2621">
                  <c:v>47.505000000000003</c:v>
                </c:pt>
                <c:pt idx="2622">
                  <c:v>47.494</c:v>
                </c:pt>
                <c:pt idx="2623">
                  <c:v>47.749000000000002</c:v>
                </c:pt>
                <c:pt idx="2624">
                  <c:v>48.244</c:v>
                </c:pt>
                <c:pt idx="2625">
                  <c:v>48.252000000000002</c:v>
                </c:pt>
                <c:pt idx="2626">
                  <c:v>48.502000000000002</c:v>
                </c:pt>
                <c:pt idx="2627">
                  <c:v>48.744999999999997</c:v>
                </c:pt>
                <c:pt idx="2628">
                  <c:v>48.753</c:v>
                </c:pt>
                <c:pt idx="2629">
                  <c:v>47.497</c:v>
                </c:pt>
                <c:pt idx="2630">
                  <c:v>47.756</c:v>
                </c:pt>
                <c:pt idx="2631">
                  <c:v>48.003</c:v>
                </c:pt>
                <c:pt idx="2632">
                  <c:v>48.006</c:v>
                </c:pt>
                <c:pt idx="2633">
                  <c:v>48.246000000000002</c:v>
                </c:pt>
                <c:pt idx="2634">
                  <c:v>48.244999999999997</c:v>
                </c:pt>
                <c:pt idx="2635">
                  <c:v>48.997999999999998</c:v>
                </c:pt>
                <c:pt idx="2636">
                  <c:v>49.750999999999998</c:v>
                </c:pt>
                <c:pt idx="2637">
                  <c:v>49.491999999999997</c:v>
                </c:pt>
                <c:pt idx="2638">
                  <c:v>48.747999999999998</c:v>
                </c:pt>
                <c:pt idx="2639">
                  <c:v>48.503</c:v>
                </c:pt>
                <c:pt idx="2640">
                  <c:v>48.752000000000002</c:v>
                </c:pt>
                <c:pt idx="2641">
                  <c:v>48.747999999999998</c:v>
                </c:pt>
                <c:pt idx="2642">
                  <c:v>48.506</c:v>
                </c:pt>
                <c:pt idx="2643">
                  <c:v>48.497</c:v>
                </c:pt>
                <c:pt idx="2644">
                  <c:v>47.997999999999998</c:v>
                </c:pt>
                <c:pt idx="2645">
                  <c:v>47.503999999999998</c:v>
                </c:pt>
                <c:pt idx="2646">
                  <c:v>48.255000000000003</c:v>
                </c:pt>
                <c:pt idx="2647">
                  <c:v>47.749000000000002</c:v>
                </c:pt>
                <c:pt idx="2648">
                  <c:v>47.756</c:v>
                </c:pt>
                <c:pt idx="2649">
                  <c:v>46.244</c:v>
                </c:pt>
                <c:pt idx="2650">
                  <c:v>46.5</c:v>
                </c:pt>
                <c:pt idx="2651">
                  <c:v>45.755000000000003</c:v>
                </c:pt>
                <c:pt idx="2652">
                  <c:v>44.994999999999997</c:v>
                </c:pt>
                <c:pt idx="2653">
                  <c:v>45.253999999999998</c:v>
                </c:pt>
                <c:pt idx="2654">
                  <c:v>44.997</c:v>
                </c:pt>
                <c:pt idx="2655">
                  <c:v>45.749000000000002</c:v>
                </c:pt>
                <c:pt idx="2656">
                  <c:v>45.753999999999998</c:v>
                </c:pt>
                <c:pt idx="2657">
                  <c:v>45.494</c:v>
                </c:pt>
                <c:pt idx="2658">
                  <c:v>45.033000000000001</c:v>
                </c:pt>
                <c:pt idx="2659">
                  <c:v>45.997999999999998</c:v>
                </c:pt>
                <c:pt idx="2660">
                  <c:v>46.244999999999997</c:v>
                </c:pt>
                <c:pt idx="2661">
                  <c:v>45.253</c:v>
                </c:pt>
                <c:pt idx="2662">
                  <c:v>45.006999999999998</c:v>
                </c:pt>
                <c:pt idx="2663">
                  <c:v>44.838999999999999</c:v>
                </c:pt>
                <c:pt idx="2664">
                  <c:v>47.634</c:v>
                </c:pt>
                <c:pt idx="2665">
                  <c:v>46.753</c:v>
                </c:pt>
                <c:pt idx="2666">
                  <c:v>45.244999999999997</c:v>
                </c:pt>
                <c:pt idx="2667">
                  <c:v>44.753999999999998</c:v>
                </c:pt>
                <c:pt idx="2668">
                  <c:v>45.252000000000002</c:v>
                </c:pt>
                <c:pt idx="2669">
                  <c:v>44.25</c:v>
                </c:pt>
                <c:pt idx="2670">
                  <c:v>43.75</c:v>
                </c:pt>
                <c:pt idx="2671">
                  <c:v>43.753999999999998</c:v>
                </c:pt>
                <c:pt idx="2672">
                  <c:v>43</c:v>
                </c:pt>
                <c:pt idx="2673">
                  <c:v>43.494999999999997</c:v>
                </c:pt>
                <c:pt idx="2674">
                  <c:v>41.996000000000002</c:v>
                </c:pt>
                <c:pt idx="2675">
                  <c:v>41.749000000000002</c:v>
                </c:pt>
                <c:pt idx="2676">
                  <c:v>41.000999999999998</c:v>
                </c:pt>
                <c:pt idx="2677">
                  <c:v>40.994</c:v>
                </c:pt>
                <c:pt idx="2678">
                  <c:v>42.008000000000003</c:v>
                </c:pt>
                <c:pt idx="2679">
                  <c:v>42.252000000000002</c:v>
                </c:pt>
                <c:pt idx="2680">
                  <c:v>42.009</c:v>
                </c:pt>
                <c:pt idx="2681">
                  <c:v>42.747999999999998</c:v>
                </c:pt>
                <c:pt idx="2682">
                  <c:v>43.497999999999998</c:v>
                </c:pt>
                <c:pt idx="2683">
                  <c:v>44.499000000000002</c:v>
                </c:pt>
                <c:pt idx="2684">
                  <c:v>44.999000000000002</c:v>
                </c:pt>
                <c:pt idx="2685">
                  <c:v>45.244</c:v>
                </c:pt>
                <c:pt idx="2686">
                  <c:v>45.996000000000002</c:v>
                </c:pt>
                <c:pt idx="2687">
                  <c:v>46.749000000000002</c:v>
                </c:pt>
                <c:pt idx="2688">
                  <c:v>45.155000000000001</c:v>
                </c:pt>
                <c:pt idx="2689">
                  <c:v>44.750999999999998</c:v>
                </c:pt>
                <c:pt idx="2690">
                  <c:v>44.253</c:v>
                </c:pt>
                <c:pt idx="2691">
                  <c:v>43.249000000000002</c:v>
                </c:pt>
                <c:pt idx="2692">
                  <c:v>43.497999999999998</c:v>
                </c:pt>
                <c:pt idx="2693">
                  <c:v>43.000999999999998</c:v>
                </c:pt>
                <c:pt idx="2694">
                  <c:v>43.003</c:v>
                </c:pt>
                <c:pt idx="2695">
                  <c:v>42.75</c:v>
                </c:pt>
                <c:pt idx="2696">
                  <c:v>42.499000000000002</c:v>
                </c:pt>
                <c:pt idx="2697">
                  <c:v>42.494999999999997</c:v>
                </c:pt>
                <c:pt idx="2698">
                  <c:v>42.244999999999997</c:v>
                </c:pt>
                <c:pt idx="2699">
                  <c:v>42</c:v>
                </c:pt>
                <c:pt idx="2700">
                  <c:v>42.497999999999998</c:v>
                </c:pt>
                <c:pt idx="2701">
                  <c:v>42.994999999999997</c:v>
                </c:pt>
                <c:pt idx="2702">
                  <c:v>43.000999999999998</c:v>
                </c:pt>
                <c:pt idx="2703">
                  <c:v>43.747999999999998</c:v>
                </c:pt>
                <c:pt idx="2704">
                  <c:v>43.753</c:v>
                </c:pt>
                <c:pt idx="2705">
                  <c:v>43.744</c:v>
                </c:pt>
                <c:pt idx="2706">
                  <c:v>43.246000000000002</c:v>
                </c:pt>
                <c:pt idx="2707">
                  <c:v>43.747999999999998</c:v>
                </c:pt>
                <c:pt idx="2708">
                  <c:v>43.502000000000002</c:v>
                </c:pt>
                <c:pt idx="2709">
                  <c:v>43.497999999999998</c:v>
                </c:pt>
                <c:pt idx="2710">
                  <c:v>42.863</c:v>
                </c:pt>
                <c:pt idx="2711">
                  <c:v>42.503</c:v>
                </c:pt>
                <c:pt idx="2712">
                  <c:v>42.252000000000002</c:v>
                </c:pt>
                <c:pt idx="2713">
                  <c:v>42.247999999999998</c:v>
                </c:pt>
                <c:pt idx="2714">
                  <c:v>41.253</c:v>
                </c:pt>
                <c:pt idx="2715">
                  <c:v>41.247999999999998</c:v>
                </c:pt>
                <c:pt idx="2716">
                  <c:v>40.499000000000002</c:v>
                </c:pt>
                <c:pt idx="2717">
                  <c:v>39.000999999999998</c:v>
                </c:pt>
                <c:pt idx="2718">
                  <c:v>38.747999999999998</c:v>
                </c:pt>
                <c:pt idx="2719">
                  <c:v>38.536999999999999</c:v>
                </c:pt>
                <c:pt idx="2720">
                  <c:v>39.167999999999999</c:v>
                </c:pt>
                <c:pt idx="2721">
                  <c:v>30.454000000000001</c:v>
                </c:pt>
                <c:pt idx="2722">
                  <c:v>40.996000000000002</c:v>
                </c:pt>
                <c:pt idx="2723">
                  <c:v>41.496000000000002</c:v>
                </c:pt>
                <c:pt idx="2724">
                  <c:v>41.750999999999998</c:v>
                </c:pt>
                <c:pt idx="2725">
                  <c:v>40.996000000000002</c:v>
                </c:pt>
                <c:pt idx="2726">
                  <c:v>39.243000000000002</c:v>
                </c:pt>
                <c:pt idx="2727">
                  <c:v>38.499000000000002</c:v>
                </c:pt>
                <c:pt idx="2728">
                  <c:v>38.994</c:v>
                </c:pt>
                <c:pt idx="2729">
                  <c:v>38.378999999999998</c:v>
                </c:pt>
                <c:pt idx="2730">
                  <c:v>39.002000000000002</c:v>
                </c:pt>
                <c:pt idx="2731">
                  <c:v>39.5</c:v>
                </c:pt>
                <c:pt idx="2732">
                  <c:v>39.755000000000003</c:v>
                </c:pt>
                <c:pt idx="2733">
                  <c:v>38.994999999999997</c:v>
                </c:pt>
                <c:pt idx="2734">
                  <c:v>39.755000000000003</c:v>
                </c:pt>
                <c:pt idx="2735">
                  <c:v>39.749000000000002</c:v>
                </c:pt>
                <c:pt idx="2736">
                  <c:v>39.994999999999997</c:v>
                </c:pt>
                <c:pt idx="2737">
                  <c:v>40.244999999999997</c:v>
                </c:pt>
                <c:pt idx="2738">
                  <c:v>41.250999999999998</c:v>
                </c:pt>
                <c:pt idx="2739">
                  <c:v>41.506999999999998</c:v>
                </c:pt>
                <c:pt idx="2740">
                  <c:v>42.009</c:v>
                </c:pt>
                <c:pt idx="2741">
                  <c:v>42.000999999999998</c:v>
                </c:pt>
                <c:pt idx="2742">
                  <c:v>41.512999999999998</c:v>
                </c:pt>
                <c:pt idx="2743">
                  <c:v>41.994999999999997</c:v>
                </c:pt>
                <c:pt idx="2744">
                  <c:v>41.506</c:v>
                </c:pt>
                <c:pt idx="2745">
                  <c:v>41.255000000000003</c:v>
                </c:pt>
                <c:pt idx="2746">
                  <c:v>40.252000000000002</c:v>
                </c:pt>
                <c:pt idx="2747">
                  <c:v>40.000999999999998</c:v>
                </c:pt>
                <c:pt idx="2748">
                  <c:v>40.5</c:v>
                </c:pt>
                <c:pt idx="2749">
                  <c:v>40.247999999999998</c:v>
                </c:pt>
                <c:pt idx="2750">
                  <c:v>40.252000000000002</c:v>
                </c:pt>
                <c:pt idx="2751">
                  <c:v>40.253</c:v>
                </c:pt>
                <c:pt idx="2752">
                  <c:v>40.003</c:v>
                </c:pt>
                <c:pt idx="2753">
                  <c:v>39.500999999999998</c:v>
                </c:pt>
                <c:pt idx="2754">
                  <c:v>39.173000000000002</c:v>
                </c:pt>
                <c:pt idx="2755">
                  <c:v>38.497999999999998</c:v>
                </c:pt>
                <c:pt idx="2756">
                  <c:v>38.246000000000002</c:v>
                </c:pt>
                <c:pt idx="2757">
                  <c:v>37.749000000000002</c:v>
                </c:pt>
                <c:pt idx="2758">
                  <c:v>38.500999999999998</c:v>
                </c:pt>
                <c:pt idx="2759">
                  <c:v>38.497</c:v>
                </c:pt>
                <c:pt idx="2760">
                  <c:v>38.253</c:v>
                </c:pt>
                <c:pt idx="2761">
                  <c:v>37.756999999999998</c:v>
                </c:pt>
                <c:pt idx="2762">
                  <c:v>38.002000000000002</c:v>
                </c:pt>
                <c:pt idx="2763">
                  <c:v>38.500999999999998</c:v>
                </c:pt>
                <c:pt idx="2764">
                  <c:v>38.496000000000002</c:v>
                </c:pt>
                <c:pt idx="2765">
                  <c:v>38.502000000000002</c:v>
                </c:pt>
                <c:pt idx="2766">
                  <c:v>38.502000000000002</c:v>
                </c:pt>
                <c:pt idx="2767">
                  <c:v>38.506</c:v>
                </c:pt>
                <c:pt idx="2768">
                  <c:v>37.997999999999998</c:v>
                </c:pt>
                <c:pt idx="2769">
                  <c:v>38.249000000000002</c:v>
                </c:pt>
                <c:pt idx="2770">
                  <c:v>37.747</c:v>
                </c:pt>
                <c:pt idx="2771">
                  <c:v>37.003999999999998</c:v>
                </c:pt>
                <c:pt idx="2772">
                  <c:v>37.756</c:v>
                </c:pt>
                <c:pt idx="2773">
                  <c:v>37.994</c:v>
                </c:pt>
                <c:pt idx="2774">
                  <c:v>38.006</c:v>
                </c:pt>
                <c:pt idx="2775">
                  <c:v>37.75</c:v>
                </c:pt>
                <c:pt idx="2776">
                  <c:v>37.494999999999997</c:v>
                </c:pt>
                <c:pt idx="2777">
                  <c:v>38.109000000000002</c:v>
                </c:pt>
                <c:pt idx="2778">
                  <c:v>38.427</c:v>
                </c:pt>
                <c:pt idx="2779">
                  <c:v>38.496000000000002</c:v>
                </c:pt>
                <c:pt idx="2780">
                  <c:v>38.753999999999998</c:v>
                </c:pt>
                <c:pt idx="2781">
                  <c:v>38.764000000000003</c:v>
                </c:pt>
                <c:pt idx="2782">
                  <c:v>38.999000000000002</c:v>
                </c:pt>
                <c:pt idx="2783">
                  <c:v>40.750999999999998</c:v>
                </c:pt>
                <c:pt idx="2784">
                  <c:v>41.011000000000003</c:v>
                </c:pt>
                <c:pt idx="2785">
                  <c:v>41.749000000000002</c:v>
                </c:pt>
                <c:pt idx="2786">
                  <c:v>42.249000000000002</c:v>
                </c:pt>
                <c:pt idx="2787">
                  <c:v>40.747</c:v>
                </c:pt>
                <c:pt idx="2788">
                  <c:v>40.244999999999997</c:v>
                </c:pt>
                <c:pt idx="2789">
                  <c:v>40.749000000000002</c:v>
                </c:pt>
                <c:pt idx="2790">
                  <c:v>42.500999999999998</c:v>
                </c:pt>
                <c:pt idx="2791">
                  <c:v>41.284999999999997</c:v>
                </c:pt>
                <c:pt idx="2792">
                  <c:v>42.255000000000003</c:v>
                </c:pt>
                <c:pt idx="2793">
                  <c:v>42.750999999999998</c:v>
                </c:pt>
                <c:pt idx="2794">
                  <c:v>42.753</c:v>
                </c:pt>
                <c:pt idx="2795">
                  <c:v>44.244</c:v>
                </c:pt>
                <c:pt idx="2796">
                  <c:v>43.755000000000003</c:v>
                </c:pt>
                <c:pt idx="2797">
                  <c:v>43.247</c:v>
                </c:pt>
                <c:pt idx="2798">
                  <c:v>43.994999999999997</c:v>
                </c:pt>
                <c:pt idx="2799">
                  <c:v>45.246000000000002</c:v>
                </c:pt>
                <c:pt idx="2800">
                  <c:v>45.747</c:v>
                </c:pt>
                <c:pt idx="2801">
                  <c:v>44.79</c:v>
                </c:pt>
                <c:pt idx="2802">
                  <c:v>45.262</c:v>
                </c:pt>
                <c:pt idx="2803">
                  <c:v>45.259</c:v>
                </c:pt>
                <c:pt idx="2804">
                  <c:v>45.244999999999997</c:v>
                </c:pt>
                <c:pt idx="2805">
                  <c:v>45.505000000000003</c:v>
                </c:pt>
                <c:pt idx="2806">
                  <c:v>46.249000000000002</c:v>
                </c:pt>
                <c:pt idx="2807">
                  <c:v>47.252000000000002</c:v>
                </c:pt>
                <c:pt idx="2808">
                  <c:v>47.253</c:v>
                </c:pt>
                <c:pt idx="2809">
                  <c:v>47.244</c:v>
                </c:pt>
                <c:pt idx="2810">
                  <c:v>47.500999999999998</c:v>
                </c:pt>
                <c:pt idx="2811">
                  <c:v>47.502000000000002</c:v>
                </c:pt>
                <c:pt idx="2812">
                  <c:v>47.494</c:v>
                </c:pt>
                <c:pt idx="2813">
                  <c:v>47.246000000000002</c:v>
                </c:pt>
                <c:pt idx="2814">
                  <c:v>45.744999999999997</c:v>
                </c:pt>
                <c:pt idx="2815">
                  <c:v>45.744</c:v>
                </c:pt>
                <c:pt idx="2816">
                  <c:v>45.753999999999998</c:v>
                </c:pt>
                <c:pt idx="2817">
                  <c:v>45.255000000000003</c:v>
                </c:pt>
                <c:pt idx="2818">
                  <c:v>43.750999999999998</c:v>
                </c:pt>
                <c:pt idx="2819">
                  <c:v>44.005000000000003</c:v>
                </c:pt>
                <c:pt idx="2820">
                  <c:v>45.000999999999998</c:v>
                </c:pt>
                <c:pt idx="2821">
                  <c:v>44.497</c:v>
                </c:pt>
                <c:pt idx="2822">
                  <c:v>44.256999999999998</c:v>
                </c:pt>
                <c:pt idx="2823">
                  <c:v>44.256999999999998</c:v>
                </c:pt>
                <c:pt idx="2824">
                  <c:v>44.253999999999998</c:v>
                </c:pt>
                <c:pt idx="2825">
                  <c:v>44.000999999999998</c:v>
                </c:pt>
                <c:pt idx="2826">
                  <c:v>44.752000000000002</c:v>
                </c:pt>
                <c:pt idx="2827">
                  <c:v>44.996000000000002</c:v>
                </c:pt>
                <c:pt idx="2828">
                  <c:v>44.747</c:v>
                </c:pt>
                <c:pt idx="2829">
                  <c:v>43.503999999999998</c:v>
                </c:pt>
                <c:pt idx="2830">
                  <c:v>43.753999999999998</c:v>
                </c:pt>
                <c:pt idx="2831">
                  <c:v>43.994</c:v>
                </c:pt>
                <c:pt idx="2832">
                  <c:v>43.999000000000002</c:v>
                </c:pt>
                <c:pt idx="2833">
                  <c:v>44.244999999999997</c:v>
                </c:pt>
                <c:pt idx="2834">
                  <c:v>45.746000000000002</c:v>
                </c:pt>
                <c:pt idx="2835">
                  <c:v>44.997999999999998</c:v>
                </c:pt>
                <c:pt idx="2836">
                  <c:v>47.000999999999998</c:v>
                </c:pt>
                <c:pt idx="2837">
                  <c:v>46.749000000000002</c:v>
                </c:pt>
                <c:pt idx="2838">
                  <c:v>46.505000000000003</c:v>
                </c:pt>
                <c:pt idx="2839">
                  <c:v>45.252000000000002</c:v>
                </c:pt>
                <c:pt idx="2840">
                  <c:v>44.744</c:v>
                </c:pt>
                <c:pt idx="2841">
                  <c:v>45.002000000000002</c:v>
                </c:pt>
                <c:pt idx="2842">
                  <c:v>44.252000000000002</c:v>
                </c:pt>
                <c:pt idx="2843">
                  <c:v>43.753999999999998</c:v>
                </c:pt>
                <c:pt idx="2844">
                  <c:v>43.003999999999998</c:v>
                </c:pt>
                <c:pt idx="2845">
                  <c:v>42.005000000000003</c:v>
                </c:pt>
                <c:pt idx="2846">
                  <c:v>42.006</c:v>
                </c:pt>
                <c:pt idx="2847">
                  <c:v>41.749000000000002</c:v>
                </c:pt>
                <c:pt idx="2848">
                  <c:v>40.500999999999998</c:v>
                </c:pt>
                <c:pt idx="2849">
                  <c:v>41.002000000000002</c:v>
                </c:pt>
                <c:pt idx="2850">
                  <c:v>41.499000000000002</c:v>
                </c:pt>
                <c:pt idx="2851">
                  <c:v>40.755000000000003</c:v>
                </c:pt>
                <c:pt idx="2852">
                  <c:v>40.25</c:v>
                </c:pt>
                <c:pt idx="2853">
                  <c:v>39.997</c:v>
                </c:pt>
                <c:pt idx="2854">
                  <c:v>39.933</c:v>
                </c:pt>
                <c:pt idx="2855">
                  <c:v>40.996000000000002</c:v>
                </c:pt>
                <c:pt idx="2856">
                  <c:v>41.753999999999998</c:v>
                </c:pt>
                <c:pt idx="2857">
                  <c:v>42.247</c:v>
                </c:pt>
                <c:pt idx="2858">
                  <c:v>42.503999999999998</c:v>
                </c:pt>
                <c:pt idx="2859">
                  <c:v>41.506</c:v>
                </c:pt>
                <c:pt idx="2860">
                  <c:v>40.994</c:v>
                </c:pt>
                <c:pt idx="2861">
                  <c:v>40.497</c:v>
                </c:pt>
                <c:pt idx="2862">
                  <c:v>39.747999999999998</c:v>
                </c:pt>
                <c:pt idx="2863">
                  <c:v>39.246000000000002</c:v>
                </c:pt>
                <c:pt idx="2864">
                  <c:v>39.999000000000002</c:v>
                </c:pt>
                <c:pt idx="2865">
                  <c:v>39.756</c:v>
                </c:pt>
                <c:pt idx="2866">
                  <c:v>40.000999999999998</c:v>
                </c:pt>
                <c:pt idx="2867">
                  <c:v>40.753</c:v>
                </c:pt>
                <c:pt idx="2868">
                  <c:v>40.753999999999998</c:v>
                </c:pt>
                <c:pt idx="2869">
                  <c:v>41.753</c:v>
                </c:pt>
                <c:pt idx="2870">
                  <c:v>42.956000000000003</c:v>
                </c:pt>
                <c:pt idx="2871">
                  <c:v>43.753999999999998</c:v>
                </c:pt>
                <c:pt idx="2872">
                  <c:v>43.006</c:v>
                </c:pt>
                <c:pt idx="2873">
                  <c:v>43.000999999999998</c:v>
                </c:pt>
                <c:pt idx="2874">
                  <c:v>43</c:v>
                </c:pt>
                <c:pt idx="2875">
                  <c:v>42.753999999999998</c:v>
                </c:pt>
                <c:pt idx="2876">
                  <c:v>42.499000000000002</c:v>
                </c:pt>
                <c:pt idx="2877">
                  <c:v>42.006</c:v>
                </c:pt>
                <c:pt idx="2878">
                  <c:v>42.502000000000002</c:v>
                </c:pt>
                <c:pt idx="2879">
                  <c:v>42.752000000000002</c:v>
                </c:pt>
                <c:pt idx="2880">
                  <c:v>43.244999999999997</c:v>
                </c:pt>
                <c:pt idx="2881">
                  <c:v>43.253999999999998</c:v>
                </c:pt>
                <c:pt idx="2882">
                  <c:v>43.247</c:v>
                </c:pt>
                <c:pt idx="2883">
                  <c:v>45.006</c:v>
                </c:pt>
                <c:pt idx="2884">
                  <c:v>43.994</c:v>
                </c:pt>
                <c:pt idx="2885">
                  <c:v>44.244</c:v>
                </c:pt>
                <c:pt idx="2886">
                  <c:v>44.250999999999998</c:v>
                </c:pt>
                <c:pt idx="2887">
                  <c:v>44.002000000000002</c:v>
                </c:pt>
                <c:pt idx="2888">
                  <c:v>43.753999999999998</c:v>
                </c:pt>
                <c:pt idx="2889">
                  <c:v>44.5</c:v>
                </c:pt>
                <c:pt idx="2890">
                  <c:v>44.750999999999998</c:v>
                </c:pt>
                <c:pt idx="2891">
                  <c:v>44.744</c:v>
                </c:pt>
                <c:pt idx="2892">
                  <c:v>44.497999999999998</c:v>
                </c:pt>
                <c:pt idx="2893">
                  <c:v>44.747</c:v>
                </c:pt>
                <c:pt idx="2894">
                  <c:v>45.250999999999998</c:v>
                </c:pt>
                <c:pt idx="2895">
                  <c:v>45.746000000000002</c:v>
                </c:pt>
                <c:pt idx="2896">
                  <c:v>45.499000000000002</c:v>
                </c:pt>
                <c:pt idx="2897">
                  <c:v>44.749000000000002</c:v>
                </c:pt>
                <c:pt idx="2898">
                  <c:v>43.744999999999997</c:v>
                </c:pt>
                <c:pt idx="2899">
                  <c:v>43.996000000000002</c:v>
                </c:pt>
                <c:pt idx="2900">
                  <c:v>44.499000000000002</c:v>
                </c:pt>
                <c:pt idx="2901">
                  <c:v>44.496000000000002</c:v>
                </c:pt>
                <c:pt idx="2902">
                  <c:v>44.752000000000002</c:v>
                </c:pt>
                <c:pt idx="2903">
                  <c:v>44.753</c:v>
                </c:pt>
                <c:pt idx="2904">
                  <c:v>44.749000000000002</c:v>
                </c:pt>
                <c:pt idx="2905">
                  <c:v>44.999000000000002</c:v>
                </c:pt>
                <c:pt idx="2906">
                  <c:v>44.503</c:v>
                </c:pt>
                <c:pt idx="2907">
                  <c:v>44.502000000000002</c:v>
                </c:pt>
                <c:pt idx="2908">
                  <c:v>44.517000000000003</c:v>
                </c:pt>
                <c:pt idx="2909">
                  <c:v>44.259</c:v>
                </c:pt>
                <c:pt idx="2910">
                  <c:v>44.009</c:v>
                </c:pt>
                <c:pt idx="2911">
                  <c:v>43.494999999999997</c:v>
                </c:pt>
                <c:pt idx="2912">
                  <c:v>43.505000000000003</c:v>
                </c:pt>
                <c:pt idx="2913">
                  <c:v>43.750999999999998</c:v>
                </c:pt>
                <c:pt idx="2914">
                  <c:v>43.970999999999997</c:v>
                </c:pt>
                <c:pt idx="2915">
                  <c:v>44.250999999999998</c:v>
                </c:pt>
                <c:pt idx="2916">
                  <c:v>44.006</c:v>
                </c:pt>
                <c:pt idx="2917">
                  <c:v>42.634</c:v>
                </c:pt>
                <c:pt idx="2918">
                  <c:v>42.747</c:v>
                </c:pt>
                <c:pt idx="2919">
                  <c:v>42.500999999999998</c:v>
                </c:pt>
                <c:pt idx="2920">
                  <c:v>42.502000000000002</c:v>
                </c:pt>
                <c:pt idx="2921">
                  <c:v>42.250999999999998</c:v>
                </c:pt>
                <c:pt idx="2922">
                  <c:v>42.994</c:v>
                </c:pt>
                <c:pt idx="2923">
                  <c:v>44.25</c:v>
                </c:pt>
                <c:pt idx="2924">
                  <c:v>44.494999999999997</c:v>
                </c:pt>
                <c:pt idx="2925">
                  <c:v>44.753</c:v>
                </c:pt>
                <c:pt idx="2926">
                  <c:v>43.755000000000003</c:v>
                </c:pt>
                <c:pt idx="2927">
                  <c:v>43.500999999999998</c:v>
                </c:pt>
                <c:pt idx="2928">
                  <c:v>44.753</c:v>
                </c:pt>
                <c:pt idx="2929">
                  <c:v>45.255000000000003</c:v>
                </c:pt>
                <c:pt idx="2930">
                  <c:v>45.497</c:v>
                </c:pt>
                <c:pt idx="2931">
                  <c:v>45.000999999999998</c:v>
                </c:pt>
                <c:pt idx="2932">
                  <c:v>45.497999999999998</c:v>
                </c:pt>
                <c:pt idx="2933">
                  <c:v>45.997999999999998</c:v>
                </c:pt>
                <c:pt idx="2934">
                  <c:v>47.244</c:v>
                </c:pt>
                <c:pt idx="2935">
                  <c:v>47.002000000000002</c:v>
                </c:pt>
                <c:pt idx="2936">
                  <c:v>46.494</c:v>
                </c:pt>
                <c:pt idx="2937">
                  <c:v>46.503</c:v>
                </c:pt>
                <c:pt idx="2938">
                  <c:v>46.216999999999999</c:v>
                </c:pt>
                <c:pt idx="2939">
                  <c:v>47.005000000000003</c:v>
                </c:pt>
                <c:pt idx="2940">
                  <c:v>47.506</c:v>
                </c:pt>
                <c:pt idx="2941">
                  <c:v>48.003</c:v>
                </c:pt>
                <c:pt idx="2942">
                  <c:v>48.244999999999997</c:v>
                </c:pt>
                <c:pt idx="2943">
                  <c:v>48.003</c:v>
                </c:pt>
                <c:pt idx="2944">
                  <c:v>47.503999999999998</c:v>
                </c:pt>
                <c:pt idx="2945">
                  <c:v>47.993000000000002</c:v>
                </c:pt>
                <c:pt idx="2946">
                  <c:v>49.003</c:v>
                </c:pt>
                <c:pt idx="2947">
                  <c:v>48.505000000000003</c:v>
                </c:pt>
                <c:pt idx="2948">
                  <c:v>48.747999999999998</c:v>
                </c:pt>
                <c:pt idx="2949">
                  <c:v>49.003</c:v>
                </c:pt>
                <c:pt idx="2950">
                  <c:v>50.255000000000003</c:v>
                </c:pt>
                <c:pt idx="2951">
                  <c:v>49.758000000000003</c:v>
                </c:pt>
                <c:pt idx="2952">
                  <c:v>50.25</c:v>
                </c:pt>
                <c:pt idx="2953">
                  <c:v>51.244</c:v>
                </c:pt>
                <c:pt idx="2954">
                  <c:v>51.993000000000002</c:v>
                </c:pt>
                <c:pt idx="2955">
                  <c:v>53.243000000000002</c:v>
                </c:pt>
                <c:pt idx="2956">
                  <c:v>54.994</c:v>
                </c:pt>
                <c:pt idx="2957">
                  <c:v>55.249000000000002</c:v>
                </c:pt>
                <c:pt idx="2958">
                  <c:v>54.753</c:v>
                </c:pt>
                <c:pt idx="2959">
                  <c:v>53.503999999999998</c:v>
                </c:pt>
                <c:pt idx="2960">
                  <c:v>54.25</c:v>
                </c:pt>
                <c:pt idx="2961">
                  <c:v>53.22</c:v>
                </c:pt>
                <c:pt idx="2962">
                  <c:v>54.997999999999998</c:v>
                </c:pt>
                <c:pt idx="2963">
                  <c:v>54.756</c:v>
                </c:pt>
                <c:pt idx="2964">
                  <c:v>54.25</c:v>
                </c:pt>
                <c:pt idx="2965">
                  <c:v>53.753</c:v>
                </c:pt>
                <c:pt idx="2966">
                  <c:v>54.744999999999997</c:v>
                </c:pt>
                <c:pt idx="2967">
                  <c:v>54.252000000000002</c:v>
                </c:pt>
                <c:pt idx="2968">
                  <c:v>53.747999999999998</c:v>
                </c:pt>
                <c:pt idx="2969">
                  <c:v>54.301000000000002</c:v>
                </c:pt>
                <c:pt idx="2970">
                  <c:v>58.555</c:v>
                </c:pt>
                <c:pt idx="2971">
                  <c:v>54.253</c:v>
                </c:pt>
                <c:pt idx="2972">
                  <c:v>54.497</c:v>
                </c:pt>
                <c:pt idx="2973">
                  <c:v>55.503999999999998</c:v>
                </c:pt>
                <c:pt idx="2974">
                  <c:v>56.75</c:v>
                </c:pt>
                <c:pt idx="2975">
                  <c:v>56.503</c:v>
                </c:pt>
                <c:pt idx="2976">
                  <c:v>56.747</c:v>
                </c:pt>
                <c:pt idx="2977">
                  <c:v>56.252000000000002</c:v>
                </c:pt>
                <c:pt idx="2978">
                  <c:v>56.494999999999997</c:v>
                </c:pt>
                <c:pt idx="2979">
                  <c:v>55.585000000000001</c:v>
                </c:pt>
                <c:pt idx="2980">
                  <c:v>56.499000000000002</c:v>
                </c:pt>
                <c:pt idx="2981">
                  <c:v>55.994999999999997</c:v>
                </c:pt>
                <c:pt idx="2982">
                  <c:v>55.246000000000002</c:v>
                </c:pt>
                <c:pt idx="2983">
                  <c:v>54</c:v>
                </c:pt>
                <c:pt idx="2984">
                  <c:v>54.253999999999998</c:v>
                </c:pt>
                <c:pt idx="2985">
                  <c:v>54.002000000000002</c:v>
                </c:pt>
                <c:pt idx="2986">
                  <c:v>54.497999999999998</c:v>
                </c:pt>
                <c:pt idx="2987">
                  <c:v>54.749000000000002</c:v>
                </c:pt>
                <c:pt idx="2988">
                  <c:v>55</c:v>
                </c:pt>
                <c:pt idx="2989">
                  <c:v>55.249000000000002</c:v>
                </c:pt>
                <c:pt idx="2990">
                  <c:v>54.756999999999998</c:v>
                </c:pt>
                <c:pt idx="2991">
                  <c:v>54.256999999999998</c:v>
                </c:pt>
                <c:pt idx="2992">
                  <c:v>54.508000000000003</c:v>
                </c:pt>
                <c:pt idx="2993">
                  <c:v>54.997</c:v>
                </c:pt>
                <c:pt idx="2994">
                  <c:v>55</c:v>
                </c:pt>
                <c:pt idx="2995">
                  <c:v>54.999000000000002</c:v>
                </c:pt>
                <c:pt idx="2996">
                  <c:v>53.994</c:v>
                </c:pt>
                <c:pt idx="2997">
                  <c:v>53.255000000000003</c:v>
                </c:pt>
                <c:pt idx="2998">
                  <c:v>51.753</c:v>
                </c:pt>
                <c:pt idx="2999">
                  <c:v>50.497999999999998</c:v>
                </c:pt>
                <c:pt idx="3000">
                  <c:v>51.497999999999998</c:v>
                </c:pt>
                <c:pt idx="3001">
                  <c:v>51.247999999999998</c:v>
                </c:pt>
                <c:pt idx="3002">
                  <c:v>50.499000000000002</c:v>
                </c:pt>
                <c:pt idx="3003">
                  <c:v>50.484000000000002</c:v>
                </c:pt>
                <c:pt idx="3004">
                  <c:v>50.250999999999998</c:v>
                </c:pt>
                <c:pt idx="3005">
                  <c:v>50.002000000000002</c:v>
                </c:pt>
                <c:pt idx="3006">
                  <c:v>50.253</c:v>
                </c:pt>
                <c:pt idx="3007">
                  <c:v>49.506</c:v>
                </c:pt>
                <c:pt idx="3008">
                  <c:v>49.75</c:v>
                </c:pt>
                <c:pt idx="3009">
                  <c:v>50.244999999999997</c:v>
                </c:pt>
                <c:pt idx="3010">
                  <c:v>51.250999999999998</c:v>
                </c:pt>
                <c:pt idx="3011">
                  <c:v>51.744999999999997</c:v>
                </c:pt>
                <c:pt idx="3012">
                  <c:v>51.25</c:v>
                </c:pt>
                <c:pt idx="3013">
                  <c:v>51.506</c:v>
                </c:pt>
                <c:pt idx="3014">
                  <c:v>51.5</c:v>
                </c:pt>
                <c:pt idx="3015">
                  <c:v>52.25</c:v>
                </c:pt>
                <c:pt idx="3016">
                  <c:v>52.002000000000002</c:v>
                </c:pt>
                <c:pt idx="3017">
                  <c:v>51.744999999999997</c:v>
                </c:pt>
                <c:pt idx="3018">
                  <c:v>51.744999999999997</c:v>
                </c:pt>
                <c:pt idx="3019">
                  <c:v>51.503</c:v>
                </c:pt>
                <c:pt idx="3020">
                  <c:v>51.252000000000002</c:v>
                </c:pt>
                <c:pt idx="3021">
                  <c:v>53.503999999999998</c:v>
                </c:pt>
                <c:pt idx="3022">
                  <c:v>53.5</c:v>
                </c:pt>
                <c:pt idx="3023">
                  <c:v>52.753</c:v>
                </c:pt>
                <c:pt idx="3024">
                  <c:v>52.756</c:v>
                </c:pt>
                <c:pt idx="3025">
                  <c:v>52.749000000000002</c:v>
                </c:pt>
                <c:pt idx="3026">
                  <c:v>53.005000000000003</c:v>
                </c:pt>
                <c:pt idx="3027">
                  <c:v>53.23</c:v>
                </c:pt>
                <c:pt idx="3028">
                  <c:v>53.25</c:v>
                </c:pt>
                <c:pt idx="3029">
                  <c:v>53.003</c:v>
                </c:pt>
                <c:pt idx="3030">
                  <c:v>52.996000000000002</c:v>
                </c:pt>
                <c:pt idx="3031">
                  <c:v>52.268999999999998</c:v>
                </c:pt>
                <c:pt idx="3032">
                  <c:v>52.249000000000002</c:v>
                </c:pt>
                <c:pt idx="3033">
                  <c:v>52.503</c:v>
                </c:pt>
                <c:pt idx="3034">
                  <c:v>53.511000000000003</c:v>
                </c:pt>
                <c:pt idx="3035">
                  <c:v>54.503999999999998</c:v>
                </c:pt>
                <c:pt idx="3036">
                  <c:v>54.744</c:v>
                </c:pt>
                <c:pt idx="3037">
                  <c:v>55.753999999999998</c:v>
                </c:pt>
                <c:pt idx="3038">
                  <c:v>55.255000000000003</c:v>
                </c:pt>
                <c:pt idx="3039">
                  <c:v>54.497</c:v>
                </c:pt>
                <c:pt idx="3040">
                  <c:v>53.664000000000001</c:v>
                </c:pt>
                <c:pt idx="3041">
                  <c:v>53.752000000000002</c:v>
                </c:pt>
                <c:pt idx="3042">
                  <c:v>53.994999999999997</c:v>
                </c:pt>
                <c:pt idx="3043">
                  <c:v>53.496000000000002</c:v>
                </c:pt>
                <c:pt idx="3044">
                  <c:v>53.749000000000002</c:v>
                </c:pt>
                <c:pt idx="3045">
                  <c:v>53.244999999999997</c:v>
                </c:pt>
                <c:pt idx="3046">
                  <c:v>53.494</c:v>
                </c:pt>
                <c:pt idx="3047">
                  <c:v>53.247</c:v>
                </c:pt>
                <c:pt idx="3048">
                  <c:v>53.494</c:v>
                </c:pt>
                <c:pt idx="3049">
                  <c:v>53.497</c:v>
                </c:pt>
                <c:pt idx="3050">
                  <c:v>53.505000000000003</c:v>
                </c:pt>
                <c:pt idx="3051">
                  <c:v>53.256</c:v>
                </c:pt>
                <c:pt idx="3052">
                  <c:v>53.003999999999998</c:v>
                </c:pt>
                <c:pt idx="3053">
                  <c:v>53.261000000000003</c:v>
                </c:pt>
                <c:pt idx="3054">
                  <c:v>53.502000000000002</c:v>
                </c:pt>
                <c:pt idx="3055">
                  <c:v>54.244999999999997</c:v>
                </c:pt>
                <c:pt idx="3056">
                  <c:v>54.005000000000003</c:v>
                </c:pt>
                <c:pt idx="3057">
                  <c:v>54.494</c:v>
                </c:pt>
                <c:pt idx="3058">
                  <c:v>54.244999999999997</c:v>
                </c:pt>
                <c:pt idx="3059">
                  <c:v>53.744999999999997</c:v>
                </c:pt>
                <c:pt idx="3060">
                  <c:v>53.993000000000002</c:v>
                </c:pt>
                <c:pt idx="3061">
                  <c:v>54.752000000000002</c:v>
                </c:pt>
                <c:pt idx="3062">
                  <c:v>54.499000000000002</c:v>
                </c:pt>
                <c:pt idx="3063">
                  <c:v>53.750999999999998</c:v>
                </c:pt>
                <c:pt idx="3064">
                  <c:v>54.249000000000002</c:v>
                </c:pt>
                <c:pt idx="3065">
                  <c:v>54.786000000000001</c:v>
                </c:pt>
                <c:pt idx="3066">
                  <c:v>52.997999999999998</c:v>
                </c:pt>
                <c:pt idx="3067">
                  <c:v>52.997999999999998</c:v>
                </c:pt>
                <c:pt idx="3068">
                  <c:v>52.994999999999997</c:v>
                </c:pt>
                <c:pt idx="3069">
                  <c:v>52.244</c:v>
                </c:pt>
                <c:pt idx="3070">
                  <c:v>51.499000000000002</c:v>
                </c:pt>
                <c:pt idx="3071">
                  <c:v>51.5</c:v>
                </c:pt>
                <c:pt idx="3072">
                  <c:v>51.752000000000002</c:v>
                </c:pt>
                <c:pt idx="3073">
                  <c:v>50.997</c:v>
                </c:pt>
                <c:pt idx="3074">
                  <c:v>50.752000000000002</c:v>
                </c:pt>
                <c:pt idx="3075">
                  <c:v>50.994</c:v>
                </c:pt>
                <c:pt idx="3076">
                  <c:v>51.243000000000002</c:v>
                </c:pt>
                <c:pt idx="3077">
                  <c:v>52.246000000000002</c:v>
                </c:pt>
                <c:pt idx="3078">
                  <c:v>52.750999999999998</c:v>
                </c:pt>
                <c:pt idx="3079">
                  <c:v>52.256</c:v>
                </c:pt>
                <c:pt idx="3080">
                  <c:v>51.752000000000002</c:v>
                </c:pt>
                <c:pt idx="3081">
                  <c:v>50.506</c:v>
                </c:pt>
                <c:pt idx="3082">
                  <c:v>50.494999999999997</c:v>
                </c:pt>
                <c:pt idx="3083">
                  <c:v>50.005000000000003</c:v>
                </c:pt>
                <c:pt idx="3084">
                  <c:v>51.750999999999998</c:v>
                </c:pt>
                <c:pt idx="3085">
                  <c:v>51.494999999999997</c:v>
                </c:pt>
                <c:pt idx="3086">
                  <c:v>51.247</c:v>
                </c:pt>
                <c:pt idx="3087">
                  <c:v>52.247</c:v>
                </c:pt>
                <c:pt idx="3088">
                  <c:v>52.497</c:v>
                </c:pt>
                <c:pt idx="3089">
                  <c:v>53.752000000000002</c:v>
                </c:pt>
                <c:pt idx="3090">
                  <c:v>55.006999999999998</c:v>
                </c:pt>
                <c:pt idx="3091">
                  <c:v>54.503</c:v>
                </c:pt>
                <c:pt idx="3092">
                  <c:v>54.749000000000002</c:v>
                </c:pt>
                <c:pt idx="3093">
                  <c:v>55.246000000000002</c:v>
                </c:pt>
                <c:pt idx="3094">
                  <c:v>54.758000000000003</c:v>
                </c:pt>
                <c:pt idx="3095">
                  <c:v>55.256</c:v>
                </c:pt>
                <c:pt idx="3096">
                  <c:v>55.747999999999998</c:v>
                </c:pt>
                <c:pt idx="3097">
                  <c:v>56.000999999999998</c:v>
                </c:pt>
                <c:pt idx="3098">
                  <c:v>55.005000000000003</c:v>
                </c:pt>
                <c:pt idx="3099">
                  <c:v>54.997</c:v>
                </c:pt>
                <c:pt idx="3100">
                  <c:v>55.002000000000002</c:v>
                </c:pt>
                <c:pt idx="3101">
                  <c:v>55.496000000000002</c:v>
                </c:pt>
                <c:pt idx="3102">
                  <c:v>55.676000000000002</c:v>
                </c:pt>
                <c:pt idx="3103">
                  <c:v>56.005000000000003</c:v>
                </c:pt>
                <c:pt idx="3104">
                  <c:v>55.997999999999998</c:v>
                </c:pt>
                <c:pt idx="3105">
                  <c:v>56.005000000000003</c:v>
                </c:pt>
                <c:pt idx="3106">
                  <c:v>57</c:v>
                </c:pt>
                <c:pt idx="3107">
                  <c:v>57.253</c:v>
                </c:pt>
                <c:pt idx="3108">
                  <c:v>57.494</c:v>
                </c:pt>
                <c:pt idx="3109">
                  <c:v>57.753</c:v>
                </c:pt>
                <c:pt idx="3110">
                  <c:v>57.502000000000002</c:v>
                </c:pt>
                <c:pt idx="3111">
                  <c:v>57.755000000000003</c:v>
                </c:pt>
                <c:pt idx="3112">
                  <c:v>58.506</c:v>
                </c:pt>
                <c:pt idx="3113">
                  <c:v>58.753</c:v>
                </c:pt>
                <c:pt idx="3114">
                  <c:v>58.756999999999998</c:v>
                </c:pt>
                <c:pt idx="3115">
                  <c:v>58.497</c:v>
                </c:pt>
                <c:pt idx="3116">
                  <c:v>59.014000000000003</c:v>
                </c:pt>
                <c:pt idx="3117">
                  <c:v>58.494</c:v>
                </c:pt>
                <c:pt idx="3118">
                  <c:v>59.246000000000002</c:v>
                </c:pt>
                <c:pt idx="3119">
                  <c:v>59.73</c:v>
                </c:pt>
                <c:pt idx="3120">
                  <c:v>60.503</c:v>
                </c:pt>
                <c:pt idx="3121">
                  <c:v>60.997</c:v>
                </c:pt>
                <c:pt idx="3122">
                  <c:v>60.506999999999998</c:v>
                </c:pt>
                <c:pt idx="3123">
                  <c:v>60.497999999999998</c:v>
                </c:pt>
                <c:pt idx="3124">
                  <c:v>60.256999999999998</c:v>
                </c:pt>
                <c:pt idx="3125">
                  <c:v>60.006</c:v>
                </c:pt>
                <c:pt idx="3126">
                  <c:v>60.255000000000003</c:v>
                </c:pt>
                <c:pt idx="3127">
                  <c:v>60.747999999999998</c:v>
                </c:pt>
                <c:pt idx="3128">
                  <c:v>60.503999999999998</c:v>
                </c:pt>
                <c:pt idx="3129">
                  <c:v>60.999000000000002</c:v>
                </c:pt>
                <c:pt idx="3130">
                  <c:v>60.252000000000002</c:v>
                </c:pt>
                <c:pt idx="3131">
                  <c:v>59.25</c:v>
                </c:pt>
                <c:pt idx="3132">
                  <c:v>58.75</c:v>
                </c:pt>
                <c:pt idx="3133">
                  <c:v>58.247999999999998</c:v>
                </c:pt>
                <c:pt idx="3134">
                  <c:v>57.997999999999998</c:v>
                </c:pt>
                <c:pt idx="3135">
                  <c:v>57.500999999999998</c:v>
                </c:pt>
                <c:pt idx="3136">
                  <c:v>57.255000000000003</c:v>
                </c:pt>
                <c:pt idx="3137">
                  <c:v>56.996000000000002</c:v>
                </c:pt>
                <c:pt idx="3138">
                  <c:v>55.997999999999998</c:v>
                </c:pt>
                <c:pt idx="3139">
                  <c:v>56.249000000000002</c:v>
                </c:pt>
                <c:pt idx="3140">
                  <c:v>56.25</c:v>
                </c:pt>
                <c:pt idx="3141">
                  <c:v>56.753</c:v>
                </c:pt>
                <c:pt idx="3142">
                  <c:v>55.753</c:v>
                </c:pt>
                <c:pt idx="3143">
                  <c:v>55.243000000000002</c:v>
                </c:pt>
                <c:pt idx="3144">
                  <c:v>54.744</c:v>
                </c:pt>
                <c:pt idx="3145">
                  <c:v>53.746000000000002</c:v>
                </c:pt>
                <c:pt idx="3146">
                  <c:v>55.244999999999997</c:v>
                </c:pt>
                <c:pt idx="3147">
                  <c:v>54.997</c:v>
                </c:pt>
                <c:pt idx="3148">
                  <c:v>55.503999999999998</c:v>
                </c:pt>
                <c:pt idx="3149">
                  <c:v>54.756999999999998</c:v>
                </c:pt>
                <c:pt idx="3150">
                  <c:v>53.755000000000003</c:v>
                </c:pt>
                <c:pt idx="3151">
                  <c:v>52.756999999999998</c:v>
                </c:pt>
                <c:pt idx="3152">
                  <c:v>52.749000000000002</c:v>
                </c:pt>
                <c:pt idx="3153">
                  <c:v>53.253999999999998</c:v>
                </c:pt>
                <c:pt idx="3154">
                  <c:v>53.75</c:v>
                </c:pt>
                <c:pt idx="3155">
                  <c:v>54.747</c:v>
                </c:pt>
                <c:pt idx="3156">
                  <c:v>55.514000000000003</c:v>
                </c:pt>
                <c:pt idx="3157">
                  <c:v>55.256</c:v>
                </c:pt>
                <c:pt idx="3158">
                  <c:v>55.756</c:v>
                </c:pt>
                <c:pt idx="3159">
                  <c:v>55.006</c:v>
                </c:pt>
                <c:pt idx="3160">
                  <c:v>55.750999999999998</c:v>
                </c:pt>
                <c:pt idx="3161">
                  <c:v>55.758000000000003</c:v>
                </c:pt>
                <c:pt idx="3162">
                  <c:v>55.259</c:v>
                </c:pt>
                <c:pt idx="3163">
                  <c:v>53.744999999999997</c:v>
                </c:pt>
                <c:pt idx="3164">
                  <c:v>52.497999999999998</c:v>
                </c:pt>
                <c:pt idx="3165">
                  <c:v>52.744999999999997</c:v>
                </c:pt>
                <c:pt idx="3166">
                  <c:v>53.25</c:v>
                </c:pt>
                <c:pt idx="3167">
                  <c:v>53.250999999999998</c:v>
                </c:pt>
                <c:pt idx="3168">
                  <c:v>52.741</c:v>
                </c:pt>
                <c:pt idx="3169">
                  <c:v>53.244999999999997</c:v>
                </c:pt>
                <c:pt idx="3170">
                  <c:v>53.502000000000002</c:v>
                </c:pt>
                <c:pt idx="3171">
                  <c:v>54.494999999999997</c:v>
                </c:pt>
                <c:pt idx="3172">
                  <c:v>54.75</c:v>
                </c:pt>
                <c:pt idx="3173">
                  <c:v>55.003</c:v>
                </c:pt>
                <c:pt idx="3174">
                  <c:v>54.505000000000003</c:v>
                </c:pt>
                <c:pt idx="3175">
                  <c:v>53.744</c:v>
                </c:pt>
                <c:pt idx="3176">
                  <c:v>53.496000000000002</c:v>
                </c:pt>
                <c:pt idx="3177">
                  <c:v>52.747</c:v>
                </c:pt>
                <c:pt idx="3178">
                  <c:v>53.244999999999997</c:v>
                </c:pt>
                <c:pt idx="3179">
                  <c:v>53.002000000000002</c:v>
                </c:pt>
                <c:pt idx="3180">
                  <c:v>53.250999999999998</c:v>
                </c:pt>
                <c:pt idx="3181">
                  <c:v>53.747</c:v>
                </c:pt>
                <c:pt idx="3182">
                  <c:v>54.005000000000003</c:v>
                </c:pt>
                <c:pt idx="3183">
                  <c:v>54.000999999999998</c:v>
                </c:pt>
                <c:pt idx="3184">
                  <c:v>53.494</c:v>
                </c:pt>
                <c:pt idx="3185">
                  <c:v>53.503</c:v>
                </c:pt>
                <c:pt idx="3186">
                  <c:v>54.511000000000003</c:v>
                </c:pt>
                <c:pt idx="3187">
                  <c:v>55.496000000000002</c:v>
                </c:pt>
                <c:pt idx="3188">
                  <c:v>55.244999999999997</c:v>
                </c:pt>
                <c:pt idx="3189">
                  <c:v>54.997</c:v>
                </c:pt>
                <c:pt idx="3190">
                  <c:v>54.502000000000002</c:v>
                </c:pt>
                <c:pt idx="3191">
                  <c:v>54.255000000000003</c:v>
                </c:pt>
                <c:pt idx="3192">
                  <c:v>53.746000000000002</c:v>
                </c:pt>
                <c:pt idx="3193">
                  <c:v>54.003999999999998</c:v>
                </c:pt>
                <c:pt idx="3194">
                  <c:v>53.999000000000002</c:v>
                </c:pt>
                <c:pt idx="3195">
                  <c:v>54.244</c:v>
                </c:pt>
                <c:pt idx="3196">
                  <c:v>54.000999999999998</c:v>
                </c:pt>
                <c:pt idx="3197">
                  <c:v>53.244</c:v>
                </c:pt>
                <c:pt idx="3198">
                  <c:v>52.749000000000002</c:v>
                </c:pt>
                <c:pt idx="3199">
                  <c:v>52.756</c:v>
                </c:pt>
                <c:pt idx="3200">
                  <c:v>52.994</c:v>
                </c:pt>
                <c:pt idx="3201">
                  <c:v>52.996000000000002</c:v>
                </c:pt>
                <c:pt idx="3202">
                  <c:v>52.250999999999998</c:v>
                </c:pt>
                <c:pt idx="3203">
                  <c:v>52.25</c:v>
                </c:pt>
                <c:pt idx="3204">
                  <c:v>53.747</c:v>
                </c:pt>
                <c:pt idx="3205">
                  <c:v>53.497</c:v>
                </c:pt>
                <c:pt idx="3206">
                  <c:v>52.747</c:v>
                </c:pt>
                <c:pt idx="3207">
                  <c:v>52.497</c:v>
                </c:pt>
                <c:pt idx="3208">
                  <c:v>52.503999999999998</c:v>
                </c:pt>
                <c:pt idx="3209">
                  <c:v>53.006</c:v>
                </c:pt>
                <c:pt idx="3210">
                  <c:v>53.002000000000002</c:v>
                </c:pt>
                <c:pt idx="3211">
                  <c:v>52.003</c:v>
                </c:pt>
                <c:pt idx="3212">
                  <c:v>52.003</c:v>
                </c:pt>
                <c:pt idx="3213">
                  <c:v>50.5</c:v>
                </c:pt>
                <c:pt idx="3214">
                  <c:v>49.499000000000002</c:v>
                </c:pt>
                <c:pt idx="3215">
                  <c:v>49.497999999999998</c:v>
                </c:pt>
                <c:pt idx="3216">
                  <c:v>49.25</c:v>
                </c:pt>
                <c:pt idx="3217">
                  <c:v>49.281999999999996</c:v>
                </c:pt>
                <c:pt idx="3218">
                  <c:v>48.738999999999997</c:v>
                </c:pt>
                <c:pt idx="3219">
                  <c:v>48.494</c:v>
                </c:pt>
                <c:pt idx="3220">
                  <c:v>47.744</c:v>
                </c:pt>
                <c:pt idx="3221">
                  <c:v>47.743000000000002</c:v>
                </c:pt>
                <c:pt idx="3222">
                  <c:v>47.753999999999998</c:v>
                </c:pt>
                <c:pt idx="3223">
                  <c:v>46.499000000000002</c:v>
                </c:pt>
                <c:pt idx="3224">
                  <c:v>45.744999999999997</c:v>
                </c:pt>
                <c:pt idx="3225">
                  <c:v>45.249000000000002</c:v>
                </c:pt>
                <c:pt idx="3226">
                  <c:v>45.749000000000002</c:v>
                </c:pt>
                <c:pt idx="3227">
                  <c:v>48.75</c:v>
                </c:pt>
                <c:pt idx="3228">
                  <c:v>49.000999999999998</c:v>
                </c:pt>
                <c:pt idx="3229">
                  <c:v>48.999000000000002</c:v>
                </c:pt>
                <c:pt idx="3230">
                  <c:v>47.744</c:v>
                </c:pt>
                <c:pt idx="3231">
                  <c:v>46.741999999999997</c:v>
                </c:pt>
                <c:pt idx="3232">
                  <c:v>47</c:v>
                </c:pt>
                <c:pt idx="3233">
                  <c:v>47.383000000000003</c:v>
                </c:pt>
                <c:pt idx="3234">
                  <c:v>48.497</c:v>
                </c:pt>
                <c:pt idx="3235">
                  <c:v>49.000999999999998</c:v>
                </c:pt>
                <c:pt idx="3236">
                  <c:v>49.244999999999997</c:v>
                </c:pt>
                <c:pt idx="3237">
                  <c:v>48.753</c:v>
                </c:pt>
                <c:pt idx="3238">
                  <c:v>49.006999999999998</c:v>
                </c:pt>
                <c:pt idx="3239">
                  <c:v>49.006</c:v>
                </c:pt>
                <c:pt idx="3240">
                  <c:v>48.008000000000003</c:v>
                </c:pt>
                <c:pt idx="3241">
                  <c:v>47.756</c:v>
                </c:pt>
                <c:pt idx="3242">
                  <c:v>47.755000000000003</c:v>
                </c:pt>
                <c:pt idx="3243">
                  <c:v>48.002000000000002</c:v>
                </c:pt>
                <c:pt idx="3244">
                  <c:v>46.746000000000002</c:v>
                </c:pt>
                <c:pt idx="3245">
                  <c:v>46.256999999999998</c:v>
                </c:pt>
                <c:pt idx="3246">
                  <c:v>45.747999999999998</c:v>
                </c:pt>
                <c:pt idx="3247">
                  <c:v>45.747999999999998</c:v>
                </c:pt>
                <c:pt idx="3248">
                  <c:v>46.744999999999997</c:v>
                </c:pt>
                <c:pt idx="3249">
                  <c:v>48.116</c:v>
                </c:pt>
                <c:pt idx="3250">
                  <c:v>48.503</c:v>
                </c:pt>
                <c:pt idx="3251">
                  <c:v>48.753999999999998</c:v>
                </c:pt>
                <c:pt idx="3252">
                  <c:v>49.005000000000003</c:v>
                </c:pt>
                <c:pt idx="3253">
                  <c:v>49.744999999999997</c:v>
                </c:pt>
                <c:pt idx="3254">
                  <c:v>49.253999999999998</c:v>
                </c:pt>
                <c:pt idx="3255">
                  <c:v>48.875</c:v>
                </c:pt>
                <c:pt idx="3256">
                  <c:v>47.997999999999998</c:v>
                </c:pt>
                <c:pt idx="3257">
                  <c:v>48.497</c:v>
                </c:pt>
                <c:pt idx="3258">
                  <c:v>48.493000000000002</c:v>
                </c:pt>
                <c:pt idx="3259">
                  <c:v>50</c:v>
                </c:pt>
                <c:pt idx="3260">
                  <c:v>51</c:v>
                </c:pt>
                <c:pt idx="3261">
                  <c:v>52.749000000000002</c:v>
                </c:pt>
                <c:pt idx="3262">
                  <c:v>52.613</c:v>
                </c:pt>
                <c:pt idx="3263">
                  <c:v>52.253</c:v>
                </c:pt>
                <c:pt idx="3264">
                  <c:v>51.247999999999998</c:v>
                </c:pt>
                <c:pt idx="3265">
                  <c:v>49.752000000000002</c:v>
                </c:pt>
                <c:pt idx="3266">
                  <c:v>48.618000000000002</c:v>
                </c:pt>
                <c:pt idx="3267">
                  <c:v>48.747</c:v>
                </c:pt>
                <c:pt idx="3268">
                  <c:v>48.872999999999998</c:v>
                </c:pt>
                <c:pt idx="3269">
                  <c:v>49.993000000000002</c:v>
                </c:pt>
                <c:pt idx="3270">
                  <c:v>51.75</c:v>
                </c:pt>
                <c:pt idx="3271">
                  <c:v>52.253999999999998</c:v>
                </c:pt>
                <c:pt idx="3272">
                  <c:v>51.497</c:v>
                </c:pt>
                <c:pt idx="3273">
                  <c:v>49.750999999999998</c:v>
                </c:pt>
                <c:pt idx="3274">
                  <c:v>50.12</c:v>
                </c:pt>
                <c:pt idx="3275">
                  <c:v>51.122999999999998</c:v>
                </c:pt>
                <c:pt idx="3276">
                  <c:v>50.496000000000002</c:v>
                </c:pt>
                <c:pt idx="3277">
                  <c:v>51.005000000000003</c:v>
                </c:pt>
                <c:pt idx="3278">
                  <c:v>51.244</c:v>
                </c:pt>
                <c:pt idx="3279">
                  <c:v>52.247999999999998</c:v>
                </c:pt>
                <c:pt idx="3280">
                  <c:v>52.505000000000003</c:v>
                </c:pt>
                <c:pt idx="3281">
                  <c:v>53.75</c:v>
                </c:pt>
                <c:pt idx="3282">
                  <c:v>54.39</c:v>
                </c:pt>
                <c:pt idx="3283">
                  <c:v>54.756999999999998</c:v>
                </c:pt>
                <c:pt idx="3284">
                  <c:v>56.5</c:v>
                </c:pt>
                <c:pt idx="3285">
                  <c:v>56.255000000000003</c:v>
                </c:pt>
                <c:pt idx="3286">
                  <c:v>54.744999999999997</c:v>
                </c:pt>
                <c:pt idx="3287">
                  <c:v>53.746000000000002</c:v>
                </c:pt>
                <c:pt idx="3288">
                  <c:v>53.997</c:v>
                </c:pt>
                <c:pt idx="3289">
                  <c:v>54.249000000000002</c:v>
                </c:pt>
                <c:pt idx="3290">
                  <c:v>54.497999999999998</c:v>
                </c:pt>
                <c:pt idx="3291">
                  <c:v>54.752000000000002</c:v>
                </c:pt>
                <c:pt idx="3292">
                  <c:v>54.247999999999998</c:v>
                </c:pt>
                <c:pt idx="3293">
                  <c:v>53.500999999999998</c:v>
                </c:pt>
                <c:pt idx="3294">
                  <c:v>54</c:v>
                </c:pt>
                <c:pt idx="3295">
                  <c:v>53.502000000000002</c:v>
                </c:pt>
                <c:pt idx="3296">
                  <c:v>53.253999999999998</c:v>
                </c:pt>
                <c:pt idx="3297">
                  <c:v>51.752000000000002</c:v>
                </c:pt>
                <c:pt idx="3298">
                  <c:v>52.003999999999998</c:v>
                </c:pt>
                <c:pt idx="3299">
                  <c:v>52.994999999999997</c:v>
                </c:pt>
                <c:pt idx="3300">
                  <c:v>53.246000000000002</c:v>
                </c:pt>
                <c:pt idx="3301">
                  <c:v>52.747</c:v>
                </c:pt>
                <c:pt idx="3302">
                  <c:v>53.51</c:v>
                </c:pt>
                <c:pt idx="3303">
                  <c:v>53.246000000000002</c:v>
                </c:pt>
                <c:pt idx="3304">
                  <c:v>52.747999999999998</c:v>
                </c:pt>
                <c:pt idx="3305">
                  <c:v>53.125999999999998</c:v>
                </c:pt>
                <c:pt idx="3306">
                  <c:v>53.256999999999998</c:v>
                </c:pt>
                <c:pt idx="3307">
                  <c:v>53.747</c:v>
                </c:pt>
                <c:pt idx="3308">
                  <c:v>53.375</c:v>
                </c:pt>
                <c:pt idx="3309">
                  <c:v>53.625</c:v>
                </c:pt>
                <c:pt idx="3310">
                  <c:v>53.752000000000002</c:v>
                </c:pt>
                <c:pt idx="3311">
                  <c:v>53.753999999999998</c:v>
                </c:pt>
                <c:pt idx="3312">
                  <c:v>53.62</c:v>
                </c:pt>
                <c:pt idx="3313">
                  <c:v>53.624000000000002</c:v>
                </c:pt>
                <c:pt idx="3314">
                  <c:v>53.375999999999998</c:v>
                </c:pt>
                <c:pt idx="3315">
                  <c:v>52.994999999999997</c:v>
                </c:pt>
                <c:pt idx="3316">
                  <c:v>52.12</c:v>
                </c:pt>
                <c:pt idx="3317">
                  <c:v>51.884999999999998</c:v>
                </c:pt>
                <c:pt idx="3318">
                  <c:v>52.247</c:v>
                </c:pt>
                <c:pt idx="3319">
                  <c:v>52.505000000000003</c:v>
                </c:pt>
                <c:pt idx="3320">
                  <c:v>52.503999999999998</c:v>
                </c:pt>
                <c:pt idx="3321">
                  <c:v>52.253999999999998</c:v>
                </c:pt>
                <c:pt idx="3322">
                  <c:v>52.750999999999998</c:v>
                </c:pt>
                <c:pt idx="3323">
                  <c:v>53.500999999999998</c:v>
                </c:pt>
                <c:pt idx="3324">
                  <c:v>54.250999999999998</c:v>
                </c:pt>
                <c:pt idx="3325">
                  <c:v>54.003</c:v>
                </c:pt>
                <c:pt idx="3326">
                  <c:v>54.122</c:v>
                </c:pt>
                <c:pt idx="3327">
                  <c:v>53.881</c:v>
                </c:pt>
                <c:pt idx="3328">
                  <c:v>53.494999999999997</c:v>
                </c:pt>
                <c:pt idx="3329">
                  <c:v>53.755000000000003</c:v>
                </c:pt>
                <c:pt idx="3330">
                  <c:v>53.877000000000002</c:v>
                </c:pt>
                <c:pt idx="3331">
                  <c:v>53.625999999999998</c:v>
                </c:pt>
                <c:pt idx="3332">
                  <c:v>54.244</c:v>
                </c:pt>
                <c:pt idx="3333">
                  <c:v>54.003</c:v>
                </c:pt>
                <c:pt idx="3334">
                  <c:v>53.997</c:v>
                </c:pt>
                <c:pt idx="3335">
                  <c:v>54.005000000000003</c:v>
                </c:pt>
                <c:pt idx="3336">
                  <c:v>54.249000000000002</c:v>
                </c:pt>
                <c:pt idx="3337">
                  <c:v>54.244999999999997</c:v>
                </c:pt>
                <c:pt idx="3338">
                  <c:v>54.744999999999997</c:v>
                </c:pt>
                <c:pt idx="3339">
                  <c:v>55.997999999999998</c:v>
                </c:pt>
                <c:pt idx="3340">
                  <c:v>55.244999999999997</c:v>
                </c:pt>
                <c:pt idx="3341">
                  <c:v>55.246000000000002</c:v>
                </c:pt>
                <c:pt idx="3342">
                  <c:v>55.753999999999998</c:v>
                </c:pt>
                <c:pt idx="3343">
                  <c:v>55.499000000000002</c:v>
                </c:pt>
                <c:pt idx="3344">
                  <c:v>55.637999999999998</c:v>
                </c:pt>
                <c:pt idx="3345">
                  <c:v>55.755000000000003</c:v>
                </c:pt>
                <c:pt idx="3346">
                  <c:v>55.753999999999998</c:v>
                </c:pt>
                <c:pt idx="3347">
                  <c:v>56.502000000000002</c:v>
                </c:pt>
                <c:pt idx="3348">
                  <c:v>57.499000000000002</c:v>
                </c:pt>
                <c:pt idx="3349">
                  <c:v>61.865000000000002</c:v>
                </c:pt>
                <c:pt idx="3350">
                  <c:v>52.377000000000002</c:v>
                </c:pt>
                <c:pt idx="3351">
                  <c:v>57.494999999999997</c:v>
                </c:pt>
                <c:pt idx="3352">
                  <c:v>59.753999999999998</c:v>
                </c:pt>
                <c:pt idx="3353">
                  <c:v>60.75</c:v>
                </c:pt>
                <c:pt idx="3354">
                  <c:v>60.494999999999997</c:v>
                </c:pt>
                <c:pt idx="3355">
                  <c:v>62.680999999999997</c:v>
                </c:pt>
                <c:pt idx="3356">
                  <c:v>61.003</c:v>
                </c:pt>
                <c:pt idx="3357">
                  <c:v>59.755000000000003</c:v>
                </c:pt>
                <c:pt idx="3358">
                  <c:v>59.25</c:v>
                </c:pt>
                <c:pt idx="3359">
                  <c:v>58.493000000000002</c:v>
                </c:pt>
                <c:pt idx="3360">
                  <c:v>58.25</c:v>
                </c:pt>
                <c:pt idx="3361">
                  <c:v>60.244999999999997</c:v>
                </c:pt>
                <c:pt idx="3362">
                  <c:v>61.746000000000002</c:v>
                </c:pt>
                <c:pt idx="3363">
                  <c:v>62.247999999999998</c:v>
                </c:pt>
                <c:pt idx="3364">
                  <c:v>63.002000000000002</c:v>
                </c:pt>
                <c:pt idx="3365">
                  <c:v>62.505000000000003</c:v>
                </c:pt>
                <c:pt idx="3366">
                  <c:v>61.755000000000003</c:v>
                </c:pt>
                <c:pt idx="3367">
                  <c:v>62.247</c:v>
                </c:pt>
                <c:pt idx="3368">
                  <c:v>63.747</c:v>
                </c:pt>
                <c:pt idx="3369">
                  <c:v>63.247</c:v>
                </c:pt>
                <c:pt idx="3370">
                  <c:v>62.484000000000002</c:v>
                </c:pt>
                <c:pt idx="3371">
                  <c:v>63.247999999999998</c:v>
                </c:pt>
                <c:pt idx="3372">
                  <c:v>63.996000000000002</c:v>
                </c:pt>
                <c:pt idx="3373">
                  <c:v>63.999000000000002</c:v>
                </c:pt>
                <c:pt idx="3374">
                  <c:v>66.753</c:v>
                </c:pt>
                <c:pt idx="3375">
                  <c:v>67.242999999999995</c:v>
                </c:pt>
                <c:pt idx="3376">
                  <c:v>65.247</c:v>
                </c:pt>
                <c:pt idx="3377">
                  <c:v>64.754000000000005</c:v>
                </c:pt>
                <c:pt idx="3378">
                  <c:v>65.503</c:v>
                </c:pt>
                <c:pt idx="3379">
                  <c:v>66.492999999999995</c:v>
                </c:pt>
                <c:pt idx="3380">
                  <c:v>67.503</c:v>
                </c:pt>
                <c:pt idx="3381">
                  <c:v>66.753</c:v>
                </c:pt>
                <c:pt idx="3382">
                  <c:v>68.75</c:v>
                </c:pt>
                <c:pt idx="3383">
                  <c:v>68.744</c:v>
                </c:pt>
                <c:pt idx="3384">
                  <c:v>70.004000000000005</c:v>
                </c:pt>
                <c:pt idx="3385">
                  <c:v>70.747</c:v>
                </c:pt>
                <c:pt idx="3386">
                  <c:v>74.489999999999995</c:v>
                </c:pt>
                <c:pt idx="3387">
                  <c:v>75.741</c:v>
                </c:pt>
                <c:pt idx="3388">
                  <c:v>75.245999999999995</c:v>
                </c:pt>
                <c:pt idx="3389">
                  <c:v>74.004999999999995</c:v>
                </c:pt>
                <c:pt idx="3390">
                  <c:v>74.248000000000005</c:v>
                </c:pt>
                <c:pt idx="3391">
                  <c:v>72.747</c:v>
                </c:pt>
                <c:pt idx="3392">
                  <c:v>73.998999999999995</c:v>
                </c:pt>
                <c:pt idx="3393">
                  <c:v>72.998000000000005</c:v>
                </c:pt>
                <c:pt idx="3394">
                  <c:v>71.003</c:v>
                </c:pt>
                <c:pt idx="3395">
                  <c:v>66.753</c:v>
                </c:pt>
                <c:pt idx="3396">
                  <c:v>69.253</c:v>
                </c:pt>
                <c:pt idx="3397">
                  <c:v>70.998999999999995</c:v>
                </c:pt>
                <c:pt idx="3398">
                  <c:v>72.001000000000005</c:v>
                </c:pt>
                <c:pt idx="3399">
                  <c:v>73.747</c:v>
                </c:pt>
                <c:pt idx="3400">
                  <c:v>74.253</c:v>
                </c:pt>
                <c:pt idx="3401">
                  <c:v>78.251000000000005</c:v>
                </c:pt>
                <c:pt idx="3402">
                  <c:v>76</c:v>
                </c:pt>
                <c:pt idx="3403">
                  <c:v>76.244</c:v>
                </c:pt>
                <c:pt idx="3404">
                  <c:v>74.248999999999995</c:v>
                </c:pt>
                <c:pt idx="3405">
                  <c:v>71.251999999999995</c:v>
                </c:pt>
                <c:pt idx="3406">
                  <c:v>70.503</c:v>
                </c:pt>
                <c:pt idx="3407">
                  <c:v>66.251000000000005</c:v>
                </c:pt>
                <c:pt idx="3408">
                  <c:v>66.503</c:v>
                </c:pt>
                <c:pt idx="3409">
                  <c:v>71.007999999999996</c:v>
                </c:pt>
                <c:pt idx="3410">
                  <c:v>70.251999999999995</c:v>
                </c:pt>
                <c:pt idx="3411">
                  <c:v>71.013000000000005</c:v>
                </c:pt>
                <c:pt idx="3412">
                  <c:v>69.775999999999996</c:v>
                </c:pt>
                <c:pt idx="3413">
                  <c:v>70.004999999999995</c:v>
                </c:pt>
                <c:pt idx="3414">
                  <c:v>70.248999999999995</c:v>
                </c:pt>
                <c:pt idx="3415">
                  <c:v>68</c:v>
                </c:pt>
                <c:pt idx="3416">
                  <c:v>66.001999999999995</c:v>
                </c:pt>
                <c:pt idx="3417">
                  <c:v>65.497</c:v>
                </c:pt>
                <c:pt idx="3418">
                  <c:v>65.995000000000005</c:v>
                </c:pt>
                <c:pt idx="3419">
                  <c:v>65.251000000000005</c:v>
                </c:pt>
                <c:pt idx="3420">
                  <c:v>65.281000000000006</c:v>
                </c:pt>
                <c:pt idx="3421">
                  <c:v>67.251000000000005</c:v>
                </c:pt>
                <c:pt idx="3422">
                  <c:v>68.003</c:v>
                </c:pt>
                <c:pt idx="3423">
                  <c:v>64.247</c:v>
                </c:pt>
                <c:pt idx="3424">
                  <c:v>61.247</c:v>
                </c:pt>
                <c:pt idx="3425">
                  <c:v>64.75</c:v>
                </c:pt>
                <c:pt idx="3426">
                  <c:v>64.501999999999995</c:v>
                </c:pt>
                <c:pt idx="3427">
                  <c:v>65.245000000000005</c:v>
                </c:pt>
                <c:pt idx="3428">
                  <c:v>65.751999999999995</c:v>
                </c:pt>
                <c:pt idx="3429">
                  <c:v>64.748999999999995</c:v>
                </c:pt>
                <c:pt idx="3430">
                  <c:v>62.747</c:v>
                </c:pt>
                <c:pt idx="3431">
                  <c:v>62.497999999999998</c:v>
                </c:pt>
                <c:pt idx="3432">
                  <c:v>63.003999999999998</c:v>
                </c:pt>
                <c:pt idx="3433">
                  <c:v>62.255000000000003</c:v>
                </c:pt>
                <c:pt idx="3434">
                  <c:v>61.755000000000003</c:v>
                </c:pt>
                <c:pt idx="3435">
                  <c:v>62.253999999999998</c:v>
                </c:pt>
                <c:pt idx="3436">
                  <c:v>62.981999999999999</c:v>
                </c:pt>
                <c:pt idx="3437">
                  <c:v>62.496000000000002</c:v>
                </c:pt>
                <c:pt idx="3438">
                  <c:v>61.997</c:v>
                </c:pt>
                <c:pt idx="3439">
                  <c:v>60.747999999999998</c:v>
                </c:pt>
                <c:pt idx="3440">
                  <c:v>61.75</c:v>
                </c:pt>
                <c:pt idx="3441">
                  <c:v>63.003</c:v>
                </c:pt>
                <c:pt idx="3442">
                  <c:v>63.003</c:v>
                </c:pt>
                <c:pt idx="3443">
                  <c:v>63.753</c:v>
                </c:pt>
                <c:pt idx="3444">
                  <c:v>64.506</c:v>
                </c:pt>
                <c:pt idx="3445">
                  <c:v>64.5</c:v>
                </c:pt>
                <c:pt idx="3446">
                  <c:v>63.747999999999998</c:v>
                </c:pt>
                <c:pt idx="3447">
                  <c:v>62.5</c:v>
                </c:pt>
                <c:pt idx="3448">
                  <c:v>62.247999999999998</c:v>
                </c:pt>
                <c:pt idx="3449">
                  <c:v>62.244999999999997</c:v>
                </c:pt>
                <c:pt idx="3450">
                  <c:v>64.006</c:v>
                </c:pt>
                <c:pt idx="3451">
                  <c:v>62.752000000000002</c:v>
                </c:pt>
                <c:pt idx="3452">
                  <c:v>63.755000000000003</c:v>
                </c:pt>
                <c:pt idx="3453">
                  <c:v>63.75</c:v>
                </c:pt>
                <c:pt idx="3454">
                  <c:v>65.003</c:v>
                </c:pt>
                <c:pt idx="3455">
                  <c:v>68.004999999999995</c:v>
                </c:pt>
                <c:pt idx="3456">
                  <c:v>70.247</c:v>
                </c:pt>
                <c:pt idx="3457">
                  <c:v>71.503</c:v>
                </c:pt>
                <c:pt idx="3458">
                  <c:v>73.497</c:v>
                </c:pt>
                <c:pt idx="3459">
                  <c:v>76.006</c:v>
                </c:pt>
                <c:pt idx="3460">
                  <c:v>74.917000000000002</c:v>
                </c:pt>
                <c:pt idx="3461">
                  <c:v>73.745000000000005</c:v>
                </c:pt>
                <c:pt idx="3462">
                  <c:v>71.495000000000005</c:v>
                </c:pt>
                <c:pt idx="3463">
                  <c:v>73.503</c:v>
                </c:pt>
                <c:pt idx="3464">
                  <c:v>73.753</c:v>
                </c:pt>
                <c:pt idx="3465">
                  <c:v>77.251999999999995</c:v>
                </c:pt>
                <c:pt idx="3466">
                  <c:v>80.503</c:v>
                </c:pt>
                <c:pt idx="3467">
                  <c:v>81.680000000000007</c:v>
                </c:pt>
                <c:pt idx="3468">
                  <c:v>76.244</c:v>
                </c:pt>
                <c:pt idx="3469">
                  <c:v>71.248000000000005</c:v>
                </c:pt>
                <c:pt idx="3470">
                  <c:v>70.262</c:v>
                </c:pt>
                <c:pt idx="3471">
                  <c:v>67.995999999999995</c:v>
                </c:pt>
                <c:pt idx="3472">
                  <c:v>67.248999999999995</c:v>
                </c:pt>
                <c:pt idx="3473">
                  <c:v>65.375</c:v>
                </c:pt>
                <c:pt idx="3474">
                  <c:v>67.501999999999995</c:v>
                </c:pt>
                <c:pt idx="3475">
                  <c:v>68.253</c:v>
                </c:pt>
                <c:pt idx="3476">
                  <c:v>68.004999999999995</c:v>
                </c:pt>
                <c:pt idx="3477">
                  <c:v>67.245000000000005</c:v>
                </c:pt>
                <c:pt idx="3478">
                  <c:v>72.003</c:v>
                </c:pt>
                <c:pt idx="3479">
                  <c:v>72.498000000000005</c:v>
                </c:pt>
                <c:pt idx="3480">
                  <c:v>74</c:v>
                </c:pt>
                <c:pt idx="3481">
                  <c:v>69.998999999999995</c:v>
                </c:pt>
                <c:pt idx="3482">
                  <c:v>65.885999999999996</c:v>
                </c:pt>
                <c:pt idx="3483">
                  <c:v>68.504999999999995</c:v>
                </c:pt>
                <c:pt idx="3484">
                  <c:v>67.503</c:v>
                </c:pt>
                <c:pt idx="3485">
                  <c:v>63.750999999999998</c:v>
                </c:pt>
                <c:pt idx="3486">
                  <c:v>64.003</c:v>
                </c:pt>
                <c:pt idx="3487">
                  <c:v>64.494</c:v>
                </c:pt>
                <c:pt idx="3488">
                  <c:v>65.001999999999995</c:v>
                </c:pt>
                <c:pt idx="3489">
                  <c:v>65.5</c:v>
                </c:pt>
                <c:pt idx="3490">
                  <c:v>65.75</c:v>
                </c:pt>
                <c:pt idx="3491">
                  <c:v>66.757999999999996</c:v>
                </c:pt>
                <c:pt idx="3492">
                  <c:v>64.745999999999995</c:v>
                </c:pt>
                <c:pt idx="3493">
                  <c:v>63.747</c:v>
                </c:pt>
                <c:pt idx="3494">
                  <c:v>63.747999999999998</c:v>
                </c:pt>
                <c:pt idx="3495">
                  <c:v>64.744</c:v>
                </c:pt>
                <c:pt idx="3496">
                  <c:v>62.994999999999997</c:v>
                </c:pt>
                <c:pt idx="3497">
                  <c:v>61.746000000000002</c:v>
                </c:pt>
                <c:pt idx="3498">
                  <c:v>60.499000000000002</c:v>
                </c:pt>
                <c:pt idx="3499">
                  <c:v>62</c:v>
                </c:pt>
                <c:pt idx="3500">
                  <c:v>61.494</c:v>
                </c:pt>
                <c:pt idx="3501">
                  <c:v>60.746000000000002</c:v>
                </c:pt>
                <c:pt idx="3502">
                  <c:v>58.997999999999998</c:v>
                </c:pt>
                <c:pt idx="3503">
                  <c:v>57.75</c:v>
                </c:pt>
                <c:pt idx="3504">
                  <c:v>60.505000000000003</c:v>
                </c:pt>
                <c:pt idx="3505">
                  <c:v>61.253999999999998</c:v>
                </c:pt>
                <c:pt idx="3506">
                  <c:v>61.965000000000003</c:v>
                </c:pt>
                <c:pt idx="3507">
                  <c:v>61.494</c:v>
                </c:pt>
                <c:pt idx="3508">
                  <c:v>60.5</c:v>
                </c:pt>
                <c:pt idx="3509">
                  <c:v>63.502000000000002</c:v>
                </c:pt>
                <c:pt idx="3510">
                  <c:v>60.499000000000002</c:v>
                </c:pt>
                <c:pt idx="3511">
                  <c:v>59.747999999999998</c:v>
                </c:pt>
                <c:pt idx="3512">
                  <c:v>59.255000000000003</c:v>
                </c:pt>
                <c:pt idx="3513">
                  <c:v>62.499000000000002</c:v>
                </c:pt>
                <c:pt idx="3514">
                  <c:v>62.746000000000002</c:v>
                </c:pt>
                <c:pt idx="3515">
                  <c:v>62.997999999999998</c:v>
                </c:pt>
                <c:pt idx="3516">
                  <c:v>63.247999999999998</c:v>
                </c:pt>
                <c:pt idx="3517">
                  <c:v>63.744</c:v>
                </c:pt>
                <c:pt idx="3518">
                  <c:v>64.248000000000005</c:v>
                </c:pt>
                <c:pt idx="3519">
                  <c:v>65.994</c:v>
                </c:pt>
                <c:pt idx="3520">
                  <c:v>66.753</c:v>
                </c:pt>
                <c:pt idx="3521">
                  <c:v>67.747</c:v>
                </c:pt>
                <c:pt idx="3522">
                  <c:v>68.247</c:v>
                </c:pt>
                <c:pt idx="3523">
                  <c:v>68.997</c:v>
                </c:pt>
                <c:pt idx="3524">
                  <c:v>74.504999999999995</c:v>
                </c:pt>
                <c:pt idx="3525">
                  <c:v>72.941000000000003</c:v>
                </c:pt>
                <c:pt idx="3526">
                  <c:v>76.001999999999995</c:v>
                </c:pt>
                <c:pt idx="3527">
                  <c:v>73.003</c:v>
                </c:pt>
                <c:pt idx="3528">
                  <c:v>71.001000000000005</c:v>
                </c:pt>
                <c:pt idx="3529">
                  <c:v>76.004999999999995</c:v>
                </c:pt>
                <c:pt idx="3530">
                  <c:v>74.75</c:v>
                </c:pt>
                <c:pt idx="3531">
                  <c:v>70.510999999999996</c:v>
                </c:pt>
                <c:pt idx="3532">
                  <c:v>68.759</c:v>
                </c:pt>
                <c:pt idx="3533">
                  <c:v>69.998999999999995</c:v>
                </c:pt>
                <c:pt idx="3534">
                  <c:v>70.507000000000005</c:v>
                </c:pt>
                <c:pt idx="3535">
                  <c:v>70.504999999999995</c:v>
                </c:pt>
                <c:pt idx="3536">
                  <c:v>74.495999999999995</c:v>
                </c:pt>
                <c:pt idx="3537">
                  <c:v>79.744</c:v>
                </c:pt>
                <c:pt idx="3538">
                  <c:v>89</c:v>
                </c:pt>
                <c:pt idx="3539">
                  <c:v>86.754999999999995</c:v>
                </c:pt>
                <c:pt idx="3540">
                  <c:v>86.5</c:v>
                </c:pt>
                <c:pt idx="3541">
                  <c:v>78.503</c:v>
                </c:pt>
                <c:pt idx="3542">
                  <c:v>74.747</c:v>
                </c:pt>
                <c:pt idx="3543">
                  <c:v>71.805000000000007</c:v>
                </c:pt>
                <c:pt idx="3544">
                  <c:v>70.754999999999995</c:v>
                </c:pt>
                <c:pt idx="3545">
                  <c:v>63.244</c:v>
                </c:pt>
                <c:pt idx="3546">
                  <c:v>63.25</c:v>
                </c:pt>
                <c:pt idx="3547">
                  <c:v>59.502000000000002</c:v>
                </c:pt>
                <c:pt idx="3548">
                  <c:v>62.232999999999997</c:v>
                </c:pt>
                <c:pt idx="3549">
                  <c:v>62.5</c:v>
                </c:pt>
                <c:pt idx="3550">
                  <c:v>63.006</c:v>
                </c:pt>
                <c:pt idx="3551">
                  <c:v>64.754999999999995</c:v>
                </c:pt>
                <c:pt idx="3552">
                  <c:v>66.515000000000001</c:v>
                </c:pt>
                <c:pt idx="3553">
                  <c:v>67.754000000000005</c:v>
                </c:pt>
                <c:pt idx="3554">
                  <c:v>65.003</c:v>
                </c:pt>
                <c:pt idx="3555">
                  <c:v>64.247</c:v>
                </c:pt>
                <c:pt idx="3556">
                  <c:v>66.506</c:v>
                </c:pt>
                <c:pt idx="3557">
                  <c:v>67.75</c:v>
                </c:pt>
                <c:pt idx="3558">
                  <c:v>62.503999999999998</c:v>
                </c:pt>
                <c:pt idx="3559">
                  <c:v>62.250999999999998</c:v>
                </c:pt>
                <c:pt idx="3560">
                  <c:v>64.747</c:v>
                </c:pt>
                <c:pt idx="3561">
                  <c:v>64.997</c:v>
                </c:pt>
                <c:pt idx="3562">
                  <c:v>64.004999999999995</c:v>
                </c:pt>
                <c:pt idx="3563">
                  <c:v>64.25</c:v>
                </c:pt>
                <c:pt idx="3564">
                  <c:v>67.503</c:v>
                </c:pt>
                <c:pt idx="3565">
                  <c:v>69.998000000000005</c:v>
                </c:pt>
                <c:pt idx="3566">
                  <c:v>72.744</c:v>
                </c:pt>
                <c:pt idx="3567">
                  <c:v>69.75</c:v>
                </c:pt>
                <c:pt idx="3568">
                  <c:v>66.497</c:v>
                </c:pt>
                <c:pt idx="3569">
                  <c:v>64.997</c:v>
                </c:pt>
                <c:pt idx="3570">
                  <c:v>63.003</c:v>
                </c:pt>
                <c:pt idx="3571">
                  <c:v>63.749000000000002</c:v>
                </c:pt>
                <c:pt idx="3572">
                  <c:v>65.254000000000005</c:v>
                </c:pt>
                <c:pt idx="3573">
                  <c:v>63.747999999999998</c:v>
                </c:pt>
                <c:pt idx="3574">
                  <c:v>62.997999999999998</c:v>
                </c:pt>
                <c:pt idx="3575">
                  <c:v>62.5</c:v>
                </c:pt>
                <c:pt idx="3576">
                  <c:v>61.250999999999998</c:v>
                </c:pt>
                <c:pt idx="3577">
                  <c:v>60.994999999999997</c:v>
                </c:pt>
                <c:pt idx="3578">
                  <c:v>61.25</c:v>
                </c:pt>
                <c:pt idx="3579">
                  <c:v>60.997999999999998</c:v>
                </c:pt>
                <c:pt idx="3580">
                  <c:v>61.997999999999998</c:v>
                </c:pt>
                <c:pt idx="3581">
                  <c:v>61.000999999999998</c:v>
                </c:pt>
                <c:pt idx="3582">
                  <c:v>58.746000000000002</c:v>
                </c:pt>
                <c:pt idx="3583">
                  <c:v>60.247</c:v>
                </c:pt>
                <c:pt idx="3584">
                  <c:v>60.002000000000002</c:v>
                </c:pt>
                <c:pt idx="3585">
                  <c:v>63.503</c:v>
                </c:pt>
                <c:pt idx="3586">
                  <c:v>62.75</c:v>
                </c:pt>
                <c:pt idx="3587">
                  <c:v>59.005000000000003</c:v>
                </c:pt>
                <c:pt idx="3588">
                  <c:v>58.503</c:v>
                </c:pt>
                <c:pt idx="3589">
                  <c:v>57.256</c:v>
                </c:pt>
                <c:pt idx="3590">
                  <c:v>58.250999999999998</c:v>
                </c:pt>
                <c:pt idx="3591">
                  <c:v>59.249000000000002</c:v>
                </c:pt>
                <c:pt idx="3592">
                  <c:v>61.002000000000002</c:v>
                </c:pt>
                <c:pt idx="3593">
                  <c:v>61.476999999999997</c:v>
                </c:pt>
                <c:pt idx="3594">
                  <c:v>63.487000000000002</c:v>
                </c:pt>
                <c:pt idx="3595">
                  <c:v>63.982999999999997</c:v>
                </c:pt>
                <c:pt idx="3596">
                  <c:v>65.006</c:v>
                </c:pt>
                <c:pt idx="3597">
                  <c:v>64.504999999999995</c:v>
                </c:pt>
                <c:pt idx="3598">
                  <c:v>64.495999999999995</c:v>
                </c:pt>
                <c:pt idx="3599">
                  <c:v>65.248999999999995</c:v>
                </c:pt>
                <c:pt idx="3600">
                  <c:v>67.498000000000005</c:v>
                </c:pt>
                <c:pt idx="3601">
                  <c:v>73.001000000000005</c:v>
                </c:pt>
                <c:pt idx="3602">
                  <c:v>75</c:v>
                </c:pt>
                <c:pt idx="3603">
                  <c:v>74.242999999999995</c:v>
                </c:pt>
                <c:pt idx="3604">
                  <c:v>74.751999999999995</c:v>
                </c:pt>
                <c:pt idx="3605">
                  <c:v>70.25</c:v>
                </c:pt>
                <c:pt idx="3606">
                  <c:v>69.822999999999993</c:v>
                </c:pt>
                <c:pt idx="3607">
                  <c:v>70.501000000000005</c:v>
                </c:pt>
                <c:pt idx="3608">
                  <c:v>70.747</c:v>
                </c:pt>
                <c:pt idx="3609">
                  <c:v>68.248999999999995</c:v>
                </c:pt>
                <c:pt idx="3610">
                  <c:v>65.997</c:v>
                </c:pt>
                <c:pt idx="3611">
                  <c:v>64.501999999999995</c:v>
                </c:pt>
                <c:pt idx="3612">
                  <c:v>68.745999999999995</c:v>
                </c:pt>
                <c:pt idx="3613">
                  <c:v>70.997</c:v>
                </c:pt>
                <c:pt idx="3614">
                  <c:v>70.747</c:v>
                </c:pt>
                <c:pt idx="3615">
                  <c:v>69.244</c:v>
                </c:pt>
                <c:pt idx="3616">
                  <c:v>70.522999999999996</c:v>
                </c:pt>
                <c:pt idx="3617">
                  <c:v>70.998999999999995</c:v>
                </c:pt>
                <c:pt idx="3618">
                  <c:v>70.001999999999995</c:v>
                </c:pt>
                <c:pt idx="3619">
                  <c:v>71.497</c:v>
                </c:pt>
                <c:pt idx="3620">
                  <c:v>72.756</c:v>
                </c:pt>
                <c:pt idx="3621">
                  <c:v>75.674000000000007</c:v>
                </c:pt>
                <c:pt idx="3622">
                  <c:v>78.257000000000005</c:v>
                </c:pt>
                <c:pt idx="3623">
                  <c:v>74.753</c:v>
                </c:pt>
                <c:pt idx="3624">
                  <c:v>70.503</c:v>
                </c:pt>
                <c:pt idx="3625">
                  <c:v>71.504999999999995</c:v>
                </c:pt>
                <c:pt idx="3626">
                  <c:v>68.006</c:v>
                </c:pt>
                <c:pt idx="3627">
                  <c:v>69.495999999999995</c:v>
                </c:pt>
                <c:pt idx="3628">
                  <c:v>69.004999999999995</c:v>
                </c:pt>
                <c:pt idx="3629">
                  <c:v>69.25</c:v>
                </c:pt>
                <c:pt idx="3630">
                  <c:v>75.494</c:v>
                </c:pt>
                <c:pt idx="3631">
                  <c:v>76.753</c:v>
                </c:pt>
                <c:pt idx="3632">
                  <c:v>74.248999999999995</c:v>
                </c:pt>
                <c:pt idx="3633">
                  <c:v>73.253</c:v>
                </c:pt>
                <c:pt idx="3634">
                  <c:v>70.244</c:v>
                </c:pt>
                <c:pt idx="3635">
                  <c:v>68.489999999999995</c:v>
                </c:pt>
                <c:pt idx="3636">
                  <c:v>69.492999999999995</c:v>
                </c:pt>
                <c:pt idx="3637">
                  <c:v>69.733999999999995</c:v>
                </c:pt>
                <c:pt idx="3638">
                  <c:v>69.736999999999995</c:v>
                </c:pt>
                <c:pt idx="3639">
                  <c:v>67.745000000000005</c:v>
                </c:pt>
                <c:pt idx="3640">
                  <c:v>70.754000000000005</c:v>
                </c:pt>
                <c:pt idx="3641">
                  <c:v>71.997</c:v>
                </c:pt>
                <c:pt idx="3642">
                  <c:v>74.753</c:v>
                </c:pt>
                <c:pt idx="3643">
                  <c:v>73.498000000000005</c:v>
                </c:pt>
                <c:pt idx="3644">
                  <c:v>74</c:v>
                </c:pt>
                <c:pt idx="3645">
                  <c:v>75.251000000000005</c:v>
                </c:pt>
                <c:pt idx="3646">
                  <c:v>74.004000000000005</c:v>
                </c:pt>
                <c:pt idx="3647">
                  <c:v>73.753</c:v>
                </c:pt>
                <c:pt idx="3648">
                  <c:v>72.998000000000005</c:v>
                </c:pt>
                <c:pt idx="3649">
                  <c:v>71.753</c:v>
                </c:pt>
                <c:pt idx="3650">
                  <c:v>73.004000000000005</c:v>
                </c:pt>
                <c:pt idx="3651">
                  <c:v>74.248000000000005</c:v>
                </c:pt>
                <c:pt idx="3652">
                  <c:v>76.754999999999995</c:v>
                </c:pt>
                <c:pt idx="3653">
                  <c:v>74.751000000000005</c:v>
                </c:pt>
                <c:pt idx="3654">
                  <c:v>71.501999999999995</c:v>
                </c:pt>
                <c:pt idx="3655">
                  <c:v>70.754000000000005</c:v>
                </c:pt>
                <c:pt idx="3656">
                  <c:v>71.253</c:v>
                </c:pt>
                <c:pt idx="3657">
                  <c:v>73.745999999999995</c:v>
                </c:pt>
                <c:pt idx="3658">
                  <c:v>71.763999999999996</c:v>
                </c:pt>
                <c:pt idx="3659">
                  <c:v>70.516999999999996</c:v>
                </c:pt>
                <c:pt idx="3660">
                  <c:v>69.001999999999995</c:v>
                </c:pt>
                <c:pt idx="3661">
                  <c:v>67.674999999999997</c:v>
                </c:pt>
                <c:pt idx="3662">
                  <c:v>69.501999999999995</c:v>
                </c:pt>
                <c:pt idx="3663">
                  <c:v>69.756</c:v>
                </c:pt>
                <c:pt idx="3664">
                  <c:v>68.253</c:v>
                </c:pt>
                <c:pt idx="3665">
                  <c:v>68.248999999999995</c:v>
                </c:pt>
                <c:pt idx="3666">
                  <c:v>60.497</c:v>
                </c:pt>
                <c:pt idx="3667">
                  <c:v>62.5</c:v>
                </c:pt>
                <c:pt idx="3668">
                  <c:v>60.503</c:v>
                </c:pt>
                <c:pt idx="3669">
                  <c:v>59.476999999999997</c:v>
                </c:pt>
                <c:pt idx="3670">
                  <c:v>61.494999999999997</c:v>
                </c:pt>
                <c:pt idx="3671">
                  <c:v>61.500999999999998</c:v>
                </c:pt>
                <c:pt idx="3672">
                  <c:v>63.246000000000002</c:v>
                </c:pt>
                <c:pt idx="3673">
                  <c:v>67.753</c:v>
                </c:pt>
                <c:pt idx="3674">
                  <c:v>67.751999999999995</c:v>
                </c:pt>
                <c:pt idx="3675">
                  <c:v>66.245000000000005</c:v>
                </c:pt>
                <c:pt idx="3676">
                  <c:v>67.748999999999995</c:v>
                </c:pt>
                <c:pt idx="3677">
                  <c:v>70.501000000000005</c:v>
                </c:pt>
                <c:pt idx="3678">
                  <c:v>75.501000000000005</c:v>
                </c:pt>
                <c:pt idx="3679">
                  <c:v>70.745000000000005</c:v>
                </c:pt>
                <c:pt idx="3680">
                  <c:v>67.47</c:v>
                </c:pt>
                <c:pt idx="3681">
                  <c:v>64.001000000000005</c:v>
                </c:pt>
                <c:pt idx="3682">
                  <c:v>66.753</c:v>
                </c:pt>
                <c:pt idx="3683">
                  <c:v>66.251999999999995</c:v>
                </c:pt>
                <c:pt idx="3684">
                  <c:v>70.001000000000005</c:v>
                </c:pt>
                <c:pt idx="3685">
                  <c:v>66.247</c:v>
                </c:pt>
                <c:pt idx="3686">
                  <c:v>63.747</c:v>
                </c:pt>
                <c:pt idx="3687">
                  <c:v>61.249000000000002</c:v>
                </c:pt>
                <c:pt idx="3688">
                  <c:v>52.253999999999998</c:v>
                </c:pt>
                <c:pt idx="3689">
                  <c:v>57.997999999999998</c:v>
                </c:pt>
                <c:pt idx="3690">
                  <c:v>58.676000000000002</c:v>
                </c:pt>
                <c:pt idx="3691">
                  <c:v>58.756999999999998</c:v>
                </c:pt>
                <c:pt idx="3692">
                  <c:v>59.003999999999998</c:v>
                </c:pt>
                <c:pt idx="3693">
                  <c:v>58.25</c:v>
                </c:pt>
                <c:pt idx="3694">
                  <c:v>54.494999999999997</c:v>
                </c:pt>
                <c:pt idx="3695">
                  <c:v>46.502000000000002</c:v>
                </c:pt>
                <c:pt idx="3696">
                  <c:v>39.002000000000002</c:v>
                </c:pt>
                <c:pt idx="3697">
                  <c:v>41.5</c:v>
                </c:pt>
                <c:pt idx="3698">
                  <c:v>39.994</c:v>
                </c:pt>
                <c:pt idx="3699">
                  <c:v>47.500999999999998</c:v>
                </c:pt>
                <c:pt idx="3700">
                  <c:v>48.746000000000002</c:v>
                </c:pt>
                <c:pt idx="3701">
                  <c:v>52.762999999999998</c:v>
                </c:pt>
                <c:pt idx="3702">
                  <c:v>49.503</c:v>
                </c:pt>
                <c:pt idx="3703">
                  <c:v>48.246000000000002</c:v>
                </c:pt>
                <c:pt idx="3704">
                  <c:v>49.005000000000003</c:v>
                </c:pt>
                <c:pt idx="3705">
                  <c:v>52.755000000000003</c:v>
                </c:pt>
                <c:pt idx="3706">
                  <c:v>49.744</c:v>
                </c:pt>
                <c:pt idx="3707">
                  <c:v>40.5</c:v>
                </c:pt>
                <c:pt idx="3708">
                  <c:v>42.5</c:v>
                </c:pt>
                <c:pt idx="3709">
                  <c:v>41.244</c:v>
                </c:pt>
                <c:pt idx="3710">
                  <c:v>41.249000000000002</c:v>
                </c:pt>
                <c:pt idx="3711">
                  <c:v>36.997999999999998</c:v>
                </c:pt>
                <c:pt idx="3712">
                  <c:v>31.751000000000001</c:v>
                </c:pt>
                <c:pt idx="3713">
                  <c:v>33.256</c:v>
                </c:pt>
                <c:pt idx="3714">
                  <c:v>32.497</c:v>
                </c:pt>
                <c:pt idx="3715">
                  <c:v>31.994</c:v>
                </c:pt>
                <c:pt idx="3716">
                  <c:v>25.497</c:v>
                </c:pt>
                <c:pt idx="3717">
                  <c:v>14.744</c:v>
                </c:pt>
                <c:pt idx="3718">
                  <c:v>22.254000000000001</c:v>
                </c:pt>
                <c:pt idx="3719">
                  <c:v>22.748999999999999</c:v>
                </c:pt>
                <c:pt idx="3720">
                  <c:v>14.747999999999999</c:v>
                </c:pt>
                <c:pt idx="3721">
                  <c:v>19.501999999999999</c:v>
                </c:pt>
                <c:pt idx="3722">
                  <c:v>19.495999999999999</c:v>
                </c:pt>
                <c:pt idx="3723">
                  <c:v>21.003</c:v>
                </c:pt>
                <c:pt idx="3724">
                  <c:v>22.995999999999999</c:v>
                </c:pt>
                <c:pt idx="3725">
                  <c:v>28.504000000000001</c:v>
                </c:pt>
                <c:pt idx="3726">
                  <c:v>32.247999999999998</c:v>
                </c:pt>
                <c:pt idx="3727">
                  <c:v>28.494</c:v>
                </c:pt>
                <c:pt idx="3728">
                  <c:v>26.004000000000001</c:v>
                </c:pt>
                <c:pt idx="3729">
                  <c:v>30.753</c:v>
                </c:pt>
                <c:pt idx="3730">
                  <c:v>25.253</c:v>
                </c:pt>
                <c:pt idx="3731">
                  <c:v>20.024000000000001</c:v>
                </c:pt>
                <c:pt idx="3732">
                  <c:v>19.5</c:v>
                </c:pt>
                <c:pt idx="3733">
                  <c:v>22.495999999999999</c:v>
                </c:pt>
                <c:pt idx="3734">
                  <c:v>17.497</c:v>
                </c:pt>
                <c:pt idx="3735">
                  <c:v>17.501000000000001</c:v>
                </c:pt>
                <c:pt idx="3736">
                  <c:v>22.745000000000001</c:v>
                </c:pt>
                <c:pt idx="3737">
                  <c:v>28.495999999999999</c:v>
                </c:pt>
                <c:pt idx="3738">
                  <c:v>32.752000000000002</c:v>
                </c:pt>
                <c:pt idx="3739">
                  <c:v>34.25</c:v>
                </c:pt>
                <c:pt idx="3740">
                  <c:v>36.756999999999998</c:v>
                </c:pt>
                <c:pt idx="3741">
                  <c:v>38.76</c:v>
                </c:pt>
                <c:pt idx="3742">
                  <c:v>37.761000000000003</c:v>
                </c:pt>
                <c:pt idx="3743">
                  <c:v>38.747</c:v>
                </c:pt>
                <c:pt idx="3744">
                  <c:v>34.997999999999998</c:v>
                </c:pt>
                <c:pt idx="3745">
                  <c:v>38.5</c:v>
                </c:pt>
                <c:pt idx="3746">
                  <c:v>36.746000000000002</c:v>
                </c:pt>
                <c:pt idx="3747">
                  <c:v>27.995000000000001</c:v>
                </c:pt>
                <c:pt idx="3748">
                  <c:v>20.994</c:v>
                </c:pt>
                <c:pt idx="3749">
                  <c:v>14.663</c:v>
                </c:pt>
                <c:pt idx="3750">
                  <c:v>14.253</c:v>
                </c:pt>
                <c:pt idx="3751">
                  <c:v>14</c:v>
                </c:pt>
                <c:pt idx="3752">
                  <c:v>14.503</c:v>
                </c:pt>
                <c:pt idx="3753">
                  <c:v>13.497</c:v>
                </c:pt>
                <c:pt idx="3754">
                  <c:v>16.995999999999999</c:v>
                </c:pt>
                <c:pt idx="3755">
                  <c:v>12.25</c:v>
                </c:pt>
                <c:pt idx="3756">
                  <c:v>11.254</c:v>
                </c:pt>
                <c:pt idx="3757">
                  <c:v>12.002000000000001</c:v>
                </c:pt>
                <c:pt idx="3758">
                  <c:v>14</c:v>
                </c:pt>
                <c:pt idx="3759">
                  <c:v>16.503</c:v>
                </c:pt>
                <c:pt idx="3760">
                  <c:v>18.998999999999999</c:v>
                </c:pt>
                <c:pt idx="3761">
                  <c:v>20.998999999999999</c:v>
                </c:pt>
                <c:pt idx="3762">
                  <c:v>20.254999999999999</c:v>
                </c:pt>
                <c:pt idx="3763">
                  <c:v>21.498999999999999</c:v>
                </c:pt>
                <c:pt idx="3764">
                  <c:v>23.253</c:v>
                </c:pt>
                <c:pt idx="3765">
                  <c:v>22.995000000000001</c:v>
                </c:pt>
                <c:pt idx="3766">
                  <c:v>21.745999999999999</c:v>
                </c:pt>
                <c:pt idx="3767">
                  <c:v>22.503</c:v>
                </c:pt>
                <c:pt idx="3768">
                  <c:v>23.501000000000001</c:v>
                </c:pt>
                <c:pt idx="3769">
                  <c:v>23</c:v>
                </c:pt>
                <c:pt idx="3770">
                  <c:v>23.495999999999999</c:v>
                </c:pt>
                <c:pt idx="3771">
                  <c:v>26.25</c:v>
                </c:pt>
                <c:pt idx="3772">
                  <c:v>25.001000000000001</c:v>
                </c:pt>
                <c:pt idx="3773">
                  <c:v>22.256</c:v>
                </c:pt>
                <c:pt idx="3774">
                  <c:v>24.747</c:v>
                </c:pt>
                <c:pt idx="3775">
                  <c:v>29.001000000000001</c:v>
                </c:pt>
                <c:pt idx="3776">
                  <c:v>28.751999999999999</c:v>
                </c:pt>
                <c:pt idx="3777">
                  <c:v>25.503</c:v>
                </c:pt>
                <c:pt idx="3778">
                  <c:v>25.756</c:v>
                </c:pt>
                <c:pt idx="3779">
                  <c:v>24</c:v>
                </c:pt>
                <c:pt idx="3780">
                  <c:v>25.506</c:v>
                </c:pt>
                <c:pt idx="3781">
                  <c:v>30.006</c:v>
                </c:pt>
                <c:pt idx="3782">
                  <c:v>30.75</c:v>
                </c:pt>
                <c:pt idx="3783">
                  <c:v>31</c:v>
                </c:pt>
                <c:pt idx="3784">
                  <c:v>32</c:v>
                </c:pt>
                <c:pt idx="3785">
                  <c:v>30.501000000000001</c:v>
                </c:pt>
                <c:pt idx="3786">
                  <c:v>30.504000000000001</c:v>
                </c:pt>
                <c:pt idx="3787">
                  <c:v>27</c:v>
                </c:pt>
                <c:pt idx="3788">
                  <c:v>25.498999999999999</c:v>
                </c:pt>
                <c:pt idx="3789">
                  <c:v>24.995999999999999</c:v>
                </c:pt>
                <c:pt idx="3790">
                  <c:v>23.247</c:v>
                </c:pt>
                <c:pt idx="3791">
                  <c:v>20.564</c:v>
                </c:pt>
                <c:pt idx="3792">
                  <c:v>18.001000000000001</c:v>
                </c:pt>
                <c:pt idx="3793">
                  <c:v>23.25</c:v>
                </c:pt>
                <c:pt idx="3794">
                  <c:v>21.247</c:v>
                </c:pt>
                <c:pt idx="3795">
                  <c:v>21.745999999999999</c:v>
                </c:pt>
                <c:pt idx="3796">
                  <c:v>37.497</c:v>
                </c:pt>
                <c:pt idx="3797">
                  <c:v>30.245999999999999</c:v>
                </c:pt>
                <c:pt idx="3798">
                  <c:v>32.256</c:v>
                </c:pt>
                <c:pt idx="3799">
                  <c:v>27.25</c:v>
                </c:pt>
                <c:pt idx="3800">
                  <c:v>25.998000000000001</c:v>
                </c:pt>
                <c:pt idx="3801">
                  <c:v>22.998999999999999</c:v>
                </c:pt>
                <c:pt idx="3802">
                  <c:v>20.015999999999998</c:v>
                </c:pt>
                <c:pt idx="3803">
                  <c:v>18.513999999999999</c:v>
                </c:pt>
                <c:pt idx="3804">
                  <c:v>18.256</c:v>
                </c:pt>
                <c:pt idx="3805">
                  <c:v>19.245000000000001</c:v>
                </c:pt>
                <c:pt idx="3806">
                  <c:v>20.753</c:v>
                </c:pt>
                <c:pt idx="3807">
                  <c:v>18.245999999999999</c:v>
                </c:pt>
                <c:pt idx="3808">
                  <c:v>18.751000000000001</c:v>
                </c:pt>
                <c:pt idx="3809">
                  <c:v>21.497</c:v>
                </c:pt>
                <c:pt idx="3810">
                  <c:v>21.997</c:v>
                </c:pt>
                <c:pt idx="3811">
                  <c:v>20.997</c:v>
                </c:pt>
                <c:pt idx="3812">
                  <c:v>19.704000000000001</c:v>
                </c:pt>
                <c:pt idx="3813">
                  <c:v>20.006</c:v>
                </c:pt>
                <c:pt idx="3814">
                  <c:v>18.498000000000001</c:v>
                </c:pt>
                <c:pt idx="3815">
                  <c:v>16.247</c:v>
                </c:pt>
                <c:pt idx="3816">
                  <c:v>14.749000000000001</c:v>
                </c:pt>
                <c:pt idx="3817">
                  <c:v>17.503</c:v>
                </c:pt>
                <c:pt idx="3818">
                  <c:v>18.498999999999999</c:v>
                </c:pt>
                <c:pt idx="3819">
                  <c:v>16.245000000000001</c:v>
                </c:pt>
                <c:pt idx="3820">
                  <c:v>14.497999999999999</c:v>
                </c:pt>
                <c:pt idx="3821">
                  <c:v>13.75</c:v>
                </c:pt>
                <c:pt idx="3822">
                  <c:v>14.75</c:v>
                </c:pt>
                <c:pt idx="3823">
                  <c:v>14.002000000000001</c:v>
                </c:pt>
                <c:pt idx="3824">
                  <c:v>10.757</c:v>
                </c:pt>
                <c:pt idx="3825">
                  <c:v>10.744999999999999</c:v>
                </c:pt>
                <c:pt idx="3826">
                  <c:v>11.25</c:v>
                </c:pt>
                <c:pt idx="3827">
                  <c:v>14.753</c:v>
                </c:pt>
                <c:pt idx="3828">
                  <c:v>15.746</c:v>
                </c:pt>
                <c:pt idx="3829">
                  <c:v>13.744999999999999</c:v>
                </c:pt>
                <c:pt idx="3830">
                  <c:v>11.997</c:v>
                </c:pt>
                <c:pt idx="3831">
                  <c:v>12.003</c:v>
                </c:pt>
                <c:pt idx="3832">
                  <c:v>11.999000000000001</c:v>
                </c:pt>
                <c:pt idx="3833">
                  <c:v>11.506</c:v>
                </c:pt>
                <c:pt idx="3834">
                  <c:v>10.003</c:v>
                </c:pt>
                <c:pt idx="3835">
                  <c:v>9.0060000000000002</c:v>
                </c:pt>
                <c:pt idx="3836">
                  <c:v>10.756</c:v>
                </c:pt>
                <c:pt idx="3837">
                  <c:v>9.5</c:v>
                </c:pt>
                <c:pt idx="3838">
                  <c:v>8.2469999999999999</c:v>
                </c:pt>
                <c:pt idx="3839">
                  <c:v>7.75</c:v>
                </c:pt>
                <c:pt idx="3840">
                  <c:v>9.2449999999999992</c:v>
                </c:pt>
                <c:pt idx="3841">
                  <c:v>10.749000000000001</c:v>
                </c:pt>
                <c:pt idx="3842">
                  <c:v>14.997</c:v>
                </c:pt>
                <c:pt idx="3843">
                  <c:v>16.498000000000001</c:v>
                </c:pt>
                <c:pt idx="3844">
                  <c:v>29.751999999999999</c:v>
                </c:pt>
                <c:pt idx="3845">
                  <c:v>29.503</c:v>
                </c:pt>
                <c:pt idx="3846">
                  <c:v>19.259</c:v>
                </c:pt>
                <c:pt idx="3847">
                  <c:v>32.253</c:v>
                </c:pt>
                <c:pt idx="3848">
                  <c:v>32.747</c:v>
                </c:pt>
                <c:pt idx="3849">
                  <c:v>28.747</c:v>
                </c:pt>
                <c:pt idx="3850">
                  <c:v>33.747</c:v>
                </c:pt>
                <c:pt idx="3851">
                  <c:v>37.505000000000003</c:v>
                </c:pt>
                <c:pt idx="3852">
                  <c:v>44.005000000000003</c:v>
                </c:pt>
                <c:pt idx="3853">
                  <c:v>36.255000000000003</c:v>
                </c:pt>
                <c:pt idx="3854">
                  <c:v>38.753999999999998</c:v>
                </c:pt>
                <c:pt idx="3855">
                  <c:v>35.5</c:v>
                </c:pt>
                <c:pt idx="3856">
                  <c:v>28.753</c:v>
                </c:pt>
                <c:pt idx="3857">
                  <c:v>24.001999999999999</c:v>
                </c:pt>
                <c:pt idx="3858">
                  <c:v>21.503</c:v>
                </c:pt>
                <c:pt idx="3859">
                  <c:v>19.253</c:v>
                </c:pt>
                <c:pt idx="3860">
                  <c:v>24.995999999999999</c:v>
                </c:pt>
                <c:pt idx="3861">
                  <c:v>25.998999999999999</c:v>
                </c:pt>
                <c:pt idx="3862">
                  <c:v>24.498000000000001</c:v>
                </c:pt>
                <c:pt idx="3863">
                  <c:v>24.504999999999999</c:v>
                </c:pt>
                <c:pt idx="3864">
                  <c:v>23.997</c:v>
                </c:pt>
                <c:pt idx="3865">
                  <c:v>21.504000000000001</c:v>
                </c:pt>
                <c:pt idx="3866">
                  <c:v>19.503</c:v>
                </c:pt>
                <c:pt idx="3867">
                  <c:v>21.745999999999999</c:v>
                </c:pt>
                <c:pt idx="3868">
                  <c:v>24.256</c:v>
                </c:pt>
                <c:pt idx="3869">
                  <c:v>23.501000000000001</c:v>
                </c:pt>
                <c:pt idx="3870">
                  <c:v>21.751999999999999</c:v>
                </c:pt>
                <c:pt idx="3871">
                  <c:v>20.253</c:v>
                </c:pt>
                <c:pt idx="3872">
                  <c:v>19.245999999999999</c:v>
                </c:pt>
                <c:pt idx="3873">
                  <c:v>16.75</c:v>
                </c:pt>
                <c:pt idx="3874">
                  <c:v>17.25</c:v>
                </c:pt>
                <c:pt idx="3875">
                  <c:v>17.748999999999999</c:v>
                </c:pt>
                <c:pt idx="3876">
                  <c:v>19.751999999999999</c:v>
                </c:pt>
                <c:pt idx="3877">
                  <c:v>21.995999999999999</c:v>
                </c:pt>
                <c:pt idx="3878">
                  <c:v>24.5</c:v>
                </c:pt>
                <c:pt idx="3879">
                  <c:v>22.256</c:v>
                </c:pt>
                <c:pt idx="3880">
                  <c:v>23.748999999999999</c:v>
                </c:pt>
                <c:pt idx="3881">
                  <c:v>23.753</c:v>
                </c:pt>
                <c:pt idx="3882">
                  <c:v>20.5</c:v>
                </c:pt>
                <c:pt idx="3883">
                  <c:v>20.253</c:v>
                </c:pt>
                <c:pt idx="3884">
                  <c:v>24.745000000000001</c:v>
                </c:pt>
                <c:pt idx="3885">
                  <c:v>22.751000000000001</c:v>
                </c:pt>
                <c:pt idx="3886">
                  <c:v>22.997</c:v>
                </c:pt>
                <c:pt idx="3887">
                  <c:v>22.241</c:v>
                </c:pt>
                <c:pt idx="3888">
                  <c:v>23.992999999999999</c:v>
                </c:pt>
                <c:pt idx="3889">
                  <c:v>24.747</c:v>
                </c:pt>
                <c:pt idx="3890">
                  <c:v>24.248000000000001</c:v>
                </c:pt>
                <c:pt idx="3891">
                  <c:v>25.756</c:v>
                </c:pt>
                <c:pt idx="3892">
                  <c:v>24.5</c:v>
                </c:pt>
                <c:pt idx="3893">
                  <c:v>26.753</c:v>
                </c:pt>
                <c:pt idx="3894">
                  <c:v>29.245000000000001</c:v>
                </c:pt>
                <c:pt idx="3895">
                  <c:v>33.255000000000003</c:v>
                </c:pt>
                <c:pt idx="3896">
                  <c:v>31.004999999999999</c:v>
                </c:pt>
                <c:pt idx="3897">
                  <c:v>28.254000000000001</c:v>
                </c:pt>
                <c:pt idx="3898">
                  <c:v>24.747</c:v>
                </c:pt>
                <c:pt idx="3899">
                  <c:v>21.997</c:v>
                </c:pt>
                <c:pt idx="3900">
                  <c:v>21.748000000000001</c:v>
                </c:pt>
                <c:pt idx="3901">
                  <c:v>21.254000000000001</c:v>
                </c:pt>
                <c:pt idx="3902">
                  <c:v>25.248000000000001</c:v>
                </c:pt>
                <c:pt idx="3903">
                  <c:v>25.5</c:v>
                </c:pt>
                <c:pt idx="3904">
                  <c:v>24.503</c:v>
                </c:pt>
                <c:pt idx="3905">
                  <c:v>25.756</c:v>
                </c:pt>
                <c:pt idx="3906">
                  <c:v>26.003</c:v>
                </c:pt>
                <c:pt idx="3907">
                  <c:v>25.253</c:v>
                </c:pt>
                <c:pt idx="3908">
                  <c:v>24.006</c:v>
                </c:pt>
                <c:pt idx="3909">
                  <c:v>22.995999999999999</c:v>
                </c:pt>
                <c:pt idx="3910">
                  <c:v>23.11</c:v>
                </c:pt>
                <c:pt idx="3911">
                  <c:v>21.254000000000001</c:v>
                </c:pt>
                <c:pt idx="3912">
                  <c:v>22.251999999999999</c:v>
                </c:pt>
                <c:pt idx="3913">
                  <c:v>19.748000000000001</c:v>
                </c:pt>
                <c:pt idx="3914">
                  <c:v>20.004000000000001</c:v>
                </c:pt>
                <c:pt idx="3915">
                  <c:v>20.497</c:v>
                </c:pt>
                <c:pt idx="3916">
                  <c:v>19.748000000000001</c:v>
                </c:pt>
                <c:pt idx="3917">
                  <c:v>16.795000000000002</c:v>
                </c:pt>
                <c:pt idx="3918">
                  <c:v>17.25</c:v>
                </c:pt>
                <c:pt idx="3919">
                  <c:v>16.753</c:v>
                </c:pt>
                <c:pt idx="3920">
                  <c:v>19.003</c:v>
                </c:pt>
                <c:pt idx="3921">
                  <c:v>21.253</c:v>
                </c:pt>
                <c:pt idx="3922">
                  <c:v>20.497</c:v>
                </c:pt>
                <c:pt idx="3923">
                  <c:v>19.504000000000001</c:v>
                </c:pt>
                <c:pt idx="3924">
                  <c:v>21.004000000000001</c:v>
                </c:pt>
                <c:pt idx="3925">
                  <c:v>21.747</c:v>
                </c:pt>
                <c:pt idx="3926">
                  <c:v>21.504999999999999</c:v>
                </c:pt>
                <c:pt idx="3927">
                  <c:v>19.253</c:v>
                </c:pt>
                <c:pt idx="3928">
                  <c:v>18.497</c:v>
                </c:pt>
                <c:pt idx="3929">
                  <c:v>16.753</c:v>
                </c:pt>
                <c:pt idx="3930">
                  <c:v>14.746</c:v>
                </c:pt>
                <c:pt idx="3931">
                  <c:v>14.497</c:v>
                </c:pt>
                <c:pt idx="3932">
                  <c:v>14.999000000000001</c:v>
                </c:pt>
                <c:pt idx="3933">
                  <c:v>14.75</c:v>
                </c:pt>
                <c:pt idx="3934">
                  <c:v>16.254000000000001</c:v>
                </c:pt>
                <c:pt idx="3935">
                  <c:v>16.995999999999999</c:v>
                </c:pt>
                <c:pt idx="3936">
                  <c:v>17.506</c:v>
                </c:pt>
                <c:pt idx="3937">
                  <c:v>16.997</c:v>
                </c:pt>
                <c:pt idx="3938">
                  <c:v>15.746</c:v>
                </c:pt>
                <c:pt idx="3939">
                  <c:v>17.747</c:v>
                </c:pt>
                <c:pt idx="3940">
                  <c:v>17.003</c:v>
                </c:pt>
                <c:pt idx="3941">
                  <c:v>17.001000000000001</c:v>
                </c:pt>
                <c:pt idx="3942">
                  <c:v>18.004999999999999</c:v>
                </c:pt>
                <c:pt idx="3943">
                  <c:v>19.003</c:v>
                </c:pt>
                <c:pt idx="3944">
                  <c:v>18.251000000000001</c:v>
                </c:pt>
                <c:pt idx="3945">
                  <c:v>17.504999999999999</c:v>
                </c:pt>
                <c:pt idx="3946">
                  <c:v>17.747</c:v>
                </c:pt>
                <c:pt idx="3947">
                  <c:v>18.251000000000001</c:v>
                </c:pt>
                <c:pt idx="3948">
                  <c:v>18</c:v>
                </c:pt>
                <c:pt idx="3949">
                  <c:v>18.498999999999999</c:v>
                </c:pt>
                <c:pt idx="3950">
                  <c:v>18.245000000000001</c:v>
                </c:pt>
                <c:pt idx="3951">
                  <c:v>16.994</c:v>
                </c:pt>
                <c:pt idx="3952">
                  <c:v>17.247</c:v>
                </c:pt>
                <c:pt idx="3953">
                  <c:v>17.748999999999999</c:v>
                </c:pt>
                <c:pt idx="3954">
                  <c:v>18.251999999999999</c:v>
                </c:pt>
                <c:pt idx="3955">
                  <c:v>18.254999999999999</c:v>
                </c:pt>
                <c:pt idx="3956">
                  <c:v>17.251999999999999</c:v>
                </c:pt>
                <c:pt idx="3957">
                  <c:v>16.75</c:v>
                </c:pt>
                <c:pt idx="3958">
                  <c:v>16.245999999999999</c:v>
                </c:pt>
                <c:pt idx="3959">
                  <c:v>14.496</c:v>
                </c:pt>
                <c:pt idx="3960">
                  <c:v>14.006</c:v>
                </c:pt>
                <c:pt idx="3961">
                  <c:v>11.247</c:v>
                </c:pt>
                <c:pt idx="3962">
                  <c:v>11.750999999999999</c:v>
                </c:pt>
                <c:pt idx="3963">
                  <c:v>8.9960000000000004</c:v>
                </c:pt>
                <c:pt idx="3964">
                  <c:v>8.5020000000000007</c:v>
                </c:pt>
                <c:pt idx="3965">
                  <c:v>8.9939999999999998</c:v>
                </c:pt>
                <c:pt idx="3966">
                  <c:v>11.5</c:v>
                </c:pt>
                <c:pt idx="3967">
                  <c:v>11.5</c:v>
                </c:pt>
                <c:pt idx="3968">
                  <c:v>10.994999999999999</c:v>
                </c:pt>
                <c:pt idx="3969">
                  <c:v>10.746</c:v>
                </c:pt>
                <c:pt idx="3970">
                  <c:v>8.9979999999999993</c:v>
                </c:pt>
                <c:pt idx="3971">
                  <c:v>9.7560000000000002</c:v>
                </c:pt>
                <c:pt idx="3972">
                  <c:v>9.7479999999999993</c:v>
                </c:pt>
                <c:pt idx="3973">
                  <c:v>11.000999999999999</c:v>
                </c:pt>
                <c:pt idx="3974">
                  <c:v>10.757</c:v>
                </c:pt>
                <c:pt idx="3975">
                  <c:v>12.247999999999999</c:v>
                </c:pt>
                <c:pt idx="3976">
                  <c:v>14.496</c:v>
                </c:pt>
                <c:pt idx="3977">
                  <c:v>14.997</c:v>
                </c:pt>
                <c:pt idx="3978">
                  <c:v>13.25</c:v>
                </c:pt>
                <c:pt idx="3979">
                  <c:v>12.253</c:v>
                </c:pt>
                <c:pt idx="3980">
                  <c:v>11.746</c:v>
                </c:pt>
                <c:pt idx="3981">
                  <c:v>12.005000000000001</c:v>
                </c:pt>
                <c:pt idx="3982">
                  <c:v>12.752000000000001</c:v>
                </c:pt>
                <c:pt idx="3983">
                  <c:v>14.496</c:v>
                </c:pt>
                <c:pt idx="3984">
                  <c:v>14.256</c:v>
                </c:pt>
                <c:pt idx="3985">
                  <c:v>14.000999999999999</c:v>
                </c:pt>
                <c:pt idx="3986">
                  <c:v>12.997999999999999</c:v>
                </c:pt>
                <c:pt idx="3987">
                  <c:v>15.496</c:v>
                </c:pt>
                <c:pt idx="3988">
                  <c:v>16.745999999999999</c:v>
                </c:pt>
                <c:pt idx="3989">
                  <c:v>15.247</c:v>
                </c:pt>
                <c:pt idx="3990">
                  <c:v>15.002000000000001</c:v>
                </c:pt>
                <c:pt idx="3991">
                  <c:v>15.756</c:v>
                </c:pt>
                <c:pt idx="3992">
                  <c:v>15.503</c:v>
                </c:pt>
                <c:pt idx="3993">
                  <c:v>14.002000000000001</c:v>
                </c:pt>
                <c:pt idx="3994">
                  <c:v>13.253</c:v>
                </c:pt>
                <c:pt idx="3995">
                  <c:v>11.247999999999999</c:v>
                </c:pt>
                <c:pt idx="3996">
                  <c:v>9.5050000000000008</c:v>
                </c:pt>
                <c:pt idx="3997">
                  <c:v>9.7539999999999996</c:v>
                </c:pt>
                <c:pt idx="3998">
                  <c:v>11.5</c:v>
                </c:pt>
                <c:pt idx="3999">
                  <c:v>10.494999999999999</c:v>
                </c:pt>
                <c:pt idx="4000">
                  <c:v>9.7550000000000008</c:v>
                </c:pt>
                <c:pt idx="4001">
                  <c:v>9.9979999999999993</c:v>
                </c:pt>
                <c:pt idx="4002">
                  <c:v>10.507</c:v>
                </c:pt>
                <c:pt idx="4003">
                  <c:v>9.8309999999999995</c:v>
                </c:pt>
                <c:pt idx="4004">
                  <c:v>10.247</c:v>
                </c:pt>
                <c:pt idx="4005">
                  <c:v>10.500999999999999</c:v>
                </c:pt>
                <c:pt idx="4006">
                  <c:v>10.499000000000001</c:v>
                </c:pt>
                <c:pt idx="4007">
                  <c:v>11.004</c:v>
                </c:pt>
                <c:pt idx="4008">
                  <c:v>11.997</c:v>
                </c:pt>
                <c:pt idx="4009">
                  <c:v>11.255000000000001</c:v>
                </c:pt>
                <c:pt idx="4010">
                  <c:v>11.750999999999999</c:v>
                </c:pt>
                <c:pt idx="4011">
                  <c:v>12.244999999999999</c:v>
                </c:pt>
                <c:pt idx="4012">
                  <c:v>12.247999999999999</c:v>
                </c:pt>
                <c:pt idx="4013">
                  <c:v>12.746</c:v>
                </c:pt>
                <c:pt idx="4014">
                  <c:v>12.253</c:v>
                </c:pt>
                <c:pt idx="4015">
                  <c:v>12.244999999999999</c:v>
                </c:pt>
                <c:pt idx="4016">
                  <c:v>11.253</c:v>
                </c:pt>
                <c:pt idx="4017">
                  <c:v>11.003</c:v>
                </c:pt>
                <c:pt idx="4018">
                  <c:v>10.253</c:v>
                </c:pt>
                <c:pt idx="4019">
                  <c:v>9.9949999999999992</c:v>
                </c:pt>
                <c:pt idx="4020">
                  <c:v>10</c:v>
                </c:pt>
                <c:pt idx="4021">
                  <c:v>10.000999999999999</c:v>
                </c:pt>
                <c:pt idx="4022">
                  <c:v>10</c:v>
                </c:pt>
                <c:pt idx="4023">
                  <c:v>9.7479999999999993</c:v>
                </c:pt>
                <c:pt idx="4024">
                  <c:v>9.7509999999999994</c:v>
                </c:pt>
                <c:pt idx="4025">
                  <c:v>9.7469999999999999</c:v>
                </c:pt>
                <c:pt idx="4026">
                  <c:v>9.2509999999999994</c:v>
                </c:pt>
                <c:pt idx="4027">
                  <c:v>10.749000000000001</c:v>
                </c:pt>
                <c:pt idx="4028">
                  <c:v>9.4939999999999998</c:v>
                </c:pt>
                <c:pt idx="4029">
                  <c:v>9.4990000000000006</c:v>
                </c:pt>
                <c:pt idx="4030">
                  <c:v>8.7560000000000002</c:v>
                </c:pt>
                <c:pt idx="4031">
                  <c:v>7.9960000000000004</c:v>
                </c:pt>
                <c:pt idx="4032">
                  <c:v>8</c:v>
                </c:pt>
                <c:pt idx="4033">
                  <c:v>7.4980000000000002</c:v>
                </c:pt>
                <c:pt idx="4034">
                  <c:v>6.2539999999999996</c:v>
                </c:pt>
                <c:pt idx="4035">
                  <c:v>4.4980000000000002</c:v>
                </c:pt>
                <c:pt idx="4036">
                  <c:v>3.2469999999999999</c:v>
                </c:pt>
                <c:pt idx="4037">
                  <c:v>4.0039999999999996</c:v>
                </c:pt>
                <c:pt idx="4038">
                  <c:v>4.7480000000000002</c:v>
                </c:pt>
                <c:pt idx="4039">
                  <c:v>3.9950000000000001</c:v>
                </c:pt>
                <c:pt idx="4040">
                  <c:v>2.7530000000000001</c:v>
                </c:pt>
                <c:pt idx="4041">
                  <c:v>3.5390000000000001</c:v>
                </c:pt>
                <c:pt idx="4042">
                  <c:v>4.8410000000000002</c:v>
                </c:pt>
                <c:pt idx="4043">
                  <c:v>3.7530000000000001</c:v>
                </c:pt>
                <c:pt idx="4044">
                  <c:v>4.2539999999999996</c:v>
                </c:pt>
                <c:pt idx="4045">
                  <c:v>3.4950000000000001</c:v>
                </c:pt>
                <c:pt idx="4046">
                  <c:v>3.7450000000000001</c:v>
                </c:pt>
                <c:pt idx="4047">
                  <c:v>4.2530000000000001</c:v>
                </c:pt>
                <c:pt idx="4048">
                  <c:v>3.0059999999999998</c:v>
                </c:pt>
                <c:pt idx="4049">
                  <c:v>-2.4990000000000001</c:v>
                </c:pt>
                <c:pt idx="4050">
                  <c:v>-8.2520000000000007</c:v>
                </c:pt>
                <c:pt idx="4051">
                  <c:v>-7.5</c:v>
                </c:pt>
                <c:pt idx="4052">
                  <c:v>-6.2460000000000004</c:v>
                </c:pt>
                <c:pt idx="4053">
                  <c:v>-4.7480000000000002</c:v>
                </c:pt>
                <c:pt idx="4054">
                  <c:v>-4.4950000000000001</c:v>
                </c:pt>
                <c:pt idx="4055">
                  <c:v>-1.7470000000000001</c:v>
                </c:pt>
                <c:pt idx="4056">
                  <c:v>0.253</c:v>
                </c:pt>
                <c:pt idx="4057">
                  <c:v>1.5049999999999999</c:v>
                </c:pt>
                <c:pt idx="4058">
                  <c:v>3.254</c:v>
                </c:pt>
                <c:pt idx="4059">
                  <c:v>-1.4930000000000001</c:v>
                </c:pt>
                <c:pt idx="4060">
                  <c:v>-1.756</c:v>
                </c:pt>
                <c:pt idx="4061">
                  <c:v>-2.9180000000000001</c:v>
                </c:pt>
                <c:pt idx="4062">
                  <c:v>-1.6879999999999999</c:v>
                </c:pt>
                <c:pt idx="4063">
                  <c:v>-3.851</c:v>
                </c:pt>
                <c:pt idx="4064">
                  <c:v>-4.9009999999999998</c:v>
                </c:pt>
                <c:pt idx="4065">
                  <c:v>-4</c:v>
                </c:pt>
                <c:pt idx="4066">
                  <c:v>-3.4940000000000002</c:v>
                </c:pt>
                <c:pt idx="4067">
                  <c:v>-3.0019999999999998</c:v>
                </c:pt>
                <c:pt idx="4068">
                  <c:v>-1.2490000000000001</c:v>
                </c:pt>
                <c:pt idx="4069">
                  <c:v>-1.2509999999999999</c:v>
                </c:pt>
                <c:pt idx="4070">
                  <c:v>-1.2470000000000001</c:v>
                </c:pt>
                <c:pt idx="4071">
                  <c:v>-0.248</c:v>
                </c:pt>
                <c:pt idx="4072">
                  <c:v>-2E-3</c:v>
                </c:pt>
                <c:pt idx="4073">
                  <c:v>1.0029999999999999</c:v>
                </c:pt>
                <c:pt idx="4074">
                  <c:v>1.248</c:v>
                </c:pt>
                <c:pt idx="4075">
                  <c:v>-0.504</c:v>
                </c:pt>
                <c:pt idx="4076">
                  <c:v>-1.498</c:v>
                </c:pt>
                <c:pt idx="4077">
                  <c:v>0.245</c:v>
                </c:pt>
                <c:pt idx="4078">
                  <c:v>1.0029999999999999</c:v>
                </c:pt>
                <c:pt idx="4079">
                  <c:v>1.7450000000000001</c:v>
                </c:pt>
                <c:pt idx="4080">
                  <c:v>1.504</c:v>
                </c:pt>
                <c:pt idx="4081">
                  <c:v>6.2469999999999999</c:v>
                </c:pt>
                <c:pt idx="4082">
                  <c:v>4.7530000000000001</c:v>
                </c:pt>
                <c:pt idx="4083">
                  <c:v>4.2489999999999997</c:v>
                </c:pt>
                <c:pt idx="4084">
                  <c:v>4.7530000000000001</c:v>
                </c:pt>
                <c:pt idx="4085">
                  <c:v>3.7530000000000001</c:v>
                </c:pt>
                <c:pt idx="4086">
                  <c:v>3.9950000000000001</c:v>
                </c:pt>
                <c:pt idx="4087">
                  <c:v>4.5030000000000001</c:v>
                </c:pt>
                <c:pt idx="4088">
                  <c:v>3.2530000000000001</c:v>
                </c:pt>
                <c:pt idx="4089">
                  <c:v>5.9969999999999999</c:v>
                </c:pt>
                <c:pt idx="4090">
                  <c:v>6.0030000000000001</c:v>
                </c:pt>
                <c:pt idx="4091">
                  <c:v>5.25</c:v>
                </c:pt>
                <c:pt idx="4092">
                  <c:v>4.2480000000000002</c:v>
                </c:pt>
                <c:pt idx="4093">
                  <c:v>5.9939999999999998</c:v>
                </c:pt>
                <c:pt idx="4094">
                  <c:v>9.0039999999999996</c:v>
                </c:pt>
                <c:pt idx="4095">
                  <c:v>8.5039999999999996</c:v>
                </c:pt>
                <c:pt idx="4096">
                  <c:v>8.7530000000000001</c:v>
                </c:pt>
                <c:pt idx="4097">
                  <c:v>8.5009999999999994</c:v>
                </c:pt>
                <c:pt idx="4098">
                  <c:v>9.4969999999999999</c:v>
                </c:pt>
                <c:pt idx="4099">
                  <c:v>9.2479999999999993</c:v>
                </c:pt>
                <c:pt idx="4100">
                  <c:v>9.7509999999999994</c:v>
                </c:pt>
                <c:pt idx="4101">
                  <c:v>11.246</c:v>
                </c:pt>
                <c:pt idx="4102">
                  <c:v>10.500999999999999</c:v>
                </c:pt>
                <c:pt idx="4103">
                  <c:v>10.994</c:v>
                </c:pt>
                <c:pt idx="4104">
                  <c:v>9.4960000000000004</c:v>
                </c:pt>
                <c:pt idx="4105">
                  <c:v>9.2509999999999994</c:v>
                </c:pt>
                <c:pt idx="4106">
                  <c:v>10.004</c:v>
                </c:pt>
                <c:pt idx="4107">
                  <c:v>8.4969999999999999</c:v>
                </c:pt>
                <c:pt idx="4108">
                  <c:v>7.2460000000000004</c:v>
                </c:pt>
                <c:pt idx="4109">
                  <c:v>6.7530000000000001</c:v>
                </c:pt>
                <c:pt idx="4110">
                  <c:v>5.7530000000000001</c:v>
                </c:pt>
                <c:pt idx="4111">
                  <c:v>5.2480000000000002</c:v>
                </c:pt>
                <c:pt idx="4112">
                  <c:v>2.5019999999999998</c:v>
                </c:pt>
                <c:pt idx="4113">
                  <c:v>4.2469999999999999</c:v>
                </c:pt>
                <c:pt idx="4114">
                  <c:v>5.7539999999999996</c:v>
                </c:pt>
                <c:pt idx="4115">
                  <c:v>6.9980000000000002</c:v>
                </c:pt>
                <c:pt idx="4116">
                  <c:v>6.7539999999999996</c:v>
                </c:pt>
                <c:pt idx="4117">
                  <c:v>5.7530000000000001</c:v>
                </c:pt>
                <c:pt idx="4118">
                  <c:v>5.7519999999999998</c:v>
                </c:pt>
                <c:pt idx="4119">
                  <c:v>6.5019999999999998</c:v>
                </c:pt>
                <c:pt idx="4120">
                  <c:v>7.4960000000000004</c:v>
                </c:pt>
                <c:pt idx="4121">
                  <c:v>8.2509999999999994</c:v>
                </c:pt>
                <c:pt idx="4122">
                  <c:v>7.7439999999999998</c:v>
                </c:pt>
                <c:pt idx="4123">
                  <c:v>4.9969999999999999</c:v>
                </c:pt>
                <c:pt idx="4124">
                  <c:v>4.4989999999999997</c:v>
                </c:pt>
                <c:pt idx="4125">
                  <c:v>5.5</c:v>
                </c:pt>
                <c:pt idx="4126">
                  <c:v>5.9989999999999997</c:v>
                </c:pt>
                <c:pt idx="4127">
                  <c:v>3.9740000000000002</c:v>
                </c:pt>
                <c:pt idx="4128">
                  <c:v>3.7509999999999999</c:v>
                </c:pt>
                <c:pt idx="4129">
                  <c:v>2.0059999999999998</c:v>
                </c:pt>
                <c:pt idx="4130">
                  <c:v>2.2450000000000001</c:v>
                </c:pt>
                <c:pt idx="4131">
                  <c:v>2.7480000000000002</c:v>
                </c:pt>
                <c:pt idx="4132">
                  <c:v>2.5030000000000001</c:v>
                </c:pt>
                <c:pt idx="4133">
                  <c:v>0.752</c:v>
                </c:pt>
                <c:pt idx="4134">
                  <c:v>0.498</c:v>
                </c:pt>
                <c:pt idx="4135">
                  <c:v>1.504</c:v>
                </c:pt>
                <c:pt idx="4136">
                  <c:v>0.745</c:v>
                </c:pt>
                <c:pt idx="4137">
                  <c:v>-1.008</c:v>
                </c:pt>
                <c:pt idx="4138">
                  <c:v>-2.254</c:v>
                </c:pt>
                <c:pt idx="4139">
                  <c:v>-3.004</c:v>
                </c:pt>
                <c:pt idx="4140">
                  <c:v>-1.496</c:v>
                </c:pt>
                <c:pt idx="4141">
                  <c:v>-3.5030000000000001</c:v>
                </c:pt>
                <c:pt idx="4142">
                  <c:v>-3.7469999999999999</c:v>
                </c:pt>
                <c:pt idx="4143">
                  <c:v>-3.0019999999999998</c:v>
                </c:pt>
                <c:pt idx="4144">
                  <c:v>-1.252</c:v>
                </c:pt>
                <c:pt idx="4145">
                  <c:v>1.746</c:v>
                </c:pt>
                <c:pt idx="4146">
                  <c:v>-1.25</c:v>
                </c:pt>
                <c:pt idx="4147">
                  <c:v>-1</c:v>
                </c:pt>
                <c:pt idx="4148">
                  <c:v>0.503</c:v>
                </c:pt>
                <c:pt idx="4149">
                  <c:v>-0.249</c:v>
                </c:pt>
                <c:pt idx="4150">
                  <c:v>-1.9970000000000001</c:v>
                </c:pt>
                <c:pt idx="4151">
                  <c:v>-0.499</c:v>
                </c:pt>
                <c:pt idx="4152">
                  <c:v>-0.497</c:v>
                </c:pt>
                <c:pt idx="4153">
                  <c:v>1.7549999999999999</c:v>
                </c:pt>
                <c:pt idx="4154">
                  <c:v>1.756</c:v>
                </c:pt>
                <c:pt idx="4155">
                  <c:v>1.996</c:v>
                </c:pt>
                <c:pt idx="4156">
                  <c:v>1.252</c:v>
                </c:pt>
                <c:pt idx="4157">
                  <c:v>2.379</c:v>
                </c:pt>
                <c:pt idx="4158">
                  <c:v>1.7470000000000001</c:v>
                </c:pt>
                <c:pt idx="4159">
                  <c:v>0.75</c:v>
                </c:pt>
                <c:pt idx="4160">
                  <c:v>3.2469999999999999</c:v>
                </c:pt>
                <c:pt idx="4161">
                  <c:v>1.496</c:v>
                </c:pt>
                <c:pt idx="4162">
                  <c:v>0.746</c:v>
                </c:pt>
                <c:pt idx="4163">
                  <c:v>0.255</c:v>
                </c:pt>
                <c:pt idx="4164">
                  <c:v>-0.247</c:v>
                </c:pt>
                <c:pt idx="4165">
                  <c:v>-1.7509999999999999</c:v>
                </c:pt>
                <c:pt idx="4166">
                  <c:v>-4.2519999999999998</c:v>
                </c:pt>
                <c:pt idx="4167">
                  <c:v>-3.8460000000000001</c:v>
                </c:pt>
                <c:pt idx="4168">
                  <c:v>-2.2559999999999998</c:v>
                </c:pt>
                <c:pt idx="4169">
                  <c:v>-1.746</c:v>
                </c:pt>
                <c:pt idx="4170">
                  <c:v>-1.25</c:v>
                </c:pt>
                <c:pt idx="4171">
                  <c:v>-2.2530000000000001</c:v>
                </c:pt>
                <c:pt idx="4172">
                  <c:v>-0.998</c:v>
                </c:pt>
                <c:pt idx="4173">
                  <c:v>1.0029999999999999</c:v>
                </c:pt>
                <c:pt idx="4174">
                  <c:v>1.7529999999999999</c:v>
                </c:pt>
                <c:pt idx="4175">
                  <c:v>1.5</c:v>
                </c:pt>
                <c:pt idx="4176">
                  <c:v>2.25</c:v>
                </c:pt>
                <c:pt idx="4177">
                  <c:v>3.75</c:v>
                </c:pt>
                <c:pt idx="4178">
                  <c:v>4</c:v>
                </c:pt>
                <c:pt idx="4179">
                  <c:v>3.5</c:v>
                </c:pt>
                <c:pt idx="4180">
                  <c:v>3.2549999999999999</c:v>
                </c:pt>
                <c:pt idx="4181">
                  <c:v>2.5030000000000001</c:v>
                </c:pt>
                <c:pt idx="4182">
                  <c:v>3.7509999999999999</c:v>
                </c:pt>
                <c:pt idx="4183">
                  <c:v>5.4989999999999997</c:v>
                </c:pt>
                <c:pt idx="4184">
                  <c:v>7.2539999999999996</c:v>
                </c:pt>
                <c:pt idx="4185">
                  <c:v>7.2549999999999999</c:v>
                </c:pt>
                <c:pt idx="4186">
                  <c:v>9.5009999999999994</c:v>
                </c:pt>
                <c:pt idx="4187">
                  <c:v>10.249000000000001</c:v>
                </c:pt>
                <c:pt idx="4188">
                  <c:v>10.004</c:v>
                </c:pt>
                <c:pt idx="4189">
                  <c:v>10.5</c:v>
                </c:pt>
                <c:pt idx="4190">
                  <c:v>8.7469999999999999</c:v>
                </c:pt>
                <c:pt idx="4191">
                  <c:v>7.8659999999999997</c:v>
                </c:pt>
                <c:pt idx="4192">
                  <c:v>9.0039999999999996</c:v>
                </c:pt>
                <c:pt idx="4193">
                  <c:v>6.7519999999999998</c:v>
                </c:pt>
                <c:pt idx="4194">
                  <c:v>7.0010000000000003</c:v>
                </c:pt>
                <c:pt idx="4195">
                  <c:v>6.2480000000000002</c:v>
                </c:pt>
                <c:pt idx="4196">
                  <c:v>5.2530000000000001</c:v>
                </c:pt>
                <c:pt idx="4197">
                  <c:v>6.0010000000000003</c:v>
                </c:pt>
                <c:pt idx="4198">
                  <c:v>7.0019999999999998</c:v>
                </c:pt>
                <c:pt idx="4199">
                  <c:v>7.9969999999999999</c:v>
                </c:pt>
                <c:pt idx="4200">
                  <c:v>8.4969999999999999</c:v>
                </c:pt>
                <c:pt idx="4201">
                  <c:v>8.7460000000000004</c:v>
                </c:pt>
                <c:pt idx="4202">
                  <c:v>8.0050000000000008</c:v>
                </c:pt>
                <c:pt idx="4203">
                  <c:v>8.5</c:v>
                </c:pt>
                <c:pt idx="4204">
                  <c:v>8.7460000000000004</c:v>
                </c:pt>
                <c:pt idx="4205">
                  <c:v>10.497</c:v>
                </c:pt>
                <c:pt idx="4206">
                  <c:v>9.4960000000000004</c:v>
                </c:pt>
                <c:pt idx="4207">
                  <c:v>13.750999999999999</c:v>
                </c:pt>
                <c:pt idx="4208">
                  <c:v>13.005000000000001</c:v>
                </c:pt>
                <c:pt idx="4209">
                  <c:v>14.249000000000001</c:v>
                </c:pt>
                <c:pt idx="4210">
                  <c:v>17.253</c:v>
                </c:pt>
                <c:pt idx="4211">
                  <c:v>16.004999999999999</c:v>
                </c:pt>
                <c:pt idx="4212">
                  <c:v>14.244999999999999</c:v>
                </c:pt>
                <c:pt idx="4213">
                  <c:v>12.744999999999999</c:v>
                </c:pt>
                <c:pt idx="4214">
                  <c:v>15.503</c:v>
                </c:pt>
                <c:pt idx="4215">
                  <c:v>15.754</c:v>
                </c:pt>
                <c:pt idx="4216">
                  <c:v>14.496</c:v>
                </c:pt>
                <c:pt idx="4217">
                  <c:v>15.753</c:v>
                </c:pt>
                <c:pt idx="4218">
                  <c:v>15.004</c:v>
                </c:pt>
                <c:pt idx="4219">
                  <c:v>13.999000000000001</c:v>
                </c:pt>
                <c:pt idx="4220">
                  <c:v>13.997</c:v>
                </c:pt>
                <c:pt idx="4221">
                  <c:v>15.503</c:v>
                </c:pt>
                <c:pt idx="4222">
                  <c:v>15.000999999999999</c:v>
                </c:pt>
                <c:pt idx="4223">
                  <c:v>15.750999999999999</c:v>
                </c:pt>
                <c:pt idx="4224">
                  <c:v>15.746</c:v>
                </c:pt>
                <c:pt idx="4225">
                  <c:v>17.498000000000001</c:v>
                </c:pt>
                <c:pt idx="4226">
                  <c:v>16.006</c:v>
                </c:pt>
                <c:pt idx="4227">
                  <c:v>15.749000000000001</c:v>
                </c:pt>
                <c:pt idx="4228">
                  <c:v>15.503</c:v>
                </c:pt>
                <c:pt idx="4229">
                  <c:v>11.968999999999999</c:v>
                </c:pt>
                <c:pt idx="4230">
                  <c:v>9.2530000000000001</c:v>
                </c:pt>
                <c:pt idx="4231">
                  <c:v>10.503</c:v>
                </c:pt>
                <c:pt idx="4232">
                  <c:v>10.244999999999999</c:v>
                </c:pt>
                <c:pt idx="4233">
                  <c:v>10.494</c:v>
                </c:pt>
                <c:pt idx="4234">
                  <c:v>12.243</c:v>
                </c:pt>
                <c:pt idx="4235">
                  <c:v>13.502000000000001</c:v>
                </c:pt>
                <c:pt idx="4236">
                  <c:v>9.5039999999999996</c:v>
                </c:pt>
                <c:pt idx="4237">
                  <c:v>8.7530000000000001</c:v>
                </c:pt>
                <c:pt idx="4238">
                  <c:v>8.4969999999999999</c:v>
                </c:pt>
                <c:pt idx="4239">
                  <c:v>8.7530000000000001</c:v>
                </c:pt>
                <c:pt idx="4240">
                  <c:v>8.75</c:v>
                </c:pt>
                <c:pt idx="4241">
                  <c:v>8.0050000000000008</c:v>
                </c:pt>
                <c:pt idx="4242">
                  <c:v>6.9969999999999999</c:v>
                </c:pt>
                <c:pt idx="4243">
                  <c:v>7.2519999999999998</c:v>
                </c:pt>
                <c:pt idx="4244">
                  <c:v>8.2439999999999998</c:v>
                </c:pt>
                <c:pt idx="4245">
                  <c:v>8.2469999999999999</c:v>
                </c:pt>
                <c:pt idx="4246">
                  <c:v>7.2539999999999996</c:v>
                </c:pt>
                <c:pt idx="4247">
                  <c:v>6.5</c:v>
                </c:pt>
                <c:pt idx="4248">
                  <c:v>8.2539999999999996</c:v>
                </c:pt>
                <c:pt idx="4249">
                  <c:v>7.7510000000000003</c:v>
                </c:pt>
                <c:pt idx="4250">
                  <c:v>7.9969999999999999</c:v>
                </c:pt>
                <c:pt idx="4251">
                  <c:v>7.7530000000000001</c:v>
                </c:pt>
                <c:pt idx="4252">
                  <c:v>6.9969999999999999</c:v>
                </c:pt>
                <c:pt idx="4253">
                  <c:v>6.2160000000000002</c:v>
                </c:pt>
                <c:pt idx="4254">
                  <c:v>6.75</c:v>
                </c:pt>
                <c:pt idx="4255">
                  <c:v>7</c:v>
                </c:pt>
                <c:pt idx="4256">
                  <c:v>7</c:v>
                </c:pt>
                <c:pt idx="4257">
                  <c:v>6.7480000000000002</c:v>
                </c:pt>
                <c:pt idx="4258">
                  <c:v>7.0010000000000003</c:v>
                </c:pt>
                <c:pt idx="4259">
                  <c:v>7.0030000000000001</c:v>
                </c:pt>
                <c:pt idx="4260">
                  <c:v>7.7539999999999996</c:v>
                </c:pt>
                <c:pt idx="4261">
                  <c:v>8.7449999999999992</c:v>
                </c:pt>
                <c:pt idx="4262">
                  <c:v>8.4960000000000004</c:v>
                </c:pt>
                <c:pt idx="4263">
                  <c:v>8.4939999999999998</c:v>
                </c:pt>
                <c:pt idx="4264">
                  <c:v>9.4969999999999999</c:v>
                </c:pt>
                <c:pt idx="4265">
                  <c:v>9.7460000000000004</c:v>
                </c:pt>
                <c:pt idx="4266">
                  <c:v>10.254</c:v>
                </c:pt>
                <c:pt idx="4267">
                  <c:v>10.75</c:v>
                </c:pt>
                <c:pt idx="4268">
                  <c:v>11.75</c:v>
                </c:pt>
                <c:pt idx="4269">
                  <c:v>10.255000000000001</c:v>
                </c:pt>
                <c:pt idx="4270">
                  <c:v>11.256</c:v>
                </c:pt>
                <c:pt idx="4271">
                  <c:v>10.754</c:v>
                </c:pt>
                <c:pt idx="4272">
                  <c:v>11.994999999999999</c:v>
                </c:pt>
                <c:pt idx="4273">
                  <c:v>11.250999999999999</c:v>
                </c:pt>
                <c:pt idx="4274">
                  <c:v>11.747999999999999</c:v>
                </c:pt>
                <c:pt idx="4275">
                  <c:v>11.244999999999999</c:v>
                </c:pt>
                <c:pt idx="4276">
                  <c:v>10.253</c:v>
                </c:pt>
                <c:pt idx="4277">
                  <c:v>10.247</c:v>
                </c:pt>
                <c:pt idx="4278">
                  <c:v>10.002000000000001</c:v>
                </c:pt>
                <c:pt idx="4279">
                  <c:v>10.249000000000001</c:v>
                </c:pt>
                <c:pt idx="4280">
                  <c:v>11.744999999999999</c:v>
                </c:pt>
                <c:pt idx="4281">
                  <c:v>11.500999999999999</c:v>
                </c:pt>
                <c:pt idx="4282">
                  <c:v>11.744999999999999</c:v>
                </c:pt>
                <c:pt idx="4283">
                  <c:v>12.002000000000001</c:v>
                </c:pt>
                <c:pt idx="4284">
                  <c:v>11.504</c:v>
                </c:pt>
                <c:pt idx="4285">
                  <c:v>12.000999999999999</c:v>
                </c:pt>
                <c:pt idx="4286">
                  <c:v>12.503</c:v>
                </c:pt>
                <c:pt idx="4287">
                  <c:v>13.497999999999999</c:v>
                </c:pt>
                <c:pt idx="4288">
                  <c:v>12.25</c:v>
                </c:pt>
                <c:pt idx="4289">
                  <c:v>10.994</c:v>
                </c:pt>
                <c:pt idx="4290">
                  <c:v>9.9969999999999999</c:v>
                </c:pt>
                <c:pt idx="4291">
                  <c:v>9.3539999999999992</c:v>
                </c:pt>
                <c:pt idx="4292">
                  <c:v>11.25</c:v>
                </c:pt>
                <c:pt idx="4293">
                  <c:v>11.25</c:v>
                </c:pt>
                <c:pt idx="4294">
                  <c:v>11.749000000000001</c:v>
                </c:pt>
                <c:pt idx="4295">
                  <c:v>12.000999999999999</c:v>
                </c:pt>
                <c:pt idx="4296">
                  <c:v>11.25</c:v>
                </c:pt>
                <c:pt idx="4297">
                  <c:v>11.250999999999999</c:v>
                </c:pt>
                <c:pt idx="4298">
                  <c:v>10.25</c:v>
                </c:pt>
                <c:pt idx="4299">
                  <c:v>11</c:v>
                </c:pt>
                <c:pt idx="4300">
                  <c:v>11.25</c:v>
                </c:pt>
                <c:pt idx="4301">
                  <c:v>11.5</c:v>
                </c:pt>
                <c:pt idx="4302">
                  <c:v>11.5</c:v>
                </c:pt>
                <c:pt idx="4303">
                  <c:v>11</c:v>
                </c:pt>
                <c:pt idx="4304">
                  <c:v>11.000999999999999</c:v>
                </c:pt>
                <c:pt idx="4305">
                  <c:v>11</c:v>
                </c:pt>
                <c:pt idx="4306">
                  <c:v>10.250999999999999</c:v>
                </c:pt>
                <c:pt idx="4307">
                  <c:v>10.75</c:v>
                </c:pt>
                <c:pt idx="4308">
                  <c:v>10.250999999999999</c:v>
                </c:pt>
                <c:pt idx="4309">
                  <c:v>10.25</c:v>
                </c:pt>
                <c:pt idx="4310">
                  <c:v>11.000999999999999</c:v>
                </c:pt>
                <c:pt idx="4311">
                  <c:v>10.5</c:v>
                </c:pt>
                <c:pt idx="4312">
                  <c:v>10.000999999999999</c:v>
                </c:pt>
                <c:pt idx="4313">
                  <c:v>9.75</c:v>
                </c:pt>
                <c:pt idx="4314">
                  <c:v>9.75</c:v>
                </c:pt>
                <c:pt idx="4315">
                  <c:v>8.9990000000000006</c:v>
                </c:pt>
                <c:pt idx="4316">
                  <c:v>8.5009999999999994</c:v>
                </c:pt>
                <c:pt idx="4317">
                  <c:v>9.25</c:v>
                </c:pt>
                <c:pt idx="4318">
                  <c:v>9</c:v>
                </c:pt>
                <c:pt idx="4319">
                  <c:v>6.75</c:v>
                </c:pt>
                <c:pt idx="4320">
                  <c:v>7.5</c:v>
                </c:pt>
                <c:pt idx="4321">
                  <c:v>8</c:v>
                </c:pt>
                <c:pt idx="4322">
                  <c:v>8</c:v>
                </c:pt>
                <c:pt idx="4323">
                  <c:v>8</c:v>
                </c:pt>
                <c:pt idx="4324">
                  <c:v>7.5</c:v>
                </c:pt>
                <c:pt idx="4325">
                  <c:v>7.4989999999999997</c:v>
                </c:pt>
                <c:pt idx="4326">
                  <c:v>7</c:v>
                </c:pt>
                <c:pt idx="4327">
                  <c:v>7.7489999999999997</c:v>
                </c:pt>
                <c:pt idx="4328">
                  <c:v>7.25</c:v>
                </c:pt>
                <c:pt idx="4329">
                  <c:v>8</c:v>
                </c:pt>
                <c:pt idx="4330">
                  <c:v>8</c:v>
                </c:pt>
                <c:pt idx="4331">
                  <c:v>8.75</c:v>
                </c:pt>
                <c:pt idx="4332">
                  <c:v>9.25</c:v>
                </c:pt>
                <c:pt idx="4333">
                  <c:v>8.4990000000000006</c:v>
                </c:pt>
                <c:pt idx="4334">
                  <c:v>8.75</c:v>
                </c:pt>
                <c:pt idx="4335">
                  <c:v>9</c:v>
                </c:pt>
                <c:pt idx="4336">
                  <c:v>7.25</c:v>
                </c:pt>
                <c:pt idx="4337">
                  <c:v>7.75</c:v>
                </c:pt>
                <c:pt idx="4338">
                  <c:v>7.5</c:v>
                </c:pt>
                <c:pt idx="4339">
                  <c:v>6.9989999999999997</c:v>
                </c:pt>
                <c:pt idx="4340">
                  <c:v>8.25</c:v>
                </c:pt>
                <c:pt idx="4341">
                  <c:v>9</c:v>
                </c:pt>
                <c:pt idx="4342">
                  <c:v>9.25</c:v>
                </c:pt>
                <c:pt idx="4343">
                  <c:v>11.087999999999999</c:v>
                </c:pt>
                <c:pt idx="4344">
                  <c:v>9</c:v>
                </c:pt>
                <c:pt idx="4345">
                  <c:v>8.6340000000000003</c:v>
                </c:pt>
                <c:pt idx="4346">
                  <c:v>15.775</c:v>
                </c:pt>
                <c:pt idx="4347">
                  <c:v>9.75</c:v>
                </c:pt>
                <c:pt idx="4348">
                  <c:v>10</c:v>
                </c:pt>
                <c:pt idx="4349">
                  <c:v>11.25</c:v>
                </c:pt>
                <c:pt idx="4350">
                  <c:v>11.75</c:v>
                </c:pt>
                <c:pt idx="4351">
                  <c:v>12.25</c:v>
                </c:pt>
                <c:pt idx="4352">
                  <c:v>12.75</c:v>
                </c:pt>
                <c:pt idx="4353">
                  <c:v>12.500999999999999</c:v>
                </c:pt>
                <c:pt idx="4354">
                  <c:v>11.026999999999999</c:v>
                </c:pt>
                <c:pt idx="4355">
                  <c:v>10.499000000000001</c:v>
                </c:pt>
                <c:pt idx="4356">
                  <c:v>10.500999999999999</c:v>
                </c:pt>
                <c:pt idx="4357">
                  <c:v>10.75</c:v>
                </c:pt>
                <c:pt idx="4358">
                  <c:v>10.500999999999999</c:v>
                </c:pt>
                <c:pt idx="4359">
                  <c:v>12.749000000000001</c:v>
                </c:pt>
                <c:pt idx="4360">
                  <c:v>15.75</c:v>
                </c:pt>
                <c:pt idx="4361">
                  <c:v>14.5</c:v>
                </c:pt>
                <c:pt idx="4362">
                  <c:v>14.25</c:v>
                </c:pt>
                <c:pt idx="4363">
                  <c:v>14.000999999999999</c:v>
                </c:pt>
                <c:pt idx="4364">
                  <c:v>12.25</c:v>
                </c:pt>
                <c:pt idx="4365">
                  <c:v>12.75</c:v>
                </c:pt>
                <c:pt idx="4366">
                  <c:v>14</c:v>
                </c:pt>
                <c:pt idx="4367">
                  <c:v>13</c:v>
                </c:pt>
                <c:pt idx="4368">
                  <c:v>12</c:v>
                </c:pt>
                <c:pt idx="4369">
                  <c:v>11.25</c:v>
                </c:pt>
                <c:pt idx="4370">
                  <c:v>10.75</c:v>
                </c:pt>
                <c:pt idx="4371">
                  <c:v>12</c:v>
                </c:pt>
                <c:pt idx="4372">
                  <c:v>12.5</c:v>
                </c:pt>
                <c:pt idx="4373">
                  <c:v>13.75</c:v>
                </c:pt>
                <c:pt idx="4374">
                  <c:v>13.75</c:v>
                </c:pt>
                <c:pt idx="4375">
                  <c:v>14.25</c:v>
                </c:pt>
                <c:pt idx="4376">
                  <c:v>16.248999999999999</c:v>
                </c:pt>
                <c:pt idx="4377">
                  <c:v>15.750999999999999</c:v>
                </c:pt>
                <c:pt idx="4378">
                  <c:v>15</c:v>
                </c:pt>
                <c:pt idx="4379">
                  <c:v>14.000999999999999</c:v>
                </c:pt>
                <c:pt idx="4380">
                  <c:v>14</c:v>
                </c:pt>
                <c:pt idx="4381">
                  <c:v>11.750999999999999</c:v>
                </c:pt>
                <c:pt idx="4382">
                  <c:v>14</c:v>
                </c:pt>
                <c:pt idx="4383">
                  <c:v>13.25</c:v>
                </c:pt>
                <c:pt idx="4384">
                  <c:v>12</c:v>
                </c:pt>
                <c:pt idx="4385">
                  <c:v>10</c:v>
                </c:pt>
                <c:pt idx="4386">
                  <c:v>9</c:v>
                </c:pt>
                <c:pt idx="4387">
                  <c:v>9.5009999999999994</c:v>
                </c:pt>
                <c:pt idx="4388">
                  <c:v>9.25</c:v>
                </c:pt>
                <c:pt idx="4389">
                  <c:v>11</c:v>
                </c:pt>
                <c:pt idx="4390">
                  <c:v>12</c:v>
                </c:pt>
                <c:pt idx="4391">
                  <c:v>12.249000000000001</c:v>
                </c:pt>
                <c:pt idx="4392">
                  <c:v>12.25</c:v>
                </c:pt>
                <c:pt idx="4393">
                  <c:v>11.999000000000001</c:v>
                </c:pt>
                <c:pt idx="4394">
                  <c:v>14.5</c:v>
                </c:pt>
                <c:pt idx="4395">
                  <c:v>17</c:v>
                </c:pt>
                <c:pt idx="4396">
                  <c:v>22</c:v>
                </c:pt>
                <c:pt idx="4397">
                  <c:v>20.25</c:v>
                </c:pt>
                <c:pt idx="4398">
                  <c:v>20.498999999999999</c:v>
                </c:pt>
                <c:pt idx="4399">
                  <c:v>16</c:v>
                </c:pt>
                <c:pt idx="4400">
                  <c:v>16.75</c:v>
                </c:pt>
                <c:pt idx="4401">
                  <c:v>14</c:v>
                </c:pt>
                <c:pt idx="4402">
                  <c:v>13</c:v>
                </c:pt>
                <c:pt idx="4403">
                  <c:v>11</c:v>
                </c:pt>
                <c:pt idx="4404">
                  <c:v>12.25</c:v>
                </c:pt>
                <c:pt idx="4405">
                  <c:v>13.75</c:v>
                </c:pt>
                <c:pt idx="4406">
                  <c:v>15.25</c:v>
                </c:pt>
                <c:pt idx="4407">
                  <c:v>15.5</c:v>
                </c:pt>
                <c:pt idx="4408">
                  <c:v>15.25</c:v>
                </c:pt>
                <c:pt idx="4409">
                  <c:v>18.75</c:v>
                </c:pt>
                <c:pt idx="4410">
                  <c:v>16.75</c:v>
                </c:pt>
                <c:pt idx="4411">
                  <c:v>15.749000000000001</c:v>
                </c:pt>
                <c:pt idx="4412">
                  <c:v>18.25</c:v>
                </c:pt>
                <c:pt idx="4413">
                  <c:v>18</c:v>
                </c:pt>
                <c:pt idx="4414">
                  <c:v>18.75</c:v>
                </c:pt>
                <c:pt idx="4415">
                  <c:v>20.25</c:v>
                </c:pt>
                <c:pt idx="4416">
                  <c:v>21.001000000000001</c:v>
                </c:pt>
                <c:pt idx="4417">
                  <c:v>19.75</c:v>
                </c:pt>
                <c:pt idx="4418">
                  <c:v>19</c:v>
                </c:pt>
                <c:pt idx="4419">
                  <c:v>21.998999999999999</c:v>
                </c:pt>
                <c:pt idx="4420">
                  <c:v>21.75</c:v>
                </c:pt>
                <c:pt idx="4421">
                  <c:v>21.25</c:v>
                </c:pt>
                <c:pt idx="4422">
                  <c:v>20.498999999999999</c:v>
                </c:pt>
                <c:pt idx="4423">
                  <c:v>18.251000000000001</c:v>
                </c:pt>
                <c:pt idx="4424">
                  <c:v>19.25</c:v>
                </c:pt>
                <c:pt idx="4425">
                  <c:v>20.248999999999999</c:v>
                </c:pt>
                <c:pt idx="4426">
                  <c:v>20.251000000000001</c:v>
                </c:pt>
                <c:pt idx="4427">
                  <c:v>21.5</c:v>
                </c:pt>
                <c:pt idx="4428">
                  <c:v>19.25</c:v>
                </c:pt>
                <c:pt idx="4429">
                  <c:v>18</c:v>
                </c:pt>
                <c:pt idx="4430">
                  <c:v>18.5</c:v>
                </c:pt>
                <c:pt idx="4431">
                  <c:v>17.75</c:v>
                </c:pt>
                <c:pt idx="4432">
                  <c:v>17.5</c:v>
                </c:pt>
                <c:pt idx="4433">
                  <c:v>17.75</c:v>
                </c:pt>
                <c:pt idx="4434">
                  <c:v>18.5</c:v>
                </c:pt>
                <c:pt idx="4435">
                  <c:v>21.25</c:v>
                </c:pt>
                <c:pt idx="4436">
                  <c:v>24.248999999999999</c:v>
                </c:pt>
                <c:pt idx="4437">
                  <c:v>23.25</c:v>
                </c:pt>
                <c:pt idx="4438">
                  <c:v>21</c:v>
                </c:pt>
                <c:pt idx="4439">
                  <c:v>20.248999999999999</c:v>
                </c:pt>
                <c:pt idx="4440">
                  <c:v>18.75</c:v>
                </c:pt>
                <c:pt idx="4441">
                  <c:v>15.638</c:v>
                </c:pt>
                <c:pt idx="4442">
                  <c:v>17.5</c:v>
                </c:pt>
                <c:pt idx="4443">
                  <c:v>18.75</c:v>
                </c:pt>
                <c:pt idx="4444">
                  <c:v>19.5</c:v>
                </c:pt>
                <c:pt idx="4445">
                  <c:v>19.75</c:v>
                </c:pt>
                <c:pt idx="4446">
                  <c:v>19.25</c:v>
                </c:pt>
                <c:pt idx="4447">
                  <c:v>19</c:v>
                </c:pt>
                <c:pt idx="4448">
                  <c:v>19.75</c:v>
                </c:pt>
                <c:pt idx="4449">
                  <c:v>19.5</c:v>
                </c:pt>
                <c:pt idx="4450">
                  <c:v>19.25</c:v>
                </c:pt>
                <c:pt idx="4451">
                  <c:v>19</c:v>
                </c:pt>
                <c:pt idx="4452">
                  <c:v>15.5</c:v>
                </c:pt>
                <c:pt idx="4453">
                  <c:v>14</c:v>
                </c:pt>
                <c:pt idx="4454">
                  <c:v>16</c:v>
                </c:pt>
                <c:pt idx="4455">
                  <c:v>17.25</c:v>
                </c:pt>
                <c:pt idx="4456">
                  <c:v>17</c:v>
                </c:pt>
                <c:pt idx="4457">
                  <c:v>16.75</c:v>
                </c:pt>
                <c:pt idx="4458">
                  <c:v>16.25</c:v>
                </c:pt>
                <c:pt idx="4459">
                  <c:v>16.498999999999999</c:v>
                </c:pt>
                <c:pt idx="4460">
                  <c:v>16.5</c:v>
                </c:pt>
                <c:pt idx="4461">
                  <c:v>20</c:v>
                </c:pt>
                <c:pt idx="4462">
                  <c:v>17.25</c:v>
                </c:pt>
                <c:pt idx="4463">
                  <c:v>19.25</c:v>
                </c:pt>
                <c:pt idx="4464">
                  <c:v>19.25</c:v>
                </c:pt>
                <c:pt idx="4465">
                  <c:v>20.25</c:v>
                </c:pt>
                <c:pt idx="4466">
                  <c:v>19.5</c:v>
                </c:pt>
                <c:pt idx="4467">
                  <c:v>16.75</c:v>
                </c:pt>
                <c:pt idx="4468">
                  <c:v>18.75</c:v>
                </c:pt>
                <c:pt idx="4469">
                  <c:v>18.75</c:v>
                </c:pt>
                <c:pt idx="4470">
                  <c:v>21</c:v>
                </c:pt>
                <c:pt idx="4471">
                  <c:v>19.5</c:v>
                </c:pt>
                <c:pt idx="4472">
                  <c:v>19</c:v>
                </c:pt>
                <c:pt idx="4473">
                  <c:v>17.75</c:v>
                </c:pt>
                <c:pt idx="4474">
                  <c:v>14.25</c:v>
                </c:pt>
                <c:pt idx="4475">
                  <c:v>16.5</c:v>
                </c:pt>
                <c:pt idx="4476">
                  <c:v>17.75</c:v>
                </c:pt>
                <c:pt idx="4477">
                  <c:v>14.75</c:v>
                </c:pt>
                <c:pt idx="4478">
                  <c:v>13.75</c:v>
                </c:pt>
                <c:pt idx="4479">
                  <c:v>12.75</c:v>
                </c:pt>
                <c:pt idx="4480">
                  <c:v>13</c:v>
                </c:pt>
                <c:pt idx="4481">
                  <c:v>12.5</c:v>
                </c:pt>
                <c:pt idx="4482">
                  <c:v>14.25</c:v>
                </c:pt>
                <c:pt idx="4483">
                  <c:v>14.75</c:v>
                </c:pt>
                <c:pt idx="4484">
                  <c:v>15.000999999999999</c:v>
                </c:pt>
                <c:pt idx="4485">
                  <c:v>16</c:v>
                </c:pt>
                <c:pt idx="4486">
                  <c:v>17.5</c:v>
                </c:pt>
                <c:pt idx="4487">
                  <c:v>18.748999999999999</c:v>
                </c:pt>
                <c:pt idx="4488">
                  <c:v>17</c:v>
                </c:pt>
                <c:pt idx="4489">
                  <c:v>16</c:v>
                </c:pt>
                <c:pt idx="4490">
                  <c:v>16.25</c:v>
                </c:pt>
                <c:pt idx="4491">
                  <c:v>16.5</c:v>
                </c:pt>
                <c:pt idx="4492">
                  <c:v>16</c:v>
                </c:pt>
                <c:pt idx="4493">
                  <c:v>16.251000000000001</c:v>
                </c:pt>
                <c:pt idx="4494">
                  <c:v>16.5</c:v>
                </c:pt>
                <c:pt idx="4495">
                  <c:v>16.5</c:v>
                </c:pt>
                <c:pt idx="4496">
                  <c:v>15.500999999999999</c:v>
                </c:pt>
                <c:pt idx="4497">
                  <c:v>13.75</c:v>
                </c:pt>
                <c:pt idx="4498">
                  <c:v>13.25</c:v>
                </c:pt>
                <c:pt idx="4499">
                  <c:v>13.75</c:v>
                </c:pt>
                <c:pt idx="4500">
                  <c:v>13.75</c:v>
                </c:pt>
                <c:pt idx="4501">
                  <c:v>14.000999999999999</c:v>
                </c:pt>
                <c:pt idx="4502">
                  <c:v>14.191000000000001</c:v>
                </c:pt>
                <c:pt idx="4503">
                  <c:v>13.75</c:v>
                </c:pt>
                <c:pt idx="4504">
                  <c:v>14.749000000000001</c:v>
                </c:pt>
                <c:pt idx="4505">
                  <c:v>13.750999999999999</c:v>
                </c:pt>
                <c:pt idx="4506">
                  <c:v>13.75</c:v>
                </c:pt>
                <c:pt idx="4507">
                  <c:v>12.75</c:v>
                </c:pt>
                <c:pt idx="4508">
                  <c:v>13</c:v>
                </c:pt>
                <c:pt idx="4509">
                  <c:v>12.25</c:v>
                </c:pt>
                <c:pt idx="4510">
                  <c:v>11</c:v>
                </c:pt>
                <c:pt idx="4511">
                  <c:v>10.75</c:v>
                </c:pt>
                <c:pt idx="4512">
                  <c:v>10.750999999999999</c:v>
                </c:pt>
                <c:pt idx="4513">
                  <c:v>11.749000000000001</c:v>
                </c:pt>
                <c:pt idx="4514">
                  <c:v>12.5</c:v>
                </c:pt>
                <c:pt idx="4515">
                  <c:v>11.500999999999999</c:v>
                </c:pt>
                <c:pt idx="4516">
                  <c:v>10</c:v>
                </c:pt>
                <c:pt idx="4517">
                  <c:v>10.75</c:v>
                </c:pt>
                <c:pt idx="4518">
                  <c:v>11.25</c:v>
                </c:pt>
                <c:pt idx="4519">
                  <c:v>11</c:v>
                </c:pt>
                <c:pt idx="4520">
                  <c:v>11.25</c:v>
                </c:pt>
                <c:pt idx="4521">
                  <c:v>11.5</c:v>
                </c:pt>
                <c:pt idx="4522">
                  <c:v>8</c:v>
                </c:pt>
                <c:pt idx="4523">
                  <c:v>8.5</c:v>
                </c:pt>
                <c:pt idx="4524">
                  <c:v>8.25</c:v>
                </c:pt>
                <c:pt idx="4525">
                  <c:v>8.2509999999999994</c:v>
                </c:pt>
                <c:pt idx="4526">
                  <c:v>8</c:v>
                </c:pt>
                <c:pt idx="4527">
                  <c:v>7.6</c:v>
                </c:pt>
                <c:pt idx="4528">
                  <c:v>7.75</c:v>
                </c:pt>
                <c:pt idx="4529">
                  <c:v>8.85</c:v>
                </c:pt>
                <c:pt idx="4530">
                  <c:v>8.75</c:v>
                </c:pt>
                <c:pt idx="4531">
                  <c:v>9.75</c:v>
                </c:pt>
                <c:pt idx="4532">
                  <c:v>10.5</c:v>
                </c:pt>
                <c:pt idx="4533">
                  <c:v>10.25</c:v>
                </c:pt>
                <c:pt idx="4534">
                  <c:v>9.75</c:v>
                </c:pt>
                <c:pt idx="4535">
                  <c:v>8.75</c:v>
                </c:pt>
                <c:pt idx="4536">
                  <c:v>8.5</c:v>
                </c:pt>
                <c:pt idx="4537">
                  <c:v>8.75</c:v>
                </c:pt>
                <c:pt idx="4538">
                  <c:v>8</c:v>
                </c:pt>
                <c:pt idx="4539">
                  <c:v>8.4990000000000006</c:v>
                </c:pt>
                <c:pt idx="4540">
                  <c:v>8.25</c:v>
                </c:pt>
                <c:pt idx="4541">
                  <c:v>8.25</c:v>
                </c:pt>
                <c:pt idx="4542">
                  <c:v>8</c:v>
                </c:pt>
                <c:pt idx="4543">
                  <c:v>7</c:v>
                </c:pt>
                <c:pt idx="4544">
                  <c:v>7</c:v>
                </c:pt>
                <c:pt idx="4545">
                  <c:v>5.25</c:v>
                </c:pt>
                <c:pt idx="4546">
                  <c:v>6.5</c:v>
                </c:pt>
                <c:pt idx="4547">
                  <c:v>6</c:v>
                </c:pt>
                <c:pt idx="4548">
                  <c:v>7.5</c:v>
                </c:pt>
                <c:pt idx="4549">
                  <c:v>8.5</c:v>
                </c:pt>
                <c:pt idx="4550">
                  <c:v>7.5</c:v>
                </c:pt>
                <c:pt idx="4551">
                  <c:v>7.5</c:v>
                </c:pt>
                <c:pt idx="4552">
                  <c:v>7.5</c:v>
                </c:pt>
                <c:pt idx="4553">
                  <c:v>7.25</c:v>
                </c:pt>
                <c:pt idx="4554">
                  <c:v>6</c:v>
                </c:pt>
                <c:pt idx="4555">
                  <c:v>6.4989999999999997</c:v>
                </c:pt>
                <c:pt idx="4556">
                  <c:v>7</c:v>
                </c:pt>
                <c:pt idx="4557">
                  <c:v>7.75</c:v>
                </c:pt>
                <c:pt idx="4558">
                  <c:v>8.5</c:v>
                </c:pt>
                <c:pt idx="4559">
                  <c:v>9.15</c:v>
                </c:pt>
                <c:pt idx="4560">
                  <c:v>9.75</c:v>
                </c:pt>
                <c:pt idx="4561">
                  <c:v>10.661</c:v>
                </c:pt>
                <c:pt idx="4562">
                  <c:v>9.4329999999999998</c:v>
                </c:pt>
                <c:pt idx="4563">
                  <c:v>8.5</c:v>
                </c:pt>
                <c:pt idx="4564">
                  <c:v>11.25</c:v>
                </c:pt>
                <c:pt idx="4565">
                  <c:v>10.432</c:v>
                </c:pt>
                <c:pt idx="4566">
                  <c:v>10.5</c:v>
                </c:pt>
                <c:pt idx="4567">
                  <c:v>11.25</c:v>
                </c:pt>
                <c:pt idx="4568">
                  <c:v>11</c:v>
                </c:pt>
                <c:pt idx="4569">
                  <c:v>10.75</c:v>
                </c:pt>
                <c:pt idx="4570">
                  <c:v>11.25</c:v>
                </c:pt>
                <c:pt idx="4571">
                  <c:v>11.75</c:v>
                </c:pt>
                <c:pt idx="4572">
                  <c:v>11.5</c:v>
                </c:pt>
                <c:pt idx="4573">
                  <c:v>12.25</c:v>
                </c:pt>
                <c:pt idx="4574">
                  <c:v>12.75</c:v>
                </c:pt>
                <c:pt idx="4575">
                  <c:v>12.25</c:v>
                </c:pt>
                <c:pt idx="4576">
                  <c:v>13</c:v>
                </c:pt>
                <c:pt idx="4577">
                  <c:v>13.25</c:v>
                </c:pt>
                <c:pt idx="4578">
                  <c:v>12.5</c:v>
                </c:pt>
                <c:pt idx="4579">
                  <c:v>12.75</c:v>
                </c:pt>
                <c:pt idx="4580">
                  <c:v>12.75</c:v>
                </c:pt>
                <c:pt idx="4581">
                  <c:v>12.75</c:v>
                </c:pt>
                <c:pt idx="4582">
                  <c:v>13.85</c:v>
                </c:pt>
                <c:pt idx="4583">
                  <c:v>14</c:v>
                </c:pt>
                <c:pt idx="4584">
                  <c:v>15.375</c:v>
                </c:pt>
                <c:pt idx="4585">
                  <c:v>16.5</c:v>
                </c:pt>
                <c:pt idx="4586">
                  <c:v>13.75</c:v>
                </c:pt>
                <c:pt idx="4587">
                  <c:v>15</c:v>
                </c:pt>
                <c:pt idx="4588">
                  <c:v>16</c:v>
                </c:pt>
                <c:pt idx="4589">
                  <c:v>15.75</c:v>
                </c:pt>
                <c:pt idx="4590">
                  <c:v>13.4</c:v>
                </c:pt>
                <c:pt idx="4591">
                  <c:v>13.25</c:v>
                </c:pt>
                <c:pt idx="4592">
                  <c:v>12.75</c:v>
                </c:pt>
                <c:pt idx="4593">
                  <c:v>12.25</c:v>
                </c:pt>
                <c:pt idx="4594">
                  <c:v>13</c:v>
                </c:pt>
                <c:pt idx="4595">
                  <c:v>14.25</c:v>
                </c:pt>
                <c:pt idx="4596">
                  <c:v>14.25</c:v>
                </c:pt>
                <c:pt idx="4597">
                  <c:v>15</c:v>
                </c:pt>
                <c:pt idx="4598">
                  <c:v>15</c:v>
                </c:pt>
                <c:pt idx="4599">
                  <c:v>16</c:v>
                </c:pt>
                <c:pt idx="4600">
                  <c:v>17.375</c:v>
                </c:pt>
                <c:pt idx="4601">
                  <c:v>21.5</c:v>
                </c:pt>
                <c:pt idx="4602">
                  <c:v>21</c:v>
                </c:pt>
                <c:pt idx="4603">
                  <c:v>19.5</c:v>
                </c:pt>
                <c:pt idx="4604">
                  <c:v>17</c:v>
                </c:pt>
                <c:pt idx="4605">
                  <c:v>18.5</c:v>
                </c:pt>
                <c:pt idx="4606">
                  <c:v>19.3</c:v>
                </c:pt>
                <c:pt idx="4607">
                  <c:v>19</c:v>
                </c:pt>
                <c:pt idx="4608">
                  <c:v>16.75</c:v>
                </c:pt>
                <c:pt idx="4609">
                  <c:v>16.25</c:v>
                </c:pt>
                <c:pt idx="4610">
                  <c:v>15.4</c:v>
                </c:pt>
                <c:pt idx="4611">
                  <c:v>15.25</c:v>
                </c:pt>
                <c:pt idx="4612">
                  <c:v>15.5</c:v>
                </c:pt>
                <c:pt idx="4613">
                  <c:v>15.75</c:v>
                </c:pt>
                <c:pt idx="4614">
                  <c:v>15</c:v>
                </c:pt>
                <c:pt idx="4615">
                  <c:v>16</c:v>
                </c:pt>
                <c:pt idx="4616">
                  <c:v>13.25</c:v>
                </c:pt>
                <c:pt idx="4617">
                  <c:v>14</c:v>
                </c:pt>
                <c:pt idx="4618">
                  <c:v>13.5</c:v>
                </c:pt>
                <c:pt idx="4619">
                  <c:v>13.25</c:v>
                </c:pt>
                <c:pt idx="4620">
                  <c:v>14</c:v>
                </c:pt>
                <c:pt idx="4621">
                  <c:v>12.750999999999999</c:v>
                </c:pt>
                <c:pt idx="4622">
                  <c:v>14.75</c:v>
                </c:pt>
                <c:pt idx="4623">
                  <c:v>14</c:v>
                </c:pt>
                <c:pt idx="4624">
                  <c:v>15</c:v>
                </c:pt>
                <c:pt idx="4625">
                  <c:v>15.249000000000001</c:v>
                </c:pt>
                <c:pt idx="4626">
                  <c:v>13.999000000000001</c:v>
                </c:pt>
                <c:pt idx="4627">
                  <c:v>13.5</c:v>
                </c:pt>
                <c:pt idx="4628">
                  <c:v>12.603999999999999</c:v>
                </c:pt>
                <c:pt idx="4629">
                  <c:v>12.25</c:v>
                </c:pt>
                <c:pt idx="4630">
                  <c:v>12.75</c:v>
                </c:pt>
                <c:pt idx="4631">
                  <c:v>14.25</c:v>
                </c:pt>
                <c:pt idx="4632">
                  <c:v>14.75</c:v>
                </c:pt>
                <c:pt idx="4633">
                  <c:v>14.25</c:v>
                </c:pt>
                <c:pt idx="4634">
                  <c:v>13</c:v>
                </c:pt>
                <c:pt idx="4635">
                  <c:v>13.75</c:v>
                </c:pt>
                <c:pt idx="4636">
                  <c:v>13.75</c:v>
                </c:pt>
                <c:pt idx="4637">
                  <c:v>14.25</c:v>
                </c:pt>
                <c:pt idx="4638">
                  <c:v>13.75</c:v>
                </c:pt>
                <c:pt idx="4639">
                  <c:v>13.5</c:v>
                </c:pt>
                <c:pt idx="4640">
                  <c:v>12.25</c:v>
                </c:pt>
                <c:pt idx="4641">
                  <c:v>11.4</c:v>
                </c:pt>
                <c:pt idx="4642">
                  <c:v>12.25</c:v>
                </c:pt>
                <c:pt idx="4643">
                  <c:v>13.25</c:v>
                </c:pt>
                <c:pt idx="4644">
                  <c:v>15.5</c:v>
                </c:pt>
                <c:pt idx="4645">
                  <c:v>15</c:v>
                </c:pt>
                <c:pt idx="4646">
                  <c:v>14.25</c:v>
                </c:pt>
                <c:pt idx="4647">
                  <c:v>14.25</c:v>
                </c:pt>
                <c:pt idx="4648">
                  <c:v>13.75</c:v>
                </c:pt>
                <c:pt idx="4649">
                  <c:v>11</c:v>
                </c:pt>
                <c:pt idx="4650">
                  <c:v>11.000999999999999</c:v>
                </c:pt>
                <c:pt idx="4651">
                  <c:v>10.749000000000001</c:v>
                </c:pt>
                <c:pt idx="4652">
                  <c:v>10.15</c:v>
                </c:pt>
                <c:pt idx="4653">
                  <c:v>11.375</c:v>
                </c:pt>
                <c:pt idx="4654">
                  <c:v>11.75</c:v>
                </c:pt>
                <c:pt idx="4655">
                  <c:v>10.75</c:v>
                </c:pt>
                <c:pt idx="4656">
                  <c:v>10.749000000000001</c:v>
                </c:pt>
                <c:pt idx="4657">
                  <c:v>10.75</c:v>
                </c:pt>
                <c:pt idx="4658">
                  <c:v>10.5</c:v>
                </c:pt>
                <c:pt idx="4659">
                  <c:v>10.5</c:v>
                </c:pt>
                <c:pt idx="4660">
                  <c:v>10.5</c:v>
                </c:pt>
                <c:pt idx="4661">
                  <c:v>10.151</c:v>
                </c:pt>
                <c:pt idx="4662">
                  <c:v>9</c:v>
                </c:pt>
                <c:pt idx="4663">
                  <c:v>9.9499999999999993</c:v>
                </c:pt>
                <c:pt idx="4664">
                  <c:v>10.725</c:v>
                </c:pt>
                <c:pt idx="4665">
                  <c:v>11.1</c:v>
                </c:pt>
                <c:pt idx="4666">
                  <c:v>10.25</c:v>
                </c:pt>
                <c:pt idx="4667">
                  <c:v>9.5</c:v>
                </c:pt>
                <c:pt idx="4668">
                  <c:v>10.75</c:v>
                </c:pt>
                <c:pt idx="4669">
                  <c:v>10.5</c:v>
                </c:pt>
                <c:pt idx="4670">
                  <c:v>9.5</c:v>
                </c:pt>
                <c:pt idx="4671">
                  <c:v>9.75</c:v>
                </c:pt>
                <c:pt idx="4672">
                  <c:v>9.25</c:v>
                </c:pt>
                <c:pt idx="4673">
                  <c:v>6.5</c:v>
                </c:pt>
                <c:pt idx="4674">
                  <c:v>3.5</c:v>
                </c:pt>
                <c:pt idx="4675">
                  <c:v>3.75</c:v>
                </c:pt>
                <c:pt idx="4676">
                  <c:v>3.75</c:v>
                </c:pt>
                <c:pt idx="4677">
                  <c:v>2.25</c:v>
                </c:pt>
                <c:pt idx="4678">
                  <c:v>0.95</c:v>
                </c:pt>
                <c:pt idx="4679">
                  <c:v>1.5</c:v>
                </c:pt>
                <c:pt idx="4680">
                  <c:v>2</c:v>
                </c:pt>
                <c:pt idx="4681">
                  <c:v>3.25</c:v>
                </c:pt>
                <c:pt idx="4682">
                  <c:v>5.35</c:v>
                </c:pt>
                <c:pt idx="4683">
                  <c:v>5.6</c:v>
                </c:pt>
                <c:pt idx="4684">
                  <c:v>7</c:v>
                </c:pt>
                <c:pt idx="4685">
                  <c:v>7.5</c:v>
                </c:pt>
                <c:pt idx="4686">
                  <c:v>7.7510000000000003</c:v>
                </c:pt>
                <c:pt idx="4687">
                  <c:v>6.5</c:v>
                </c:pt>
                <c:pt idx="4688">
                  <c:v>7.75</c:v>
                </c:pt>
                <c:pt idx="4689">
                  <c:v>6.75</c:v>
                </c:pt>
                <c:pt idx="4690">
                  <c:v>5.75</c:v>
                </c:pt>
                <c:pt idx="4691">
                  <c:v>5.75</c:v>
                </c:pt>
                <c:pt idx="4692">
                  <c:v>4.5</c:v>
                </c:pt>
                <c:pt idx="4693">
                  <c:v>5.5</c:v>
                </c:pt>
                <c:pt idx="4694">
                  <c:v>5.5</c:v>
                </c:pt>
                <c:pt idx="4695">
                  <c:v>4</c:v>
                </c:pt>
                <c:pt idx="4696">
                  <c:v>3.4</c:v>
                </c:pt>
                <c:pt idx="4697">
                  <c:v>2.75</c:v>
                </c:pt>
                <c:pt idx="4698">
                  <c:v>3.25</c:v>
                </c:pt>
                <c:pt idx="4699">
                  <c:v>3</c:v>
                </c:pt>
                <c:pt idx="4700">
                  <c:v>4.25</c:v>
                </c:pt>
                <c:pt idx="4701">
                  <c:v>3.25</c:v>
                </c:pt>
                <c:pt idx="4702">
                  <c:v>4.4000000000000004</c:v>
                </c:pt>
                <c:pt idx="4703">
                  <c:v>4</c:v>
                </c:pt>
                <c:pt idx="4704">
                  <c:v>4.25</c:v>
                </c:pt>
                <c:pt idx="4705">
                  <c:v>4.5999999999999996</c:v>
                </c:pt>
                <c:pt idx="4706">
                  <c:v>4.25</c:v>
                </c:pt>
                <c:pt idx="4707">
                  <c:v>3</c:v>
                </c:pt>
                <c:pt idx="4708">
                  <c:v>3</c:v>
                </c:pt>
                <c:pt idx="4709">
                  <c:v>4.25</c:v>
                </c:pt>
                <c:pt idx="4710">
                  <c:v>4.3499999999999996</c:v>
                </c:pt>
                <c:pt idx="4711">
                  <c:v>1.75</c:v>
                </c:pt>
                <c:pt idx="4712">
                  <c:v>3.5</c:v>
                </c:pt>
                <c:pt idx="4713">
                  <c:v>4.3499999999999996</c:v>
                </c:pt>
                <c:pt idx="4714">
                  <c:v>3.75</c:v>
                </c:pt>
                <c:pt idx="4715">
                  <c:v>4.5</c:v>
                </c:pt>
                <c:pt idx="4716">
                  <c:v>4.8499999999999996</c:v>
                </c:pt>
                <c:pt idx="4717">
                  <c:v>4.5</c:v>
                </c:pt>
                <c:pt idx="4718">
                  <c:v>4</c:v>
                </c:pt>
                <c:pt idx="4719">
                  <c:v>3.65</c:v>
                </c:pt>
                <c:pt idx="4720">
                  <c:v>3.7530000000000001</c:v>
                </c:pt>
                <c:pt idx="4721">
                  <c:v>4.0030000000000001</c:v>
                </c:pt>
                <c:pt idx="4722">
                  <c:v>3.2530000000000001</c:v>
                </c:pt>
                <c:pt idx="4723">
                  <c:v>4.0030000000000001</c:v>
                </c:pt>
                <c:pt idx="4724">
                  <c:v>4.5</c:v>
                </c:pt>
                <c:pt idx="4725">
                  <c:v>5</c:v>
                </c:pt>
                <c:pt idx="4726">
                  <c:v>4.5</c:v>
                </c:pt>
                <c:pt idx="4727">
                  <c:v>4.9000000000000004</c:v>
                </c:pt>
                <c:pt idx="4728">
                  <c:v>5.25</c:v>
                </c:pt>
                <c:pt idx="4729">
                  <c:v>6</c:v>
                </c:pt>
                <c:pt idx="4730">
                  <c:v>5.5</c:v>
                </c:pt>
                <c:pt idx="4731">
                  <c:v>5.5</c:v>
                </c:pt>
                <c:pt idx="4732">
                  <c:v>4.8499999999999996</c:v>
                </c:pt>
                <c:pt idx="4733">
                  <c:v>4.5</c:v>
                </c:pt>
                <c:pt idx="4734">
                  <c:v>4.5</c:v>
                </c:pt>
                <c:pt idx="4735">
                  <c:v>5.25</c:v>
                </c:pt>
                <c:pt idx="4736">
                  <c:v>5.25</c:v>
                </c:pt>
                <c:pt idx="4737">
                  <c:v>4.9000000000000004</c:v>
                </c:pt>
                <c:pt idx="4738">
                  <c:v>4.5999999999999996</c:v>
                </c:pt>
                <c:pt idx="4739">
                  <c:v>5</c:v>
                </c:pt>
                <c:pt idx="4740">
                  <c:v>5.75</c:v>
                </c:pt>
                <c:pt idx="4741">
                  <c:v>5.7539999999999996</c:v>
                </c:pt>
                <c:pt idx="4742">
                  <c:v>6.0039999999999996</c:v>
                </c:pt>
                <c:pt idx="4743">
                  <c:v>6.2560000000000002</c:v>
                </c:pt>
                <c:pt idx="4744">
                  <c:v>6.3</c:v>
                </c:pt>
                <c:pt idx="4745">
                  <c:v>6.05</c:v>
                </c:pt>
                <c:pt idx="4746">
                  <c:v>4.25</c:v>
                </c:pt>
                <c:pt idx="4747">
                  <c:v>3.25</c:v>
                </c:pt>
                <c:pt idx="4748">
                  <c:v>2.8</c:v>
                </c:pt>
                <c:pt idx="4749">
                  <c:v>2.75</c:v>
                </c:pt>
                <c:pt idx="4750">
                  <c:v>2.5</c:v>
                </c:pt>
                <c:pt idx="4751">
                  <c:v>2.75</c:v>
                </c:pt>
                <c:pt idx="4752">
                  <c:v>2.75</c:v>
                </c:pt>
                <c:pt idx="4753">
                  <c:v>3.5</c:v>
                </c:pt>
                <c:pt idx="4754">
                  <c:v>3</c:v>
                </c:pt>
                <c:pt idx="4755">
                  <c:v>3.25</c:v>
                </c:pt>
                <c:pt idx="4756">
                  <c:v>3.5</c:v>
                </c:pt>
                <c:pt idx="4757">
                  <c:v>4.5</c:v>
                </c:pt>
                <c:pt idx="4758">
                  <c:v>5.25</c:v>
                </c:pt>
                <c:pt idx="4759">
                  <c:v>5.25</c:v>
                </c:pt>
                <c:pt idx="4760">
                  <c:v>5.35</c:v>
                </c:pt>
                <c:pt idx="4761">
                  <c:v>5.6559999999999997</c:v>
                </c:pt>
                <c:pt idx="4762">
                  <c:v>6.0579999999999998</c:v>
                </c:pt>
                <c:pt idx="4763">
                  <c:v>6.2569999999999997</c:v>
                </c:pt>
                <c:pt idx="4764">
                  <c:v>6.2569999999999997</c:v>
                </c:pt>
                <c:pt idx="4765">
                  <c:v>7.25</c:v>
                </c:pt>
                <c:pt idx="4766">
                  <c:v>7.6</c:v>
                </c:pt>
                <c:pt idx="4767">
                  <c:v>8.5</c:v>
                </c:pt>
                <c:pt idx="4768">
                  <c:v>9</c:v>
                </c:pt>
                <c:pt idx="4769">
                  <c:v>8.6</c:v>
                </c:pt>
                <c:pt idx="4770">
                  <c:v>8</c:v>
                </c:pt>
                <c:pt idx="4771">
                  <c:v>8.25</c:v>
                </c:pt>
                <c:pt idx="4772">
                  <c:v>8.3000000000000007</c:v>
                </c:pt>
                <c:pt idx="4773">
                  <c:v>8.35</c:v>
                </c:pt>
                <c:pt idx="4774">
                  <c:v>8.75</c:v>
                </c:pt>
                <c:pt idx="4775">
                  <c:v>8.9499999999999993</c:v>
                </c:pt>
                <c:pt idx="4776">
                  <c:v>6.6</c:v>
                </c:pt>
                <c:pt idx="4777">
                  <c:v>6.75</c:v>
                </c:pt>
                <c:pt idx="4778">
                  <c:v>7.25</c:v>
                </c:pt>
                <c:pt idx="4779">
                  <c:v>7.5</c:v>
                </c:pt>
                <c:pt idx="4780">
                  <c:v>7.5</c:v>
                </c:pt>
                <c:pt idx="4781">
                  <c:v>7.5019999999999998</c:v>
                </c:pt>
                <c:pt idx="4782">
                  <c:v>8.0030000000000001</c:v>
                </c:pt>
                <c:pt idx="4783">
                  <c:v>8.7539999999999996</c:v>
                </c:pt>
                <c:pt idx="4784">
                  <c:v>9</c:v>
                </c:pt>
                <c:pt idx="4785">
                  <c:v>9</c:v>
                </c:pt>
                <c:pt idx="4786">
                  <c:v>9.25</c:v>
                </c:pt>
                <c:pt idx="4787">
                  <c:v>8.6</c:v>
                </c:pt>
                <c:pt idx="4788">
                  <c:v>8.1</c:v>
                </c:pt>
                <c:pt idx="4789">
                  <c:v>8.1</c:v>
                </c:pt>
                <c:pt idx="4790">
                  <c:v>8.25</c:v>
                </c:pt>
                <c:pt idx="4791">
                  <c:v>8.25</c:v>
                </c:pt>
                <c:pt idx="4792">
                  <c:v>8.25</c:v>
                </c:pt>
                <c:pt idx="4793">
                  <c:v>8.4</c:v>
                </c:pt>
                <c:pt idx="4794">
                  <c:v>7.9509999999999996</c:v>
                </c:pt>
                <c:pt idx="4795">
                  <c:v>7.9509999999999996</c:v>
                </c:pt>
                <c:pt idx="4796">
                  <c:v>9.15</c:v>
                </c:pt>
                <c:pt idx="4797">
                  <c:v>10.15</c:v>
                </c:pt>
                <c:pt idx="4798">
                  <c:v>11.1</c:v>
                </c:pt>
                <c:pt idx="4799">
                  <c:v>11.25</c:v>
                </c:pt>
                <c:pt idx="4800">
                  <c:v>12.3</c:v>
                </c:pt>
                <c:pt idx="4801">
                  <c:v>13.2</c:v>
                </c:pt>
                <c:pt idx="4802">
                  <c:v>13.5</c:v>
                </c:pt>
                <c:pt idx="4803">
                  <c:v>15.456</c:v>
                </c:pt>
                <c:pt idx="4804">
                  <c:v>15.75</c:v>
                </c:pt>
                <c:pt idx="4805">
                  <c:v>16.149999999999999</c:v>
                </c:pt>
                <c:pt idx="4806">
                  <c:v>15.6</c:v>
                </c:pt>
                <c:pt idx="4807">
                  <c:v>15.5</c:v>
                </c:pt>
                <c:pt idx="4808">
                  <c:v>15.95</c:v>
                </c:pt>
                <c:pt idx="4809">
                  <c:v>16.75</c:v>
                </c:pt>
                <c:pt idx="4810">
                  <c:v>16.850000000000001</c:v>
                </c:pt>
                <c:pt idx="4811">
                  <c:v>18.5</c:v>
                </c:pt>
                <c:pt idx="4812">
                  <c:v>17.5</c:v>
                </c:pt>
                <c:pt idx="4813">
                  <c:v>17</c:v>
                </c:pt>
                <c:pt idx="4814">
                  <c:v>16.95</c:v>
                </c:pt>
                <c:pt idx="4815">
                  <c:v>17.75</c:v>
                </c:pt>
                <c:pt idx="4816">
                  <c:v>17</c:v>
                </c:pt>
                <c:pt idx="4817">
                  <c:v>17.350000000000001</c:v>
                </c:pt>
                <c:pt idx="4818">
                  <c:v>16.899999999999999</c:v>
                </c:pt>
                <c:pt idx="4819">
                  <c:v>16.45</c:v>
                </c:pt>
                <c:pt idx="4820">
                  <c:v>16.600000000000001</c:v>
                </c:pt>
                <c:pt idx="4821">
                  <c:v>17.25</c:v>
                </c:pt>
                <c:pt idx="4822">
                  <c:v>18.3</c:v>
                </c:pt>
                <c:pt idx="4823">
                  <c:v>17.45</c:v>
                </c:pt>
                <c:pt idx="4824">
                  <c:v>17.260000000000002</c:v>
                </c:pt>
                <c:pt idx="4825">
                  <c:v>17.957999999999998</c:v>
                </c:pt>
                <c:pt idx="4826">
                  <c:v>17.149999999999999</c:v>
                </c:pt>
                <c:pt idx="4827">
                  <c:v>17.600000000000001</c:v>
                </c:pt>
                <c:pt idx="4828">
                  <c:v>18.600000000000001</c:v>
                </c:pt>
                <c:pt idx="4829">
                  <c:v>18.45</c:v>
                </c:pt>
                <c:pt idx="4830">
                  <c:v>17.75</c:v>
                </c:pt>
                <c:pt idx="4831">
                  <c:v>18.100000000000001</c:v>
                </c:pt>
                <c:pt idx="4832">
                  <c:v>18</c:v>
                </c:pt>
                <c:pt idx="4833">
                  <c:v>18.25</c:v>
                </c:pt>
                <c:pt idx="4834">
                  <c:v>14.5</c:v>
                </c:pt>
                <c:pt idx="4835">
                  <c:v>14.25</c:v>
                </c:pt>
                <c:pt idx="4836">
                  <c:v>14.5</c:v>
                </c:pt>
                <c:pt idx="4837">
                  <c:v>14.25</c:v>
                </c:pt>
                <c:pt idx="4838">
                  <c:v>13.5</c:v>
                </c:pt>
                <c:pt idx="4839">
                  <c:v>12.75</c:v>
                </c:pt>
                <c:pt idx="4840">
                  <c:v>13.6</c:v>
                </c:pt>
                <c:pt idx="4841">
                  <c:v>13.25</c:v>
                </c:pt>
                <c:pt idx="4842">
                  <c:v>12.65</c:v>
                </c:pt>
                <c:pt idx="4843">
                  <c:v>13.1</c:v>
                </c:pt>
                <c:pt idx="4844">
                  <c:v>13.603999999999999</c:v>
                </c:pt>
                <c:pt idx="4845">
                  <c:v>14.9</c:v>
                </c:pt>
                <c:pt idx="4846">
                  <c:v>16.5</c:v>
                </c:pt>
                <c:pt idx="4847">
                  <c:v>16.25</c:v>
                </c:pt>
                <c:pt idx="4848">
                  <c:v>16.600000000000001</c:v>
                </c:pt>
                <c:pt idx="4849">
                  <c:v>17.5</c:v>
                </c:pt>
                <c:pt idx="4850">
                  <c:v>18.25</c:v>
                </c:pt>
                <c:pt idx="4851">
                  <c:v>19.25</c:v>
                </c:pt>
                <c:pt idx="4852">
                  <c:v>19.149999999999999</c:v>
                </c:pt>
                <c:pt idx="4853">
                  <c:v>19.25</c:v>
                </c:pt>
                <c:pt idx="4854">
                  <c:v>19.5</c:v>
                </c:pt>
                <c:pt idx="4855">
                  <c:v>20.6</c:v>
                </c:pt>
                <c:pt idx="4856">
                  <c:v>20</c:v>
                </c:pt>
                <c:pt idx="4857">
                  <c:v>19.399999999999999</c:v>
                </c:pt>
                <c:pt idx="4858">
                  <c:v>18.100000000000001</c:v>
                </c:pt>
                <c:pt idx="4859">
                  <c:v>17.75</c:v>
                </c:pt>
                <c:pt idx="4860">
                  <c:v>17.5</c:v>
                </c:pt>
                <c:pt idx="4861">
                  <c:v>18.25</c:v>
                </c:pt>
                <c:pt idx="4862">
                  <c:v>20.2</c:v>
                </c:pt>
                <c:pt idx="4863">
                  <c:v>23</c:v>
                </c:pt>
                <c:pt idx="4864">
                  <c:v>22.85</c:v>
                </c:pt>
                <c:pt idx="4865">
                  <c:v>22.85</c:v>
                </c:pt>
                <c:pt idx="4866">
                  <c:v>22.25</c:v>
                </c:pt>
                <c:pt idx="4867">
                  <c:v>21.5</c:v>
                </c:pt>
                <c:pt idx="4868">
                  <c:v>19.8</c:v>
                </c:pt>
                <c:pt idx="4869">
                  <c:v>21</c:v>
                </c:pt>
                <c:pt idx="4870">
                  <c:v>21.5</c:v>
                </c:pt>
                <c:pt idx="4871">
                  <c:v>22.25</c:v>
                </c:pt>
                <c:pt idx="4872">
                  <c:v>22.95</c:v>
                </c:pt>
                <c:pt idx="4873">
                  <c:v>24.75</c:v>
                </c:pt>
                <c:pt idx="4874">
                  <c:v>24.75</c:v>
                </c:pt>
                <c:pt idx="4875">
                  <c:v>22.75</c:v>
                </c:pt>
                <c:pt idx="4876">
                  <c:v>21.75</c:v>
                </c:pt>
                <c:pt idx="4877">
                  <c:v>21.65</c:v>
                </c:pt>
                <c:pt idx="4878">
                  <c:v>22.45</c:v>
                </c:pt>
                <c:pt idx="4879">
                  <c:v>21.85</c:v>
                </c:pt>
                <c:pt idx="4880">
                  <c:v>21.15</c:v>
                </c:pt>
                <c:pt idx="4881">
                  <c:v>20.5</c:v>
                </c:pt>
                <c:pt idx="4882">
                  <c:v>20.25</c:v>
                </c:pt>
                <c:pt idx="4883">
                  <c:v>20.75</c:v>
                </c:pt>
                <c:pt idx="4884">
                  <c:v>20.7</c:v>
                </c:pt>
                <c:pt idx="4885">
                  <c:v>20</c:v>
                </c:pt>
                <c:pt idx="4886">
                  <c:v>19.649999999999999</c:v>
                </c:pt>
                <c:pt idx="4887">
                  <c:v>20</c:v>
                </c:pt>
                <c:pt idx="4888">
                  <c:v>20</c:v>
                </c:pt>
                <c:pt idx="4889">
                  <c:v>19.25</c:v>
                </c:pt>
                <c:pt idx="4890">
                  <c:v>19.149999999999999</c:v>
                </c:pt>
                <c:pt idx="4891">
                  <c:v>19</c:v>
                </c:pt>
                <c:pt idx="4892">
                  <c:v>18.5</c:v>
                </c:pt>
                <c:pt idx="4893">
                  <c:v>17.5</c:v>
                </c:pt>
                <c:pt idx="4894">
                  <c:v>17.55</c:v>
                </c:pt>
                <c:pt idx="4895">
                  <c:v>18.399999999999999</c:v>
                </c:pt>
                <c:pt idx="4896">
                  <c:v>18.100000000000001</c:v>
                </c:pt>
                <c:pt idx="4897">
                  <c:v>17.5</c:v>
                </c:pt>
                <c:pt idx="4898">
                  <c:v>16.75</c:v>
                </c:pt>
                <c:pt idx="4899">
                  <c:v>17.25</c:v>
                </c:pt>
                <c:pt idx="4900">
                  <c:v>16.95</c:v>
                </c:pt>
                <c:pt idx="4901">
                  <c:v>16.5</c:v>
                </c:pt>
                <c:pt idx="4902">
                  <c:v>16.5</c:v>
                </c:pt>
                <c:pt idx="4903">
                  <c:v>16.899999999999999</c:v>
                </c:pt>
                <c:pt idx="4904">
                  <c:v>18</c:v>
                </c:pt>
                <c:pt idx="4905">
                  <c:v>18.45</c:v>
                </c:pt>
                <c:pt idx="4906">
                  <c:v>19.2</c:v>
                </c:pt>
                <c:pt idx="4907">
                  <c:v>20.149999999999999</c:v>
                </c:pt>
                <c:pt idx="4908">
                  <c:v>19.5</c:v>
                </c:pt>
                <c:pt idx="4909">
                  <c:v>18.5</c:v>
                </c:pt>
                <c:pt idx="4910">
                  <c:v>18.850000000000001</c:v>
                </c:pt>
                <c:pt idx="4911">
                  <c:v>18.75</c:v>
                </c:pt>
                <c:pt idx="4912">
                  <c:v>19</c:v>
                </c:pt>
                <c:pt idx="4913">
                  <c:v>19.399999999999999</c:v>
                </c:pt>
                <c:pt idx="4914">
                  <c:v>18</c:v>
                </c:pt>
                <c:pt idx="4915">
                  <c:v>17.600000000000001</c:v>
                </c:pt>
                <c:pt idx="4916">
                  <c:v>18.25</c:v>
                </c:pt>
                <c:pt idx="4917">
                  <c:v>18.149999999999999</c:v>
                </c:pt>
                <c:pt idx="4918">
                  <c:v>17.350000000000001</c:v>
                </c:pt>
                <c:pt idx="4919">
                  <c:v>16.5</c:v>
                </c:pt>
                <c:pt idx="4920">
                  <c:v>16.25</c:v>
                </c:pt>
                <c:pt idx="4921">
                  <c:v>16.05</c:v>
                </c:pt>
                <c:pt idx="4922">
                  <c:v>16.75</c:v>
                </c:pt>
                <c:pt idx="4923">
                  <c:v>15.4</c:v>
                </c:pt>
                <c:pt idx="4924">
                  <c:v>15</c:v>
                </c:pt>
                <c:pt idx="4925">
                  <c:v>14.9</c:v>
                </c:pt>
                <c:pt idx="4926">
                  <c:v>15.35</c:v>
                </c:pt>
                <c:pt idx="4927">
                  <c:v>15.25</c:v>
                </c:pt>
                <c:pt idx="4928">
                  <c:v>15.1</c:v>
                </c:pt>
                <c:pt idx="4929">
                  <c:v>15.2</c:v>
                </c:pt>
                <c:pt idx="4930">
                  <c:v>15</c:v>
                </c:pt>
                <c:pt idx="4931">
                  <c:v>15</c:v>
                </c:pt>
                <c:pt idx="4932">
                  <c:v>15.35</c:v>
                </c:pt>
                <c:pt idx="4933">
                  <c:v>15.4</c:v>
                </c:pt>
                <c:pt idx="4934">
                  <c:v>15.65</c:v>
                </c:pt>
                <c:pt idx="4935">
                  <c:v>16.149999999999999</c:v>
                </c:pt>
                <c:pt idx="4936">
                  <c:v>16.5</c:v>
                </c:pt>
                <c:pt idx="4937">
                  <c:v>16.600000000000001</c:v>
                </c:pt>
                <c:pt idx="4938">
                  <c:v>15.75</c:v>
                </c:pt>
                <c:pt idx="4939">
                  <c:v>14.5</c:v>
                </c:pt>
                <c:pt idx="4940">
                  <c:v>14.5</c:v>
                </c:pt>
                <c:pt idx="4941">
                  <c:v>13.6</c:v>
                </c:pt>
                <c:pt idx="4942">
                  <c:v>13.35</c:v>
                </c:pt>
                <c:pt idx="4943">
                  <c:v>13.15</c:v>
                </c:pt>
                <c:pt idx="4944">
                  <c:v>13.55</c:v>
                </c:pt>
                <c:pt idx="4945">
                  <c:v>14.2</c:v>
                </c:pt>
                <c:pt idx="4946">
                  <c:v>14.5</c:v>
                </c:pt>
                <c:pt idx="4947">
                  <c:v>14.2</c:v>
                </c:pt>
                <c:pt idx="4948">
                  <c:v>14.6</c:v>
                </c:pt>
                <c:pt idx="4949">
                  <c:v>14.9</c:v>
                </c:pt>
                <c:pt idx="4950">
                  <c:v>15.3</c:v>
                </c:pt>
                <c:pt idx="4951">
                  <c:v>15.15</c:v>
                </c:pt>
                <c:pt idx="4952">
                  <c:v>14.85</c:v>
                </c:pt>
                <c:pt idx="4953">
                  <c:v>14.75</c:v>
                </c:pt>
                <c:pt idx="4954">
                  <c:v>14.4</c:v>
                </c:pt>
                <c:pt idx="4955">
                  <c:v>14.5</c:v>
                </c:pt>
                <c:pt idx="4956">
                  <c:v>14.35</c:v>
                </c:pt>
                <c:pt idx="4957">
                  <c:v>14.5</c:v>
                </c:pt>
                <c:pt idx="4958">
                  <c:v>14.35</c:v>
                </c:pt>
                <c:pt idx="4959">
                  <c:v>13.2</c:v>
                </c:pt>
                <c:pt idx="4960">
                  <c:v>13.15</c:v>
                </c:pt>
                <c:pt idx="4961">
                  <c:v>12.6</c:v>
                </c:pt>
                <c:pt idx="4962">
                  <c:v>12.1</c:v>
                </c:pt>
                <c:pt idx="4963">
                  <c:v>13.701000000000001</c:v>
                </c:pt>
                <c:pt idx="4964">
                  <c:v>8.75</c:v>
                </c:pt>
                <c:pt idx="4965">
                  <c:v>6.85</c:v>
                </c:pt>
                <c:pt idx="4966">
                  <c:v>6</c:v>
                </c:pt>
                <c:pt idx="4967">
                  <c:v>5</c:v>
                </c:pt>
                <c:pt idx="4968">
                  <c:v>4</c:v>
                </c:pt>
                <c:pt idx="4969">
                  <c:v>4.5</c:v>
                </c:pt>
                <c:pt idx="4970">
                  <c:v>6.5</c:v>
                </c:pt>
                <c:pt idx="4971">
                  <c:v>6.85</c:v>
                </c:pt>
                <c:pt idx="4972">
                  <c:v>7.35</c:v>
                </c:pt>
                <c:pt idx="4973">
                  <c:v>8</c:v>
                </c:pt>
                <c:pt idx="4974">
                  <c:v>8.75</c:v>
                </c:pt>
                <c:pt idx="4975">
                  <c:v>8.9</c:v>
                </c:pt>
                <c:pt idx="4976">
                  <c:v>8.9499999999999993</c:v>
                </c:pt>
                <c:pt idx="4977">
                  <c:v>7.5</c:v>
                </c:pt>
                <c:pt idx="4978">
                  <c:v>7</c:v>
                </c:pt>
                <c:pt idx="4979">
                  <c:v>6.7</c:v>
                </c:pt>
                <c:pt idx="4980">
                  <c:v>5.85</c:v>
                </c:pt>
                <c:pt idx="4981">
                  <c:v>6.85</c:v>
                </c:pt>
                <c:pt idx="4982">
                  <c:v>6.1</c:v>
                </c:pt>
                <c:pt idx="4983">
                  <c:v>6.15</c:v>
                </c:pt>
                <c:pt idx="4984">
                  <c:v>6.15</c:v>
                </c:pt>
                <c:pt idx="4985">
                  <c:v>5.7</c:v>
                </c:pt>
                <c:pt idx="4986">
                  <c:v>5.25</c:v>
                </c:pt>
                <c:pt idx="4987">
                  <c:v>5.15</c:v>
                </c:pt>
                <c:pt idx="4988">
                  <c:v>6.55</c:v>
                </c:pt>
                <c:pt idx="4989">
                  <c:v>6.4</c:v>
                </c:pt>
                <c:pt idx="4990">
                  <c:v>6.8</c:v>
                </c:pt>
                <c:pt idx="4991">
                  <c:v>7</c:v>
                </c:pt>
                <c:pt idx="4992">
                  <c:v>6.6</c:v>
                </c:pt>
                <c:pt idx="4993">
                  <c:v>5.25</c:v>
                </c:pt>
                <c:pt idx="4994">
                  <c:v>5.65</c:v>
                </c:pt>
                <c:pt idx="4995">
                  <c:v>6.6</c:v>
                </c:pt>
                <c:pt idx="4996">
                  <c:v>7.1</c:v>
                </c:pt>
                <c:pt idx="4997">
                  <c:v>6.85</c:v>
                </c:pt>
                <c:pt idx="4998">
                  <c:v>6.85</c:v>
                </c:pt>
                <c:pt idx="4999">
                  <c:v>7</c:v>
                </c:pt>
                <c:pt idx="5000">
                  <c:v>7</c:v>
                </c:pt>
                <c:pt idx="5001">
                  <c:v>8.65</c:v>
                </c:pt>
                <c:pt idx="5002">
                  <c:v>9.15</c:v>
                </c:pt>
                <c:pt idx="5003">
                  <c:v>8.4</c:v>
                </c:pt>
                <c:pt idx="5004">
                  <c:v>9.1999999999999993</c:v>
                </c:pt>
                <c:pt idx="5005">
                  <c:v>10.15</c:v>
                </c:pt>
                <c:pt idx="5006">
                  <c:v>10.75</c:v>
                </c:pt>
                <c:pt idx="5007">
                  <c:v>11.05</c:v>
                </c:pt>
                <c:pt idx="5008">
                  <c:v>10.25</c:v>
                </c:pt>
                <c:pt idx="5009">
                  <c:v>10.85</c:v>
                </c:pt>
                <c:pt idx="5010">
                  <c:v>12</c:v>
                </c:pt>
                <c:pt idx="5011">
                  <c:v>12.2</c:v>
                </c:pt>
                <c:pt idx="5012">
                  <c:v>12.15</c:v>
                </c:pt>
                <c:pt idx="5013">
                  <c:v>12.6</c:v>
                </c:pt>
                <c:pt idx="5014">
                  <c:v>13.5</c:v>
                </c:pt>
                <c:pt idx="5015">
                  <c:v>13.4</c:v>
                </c:pt>
                <c:pt idx="5016">
                  <c:v>14.1</c:v>
                </c:pt>
                <c:pt idx="5017">
                  <c:v>14.3</c:v>
                </c:pt>
                <c:pt idx="5018">
                  <c:v>14.35</c:v>
                </c:pt>
                <c:pt idx="5019">
                  <c:v>13.85</c:v>
                </c:pt>
                <c:pt idx="5020">
                  <c:v>13.5</c:v>
                </c:pt>
                <c:pt idx="5021">
                  <c:v>13.1</c:v>
                </c:pt>
                <c:pt idx="5022">
                  <c:v>12.15</c:v>
                </c:pt>
                <c:pt idx="5023">
                  <c:v>12.6</c:v>
                </c:pt>
                <c:pt idx="5024">
                  <c:v>12.5</c:v>
                </c:pt>
                <c:pt idx="5025">
                  <c:v>10.19</c:v>
                </c:pt>
                <c:pt idx="5026">
                  <c:v>10.561999999999999</c:v>
                </c:pt>
                <c:pt idx="5027">
                  <c:v>11.036</c:v>
                </c:pt>
                <c:pt idx="5028">
                  <c:v>10.984</c:v>
                </c:pt>
                <c:pt idx="5029">
                  <c:v>10.484</c:v>
                </c:pt>
                <c:pt idx="5030">
                  <c:v>9.6869999999999994</c:v>
                </c:pt>
                <c:pt idx="5031">
                  <c:v>9.4789999999999992</c:v>
                </c:pt>
                <c:pt idx="5032">
                  <c:v>9.2189999999999994</c:v>
                </c:pt>
                <c:pt idx="5033">
                  <c:v>9.3010000000000002</c:v>
                </c:pt>
                <c:pt idx="5034">
                  <c:v>10.336</c:v>
                </c:pt>
                <c:pt idx="5035">
                  <c:v>10.82</c:v>
                </c:pt>
                <c:pt idx="5036">
                  <c:v>11.756</c:v>
                </c:pt>
                <c:pt idx="5037">
                  <c:v>11.449</c:v>
                </c:pt>
                <c:pt idx="5038">
                  <c:v>10.615</c:v>
                </c:pt>
                <c:pt idx="5039">
                  <c:v>11.055</c:v>
                </c:pt>
                <c:pt idx="5040">
                  <c:v>10.481</c:v>
                </c:pt>
                <c:pt idx="5041">
                  <c:v>10.065</c:v>
                </c:pt>
                <c:pt idx="5042">
                  <c:v>9.9</c:v>
                </c:pt>
                <c:pt idx="5043">
                  <c:v>10.131</c:v>
                </c:pt>
                <c:pt idx="5044">
                  <c:v>10.675000000000001</c:v>
                </c:pt>
                <c:pt idx="5045">
                  <c:v>11.102</c:v>
                </c:pt>
                <c:pt idx="5046">
                  <c:v>11.271000000000001</c:v>
                </c:pt>
                <c:pt idx="5047">
                  <c:v>11.481</c:v>
                </c:pt>
                <c:pt idx="5048">
                  <c:v>11.784000000000001</c:v>
                </c:pt>
                <c:pt idx="5049">
                  <c:v>12.25</c:v>
                </c:pt>
                <c:pt idx="5050">
                  <c:v>11.55</c:v>
                </c:pt>
                <c:pt idx="5051">
                  <c:v>11.65</c:v>
                </c:pt>
                <c:pt idx="5052">
                  <c:v>12.05</c:v>
                </c:pt>
                <c:pt idx="5053">
                  <c:v>11.9</c:v>
                </c:pt>
                <c:pt idx="5054">
                  <c:v>12</c:v>
                </c:pt>
                <c:pt idx="5055">
                  <c:v>12.05</c:v>
                </c:pt>
                <c:pt idx="5056">
                  <c:v>12.15</c:v>
                </c:pt>
                <c:pt idx="5057">
                  <c:v>12.4</c:v>
                </c:pt>
                <c:pt idx="5058">
                  <c:v>11.8</c:v>
                </c:pt>
                <c:pt idx="5059">
                  <c:v>11.9</c:v>
                </c:pt>
                <c:pt idx="5060">
                  <c:v>11.65</c:v>
                </c:pt>
                <c:pt idx="5061">
                  <c:v>11.9</c:v>
                </c:pt>
                <c:pt idx="5062">
                  <c:v>11.6</c:v>
                </c:pt>
                <c:pt idx="5063">
                  <c:v>11.15</c:v>
                </c:pt>
                <c:pt idx="5064">
                  <c:v>11.9</c:v>
                </c:pt>
                <c:pt idx="5065">
                  <c:v>11.6</c:v>
                </c:pt>
                <c:pt idx="5066">
                  <c:v>11.9</c:v>
                </c:pt>
                <c:pt idx="5067">
                  <c:v>12.2</c:v>
                </c:pt>
                <c:pt idx="5068">
                  <c:v>12.7</c:v>
                </c:pt>
                <c:pt idx="5069">
                  <c:v>12.247</c:v>
                </c:pt>
                <c:pt idx="5070">
                  <c:v>11.2</c:v>
                </c:pt>
                <c:pt idx="5071">
                  <c:v>10.85</c:v>
                </c:pt>
                <c:pt idx="5072">
                  <c:v>10.5</c:v>
                </c:pt>
                <c:pt idx="5073">
                  <c:v>10.7</c:v>
                </c:pt>
                <c:pt idx="5074">
                  <c:v>10.9</c:v>
                </c:pt>
                <c:pt idx="5075">
                  <c:v>10.4</c:v>
                </c:pt>
                <c:pt idx="5076">
                  <c:v>10.1</c:v>
                </c:pt>
                <c:pt idx="5077">
                  <c:v>10.6</c:v>
                </c:pt>
                <c:pt idx="5078">
                  <c:v>11.7</c:v>
                </c:pt>
                <c:pt idx="5079">
                  <c:v>11.85</c:v>
                </c:pt>
                <c:pt idx="5080">
                  <c:v>12</c:v>
                </c:pt>
                <c:pt idx="5081">
                  <c:v>11.6</c:v>
                </c:pt>
                <c:pt idx="5082">
                  <c:v>10.8</c:v>
                </c:pt>
                <c:pt idx="5083">
                  <c:v>7.65</c:v>
                </c:pt>
                <c:pt idx="5084">
                  <c:v>8.3000000000000007</c:v>
                </c:pt>
                <c:pt idx="5085">
                  <c:v>7.6</c:v>
                </c:pt>
                <c:pt idx="5086">
                  <c:v>8.35</c:v>
                </c:pt>
                <c:pt idx="5087">
                  <c:v>8.85</c:v>
                </c:pt>
                <c:pt idx="5088">
                  <c:v>9.35</c:v>
                </c:pt>
                <c:pt idx="5089">
                  <c:v>9.9</c:v>
                </c:pt>
                <c:pt idx="5090">
                  <c:v>10.050000000000001</c:v>
                </c:pt>
                <c:pt idx="5091">
                  <c:v>10.1</c:v>
                </c:pt>
                <c:pt idx="5092">
                  <c:v>9.4</c:v>
                </c:pt>
                <c:pt idx="5093">
                  <c:v>9.4</c:v>
                </c:pt>
                <c:pt idx="5094">
                  <c:v>9.3000000000000007</c:v>
                </c:pt>
                <c:pt idx="5095">
                  <c:v>9.25</c:v>
                </c:pt>
                <c:pt idx="5096">
                  <c:v>9.65</c:v>
                </c:pt>
                <c:pt idx="5097">
                  <c:v>10.1</c:v>
                </c:pt>
                <c:pt idx="5098">
                  <c:v>10.85</c:v>
                </c:pt>
                <c:pt idx="5099">
                  <c:v>10.9</c:v>
                </c:pt>
                <c:pt idx="5100">
                  <c:v>11</c:v>
                </c:pt>
                <c:pt idx="5101">
                  <c:v>11.65</c:v>
                </c:pt>
                <c:pt idx="5102">
                  <c:v>11.9</c:v>
                </c:pt>
                <c:pt idx="5103">
                  <c:v>11.8</c:v>
                </c:pt>
                <c:pt idx="5104">
                  <c:v>11.8</c:v>
                </c:pt>
                <c:pt idx="5105">
                  <c:v>11.5</c:v>
                </c:pt>
                <c:pt idx="5106">
                  <c:v>10.5</c:v>
                </c:pt>
                <c:pt idx="5107">
                  <c:v>10.35</c:v>
                </c:pt>
                <c:pt idx="5108">
                  <c:v>9.9</c:v>
                </c:pt>
                <c:pt idx="5109">
                  <c:v>10.050000000000001</c:v>
                </c:pt>
                <c:pt idx="5110">
                  <c:v>9.25</c:v>
                </c:pt>
                <c:pt idx="5111">
                  <c:v>9.5</c:v>
                </c:pt>
                <c:pt idx="5112">
                  <c:v>9.4</c:v>
                </c:pt>
                <c:pt idx="5113">
                  <c:v>9.0500000000000007</c:v>
                </c:pt>
                <c:pt idx="5114">
                  <c:v>8.9</c:v>
                </c:pt>
                <c:pt idx="5115">
                  <c:v>9.8000000000000007</c:v>
                </c:pt>
                <c:pt idx="5116">
                  <c:v>10.050000000000001</c:v>
                </c:pt>
                <c:pt idx="5117">
                  <c:v>10.55</c:v>
                </c:pt>
                <c:pt idx="5118">
                  <c:v>10.55</c:v>
                </c:pt>
                <c:pt idx="5119">
                  <c:v>10</c:v>
                </c:pt>
                <c:pt idx="5120">
                  <c:v>10.050000000000001</c:v>
                </c:pt>
                <c:pt idx="5121">
                  <c:v>10.25</c:v>
                </c:pt>
                <c:pt idx="5122">
                  <c:v>9.5500000000000007</c:v>
                </c:pt>
                <c:pt idx="5123">
                  <c:v>9.6999999999999993</c:v>
                </c:pt>
                <c:pt idx="5124">
                  <c:v>9.65</c:v>
                </c:pt>
                <c:pt idx="5125">
                  <c:v>9.9</c:v>
                </c:pt>
                <c:pt idx="5126">
                  <c:v>11.15</c:v>
                </c:pt>
                <c:pt idx="5127">
                  <c:v>11.1</c:v>
                </c:pt>
                <c:pt idx="5128">
                  <c:v>10.9</c:v>
                </c:pt>
                <c:pt idx="5129">
                  <c:v>10.8</c:v>
                </c:pt>
                <c:pt idx="5130">
                  <c:v>10.9</c:v>
                </c:pt>
                <c:pt idx="5131">
                  <c:v>12.1</c:v>
                </c:pt>
                <c:pt idx="5132">
                  <c:v>11.6</c:v>
                </c:pt>
                <c:pt idx="5133">
                  <c:v>11.9</c:v>
                </c:pt>
                <c:pt idx="5134">
                  <c:v>12.4</c:v>
                </c:pt>
                <c:pt idx="5135">
                  <c:v>12.4</c:v>
                </c:pt>
                <c:pt idx="5136">
                  <c:v>12.25</c:v>
                </c:pt>
                <c:pt idx="5137">
                  <c:v>12.35</c:v>
                </c:pt>
                <c:pt idx="5138">
                  <c:v>12.35</c:v>
                </c:pt>
                <c:pt idx="5139">
                  <c:v>13</c:v>
                </c:pt>
                <c:pt idx="5140">
                  <c:v>12.9</c:v>
                </c:pt>
                <c:pt idx="5141">
                  <c:v>13.9</c:v>
                </c:pt>
                <c:pt idx="5142">
                  <c:v>14.1</c:v>
                </c:pt>
                <c:pt idx="5143">
                  <c:v>14.1</c:v>
                </c:pt>
                <c:pt idx="5144">
                  <c:v>14.35</c:v>
                </c:pt>
                <c:pt idx="5145">
                  <c:v>14.6</c:v>
                </c:pt>
                <c:pt idx="5146">
                  <c:v>15.3</c:v>
                </c:pt>
                <c:pt idx="5147">
                  <c:v>15.75</c:v>
                </c:pt>
                <c:pt idx="5148">
                  <c:v>15.9</c:v>
                </c:pt>
                <c:pt idx="5149">
                  <c:v>15.4</c:v>
                </c:pt>
                <c:pt idx="5150">
                  <c:v>14.9</c:v>
                </c:pt>
                <c:pt idx="5151">
                  <c:v>14.6</c:v>
                </c:pt>
                <c:pt idx="5152">
                  <c:v>15.1</c:v>
                </c:pt>
                <c:pt idx="5153">
                  <c:v>15.1</c:v>
                </c:pt>
                <c:pt idx="5154">
                  <c:v>15.5</c:v>
                </c:pt>
                <c:pt idx="5155">
                  <c:v>15.35</c:v>
                </c:pt>
                <c:pt idx="5156">
                  <c:v>15</c:v>
                </c:pt>
                <c:pt idx="5157">
                  <c:v>14.65</c:v>
                </c:pt>
                <c:pt idx="5158">
                  <c:v>14</c:v>
                </c:pt>
                <c:pt idx="5159">
                  <c:v>14.1</c:v>
                </c:pt>
                <c:pt idx="5160">
                  <c:v>14.6</c:v>
                </c:pt>
                <c:pt idx="5161">
                  <c:v>15.35</c:v>
                </c:pt>
                <c:pt idx="5162">
                  <c:v>15.35</c:v>
                </c:pt>
                <c:pt idx="5163">
                  <c:v>13.1</c:v>
                </c:pt>
                <c:pt idx="5164">
                  <c:v>11.8</c:v>
                </c:pt>
                <c:pt idx="5165">
                  <c:v>12.1</c:v>
                </c:pt>
                <c:pt idx="5166">
                  <c:v>12.1</c:v>
                </c:pt>
                <c:pt idx="5167">
                  <c:v>12.35</c:v>
                </c:pt>
                <c:pt idx="5168">
                  <c:v>12.75</c:v>
                </c:pt>
                <c:pt idx="5169">
                  <c:v>13.4</c:v>
                </c:pt>
                <c:pt idx="5170">
                  <c:v>13.4</c:v>
                </c:pt>
                <c:pt idx="5171">
                  <c:v>13.35</c:v>
                </c:pt>
                <c:pt idx="5172">
                  <c:v>14</c:v>
                </c:pt>
                <c:pt idx="5173">
                  <c:v>14.25</c:v>
                </c:pt>
                <c:pt idx="5174">
                  <c:v>14</c:v>
                </c:pt>
                <c:pt idx="5175">
                  <c:v>13.75</c:v>
                </c:pt>
                <c:pt idx="5176">
                  <c:v>13.4</c:v>
                </c:pt>
                <c:pt idx="5177">
                  <c:v>12.1</c:v>
                </c:pt>
                <c:pt idx="5178">
                  <c:v>12.2</c:v>
                </c:pt>
                <c:pt idx="5179">
                  <c:v>12.65</c:v>
                </c:pt>
                <c:pt idx="5180">
                  <c:v>13.35</c:v>
                </c:pt>
                <c:pt idx="5181">
                  <c:v>12.75</c:v>
                </c:pt>
                <c:pt idx="5182">
                  <c:v>14.5</c:v>
                </c:pt>
                <c:pt idx="5183">
                  <c:v>14.65</c:v>
                </c:pt>
                <c:pt idx="5184">
                  <c:v>15.3</c:v>
                </c:pt>
                <c:pt idx="5185">
                  <c:v>14.85</c:v>
                </c:pt>
                <c:pt idx="5186">
                  <c:v>15.45</c:v>
                </c:pt>
                <c:pt idx="5187">
                  <c:v>15.75</c:v>
                </c:pt>
                <c:pt idx="5188">
                  <c:v>16.100000000000001</c:v>
                </c:pt>
                <c:pt idx="5189">
                  <c:v>14.25</c:v>
                </c:pt>
                <c:pt idx="5190">
                  <c:v>14.25</c:v>
                </c:pt>
                <c:pt idx="5191">
                  <c:v>13.65</c:v>
                </c:pt>
                <c:pt idx="5192">
                  <c:v>14.15</c:v>
                </c:pt>
                <c:pt idx="5193">
                  <c:v>15.75</c:v>
                </c:pt>
                <c:pt idx="5194">
                  <c:v>16.399999999999999</c:v>
                </c:pt>
                <c:pt idx="5195">
                  <c:v>15.6</c:v>
                </c:pt>
                <c:pt idx="5196">
                  <c:v>14.15</c:v>
                </c:pt>
                <c:pt idx="5197">
                  <c:v>13.9</c:v>
                </c:pt>
                <c:pt idx="5198">
                  <c:v>13.25</c:v>
                </c:pt>
                <c:pt idx="5199">
                  <c:v>14.25</c:v>
                </c:pt>
                <c:pt idx="5200">
                  <c:v>14.5</c:v>
                </c:pt>
                <c:pt idx="5201">
                  <c:v>14.55</c:v>
                </c:pt>
                <c:pt idx="5202">
                  <c:v>14.2</c:v>
                </c:pt>
                <c:pt idx="5203">
                  <c:v>14.1</c:v>
                </c:pt>
                <c:pt idx="5204">
                  <c:v>14.35</c:v>
                </c:pt>
                <c:pt idx="5205">
                  <c:v>14.6</c:v>
                </c:pt>
                <c:pt idx="5206">
                  <c:v>14.1</c:v>
                </c:pt>
                <c:pt idx="5207">
                  <c:v>14.1</c:v>
                </c:pt>
                <c:pt idx="5208">
                  <c:v>14.65</c:v>
                </c:pt>
                <c:pt idx="5209">
                  <c:v>14.2</c:v>
                </c:pt>
                <c:pt idx="5210">
                  <c:v>13.9</c:v>
                </c:pt>
                <c:pt idx="5211">
                  <c:v>13.5</c:v>
                </c:pt>
                <c:pt idx="5212">
                  <c:v>12.9</c:v>
                </c:pt>
                <c:pt idx="5213">
                  <c:v>12.1</c:v>
                </c:pt>
                <c:pt idx="5214">
                  <c:v>12.6</c:v>
                </c:pt>
                <c:pt idx="5215">
                  <c:v>12.35</c:v>
                </c:pt>
                <c:pt idx="5216">
                  <c:v>12.1</c:v>
                </c:pt>
                <c:pt idx="5217">
                  <c:v>11.75</c:v>
                </c:pt>
                <c:pt idx="5218">
                  <c:v>12.15</c:v>
                </c:pt>
                <c:pt idx="5219">
                  <c:v>12.05</c:v>
                </c:pt>
                <c:pt idx="5220">
                  <c:v>12.1</c:v>
                </c:pt>
                <c:pt idx="5221">
                  <c:v>12.4</c:v>
                </c:pt>
                <c:pt idx="5222">
                  <c:v>12.85</c:v>
                </c:pt>
                <c:pt idx="5223">
                  <c:v>13.25</c:v>
                </c:pt>
                <c:pt idx="5224">
                  <c:v>13.1</c:v>
                </c:pt>
                <c:pt idx="5225">
                  <c:v>12.85</c:v>
                </c:pt>
                <c:pt idx="5226">
                  <c:v>12.9</c:v>
                </c:pt>
                <c:pt idx="5227">
                  <c:v>12</c:v>
                </c:pt>
                <c:pt idx="5228">
                  <c:v>11.25</c:v>
                </c:pt>
                <c:pt idx="5229">
                  <c:v>11.9</c:v>
                </c:pt>
                <c:pt idx="5230">
                  <c:v>11.75</c:v>
                </c:pt>
                <c:pt idx="5231">
                  <c:v>11.65</c:v>
                </c:pt>
                <c:pt idx="5232">
                  <c:v>12.1</c:v>
                </c:pt>
                <c:pt idx="5233">
                  <c:v>12.55</c:v>
                </c:pt>
                <c:pt idx="5234">
                  <c:v>12.65</c:v>
                </c:pt>
                <c:pt idx="5235">
                  <c:v>12.75</c:v>
                </c:pt>
                <c:pt idx="5236">
                  <c:v>12.5</c:v>
                </c:pt>
                <c:pt idx="5237">
                  <c:v>12.65</c:v>
                </c:pt>
                <c:pt idx="5238">
                  <c:v>13.1</c:v>
                </c:pt>
                <c:pt idx="5239">
                  <c:v>13</c:v>
                </c:pt>
                <c:pt idx="5240">
                  <c:v>17.626000000000001</c:v>
                </c:pt>
                <c:pt idx="5241">
                  <c:v>12.4</c:v>
                </c:pt>
                <c:pt idx="5242">
                  <c:v>11.65</c:v>
                </c:pt>
                <c:pt idx="5243">
                  <c:v>11.25</c:v>
                </c:pt>
                <c:pt idx="5244">
                  <c:v>11.2</c:v>
                </c:pt>
                <c:pt idx="5245">
                  <c:v>11.5</c:v>
                </c:pt>
                <c:pt idx="5246">
                  <c:v>11.35</c:v>
                </c:pt>
                <c:pt idx="5247">
                  <c:v>11</c:v>
                </c:pt>
                <c:pt idx="5248">
                  <c:v>10.4</c:v>
                </c:pt>
                <c:pt idx="5249">
                  <c:v>11.4</c:v>
                </c:pt>
                <c:pt idx="5250">
                  <c:v>11.85</c:v>
                </c:pt>
                <c:pt idx="5251">
                  <c:v>12</c:v>
                </c:pt>
                <c:pt idx="5252">
                  <c:v>11.6</c:v>
                </c:pt>
                <c:pt idx="5253">
                  <c:v>11.15</c:v>
                </c:pt>
                <c:pt idx="5254">
                  <c:v>11.35</c:v>
                </c:pt>
                <c:pt idx="5255">
                  <c:v>11.6</c:v>
                </c:pt>
                <c:pt idx="5256">
                  <c:v>11.6</c:v>
                </c:pt>
                <c:pt idx="5257">
                  <c:v>12.9</c:v>
                </c:pt>
                <c:pt idx="5258">
                  <c:v>13.6</c:v>
                </c:pt>
                <c:pt idx="5259">
                  <c:v>13.55</c:v>
                </c:pt>
                <c:pt idx="5260">
                  <c:v>14.35</c:v>
                </c:pt>
                <c:pt idx="5261">
                  <c:v>14.6</c:v>
                </c:pt>
                <c:pt idx="5262">
                  <c:v>14.65</c:v>
                </c:pt>
                <c:pt idx="5263">
                  <c:v>13.9</c:v>
                </c:pt>
                <c:pt idx="5264">
                  <c:v>13.75</c:v>
                </c:pt>
                <c:pt idx="5265">
                  <c:v>14.25</c:v>
                </c:pt>
                <c:pt idx="5266">
                  <c:v>13.4</c:v>
                </c:pt>
                <c:pt idx="5267">
                  <c:v>14</c:v>
                </c:pt>
                <c:pt idx="5268">
                  <c:v>13.9</c:v>
                </c:pt>
                <c:pt idx="5269">
                  <c:v>13.6</c:v>
                </c:pt>
                <c:pt idx="5270">
                  <c:v>13.85</c:v>
                </c:pt>
                <c:pt idx="5271">
                  <c:v>13.9</c:v>
                </c:pt>
                <c:pt idx="5272">
                  <c:v>13.85</c:v>
                </c:pt>
                <c:pt idx="5273">
                  <c:v>13.15</c:v>
                </c:pt>
                <c:pt idx="5274">
                  <c:v>13.1</c:v>
                </c:pt>
                <c:pt idx="5275">
                  <c:v>12.65</c:v>
                </c:pt>
                <c:pt idx="5276">
                  <c:v>12.65</c:v>
                </c:pt>
                <c:pt idx="5277">
                  <c:v>12.85</c:v>
                </c:pt>
                <c:pt idx="5278">
                  <c:v>13.35</c:v>
                </c:pt>
                <c:pt idx="5279">
                  <c:v>12.9</c:v>
                </c:pt>
                <c:pt idx="5280">
                  <c:v>13.4</c:v>
                </c:pt>
                <c:pt idx="5281">
                  <c:v>13.5</c:v>
                </c:pt>
                <c:pt idx="5282">
                  <c:v>13.15</c:v>
                </c:pt>
                <c:pt idx="5283">
                  <c:v>12.65</c:v>
                </c:pt>
                <c:pt idx="5284">
                  <c:v>12.6</c:v>
                </c:pt>
                <c:pt idx="5285">
                  <c:v>12.35</c:v>
                </c:pt>
                <c:pt idx="5286">
                  <c:v>12.2</c:v>
                </c:pt>
                <c:pt idx="5287">
                  <c:v>12.15</c:v>
                </c:pt>
                <c:pt idx="5288">
                  <c:v>11.95</c:v>
                </c:pt>
                <c:pt idx="5289">
                  <c:v>11.3</c:v>
                </c:pt>
                <c:pt idx="5290">
                  <c:v>10.75</c:v>
                </c:pt>
                <c:pt idx="5291">
                  <c:v>11.6</c:v>
                </c:pt>
                <c:pt idx="5292">
                  <c:v>11.75</c:v>
                </c:pt>
                <c:pt idx="5293">
                  <c:v>11.35</c:v>
                </c:pt>
                <c:pt idx="5294">
                  <c:v>11.35</c:v>
                </c:pt>
                <c:pt idx="5295">
                  <c:v>10.9</c:v>
                </c:pt>
                <c:pt idx="5296">
                  <c:v>10.4</c:v>
                </c:pt>
                <c:pt idx="5297">
                  <c:v>9.25</c:v>
                </c:pt>
                <c:pt idx="5298">
                  <c:v>8.25</c:v>
                </c:pt>
                <c:pt idx="5299">
                  <c:v>9.65</c:v>
                </c:pt>
                <c:pt idx="5300">
                  <c:v>9.35</c:v>
                </c:pt>
                <c:pt idx="5301">
                  <c:v>9.35</c:v>
                </c:pt>
                <c:pt idx="5302">
                  <c:v>9.35</c:v>
                </c:pt>
                <c:pt idx="5303">
                  <c:v>9.4</c:v>
                </c:pt>
                <c:pt idx="5304">
                  <c:v>9.1</c:v>
                </c:pt>
                <c:pt idx="5305">
                  <c:v>9.35</c:v>
                </c:pt>
                <c:pt idx="5306">
                  <c:v>10.050000000000001</c:v>
                </c:pt>
                <c:pt idx="5307">
                  <c:v>10.6</c:v>
                </c:pt>
                <c:pt idx="5308">
                  <c:v>10.391999999999999</c:v>
                </c:pt>
                <c:pt idx="5309">
                  <c:v>11.146000000000001</c:v>
                </c:pt>
                <c:pt idx="5310">
                  <c:v>11</c:v>
                </c:pt>
                <c:pt idx="5311">
                  <c:v>10.1</c:v>
                </c:pt>
                <c:pt idx="5312">
                  <c:v>9.35</c:v>
                </c:pt>
                <c:pt idx="5313">
                  <c:v>9.25</c:v>
                </c:pt>
                <c:pt idx="5314">
                  <c:v>9.35</c:v>
                </c:pt>
                <c:pt idx="5315">
                  <c:v>8.5</c:v>
                </c:pt>
                <c:pt idx="5316">
                  <c:v>8.3000000000000007</c:v>
                </c:pt>
                <c:pt idx="5317">
                  <c:v>8.6</c:v>
                </c:pt>
                <c:pt idx="5318">
                  <c:v>8.5</c:v>
                </c:pt>
                <c:pt idx="5319">
                  <c:v>8.8000000000000007</c:v>
                </c:pt>
                <c:pt idx="5320">
                  <c:v>8.35</c:v>
                </c:pt>
                <c:pt idx="5321">
                  <c:v>7.75</c:v>
                </c:pt>
                <c:pt idx="5322">
                  <c:v>7.15</c:v>
                </c:pt>
                <c:pt idx="5323">
                  <c:v>6.85</c:v>
                </c:pt>
                <c:pt idx="5324">
                  <c:v>7.75</c:v>
                </c:pt>
                <c:pt idx="5325">
                  <c:v>8.15</c:v>
                </c:pt>
                <c:pt idx="5326">
                  <c:v>8</c:v>
                </c:pt>
                <c:pt idx="5327">
                  <c:v>7.7</c:v>
                </c:pt>
                <c:pt idx="5328">
                  <c:v>8.75</c:v>
                </c:pt>
                <c:pt idx="5329">
                  <c:v>8.9</c:v>
                </c:pt>
                <c:pt idx="5330">
                  <c:v>8.9</c:v>
                </c:pt>
                <c:pt idx="5331">
                  <c:v>8.5</c:v>
                </c:pt>
                <c:pt idx="5332">
                  <c:v>8.25</c:v>
                </c:pt>
                <c:pt idx="5333">
                  <c:v>7.75</c:v>
                </c:pt>
                <c:pt idx="5334">
                  <c:v>7.6</c:v>
                </c:pt>
                <c:pt idx="5335">
                  <c:v>6.85</c:v>
                </c:pt>
                <c:pt idx="5336">
                  <c:v>6.85</c:v>
                </c:pt>
                <c:pt idx="5337">
                  <c:v>5.85</c:v>
                </c:pt>
                <c:pt idx="5338">
                  <c:v>5.6</c:v>
                </c:pt>
                <c:pt idx="5339">
                  <c:v>5.6</c:v>
                </c:pt>
                <c:pt idx="5340">
                  <c:v>5.85</c:v>
                </c:pt>
                <c:pt idx="5341">
                  <c:v>4.4000000000000004</c:v>
                </c:pt>
                <c:pt idx="5342">
                  <c:v>4.3499999999999996</c:v>
                </c:pt>
                <c:pt idx="5343">
                  <c:v>5.85</c:v>
                </c:pt>
                <c:pt idx="5344">
                  <c:v>6.75</c:v>
                </c:pt>
                <c:pt idx="5345">
                  <c:v>7.9</c:v>
                </c:pt>
                <c:pt idx="5346">
                  <c:v>7.65</c:v>
                </c:pt>
                <c:pt idx="5347">
                  <c:v>8.35</c:v>
                </c:pt>
                <c:pt idx="5348">
                  <c:v>9.35</c:v>
                </c:pt>
                <c:pt idx="5349">
                  <c:v>8.1999999999999993</c:v>
                </c:pt>
                <c:pt idx="5350">
                  <c:v>7.55</c:v>
                </c:pt>
                <c:pt idx="5351">
                  <c:v>7.75</c:v>
                </c:pt>
                <c:pt idx="5352">
                  <c:v>8.15</c:v>
                </c:pt>
                <c:pt idx="5353">
                  <c:v>8.5</c:v>
                </c:pt>
                <c:pt idx="5354">
                  <c:v>7.9</c:v>
                </c:pt>
                <c:pt idx="5355">
                  <c:v>7.85</c:v>
                </c:pt>
                <c:pt idx="5356">
                  <c:v>7.65</c:v>
                </c:pt>
                <c:pt idx="5357">
                  <c:v>7.85</c:v>
                </c:pt>
                <c:pt idx="5358">
                  <c:v>7.85</c:v>
                </c:pt>
                <c:pt idx="5359">
                  <c:v>7.9</c:v>
                </c:pt>
                <c:pt idx="5360">
                  <c:v>8.6</c:v>
                </c:pt>
                <c:pt idx="5361">
                  <c:v>8.25</c:v>
                </c:pt>
                <c:pt idx="5362">
                  <c:v>7.75</c:v>
                </c:pt>
                <c:pt idx="5363">
                  <c:v>8.1</c:v>
                </c:pt>
                <c:pt idx="5364">
                  <c:v>8</c:v>
                </c:pt>
                <c:pt idx="5365">
                  <c:v>8.6</c:v>
                </c:pt>
                <c:pt idx="5366">
                  <c:v>9.25</c:v>
                </c:pt>
                <c:pt idx="5367">
                  <c:v>9.65</c:v>
                </c:pt>
                <c:pt idx="5368">
                  <c:v>8.9</c:v>
                </c:pt>
                <c:pt idx="5369">
                  <c:v>10.6</c:v>
                </c:pt>
                <c:pt idx="5370">
                  <c:v>10.9</c:v>
                </c:pt>
                <c:pt idx="5371">
                  <c:v>10.1</c:v>
                </c:pt>
                <c:pt idx="5372">
                  <c:v>11.019</c:v>
                </c:pt>
                <c:pt idx="5373">
                  <c:v>12.1</c:v>
                </c:pt>
                <c:pt idx="5374">
                  <c:v>12.35</c:v>
                </c:pt>
                <c:pt idx="5375">
                  <c:v>11.85</c:v>
                </c:pt>
                <c:pt idx="5376">
                  <c:v>10.6</c:v>
                </c:pt>
                <c:pt idx="5377">
                  <c:v>9.1</c:v>
                </c:pt>
                <c:pt idx="5378">
                  <c:v>8.85</c:v>
                </c:pt>
                <c:pt idx="5379">
                  <c:v>7.9</c:v>
                </c:pt>
                <c:pt idx="5380">
                  <c:v>8.25</c:v>
                </c:pt>
                <c:pt idx="5381">
                  <c:v>8.35</c:v>
                </c:pt>
                <c:pt idx="5382">
                  <c:v>8.75</c:v>
                </c:pt>
                <c:pt idx="5383">
                  <c:v>8.35</c:v>
                </c:pt>
                <c:pt idx="5384">
                  <c:v>8.4</c:v>
                </c:pt>
                <c:pt idx="5385">
                  <c:v>8.8000000000000007</c:v>
                </c:pt>
                <c:pt idx="5386">
                  <c:v>8.3000000000000007</c:v>
                </c:pt>
                <c:pt idx="5387">
                  <c:v>8.35</c:v>
                </c:pt>
                <c:pt idx="5388">
                  <c:v>8.4</c:v>
                </c:pt>
                <c:pt idx="5389">
                  <c:v>8.1999999999999993</c:v>
                </c:pt>
                <c:pt idx="5390">
                  <c:v>7.95</c:v>
                </c:pt>
                <c:pt idx="5391">
                  <c:v>8.4</c:v>
                </c:pt>
                <c:pt idx="5392">
                  <c:v>8.6</c:v>
                </c:pt>
                <c:pt idx="5393">
                  <c:v>8.6</c:v>
                </c:pt>
                <c:pt idx="5394">
                  <c:v>8.65</c:v>
                </c:pt>
                <c:pt idx="5395">
                  <c:v>8.9</c:v>
                </c:pt>
                <c:pt idx="5396">
                  <c:v>8.9</c:v>
                </c:pt>
                <c:pt idx="5397">
                  <c:v>9.15</c:v>
                </c:pt>
                <c:pt idx="5398">
                  <c:v>8.15</c:v>
                </c:pt>
                <c:pt idx="5399">
                  <c:v>8.35</c:v>
                </c:pt>
                <c:pt idx="5400">
                  <c:v>8.4</c:v>
                </c:pt>
                <c:pt idx="5401">
                  <c:v>7.75</c:v>
                </c:pt>
                <c:pt idx="5402">
                  <c:v>7.4</c:v>
                </c:pt>
                <c:pt idx="5403">
                  <c:v>7.45</c:v>
                </c:pt>
                <c:pt idx="5404">
                  <c:v>7.2</c:v>
                </c:pt>
                <c:pt idx="5405">
                  <c:v>7.85</c:v>
                </c:pt>
                <c:pt idx="5406">
                  <c:v>8.1</c:v>
                </c:pt>
                <c:pt idx="5407">
                  <c:v>7.7</c:v>
                </c:pt>
                <c:pt idx="5408">
                  <c:v>7</c:v>
                </c:pt>
                <c:pt idx="5409">
                  <c:v>6.5</c:v>
                </c:pt>
                <c:pt idx="5410">
                  <c:v>5.25</c:v>
                </c:pt>
                <c:pt idx="5411">
                  <c:v>6.5</c:v>
                </c:pt>
                <c:pt idx="5412">
                  <c:v>6</c:v>
                </c:pt>
                <c:pt idx="5413">
                  <c:v>5.5</c:v>
                </c:pt>
                <c:pt idx="5414">
                  <c:v>3.85</c:v>
                </c:pt>
                <c:pt idx="5415">
                  <c:v>4.75</c:v>
                </c:pt>
                <c:pt idx="5416">
                  <c:v>5.9</c:v>
                </c:pt>
                <c:pt idx="5417">
                  <c:v>5</c:v>
                </c:pt>
                <c:pt idx="5418">
                  <c:v>3.25</c:v>
                </c:pt>
                <c:pt idx="5419">
                  <c:v>1.1499999999999999</c:v>
                </c:pt>
                <c:pt idx="5420">
                  <c:v>1</c:v>
                </c:pt>
                <c:pt idx="5421">
                  <c:v>2.5</c:v>
                </c:pt>
                <c:pt idx="5422">
                  <c:v>3.2</c:v>
                </c:pt>
                <c:pt idx="5423">
                  <c:v>2.1</c:v>
                </c:pt>
                <c:pt idx="5424">
                  <c:v>1.4</c:v>
                </c:pt>
                <c:pt idx="5425">
                  <c:v>2.1</c:v>
                </c:pt>
                <c:pt idx="5426">
                  <c:v>2.95</c:v>
                </c:pt>
                <c:pt idx="5427">
                  <c:v>0</c:v>
                </c:pt>
                <c:pt idx="5428">
                  <c:v>0.4</c:v>
                </c:pt>
                <c:pt idx="5429">
                  <c:v>-0.15</c:v>
                </c:pt>
                <c:pt idx="5430">
                  <c:v>-0.2</c:v>
                </c:pt>
                <c:pt idx="5431">
                  <c:v>-2.1059999999999999</c:v>
                </c:pt>
                <c:pt idx="5432">
                  <c:v>-3.758</c:v>
                </c:pt>
                <c:pt idx="5433">
                  <c:v>-5.7569999999999997</c:v>
                </c:pt>
                <c:pt idx="5434">
                  <c:v>-3.9569999999999999</c:v>
                </c:pt>
                <c:pt idx="5435">
                  <c:v>-1.157</c:v>
                </c:pt>
                <c:pt idx="5436">
                  <c:v>-1.25</c:v>
                </c:pt>
                <c:pt idx="5437">
                  <c:v>-0.9</c:v>
                </c:pt>
                <c:pt idx="5438">
                  <c:v>-1.1000000000000001</c:v>
                </c:pt>
                <c:pt idx="5439">
                  <c:v>-1.75</c:v>
                </c:pt>
                <c:pt idx="5440">
                  <c:v>-1.65</c:v>
                </c:pt>
                <c:pt idx="5441">
                  <c:v>-1.75</c:v>
                </c:pt>
                <c:pt idx="5442">
                  <c:v>-2.9</c:v>
                </c:pt>
                <c:pt idx="5443">
                  <c:v>-5.85</c:v>
                </c:pt>
                <c:pt idx="5444">
                  <c:v>-5</c:v>
                </c:pt>
                <c:pt idx="5445">
                  <c:v>-4</c:v>
                </c:pt>
                <c:pt idx="5446">
                  <c:v>-3.35</c:v>
                </c:pt>
                <c:pt idx="5447">
                  <c:v>-3.6</c:v>
                </c:pt>
                <c:pt idx="5448">
                  <c:v>-3.35</c:v>
                </c:pt>
                <c:pt idx="5449">
                  <c:v>-3.25</c:v>
                </c:pt>
                <c:pt idx="5450">
                  <c:v>-4.6500000000000004</c:v>
                </c:pt>
                <c:pt idx="5451">
                  <c:v>-6.3</c:v>
                </c:pt>
                <c:pt idx="5452">
                  <c:v>-5.9</c:v>
                </c:pt>
                <c:pt idx="5453">
                  <c:v>-6.65</c:v>
                </c:pt>
                <c:pt idx="5454">
                  <c:v>-7.25</c:v>
                </c:pt>
                <c:pt idx="5455">
                  <c:v>-8.15</c:v>
                </c:pt>
                <c:pt idx="5456">
                  <c:v>-8.1</c:v>
                </c:pt>
                <c:pt idx="5457">
                  <c:v>-9.4499999999999993</c:v>
                </c:pt>
                <c:pt idx="5458">
                  <c:v>-12</c:v>
                </c:pt>
                <c:pt idx="5459">
                  <c:v>-12.15</c:v>
                </c:pt>
                <c:pt idx="5460">
                  <c:v>-9.75</c:v>
                </c:pt>
                <c:pt idx="5461">
                  <c:v>-11</c:v>
                </c:pt>
              </c:numCache>
            </c:numRef>
          </c:val>
          <c:smooth val="0"/>
        </c:ser>
        <c:dLbls>
          <c:showLegendKey val="0"/>
          <c:showVal val="0"/>
          <c:showCatName val="0"/>
          <c:showSerName val="0"/>
          <c:showPercent val="0"/>
          <c:showBubbleSize val="0"/>
        </c:dLbls>
        <c:marker val="1"/>
        <c:smooth val="0"/>
        <c:axId val="132692992"/>
        <c:axId val="54936320"/>
      </c:lineChart>
      <c:dateAx>
        <c:axId val="132692992"/>
        <c:scaling>
          <c:orientation val="minMax"/>
        </c:scaling>
        <c:delete val="0"/>
        <c:axPos val="b"/>
        <c:numFmt formatCode="[$-409]mmm\-yy;@" sourceLinked="0"/>
        <c:majorTickMark val="out"/>
        <c:minorTickMark val="none"/>
        <c:tickLblPos val="nextTo"/>
        <c:crossAx val="54936320"/>
        <c:crosses val="autoZero"/>
        <c:auto val="1"/>
        <c:lblOffset val="100"/>
        <c:baseTimeUnit val="days"/>
        <c:majorUnit val="1"/>
        <c:majorTimeUnit val="years"/>
      </c:dateAx>
      <c:valAx>
        <c:axId val="54936320"/>
        <c:scaling>
          <c:orientation val="minMax"/>
          <c:max val="150"/>
          <c:min val="-25"/>
        </c:scaling>
        <c:delete val="0"/>
        <c:axPos val="l"/>
        <c:title>
          <c:tx>
            <c:rich>
              <a:bodyPr rot="-5400000" vert="horz"/>
              <a:lstStyle/>
              <a:p>
                <a:pPr>
                  <a:defRPr/>
                </a:pPr>
                <a:r>
                  <a:rPr lang="en-US"/>
                  <a:t>Swap Spread (bps)</a:t>
                </a:r>
              </a:p>
            </c:rich>
          </c:tx>
          <c:layout/>
          <c:overlay val="0"/>
        </c:title>
        <c:numFmt formatCode="General" sourceLinked="1"/>
        <c:majorTickMark val="out"/>
        <c:minorTickMark val="none"/>
        <c:tickLblPos val="nextTo"/>
        <c:crossAx val="132692992"/>
        <c:crosses val="autoZero"/>
        <c:crossBetween val="between"/>
        <c:majorUnit val="25"/>
      </c:valAx>
    </c:plotArea>
    <c:plotVisOnly val="1"/>
    <c:dispBlanksAs val="gap"/>
    <c:showDLblsOverMax val="0"/>
  </c:chart>
  <c:spPr>
    <a:ln>
      <a:noFill/>
    </a:ln>
  </c:sp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1"/>
          <c:tx>
            <c:v>3mLIB - 3mRepo</c:v>
          </c:tx>
          <c:marker>
            <c:symbol val="none"/>
          </c:marker>
          <c:cat>
            <c:numRef>
              <c:f>'spot Repo vs libor'!$A$64:$A$1183</c:f>
              <c:numCache>
                <c:formatCode>d\-mmm\-yy</c:formatCode>
                <c:ptCount val="1120"/>
                <c:pt idx="0">
                  <c:v>40589</c:v>
                </c:pt>
                <c:pt idx="1">
                  <c:v>40590</c:v>
                </c:pt>
                <c:pt idx="2">
                  <c:v>40591</c:v>
                </c:pt>
                <c:pt idx="3">
                  <c:v>40592</c:v>
                </c:pt>
                <c:pt idx="4">
                  <c:v>40596</c:v>
                </c:pt>
                <c:pt idx="5">
                  <c:v>40597</c:v>
                </c:pt>
                <c:pt idx="6">
                  <c:v>40598</c:v>
                </c:pt>
                <c:pt idx="7">
                  <c:v>40599</c:v>
                </c:pt>
                <c:pt idx="8">
                  <c:v>40602</c:v>
                </c:pt>
                <c:pt idx="9">
                  <c:v>40603</c:v>
                </c:pt>
                <c:pt idx="10">
                  <c:v>40604</c:v>
                </c:pt>
                <c:pt idx="11">
                  <c:v>40605</c:v>
                </c:pt>
                <c:pt idx="12">
                  <c:v>40606</c:v>
                </c:pt>
                <c:pt idx="13">
                  <c:v>40609</c:v>
                </c:pt>
                <c:pt idx="14">
                  <c:v>40610</c:v>
                </c:pt>
                <c:pt idx="15">
                  <c:v>40611</c:v>
                </c:pt>
                <c:pt idx="16">
                  <c:v>40612</c:v>
                </c:pt>
                <c:pt idx="17">
                  <c:v>40613</c:v>
                </c:pt>
                <c:pt idx="18">
                  <c:v>40616</c:v>
                </c:pt>
                <c:pt idx="19">
                  <c:v>40617</c:v>
                </c:pt>
                <c:pt idx="20">
                  <c:v>40618</c:v>
                </c:pt>
                <c:pt idx="21">
                  <c:v>40619</c:v>
                </c:pt>
                <c:pt idx="22">
                  <c:v>40620</c:v>
                </c:pt>
                <c:pt idx="23">
                  <c:v>40623</c:v>
                </c:pt>
                <c:pt idx="24">
                  <c:v>40624</c:v>
                </c:pt>
                <c:pt idx="25">
                  <c:v>40625</c:v>
                </c:pt>
                <c:pt idx="26">
                  <c:v>40626</c:v>
                </c:pt>
                <c:pt idx="27">
                  <c:v>40627</c:v>
                </c:pt>
                <c:pt idx="28">
                  <c:v>40630</c:v>
                </c:pt>
                <c:pt idx="29">
                  <c:v>40631</c:v>
                </c:pt>
                <c:pt idx="30">
                  <c:v>40632</c:v>
                </c:pt>
                <c:pt idx="31">
                  <c:v>40633</c:v>
                </c:pt>
                <c:pt idx="32">
                  <c:v>40634</c:v>
                </c:pt>
                <c:pt idx="33">
                  <c:v>40637</c:v>
                </c:pt>
                <c:pt idx="34">
                  <c:v>40638</c:v>
                </c:pt>
                <c:pt idx="35">
                  <c:v>40639</c:v>
                </c:pt>
                <c:pt idx="36">
                  <c:v>40640</c:v>
                </c:pt>
                <c:pt idx="37">
                  <c:v>40641</c:v>
                </c:pt>
                <c:pt idx="38">
                  <c:v>40644</c:v>
                </c:pt>
                <c:pt idx="39">
                  <c:v>40645</c:v>
                </c:pt>
                <c:pt idx="40">
                  <c:v>40646</c:v>
                </c:pt>
                <c:pt idx="41">
                  <c:v>40647</c:v>
                </c:pt>
                <c:pt idx="42">
                  <c:v>40648</c:v>
                </c:pt>
                <c:pt idx="43">
                  <c:v>40651</c:v>
                </c:pt>
                <c:pt idx="44">
                  <c:v>40652</c:v>
                </c:pt>
                <c:pt idx="45">
                  <c:v>40653</c:v>
                </c:pt>
                <c:pt idx="46">
                  <c:v>40654</c:v>
                </c:pt>
                <c:pt idx="47">
                  <c:v>40659</c:v>
                </c:pt>
                <c:pt idx="48">
                  <c:v>40660</c:v>
                </c:pt>
                <c:pt idx="49">
                  <c:v>40661</c:v>
                </c:pt>
                <c:pt idx="50">
                  <c:v>40666</c:v>
                </c:pt>
                <c:pt idx="51">
                  <c:v>40667</c:v>
                </c:pt>
                <c:pt idx="52">
                  <c:v>40668</c:v>
                </c:pt>
                <c:pt idx="53">
                  <c:v>40669</c:v>
                </c:pt>
                <c:pt idx="54">
                  <c:v>40672</c:v>
                </c:pt>
                <c:pt idx="55">
                  <c:v>40673</c:v>
                </c:pt>
                <c:pt idx="56">
                  <c:v>40674</c:v>
                </c:pt>
                <c:pt idx="57">
                  <c:v>40675</c:v>
                </c:pt>
                <c:pt idx="58">
                  <c:v>40676</c:v>
                </c:pt>
                <c:pt idx="59">
                  <c:v>40679</c:v>
                </c:pt>
                <c:pt idx="60">
                  <c:v>40680</c:v>
                </c:pt>
                <c:pt idx="61">
                  <c:v>40681</c:v>
                </c:pt>
                <c:pt idx="62">
                  <c:v>40682</c:v>
                </c:pt>
                <c:pt idx="63">
                  <c:v>40683</c:v>
                </c:pt>
                <c:pt idx="64">
                  <c:v>40686</c:v>
                </c:pt>
                <c:pt idx="65">
                  <c:v>40687</c:v>
                </c:pt>
                <c:pt idx="66">
                  <c:v>40688</c:v>
                </c:pt>
                <c:pt idx="67">
                  <c:v>40689</c:v>
                </c:pt>
                <c:pt idx="68">
                  <c:v>40690</c:v>
                </c:pt>
                <c:pt idx="69">
                  <c:v>40694</c:v>
                </c:pt>
                <c:pt idx="70">
                  <c:v>40695</c:v>
                </c:pt>
                <c:pt idx="71">
                  <c:v>40696</c:v>
                </c:pt>
                <c:pt idx="72">
                  <c:v>40697</c:v>
                </c:pt>
                <c:pt idx="73">
                  <c:v>40700</c:v>
                </c:pt>
                <c:pt idx="74">
                  <c:v>40701</c:v>
                </c:pt>
                <c:pt idx="75">
                  <c:v>40702</c:v>
                </c:pt>
                <c:pt idx="76">
                  <c:v>40703</c:v>
                </c:pt>
                <c:pt idx="77">
                  <c:v>40704</c:v>
                </c:pt>
                <c:pt idx="78">
                  <c:v>40707</c:v>
                </c:pt>
                <c:pt idx="79">
                  <c:v>40708</c:v>
                </c:pt>
                <c:pt idx="80">
                  <c:v>40709</c:v>
                </c:pt>
                <c:pt idx="81">
                  <c:v>40710</c:v>
                </c:pt>
                <c:pt idx="82">
                  <c:v>40711</c:v>
                </c:pt>
                <c:pt idx="83">
                  <c:v>40714</c:v>
                </c:pt>
                <c:pt idx="84">
                  <c:v>40715</c:v>
                </c:pt>
                <c:pt idx="85">
                  <c:v>40716</c:v>
                </c:pt>
                <c:pt idx="86">
                  <c:v>40717</c:v>
                </c:pt>
                <c:pt idx="87">
                  <c:v>40718</c:v>
                </c:pt>
                <c:pt idx="88">
                  <c:v>40721</c:v>
                </c:pt>
                <c:pt idx="89">
                  <c:v>40722</c:v>
                </c:pt>
                <c:pt idx="90">
                  <c:v>40723</c:v>
                </c:pt>
                <c:pt idx="91">
                  <c:v>40724</c:v>
                </c:pt>
                <c:pt idx="92">
                  <c:v>40725</c:v>
                </c:pt>
                <c:pt idx="93">
                  <c:v>40729</c:v>
                </c:pt>
                <c:pt idx="94">
                  <c:v>40730</c:v>
                </c:pt>
                <c:pt idx="95">
                  <c:v>40731</c:v>
                </c:pt>
                <c:pt idx="96">
                  <c:v>40732</c:v>
                </c:pt>
                <c:pt idx="97">
                  <c:v>40735</c:v>
                </c:pt>
                <c:pt idx="98">
                  <c:v>40736</c:v>
                </c:pt>
                <c:pt idx="99">
                  <c:v>40737</c:v>
                </c:pt>
                <c:pt idx="100">
                  <c:v>40738</c:v>
                </c:pt>
                <c:pt idx="101">
                  <c:v>40739</c:v>
                </c:pt>
                <c:pt idx="102">
                  <c:v>40742</c:v>
                </c:pt>
                <c:pt idx="103">
                  <c:v>40743</c:v>
                </c:pt>
                <c:pt idx="104">
                  <c:v>40744</c:v>
                </c:pt>
                <c:pt idx="105">
                  <c:v>40745</c:v>
                </c:pt>
                <c:pt idx="106">
                  <c:v>40746</c:v>
                </c:pt>
                <c:pt idx="107">
                  <c:v>40749</c:v>
                </c:pt>
                <c:pt idx="108">
                  <c:v>40750</c:v>
                </c:pt>
                <c:pt idx="109">
                  <c:v>40751</c:v>
                </c:pt>
                <c:pt idx="110">
                  <c:v>40752</c:v>
                </c:pt>
                <c:pt idx="111">
                  <c:v>40753</c:v>
                </c:pt>
                <c:pt idx="112">
                  <c:v>40756</c:v>
                </c:pt>
                <c:pt idx="113">
                  <c:v>40757</c:v>
                </c:pt>
                <c:pt idx="114">
                  <c:v>40758</c:v>
                </c:pt>
                <c:pt idx="115">
                  <c:v>40759</c:v>
                </c:pt>
                <c:pt idx="116">
                  <c:v>40760</c:v>
                </c:pt>
                <c:pt idx="117">
                  <c:v>40763</c:v>
                </c:pt>
                <c:pt idx="118">
                  <c:v>40764</c:v>
                </c:pt>
                <c:pt idx="119">
                  <c:v>40765</c:v>
                </c:pt>
                <c:pt idx="120">
                  <c:v>40766</c:v>
                </c:pt>
                <c:pt idx="121">
                  <c:v>40767</c:v>
                </c:pt>
                <c:pt idx="122">
                  <c:v>40770</c:v>
                </c:pt>
                <c:pt idx="123">
                  <c:v>40771</c:v>
                </c:pt>
                <c:pt idx="124">
                  <c:v>40772</c:v>
                </c:pt>
                <c:pt idx="125">
                  <c:v>40773</c:v>
                </c:pt>
                <c:pt idx="126">
                  <c:v>40774</c:v>
                </c:pt>
                <c:pt idx="127">
                  <c:v>40777</c:v>
                </c:pt>
                <c:pt idx="128">
                  <c:v>40778</c:v>
                </c:pt>
                <c:pt idx="129">
                  <c:v>40779</c:v>
                </c:pt>
                <c:pt idx="130">
                  <c:v>40780</c:v>
                </c:pt>
                <c:pt idx="131">
                  <c:v>40781</c:v>
                </c:pt>
                <c:pt idx="132">
                  <c:v>40785</c:v>
                </c:pt>
                <c:pt idx="133">
                  <c:v>40786</c:v>
                </c:pt>
                <c:pt idx="134">
                  <c:v>40787</c:v>
                </c:pt>
                <c:pt idx="135">
                  <c:v>40788</c:v>
                </c:pt>
                <c:pt idx="136">
                  <c:v>40792</c:v>
                </c:pt>
                <c:pt idx="137">
                  <c:v>40793</c:v>
                </c:pt>
                <c:pt idx="138">
                  <c:v>40794</c:v>
                </c:pt>
                <c:pt idx="139">
                  <c:v>40795</c:v>
                </c:pt>
                <c:pt idx="140">
                  <c:v>40798</c:v>
                </c:pt>
                <c:pt idx="141">
                  <c:v>40799</c:v>
                </c:pt>
                <c:pt idx="142">
                  <c:v>40800</c:v>
                </c:pt>
                <c:pt idx="143">
                  <c:v>40801</c:v>
                </c:pt>
                <c:pt idx="144">
                  <c:v>40802</c:v>
                </c:pt>
                <c:pt idx="145">
                  <c:v>40805</c:v>
                </c:pt>
                <c:pt idx="146">
                  <c:v>40806</c:v>
                </c:pt>
                <c:pt idx="147">
                  <c:v>40807</c:v>
                </c:pt>
                <c:pt idx="148">
                  <c:v>40808</c:v>
                </c:pt>
                <c:pt idx="149">
                  <c:v>40809</c:v>
                </c:pt>
                <c:pt idx="150">
                  <c:v>40812</c:v>
                </c:pt>
                <c:pt idx="151">
                  <c:v>40813</c:v>
                </c:pt>
                <c:pt idx="152">
                  <c:v>40814</c:v>
                </c:pt>
                <c:pt idx="153">
                  <c:v>40815</c:v>
                </c:pt>
                <c:pt idx="154">
                  <c:v>40816</c:v>
                </c:pt>
                <c:pt idx="155">
                  <c:v>40819</c:v>
                </c:pt>
                <c:pt idx="156">
                  <c:v>40820</c:v>
                </c:pt>
                <c:pt idx="157">
                  <c:v>40821</c:v>
                </c:pt>
                <c:pt idx="158">
                  <c:v>40822</c:v>
                </c:pt>
                <c:pt idx="159">
                  <c:v>40823</c:v>
                </c:pt>
                <c:pt idx="160">
                  <c:v>40827</c:v>
                </c:pt>
                <c:pt idx="161">
                  <c:v>40828</c:v>
                </c:pt>
                <c:pt idx="162">
                  <c:v>40829</c:v>
                </c:pt>
                <c:pt idx="163">
                  <c:v>40830</c:v>
                </c:pt>
                <c:pt idx="164">
                  <c:v>40833</c:v>
                </c:pt>
                <c:pt idx="165">
                  <c:v>40834</c:v>
                </c:pt>
                <c:pt idx="166">
                  <c:v>40835</c:v>
                </c:pt>
                <c:pt idx="167">
                  <c:v>40836</c:v>
                </c:pt>
                <c:pt idx="168">
                  <c:v>40837</c:v>
                </c:pt>
                <c:pt idx="169">
                  <c:v>40840</c:v>
                </c:pt>
                <c:pt idx="170">
                  <c:v>40841</c:v>
                </c:pt>
                <c:pt idx="171">
                  <c:v>40842</c:v>
                </c:pt>
                <c:pt idx="172">
                  <c:v>40843</c:v>
                </c:pt>
                <c:pt idx="173">
                  <c:v>40844</c:v>
                </c:pt>
                <c:pt idx="174">
                  <c:v>40847</c:v>
                </c:pt>
                <c:pt idx="175">
                  <c:v>40848</c:v>
                </c:pt>
                <c:pt idx="176">
                  <c:v>40849</c:v>
                </c:pt>
                <c:pt idx="177">
                  <c:v>40850</c:v>
                </c:pt>
                <c:pt idx="178">
                  <c:v>40851</c:v>
                </c:pt>
                <c:pt idx="179">
                  <c:v>40854</c:v>
                </c:pt>
                <c:pt idx="180">
                  <c:v>40855</c:v>
                </c:pt>
                <c:pt idx="181">
                  <c:v>40856</c:v>
                </c:pt>
                <c:pt idx="182">
                  <c:v>40857</c:v>
                </c:pt>
                <c:pt idx="183">
                  <c:v>40861</c:v>
                </c:pt>
                <c:pt idx="184">
                  <c:v>40862</c:v>
                </c:pt>
                <c:pt idx="185">
                  <c:v>40863</c:v>
                </c:pt>
                <c:pt idx="186">
                  <c:v>40864</c:v>
                </c:pt>
                <c:pt idx="187">
                  <c:v>40865</c:v>
                </c:pt>
                <c:pt idx="188">
                  <c:v>40868</c:v>
                </c:pt>
                <c:pt idx="189">
                  <c:v>40869</c:v>
                </c:pt>
                <c:pt idx="190">
                  <c:v>40870</c:v>
                </c:pt>
                <c:pt idx="191">
                  <c:v>40872</c:v>
                </c:pt>
                <c:pt idx="192">
                  <c:v>40875</c:v>
                </c:pt>
                <c:pt idx="193">
                  <c:v>40876</c:v>
                </c:pt>
                <c:pt idx="194">
                  <c:v>40877</c:v>
                </c:pt>
                <c:pt idx="195">
                  <c:v>40878</c:v>
                </c:pt>
                <c:pt idx="196">
                  <c:v>40879</c:v>
                </c:pt>
                <c:pt idx="197">
                  <c:v>40882</c:v>
                </c:pt>
                <c:pt idx="198">
                  <c:v>40883</c:v>
                </c:pt>
                <c:pt idx="199">
                  <c:v>40884</c:v>
                </c:pt>
                <c:pt idx="200">
                  <c:v>40885</c:v>
                </c:pt>
                <c:pt idx="201">
                  <c:v>40886</c:v>
                </c:pt>
                <c:pt idx="202">
                  <c:v>40889</c:v>
                </c:pt>
                <c:pt idx="203">
                  <c:v>40890</c:v>
                </c:pt>
                <c:pt idx="204">
                  <c:v>40891</c:v>
                </c:pt>
                <c:pt idx="205">
                  <c:v>40892</c:v>
                </c:pt>
                <c:pt idx="206">
                  <c:v>40893</c:v>
                </c:pt>
                <c:pt idx="207">
                  <c:v>40896</c:v>
                </c:pt>
                <c:pt idx="208">
                  <c:v>40897</c:v>
                </c:pt>
                <c:pt idx="209">
                  <c:v>40898</c:v>
                </c:pt>
                <c:pt idx="210">
                  <c:v>40899</c:v>
                </c:pt>
                <c:pt idx="211">
                  <c:v>40900</c:v>
                </c:pt>
                <c:pt idx="212">
                  <c:v>40905</c:v>
                </c:pt>
                <c:pt idx="213">
                  <c:v>40906</c:v>
                </c:pt>
                <c:pt idx="214">
                  <c:v>40907</c:v>
                </c:pt>
                <c:pt idx="215">
                  <c:v>40911</c:v>
                </c:pt>
                <c:pt idx="216">
                  <c:v>40912</c:v>
                </c:pt>
                <c:pt idx="217">
                  <c:v>40913</c:v>
                </c:pt>
                <c:pt idx="218">
                  <c:v>40914</c:v>
                </c:pt>
                <c:pt idx="219">
                  <c:v>40917</c:v>
                </c:pt>
                <c:pt idx="220">
                  <c:v>40918</c:v>
                </c:pt>
                <c:pt idx="221">
                  <c:v>40919</c:v>
                </c:pt>
                <c:pt idx="222">
                  <c:v>40920</c:v>
                </c:pt>
                <c:pt idx="223">
                  <c:v>40921</c:v>
                </c:pt>
                <c:pt idx="224">
                  <c:v>40925</c:v>
                </c:pt>
                <c:pt idx="225">
                  <c:v>40926</c:v>
                </c:pt>
                <c:pt idx="226">
                  <c:v>40927</c:v>
                </c:pt>
                <c:pt idx="227">
                  <c:v>40928</c:v>
                </c:pt>
                <c:pt idx="228">
                  <c:v>40931</c:v>
                </c:pt>
                <c:pt idx="229">
                  <c:v>40932</c:v>
                </c:pt>
                <c:pt idx="230">
                  <c:v>40933</c:v>
                </c:pt>
                <c:pt idx="231">
                  <c:v>40934</c:v>
                </c:pt>
                <c:pt idx="232">
                  <c:v>40935</c:v>
                </c:pt>
                <c:pt idx="233">
                  <c:v>40938</c:v>
                </c:pt>
                <c:pt idx="234">
                  <c:v>40939</c:v>
                </c:pt>
                <c:pt idx="235">
                  <c:v>40940</c:v>
                </c:pt>
                <c:pt idx="236">
                  <c:v>40941</c:v>
                </c:pt>
                <c:pt idx="237">
                  <c:v>40942</c:v>
                </c:pt>
                <c:pt idx="238">
                  <c:v>40945</c:v>
                </c:pt>
                <c:pt idx="239">
                  <c:v>40946</c:v>
                </c:pt>
                <c:pt idx="240">
                  <c:v>40947</c:v>
                </c:pt>
                <c:pt idx="241">
                  <c:v>40948</c:v>
                </c:pt>
                <c:pt idx="242">
                  <c:v>40949</c:v>
                </c:pt>
                <c:pt idx="243">
                  <c:v>40952</c:v>
                </c:pt>
                <c:pt idx="244">
                  <c:v>40953</c:v>
                </c:pt>
                <c:pt idx="245">
                  <c:v>40954</c:v>
                </c:pt>
                <c:pt idx="246">
                  <c:v>40955</c:v>
                </c:pt>
                <c:pt idx="247">
                  <c:v>40956</c:v>
                </c:pt>
                <c:pt idx="248">
                  <c:v>40960</c:v>
                </c:pt>
                <c:pt idx="249">
                  <c:v>40961</c:v>
                </c:pt>
                <c:pt idx="250">
                  <c:v>40962</c:v>
                </c:pt>
                <c:pt idx="251">
                  <c:v>40963</c:v>
                </c:pt>
                <c:pt idx="252">
                  <c:v>40966</c:v>
                </c:pt>
                <c:pt idx="253">
                  <c:v>40967</c:v>
                </c:pt>
                <c:pt idx="254">
                  <c:v>40968</c:v>
                </c:pt>
                <c:pt idx="255">
                  <c:v>40969</c:v>
                </c:pt>
                <c:pt idx="256">
                  <c:v>40970</c:v>
                </c:pt>
                <c:pt idx="257">
                  <c:v>40973</c:v>
                </c:pt>
                <c:pt idx="258">
                  <c:v>40974</c:v>
                </c:pt>
                <c:pt idx="259">
                  <c:v>40975</c:v>
                </c:pt>
                <c:pt idx="260">
                  <c:v>40976</c:v>
                </c:pt>
                <c:pt idx="261">
                  <c:v>40977</c:v>
                </c:pt>
                <c:pt idx="262">
                  <c:v>40980</c:v>
                </c:pt>
                <c:pt idx="263">
                  <c:v>40981</c:v>
                </c:pt>
                <c:pt idx="264">
                  <c:v>40982</c:v>
                </c:pt>
                <c:pt idx="265">
                  <c:v>40983</c:v>
                </c:pt>
                <c:pt idx="266">
                  <c:v>40984</c:v>
                </c:pt>
                <c:pt idx="267">
                  <c:v>40987</c:v>
                </c:pt>
                <c:pt idx="268">
                  <c:v>40988</c:v>
                </c:pt>
                <c:pt idx="269">
                  <c:v>40989</c:v>
                </c:pt>
                <c:pt idx="270">
                  <c:v>40990</c:v>
                </c:pt>
                <c:pt idx="271">
                  <c:v>40991</c:v>
                </c:pt>
                <c:pt idx="272">
                  <c:v>40994</c:v>
                </c:pt>
                <c:pt idx="273">
                  <c:v>40995</c:v>
                </c:pt>
                <c:pt idx="274">
                  <c:v>40996</c:v>
                </c:pt>
                <c:pt idx="275">
                  <c:v>40997</c:v>
                </c:pt>
                <c:pt idx="276">
                  <c:v>40998</c:v>
                </c:pt>
                <c:pt idx="277">
                  <c:v>41001</c:v>
                </c:pt>
                <c:pt idx="278">
                  <c:v>41002</c:v>
                </c:pt>
                <c:pt idx="279">
                  <c:v>41003</c:v>
                </c:pt>
                <c:pt idx="280">
                  <c:v>41004</c:v>
                </c:pt>
                <c:pt idx="281">
                  <c:v>41009</c:v>
                </c:pt>
                <c:pt idx="282">
                  <c:v>41010</c:v>
                </c:pt>
                <c:pt idx="283">
                  <c:v>41011</c:v>
                </c:pt>
                <c:pt idx="284">
                  <c:v>41012</c:v>
                </c:pt>
                <c:pt idx="285">
                  <c:v>41015</c:v>
                </c:pt>
                <c:pt idx="286">
                  <c:v>41016</c:v>
                </c:pt>
                <c:pt idx="287">
                  <c:v>41017</c:v>
                </c:pt>
                <c:pt idx="288">
                  <c:v>41018</c:v>
                </c:pt>
                <c:pt idx="289">
                  <c:v>41019</c:v>
                </c:pt>
                <c:pt idx="290">
                  <c:v>41022</c:v>
                </c:pt>
                <c:pt idx="291">
                  <c:v>41023</c:v>
                </c:pt>
                <c:pt idx="292">
                  <c:v>41024</c:v>
                </c:pt>
                <c:pt idx="293">
                  <c:v>41025</c:v>
                </c:pt>
                <c:pt idx="294">
                  <c:v>41026</c:v>
                </c:pt>
                <c:pt idx="295">
                  <c:v>41029</c:v>
                </c:pt>
                <c:pt idx="296">
                  <c:v>41030</c:v>
                </c:pt>
                <c:pt idx="297">
                  <c:v>41031</c:v>
                </c:pt>
                <c:pt idx="298">
                  <c:v>41032</c:v>
                </c:pt>
                <c:pt idx="299">
                  <c:v>41033</c:v>
                </c:pt>
                <c:pt idx="300">
                  <c:v>41037</c:v>
                </c:pt>
                <c:pt idx="301">
                  <c:v>41038</c:v>
                </c:pt>
                <c:pt idx="302">
                  <c:v>41039</c:v>
                </c:pt>
                <c:pt idx="303">
                  <c:v>41040</c:v>
                </c:pt>
                <c:pt idx="304">
                  <c:v>41043</c:v>
                </c:pt>
                <c:pt idx="305">
                  <c:v>41044</c:v>
                </c:pt>
                <c:pt idx="306">
                  <c:v>41045</c:v>
                </c:pt>
                <c:pt idx="307">
                  <c:v>41046</c:v>
                </c:pt>
                <c:pt idx="308">
                  <c:v>41047</c:v>
                </c:pt>
                <c:pt idx="309">
                  <c:v>41050</c:v>
                </c:pt>
                <c:pt idx="310">
                  <c:v>41051</c:v>
                </c:pt>
                <c:pt idx="311">
                  <c:v>41052</c:v>
                </c:pt>
                <c:pt idx="312">
                  <c:v>41053</c:v>
                </c:pt>
                <c:pt idx="313">
                  <c:v>41054</c:v>
                </c:pt>
                <c:pt idx="314">
                  <c:v>41058</c:v>
                </c:pt>
                <c:pt idx="315">
                  <c:v>41059</c:v>
                </c:pt>
                <c:pt idx="316">
                  <c:v>41060</c:v>
                </c:pt>
                <c:pt idx="317">
                  <c:v>41061</c:v>
                </c:pt>
                <c:pt idx="318">
                  <c:v>41066</c:v>
                </c:pt>
                <c:pt idx="319">
                  <c:v>41067</c:v>
                </c:pt>
                <c:pt idx="320">
                  <c:v>41068</c:v>
                </c:pt>
                <c:pt idx="321">
                  <c:v>41071</c:v>
                </c:pt>
                <c:pt idx="322">
                  <c:v>41072</c:v>
                </c:pt>
                <c:pt idx="323">
                  <c:v>41073</c:v>
                </c:pt>
                <c:pt idx="324">
                  <c:v>41074</c:v>
                </c:pt>
                <c:pt idx="325">
                  <c:v>41075</c:v>
                </c:pt>
                <c:pt idx="326">
                  <c:v>41078</c:v>
                </c:pt>
                <c:pt idx="327">
                  <c:v>41079</c:v>
                </c:pt>
                <c:pt idx="328">
                  <c:v>41080</c:v>
                </c:pt>
                <c:pt idx="329">
                  <c:v>41081</c:v>
                </c:pt>
                <c:pt idx="330">
                  <c:v>41082</c:v>
                </c:pt>
                <c:pt idx="331">
                  <c:v>41085</c:v>
                </c:pt>
                <c:pt idx="332">
                  <c:v>41086</c:v>
                </c:pt>
                <c:pt idx="333">
                  <c:v>41087</c:v>
                </c:pt>
                <c:pt idx="334">
                  <c:v>41088</c:v>
                </c:pt>
                <c:pt idx="335">
                  <c:v>41089</c:v>
                </c:pt>
                <c:pt idx="336">
                  <c:v>41092</c:v>
                </c:pt>
                <c:pt idx="337">
                  <c:v>41093</c:v>
                </c:pt>
                <c:pt idx="338">
                  <c:v>41095</c:v>
                </c:pt>
                <c:pt idx="339">
                  <c:v>41096</c:v>
                </c:pt>
                <c:pt idx="340">
                  <c:v>41099</c:v>
                </c:pt>
                <c:pt idx="341">
                  <c:v>41100</c:v>
                </c:pt>
                <c:pt idx="342">
                  <c:v>41101</c:v>
                </c:pt>
                <c:pt idx="343">
                  <c:v>41102</c:v>
                </c:pt>
                <c:pt idx="344">
                  <c:v>41103</c:v>
                </c:pt>
                <c:pt idx="345">
                  <c:v>41106</c:v>
                </c:pt>
                <c:pt idx="346">
                  <c:v>41107</c:v>
                </c:pt>
                <c:pt idx="347">
                  <c:v>41108</c:v>
                </c:pt>
                <c:pt idx="348">
                  <c:v>41109</c:v>
                </c:pt>
                <c:pt idx="349">
                  <c:v>41110</c:v>
                </c:pt>
                <c:pt idx="350">
                  <c:v>41113</c:v>
                </c:pt>
                <c:pt idx="351">
                  <c:v>41114</c:v>
                </c:pt>
                <c:pt idx="352">
                  <c:v>41115</c:v>
                </c:pt>
                <c:pt idx="353">
                  <c:v>41116</c:v>
                </c:pt>
                <c:pt idx="354">
                  <c:v>41117</c:v>
                </c:pt>
                <c:pt idx="355">
                  <c:v>41120</c:v>
                </c:pt>
                <c:pt idx="356">
                  <c:v>41121</c:v>
                </c:pt>
                <c:pt idx="357">
                  <c:v>41122</c:v>
                </c:pt>
                <c:pt idx="358">
                  <c:v>41123</c:v>
                </c:pt>
                <c:pt idx="359">
                  <c:v>41124</c:v>
                </c:pt>
                <c:pt idx="360">
                  <c:v>41127</c:v>
                </c:pt>
                <c:pt idx="361">
                  <c:v>41128</c:v>
                </c:pt>
                <c:pt idx="362">
                  <c:v>41129</c:v>
                </c:pt>
                <c:pt idx="363">
                  <c:v>41130</c:v>
                </c:pt>
                <c:pt idx="364">
                  <c:v>41131</c:v>
                </c:pt>
                <c:pt idx="365">
                  <c:v>41134</c:v>
                </c:pt>
                <c:pt idx="366">
                  <c:v>41135</c:v>
                </c:pt>
                <c:pt idx="367">
                  <c:v>41136</c:v>
                </c:pt>
                <c:pt idx="368">
                  <c:v>41137</c:v>
                </c:pt>
                <c:pt idx="369">
                  <c:v>41138</c:v>
                </c:pt>
                <c:pt idx="370">
                  <c:v>41141</c:v>
                </c:pt>
                <c:pt idx="371">
                  <c:v>41142</c:v>
                </c:pt>
                <c:pt idx="372">
                  <c:v>41143</c:v>
                </c:pt>
                <c:pt idx="373">
                  <c:v>41144</c:v>
                </c:pt>
                <c:pt idx="374">
                  <c:v>41145</c:v>
                </c:pt>
                <c:pt idx="375">
                  <c:v>41149</c:v>
                </c:pt>
                <c:pt idx="376">
                  <c:v>41150</c:v>
                </c:pt>
                <c:pt idx="377">
                  <c:v>41151</c:v>
                </c:pt>
                <c:pt idx="378">
                  <c:v>41152</c:v>
                </c:pt>
                <c:pt idx="379">
                  <c:v>41156</c:v>
                </c:pt>
                <c:pt idx="380">
                  <c:v>41157</c:v>
                </c:pt>
                <c:pt idx="381">
                  <c:v>41158</c:v>
                </c:pt>
                <c:pt idx="382">
                  <c:v>41159</c:v>
                </c:pt>
                <c:pt idx="383">
                  <c:v>41162</c:v>
                </c:pt>
                <c:pt idx="384">
                  <c:v>41163</c:v>
                </c:pt>
                <c:pt idx="385">
                  <c:v>41164</c:v>
                </c:pt>
                <c:pt idx="386">
                  <c:v>41165</c:v>
                </c:pt>
                <c:pt idx="387">
                  <c:v>41166</c:v>
                </c:pt>
                <c:pt idx="388">
                  <c:v>41169</c:v>
                </c:pt>
                <c:pt idx="389">
                  <c:v>41170</c:v>
                </c:pt>
                <c:pt idx="390">
                  <c:v>41171</c:v>
                </c:pt>
                <c:pt idx="391">
                  <c:v>41172</c:v>
                </c:pt>
                <c:pt idx="392">
                  <c:v>41173</c:v>
                </c:pt>
                <c:pt idx="393">
                  <c:v>41176</c:v>
                </c:pt>
                <c:pt idx="394">
                  <c:v>41177</c:v>
                </c:pt>
                <c:pt idx="395">
                  <c:v>41178</c:v>
                </c:pt>
                <c:pt idx="396">
                  <c:v>41179</c:v>
                </c:pt>
                <c:pt idx="397">
                  <c:v>41180</c:v>
                </c:pt>
                <c:pt idx="398">
                  <c:v>41183</c:v>
                </c:pt>
                <c:pt idx="399">
                  <c:v>41184</c:v>
                </c:pt>
                <c:pt idx="400">
                  <c:v>41185</c:v>
                </c:pt>
                <c:pt idx="401">
                  <c:v>41186</c:v>
                </c:pt>
                <c:pt idx="402">
                  <c:v>41187</c:v>
                </c:pt>
                <c:pt idx="403">
                  <c:v>41191</c:v>
                </c:pt>
                <c:pt idx="404">
                  <c:v>41192</c:v>
                </c:pt>
                <c:pt idx="405">
                  <c:v>41193</c:v>
                </c:pt>
                <c:pt idx="406">
                  <c:v>41194</c:v>
                </c:pt>
                <c:pt idx="407">
                  <c:v>41197</c:v>
                </c:pt>
                <c:pt idx="408">
                  <c:v>41198</c:v>
                </c:pt>
                <c:pt idx="409">
                  <c:v>41199</c:v>
                </c:pt>
                <c:pt idx="410">
                  <c:v>41200</c:v>
                </c:pt>
                <c:pt idx="411">
                  <c:v>41201</c:v>
                </c:pt>
                <c:pt idx="412">
                  <c:v>41204</c:v>
                </c:pt>
                <c:pt idx="413">
                  <c:v>41205</c:v>
                </c:pt>
                <c:pt idx="414">
                  <c:v>41206</c:v>
                </c:pt>
                <c:pt idx="415">
                  <c:v>41207</c:v>
                </c:pt>
                <c:pt idx="416">
                  <c:v>41208</c:v>
                </c:pt>
                <c:pt idx="417">
                  <c:v>41211</c:v>
                </c:pt>
                <c:pt idx="418">
                  <c:v>41213</c:v>
                </c:pt>
                <c:pt idx="419">
                  <c:v>41214</c:v>
                </c:pt>
                <c:pt idx="420">
                  <c:v>41215</c:v>
                </c:pt>
                <c:pt idx="421">
                  <c:v>41218</c:v>
                </c:pt>
                <c:pt idx="422">
                  <c:v>41219</c:v>
                </c:pt>
                <c:pt idx="423">
                  <c:v>41220</c:v>
                </c:pt>
                <c:pt idx="424">
                  <c:v>41221</c:v>
                </c:pt>
                <c:pt idx="425">
                  <c:v>41222</c:v>
                </c:pt>
                <c:pt idx="426">
                  <c:v>41226</c:v>
                </c:pt>
                <c:pt idx="427">
                  <c:v>41227</c:v>
                </c:pt>
                <c:pt idx="428">
                  <c:v>41228</c:v>
                </c:pt>
                <c:pt idx="429">
                  <c:v>41229</c:v>
                </c:pt>
                <c:pt idx="430">
                  <c:v>41232</c:v>
                </c:pt>
                <c:pt idx="431">
                  <c:v>41233</c:v>
                </c:pt>
                <c:pt idx="432">
                  <c:v>41234</c:v>
                </c:pt>
                <c:pt idx="433">
                  <c:v>41236</c:v>
                </c:pt>
                <c:pt idx="434">
                  <c:v>41239</c:v>
                </c:pt>
                <c:pt idx="435">
                  <c:v>41240</c:v>
                </c:pt>
                <c:pt idx="436">
                  <c:v>41241</c:v>
                </c:pt>
                <c:pt idx="437">
                  <c:v>41242</c:v>
                </c:pt>
                <c:pt idx="438">
                  <c:v>41243</c:v>
                </c:pt>
                <c:pt idx="439">
                  <c:v>41246</c:v>
                </c:pt>
                <c:pt idx="440">
                  <c:v>41247</c:v>
                </c:pt>
                <c:pt idx="441">
                  <c:v>41248</c:v>
                </c:pt>
                <c:pt idx="442">
                  <c:v>41249</c:v>
                </c:pt>
                <c:pt idx="443">
                  <c:v>41250</c:v>
                </c:pt>
                <c:pt idx="444">
                  <c:v>41253</c:v>
                </c:pt>
                <c:pt idx="445">
                  <c:v>41254</c:v>
                </c:pt>
                <c:pt idx="446">
                  <c:v>41255</c:v>
                </c:pt>
                <c:pt idx="447">
                  <c:v>41256</c:v>
                </c:pt>
                <c:pt idx="448">
                  <c:v>41257</c:v>
                </c:pt>
                <c:pt idx="449">
                  <c:v>41260</c:v>
                </c:pt>
                <c:pt idx="450">
                  <c:v>41261</c:v>
                </c:pt>
                <c:pt idx="451">
                  <c:v>41262</c:v>
                </c:pt>
                <c:pt idx="452">
                  <c:v>41263</c:v>
                </c:pt>
                <c:pt idx="453">
                  <c:v>41264</c:v>
                </c:pt>
                <c:pt idx="454">
                  <c:v>41267</c:v>
                </c:pt>
                <c:pt idx="455">
                  <c:v>41270</c:v>
                </c:pt>
                <c:pt idx="456">
                  <c:v>41271</c:v>
                </c:pt>
                <c:pt idx="457">
                  <c:v>41274</c:v>
                </c:pt>
                <c:pt idx="458">
                  <c:v>41276</c:v>
                </c:pt>
                <c:pt idx="459">
                  <c:v>41277</c:v>
                </c:pt>
                <c:pt idx="460">
                  <c:v>41278</c:v>
                </c:pt>
                <c:pt idx="461">
                  <c:v>41281</c:v>
                </c:pt>
                <c:pt idx="462">
                  <c:v>41282</c:v>
                </c:pt>
                <c:pt idx="463">
                  <c:v>41283</c:v>
                </c:pt>
                <c:pt idx="464">
                  <c:v>41284</c:v>
                </c:pt>
                <c:pt idx="465">
                  <c:v>41285</c:v>
                </c:pt>
                <c:pt idx="466">
                  <c:v>41288</c:v>
                </c:pt>
                <c:pt idx="467">
                  <c:v>41289</c:v>
                </c:pt>
                <c:pt idx="468">
                  <c:v>41290</c:v>
                </c:pt>
                <c:pt idx="469">
                  <c:v>41291</c:v>
                </c:pt>
                <c:pt idx="470">
                  <c:v>41292</c:v>
                </c:pt>
                <c:pt idx="471">
                  <c:v>41296</c:v>
                </c:pt>
                <c:pt idx="472">
                  <c:v>41297</c:v>
                </c:pt>
                <c:pt idx="473">
                  <c:v>41298</c:v>
                </c:pt>
                <c:pt idx="474">
                  <c:v>41299</c:v>
                </c:pt>
                <c:pt idx="475">
                  <c:v>41302</c:v>
                </c:pt>
                <c:pt idx="476">
                  <c:v>41303</c:v>
                </c:pt>
                <c:pt idx="477">
                  <c:v>41304</c:v>
                </c:pt>
                <c:pt idx="478">
                  <c:v>41305</c:v>
                </c:pt>
                <c:pt idx="479">
                  <c:v>41306</c:v>
                </c:pt>
                <c:pt idx="480">
                  <c:v>41309</c:v>
                </c:pt>
                <c:pt idx="481">
                  <c:v>41310</c:v>
                </c:pt>
                <c:pt idx="482">
                  <c:v>41311</c:v>
                </c:pt>
                <c:pt idx="483">
                  <c:v>41312</c:v>
                </c:pt>
                <c:pt idx="484">
                  <c:v>41313</c:v>
                </c:pt>
                <c:pt idx="485">
                  <c:v>41316</c:v>
                </c:pt>
                <c:pt idx="486">
                  <c:v>41317</c:v>
                </c:pt>
                <c:pt idx="487">
                  <c:v>41318</c:v>
                </c:pt>
                <c:pt idx="488">
                  <c:v>41319</c:v>
                </c:pt>
                <c:pt idx="489">
                  <c:v>41320</c:v>
                </c:pt>
                <c:pt idx="490">
                  <c:v>41324</c:v>
                </c:pt>
                <c:pt idx="491">
                  <c:v>41325</c:v>
                </c:pt>
                <c:pt idx="492">
                  <c:v>41326</c:v>
                </c:pt>
                <c:pt idx="493">
                  <c:v>41327</c:v>
                </c:pt>
                <c:pt idx="494">
                  <c:v>41330</c:v>
                </c:pt>
                <c:pt idx="495">
                  <c:v>41331</c:v>
                </c:pt>
                <c:pt idx="496">
                  <c:v>41332</c:v>
                </c:pt>
                <c:pt idx="497">
                  <c:v>41333</c:v>
                </c:pt>
                <c:pt idx="498">
                  <c:v>41334</c:v>
                </c:pt>
                <c:pt idx="499">
                  <c:v>41337</c:v>
                </c:pt>
                <c:pt idx="500">
                  <c:v>41338</c:v>
                </c:pt>
                <c:pt idx="501">
                  <c:v>41339</c:v>
                </c:pt>
                <c:pt idx="502">
                  <c:v>41340</c:v>
                </c:pt>
                <c:pt idx="503">
                  <c:v>41341</c:v>
                </c:pt>
                <c:pt idx="504">
                  <c:v>41344</c:v>
                </c:pt>
                <c:pt idx="505">
                  <c:v>41345</c:v>
                </c:pt>
                <c:pt idx="506">
                  <c:v>41346</c:v>
                </c:pt>
                <c:pt idx="507">
                  <c:v>41347</c:v>
                </c:pt>
                <c:pt idx="508">
                  <c:v>41348</c:v>
                </c:pt>
                <c:pt idx="509">
                  <c:v>41351</c:v>
                </c:pt>
                <c:pt idx="510">
                  <c:v>41352</c:v>
                </c:pt>
                <c:pt idx="511">
                  <c:v>41353</c:v>
                </c:pt>
                <c:pt idx="512">
                  <c:v>41354</c:v>
                </c:pt>
                <c:pt idx="513">
                  <c:v>41355</c:v>
                </c:pt>
                <c:pt idx="514">
                  <c:v>41358</c:v>
                </c:pt>
                <c:pt idx="515">
                  <c:v>41359</c:v>
                </c:pt>
                <c:pt idx="516">
                  <c:v>41360</c:v>
                </c:pt>
                <c:pt idx="517">
                  <c:v>41366</c:v>
                </c:pt>
                <c:pt idx="518">
                  <c:v>41367</c:v>
                </c:pt>
                <c:pt idx="519">
                  <c:v>41368</c:v>
                </c:pt>
                <c:pt idx="520">
                  <c:v>41369</c:v>
                </c:pt>
                <c:pt idx="521">
                  <c:v>41372</c:v>
                </c:pt>
                <c:pt idx="522">
                  <c:v>41373</c:v>
                </c:pt>
                <c:pt idx="523">
                  <c:v>41374</c:v>
                </c:pt>
                <c:pt idx="524">
                  <c:v>41375</c:v>
                </c:pt>
                <c:pt idx="525">
                  <c:v>41376</c:v>
                </c:pt>
                <c:pt idx="526">
                  <c:v>41379</c:v>
                </c:pt>
                <c:pt idx="527">
                  <c:v>41380</c:v>
                </c:pt>
                <c:pt idx="528">
                  <c:v>41381</c:v>
                </c:pt>
                <c:pt idx="529">
                  <c:v>41382</c:v>
                </c:pt>
                <c:pt idx="530">
                  <c:v>41383</c:v>
                </c:pt>
                <c:pt idx="531">
                  <c:v>41386</c:v>
                </c:pt>
                <c:pt idx="532">
                  <c:v>41387</c:v>
                </c:pt>
                <c:pt idx="533">
                  <c:v>41388</c:v>
                </c:pt>
                <c:pt idx="534">
                  <c:v>41389</c:v>
                </c:pt>
                <c:pt idx="535">
                  <c:v>41390</c:v>
                </c:pt>
                <c:pt idx="536">
                  <c:v>41393</c:v>
                </c:pt>
                <c:pt idx="537">
                  <c:v>41394</c:v>
                </c:pt>
                <c:pt idx="538">
                  <c:v>41396</c:v>
                </c:pt>
                <c:pt idx="539">
                  <c:v>41397</c:v>
                </c:pt>
                <c:pt idx="540">
                  <c:v>41401</c:v>
                </c:pt>
                <c:pt idx="541">
                  <c:v>41402</c:v>
                </c:pt>
                <c:pt idx="542">
                  <c:v>41403</c:v>
                </c:pt>
                <c:pt idx="543">
                  <c:v>41404</c:v>
                </c:pt>
                <c:pt idx="544">
                  <c:v>41407</c:v>
                </c:pt>
                <c:pt idx="545">
                  <c:v>41408</c:v>
                </c:pt>
                <c:pt idx="546">
                  <c:v>41409</c:v>
                </c:pt>
                <c:pt idx="547">
                  <c:v>41410</c:v>
                </c:pt>
                <c:pt idx="548">
                  <c:v>41411</c:v>
                </c:pt>
                <c:pt idx="549">
                  <c:v>41414</c:v>
                </c:pt>
                <c:pt idx="550">
                  <c:v>41415</c:v>
                </c:pt>
                <c:pt idx="551">
                  <c:v>41416</c:v>
                </c:pt>
                <c:pt idx="552">
                  <c:v>41417</c:v>
                </c:pt>
                <c:pt idx="553">
                  <c:v>41422</c:v>
                </c:pt>
                <c:pt idx="554">
                  <c:v>41423</c:v>
                </c:pt>
                <c:pt idx="555">
                  <c:v>41424</c:v>
                </c:pt>
                <c:pt idx="556">
                  <c:v>41425</c:v>
                </c:pt>
                <c:pt idx="557">
                  <c:v>41428</c:v>
                </c:pt>
                <c:pt idx="558">
                  <c:v>41429</c:v>
                </c:pt>
                <c:pt idx="559">
                  <c:v>41430</c:v>
                </c:pt>
                <c:pt idx="560">
                  <c:v>41431</c:v>
                </c:pt>
                <c:pt idx="561">
                  <c:v>41432</c:v>
                </c:pt>
                <c:pt idx="562">
                  <c:v>41435</c:v>
                </c:pt>
                <c:pt idx="563">
                  <c:v>41436</c:v>
                </c:pt>
                <c:pt idx="564">
                  <c:v>41437</c:v>
                </c:pt>
                <c:pt idx="565">
                  <c:v>41438</c:v>
                </c:pt>
                <c:pt idx="566">
                  <c:v>41439</c:v>
                </c:pt>
                <c:pt idx="567">
                  <c:v>41442</c:v>
                </c:pt>
                <c:pt idx="568">
                  <c:v>41443</c:v>
                </c:pt>
                <c:pt idx="569">
                  <c:v>41444</c:v>
                </c:pt>
                <c:pt idx="570">
                  <c:v>41445</c:v>
                </c:pt>
                <c:pt idx="571">
                  <c:v>41449</c:v>
                </c:pt>
                <c:pt idx="572">
                  <c:v>41450</c:v>
                </c:pt>
                <c:pt idx="573">
                  <c:v>41451</c:v>
                </c:pt>
                <c:pt idx="574">
                  <c:v>41452</c:v>
                </c:pt>
                <c:pt idx="575">
                  <c:v>41453</c:v>
                </c:pt>
                <c:pt idx="576">
                  <c:v>41456</c:v>
                </c:pt>
                <c:pt idx="577">
                  <c:v>41457</c:v>
                </c:pt>
                <c:pt idx="578">
                  <c:v>41460</c:v>
                </c:pt>
                <c:pt idx="579">
                  <c:v>41463</c:v>
                </c:pt>
                <c:pt idx="580">
                  <c:v>41464</c:v>
                </c:pt>
                <c:pt idx="581">
                  <c:v>41465</c:v>
                </c:pt>
                <c:pt idx="582">
                  <c:v>41466</c:v>
                </c:pt>
                <c:pt idx="583">
                  <c:v>41467</c:v>
                </c:pt>
                <c:pt idx="584">
                  <c:v>41470</c:v>
                </c:pt>
                <c:pt idx="585">
                  <c:v>41471</c:v>
                </c:pt>
                <c:pt idx="586">
                  <c:v>41472</c:v>
                </c:pt>
                <c:pt idx="587">
                  <c:v>41473</c:v>
                </c:pt>
                <c:pt idx="588">
                  <c:v>41474</c:v>
                </c:pt>
                <c:pt idx="589">
                  <c:v>41477</c:v>
                </c:pt>
                <c:pt idx="590">
                  <c:v>41478</c:v>
                </c:pt>
                <c:pt idx="591">
                  <c:v>41479</c:v>
                </c:pt>
                <c:pt idx="592">
                  <c:v>41480</c:v>
                </c:pt>
                <c:pt idx="593">
                  <c:v>41481</c:v>
                </c:pt>
                <c:pt idx="594">
                  <c:v>41484</c:v>
                </c:pt>
                <c:pt idx="595">
                  <c:v>41485</c:v>
                </c:pt>
                <c:pt idx="596">
                  <c:v>41486</c:v>
                </c:pt>
                <c:pt idx="597">
                  <c:v>41487</c:v>
                </c:pt>
                <c:pt idx="598">
                  <c:v>41488</c:v>
                </c:pt>
                <c:pt idx="599">
                  <c:v>41491</c:v>
                </c:pt>
                <c:pt idx="600">
                  <c:v>41492</c:v>
                </c:pt>
                <c:pt idx="601">
                  <c:v>41493</c:v>
                </c:pt>
                <c:pt idx="602">
                  <c:v>41494</c:v>
                </c:pt>
                <c:pt idx="603">
                  <c:v>41495</c:v>
                </c:pt>
                <c:pt idx="604">
                  <c:v>41498</c:v>
                </c:pt>
                <c:pt idx="605">
                  <c:v>41499</c:v>
                </c:pt>
                <c:pt idx="606">
                  <c:v>41500</c:v>
                </c:pt>
                <c:pt idx="607">
                  <c:v>41501</c:v>
                </c:pt>
                <c:pt idx="608">
                  <c:v>41502</c:v>
                </c:pt>
                <c:pt idx="609">
                  <c:v>41505</c:v>
                </c:pt>
                <c:pt idx="610">
                  <c:v>41506</c:v>
                </c:pt>
                <c:pt idx="611">
                  <c:v>41507</c:v>
                </c:pt>
                <c:pt idx="612">
                  <c:v>41508</c:v>
                </c:pt>
                <c:pt idx="613">
                  <c:v>41509</c:v>
                </c:pt>
                <c:pt idx="614">
                  <c:v>41513</c:v>
                </c:pt>
                <c:pt idx="615">
                  <c:v>41514</c:v>
                </c:pt>
                <c:pt idx="616">
                  <c:v>41515</c:v>
                </c:pt>
                <c:pt idx="617">
                  <c:v>41520</c:v>
                </c:pt>
                <c:pt idx="618">
                  <c:v>41521</c:v>
                </c:pt>
                <c:pt idx="619">
                  <c:v>41522</c:v>
                </c:pt>
                <c:pt idx="620">
                  <c:v>41523</c:v>
                </c:pt>
                <c:pt idx="621">
                  <c:v>41526</c:v>
                </c:pt>
                <c:pt idx="622">
                  <c:v>41527</c:v>
                </c:pt>
                <c:pt idx="623">
                  <c:v>41528</c:v>
                </c:pt>
                <c:pt idx="624">
                  <c:v>41529</c:v>
                </c:pt>
                <c:pt idx="625">
                  <c:v>41530</c:v>
                </c:pt>
                <c:pt idx="626">
                  <c:v>41533</c:v>
                </c:pt>
                <c:pt idx="627">
                  <c:v>41534</c:v>
                </c:pt>
                <c:pt idx="628">
                  <c:v>41535</c:v>
                </c:pt>
                <c:pt idx="629">
                  <c:v>41536</c:v>
                </c:pt>
                <c:pt idx="630">
                  <c:v>41537</c:v>
                </c:pt>
                <c:pt idx="631">
                  <c:v>41540</c:v>
                </c:pt>
                <c:pt idx="632">
                  <c:v>41541</c:v>
                </c:pt>
                <c:pt idx="633">
                  <c:v>41542</c:v>
                </c:pt>
                <c:pt idx="634">
                  <c:v>41543</c:v>
                </c:pt>
                <c:pt idx="635">
                  <c:v>41544</c:v>
                </c:pt>
                <c:pt idx="636">
                  <c:v>41547</c:v>
                </c:pt>
                <c:pt idx="637">
                  <c:v>41549</c:v>
                </c:pt>
                <c:pt idx="638">
                  <c:v>41550</c:v>
                </c:pt>
                <c:pt idx="639">
                  <c:v>41551</c:v>
                </c:pt>
                <c:pt idx="640">
                  <c:v>41554</c:v>
                </c:pt>
                <c:pt idx="641">
                  <c:v>41555</c:v>
                </c:pt>
                <c:pt idx="642">
                  <c:v>41556</c:v>
                </c:pt>
                <c:pt idx="643">
                  <c:v>41557</c:v>
                </c:pt>
                <c:pt idx="644">
                  <c:v>41568</c:v>
                </c:pt>
                <c:pt idx="645">
                  <c:v>41569</c:v>
                </c:pt>
                <c:pt idx="646">
                  <c:v>41570</c:v>
                </c:pt>
                <c:pt idx="647">
                  <c:v>41572</c:v>
                </c:pt>
                <c:pt idx="648">
                  <c:v>41575</c:v>
                </c:pt>
                <c:pt idx="649">
                  <c:v>41576</c:v>
                </c:pt>
                <c:pt idx="650">
                  <c:v>41577</c:v>
                </c:pt>
                <c:pt idx="651">
                  <c:v>41578</c:v>
                </c:pt>
                <c:pt idx="652">
                  <c:v>41579</c:v>
                </c:pt>
                <c:pt idx="653">
                  <c:v>41582</c:v>
                </c:pt>
                <c:pt idx="654">
                  <c:v>41583</c:v>
                </c:pt>
                <c:pt idx="655">
                  <c:v>41584</c:v>
                </c:pt>
                <c:pt idx="656">
                  <c:v>41585</c:v>
                </c:pt>
                <c:pt idx="657">
                  <c:v>41590</c:v>
                </c:pt>
                <c:pt idx="658">
                  <c:v>41591</c:v>
                </c:pt>
                <c:pt idx="659">
                  <c:v>41592</c:v>
                </c:pt>
                <c:pt idx="660">
                  <c:v>41593</c:v>
                </c:pt>
                <c:pt idx="661">
                  <c:v>41596</c:v>
                </c:pt>
                <c:pt idx="662">
                  <c:v>41597</c:v>
                </c:pt>
                <c:pt idx="663">
                  <c:v>41598</c:v>
                </c:pt>
                <c:pt idx="664">
                  <c:v>41599</c:v>
                </c:pt>
                <c:pt idx="665">
                  <c:v>41600</c:v>
                </c:pt>
                <c:pt idx="666">
                  <c:v>41603</c:v>
                </c:pt>
                <c:pt idx="667">
                  <c:v>41604</c:v>
                </c:pt>
                <c:pt idx="668">
                  <c:v>41607</c:v>
                </c:pt>
                <c:pt idx="669">
                  <c:v>41610</c:v>
                </c:pt>
                <c:pt idx="670">
                  <c:v>41611</c:v>
                </c:pt>
                <c:pt idx="671">
                  <c:v>41612</c:v>
                </c:pt>
                <c:pt idx="672">
                  <c:v>41613</c:v>
                </c:pt>
                <c:pt idx="673">
                  <c:v>41614</c:v>
                </c:pt>
                <c:pt idx="674">
                  <c:v>41617</c:v>
                </c:pt>
                <c:pt idx="675">
                  <c:v>41618</c:v>
                </c:pt>
                <c:pt idx="676">
                  <c:v>41619</c:v>
                </c:pt>
                <c:pt idx="677">
                  <c:v>41620</c:v>
                </c:pt>
                <c:pt idx="678">
                  <c:v>41621</c:v>
                </c:pt>
                <c:pt idx="679">
                  <c:v>41624</c:v>
                </c:pt>
                <c:pt idx="680">
                  <c:v>41625</c:v>
                </c:pt>
                <c:pt idx="681">
                  <c:v>41626</c:v>
                </c:pt>
                <c:pt idx="682">
                  <c:v>41627</c:v>
                </c:pt>
                <c:pt idx="683">
                  <c:v>41628</c:v>
                </c:pt>
                <c:pt idx="684">
                  <c:v>41631</c:v>
                </c:pt>
                <c:pt idx="685">
                  <c:v>41635</c:v>
                </c:pt>
                <c:pt idx="686">
                  <c:v>41638</c:v>
                </c:pt>
                <c:pt idx="687">
                  <c:v>41641</c:v>
                </c:pt>
                <c:pt idx="688">
                  <c:v>41642</c:v>
                </c:pt>
                <c:pt idx="689">
                  <c:v>41645</c:v>
                </c:pt>
                <c:pt idx="690">
                  <c:v>41646</c:v>
                </c:pt>
                <c:pt idx="691">
                  <c:v>41647</c:v>
                </c:pt>
                <c:pt idx="692">
                  <c:v>41648</c:v>
                </c:pt>
                <c:pt idx="693">
                  <c:v>41649</c:v>
                </c:pt>
                <c:pt idx="694">
                  <c:v>41652</c:v>
                </c:pt>
                <c:pt idx="695">
                  <c:v>41653</c:v>
                </c:pt>
                <c:pt idx="696">
                  <c:v>41654</c:v>
                </c:pt>
                <c:pt idx="697">
                  <c:v>41655</c:v>
                </c:pt>
                <c:pt idx="698">
                  <c:v>41660</c:v>
                </c:pt>
                <c:pt idx="699">
                  <c:v>41661</c:v>
                </c:pt>
                <c:pt idx="700">
                  <c:v>41662</c:v>
                </c:pt>
                <c:pt idx="701">
                  <c:v>41663</c:v>
                </c:pt>
                <c:pt idx="702">
                  <c:v>41666</c:v>
                </c:pt>
                <c:pt idx="703">
                  <c:v>41667</c:v>
                </c:pt>
                <c:pt idx="704">
                  <c:v>41668</c:v>
                </c:pt>
                <c:pt idx="705">
                  <c:v>41669</c:v>
                </c:pt>
                <c:pt idx="706">
                  <c:v>41676</c:v>
                </c:pt>
                <c:pt idx="707">
                  <c:v>41677</c:v>
                </c:pt>
                <c:pt idx="708">
                  <c:v>41680</c:v>
                </c:pt>
                <c:pt idx="709">
                  <c:v>41681</c:v>
                </c:pt>
                <c:pt idx="710">
                  <c:v>41682</c:v>
                </c:pt>
                <c:pt idx="711">
                  <c:v>41683</c:v>
                </c:pt>
                <c:pt idx="712">
                  <c:v>41688</c:v>
                </c:pt>
                <c:pt idx="713">
                  <c:v>41689</c:v>
                </c:pt>
                <c:pt idx="714">
                  <c:v>41690</c:v>
                </c:pt>
                <c:pt idx="715">
                  <c:v>41691</c:v>
                </c:pt>
                <c:pt idx="716">
                  <c:v>41694</c:v>
                </c:pt>
                <c:pt idx="717">
                  <c:v>41695</c:v>
                </c:pt>
                <c:pt idx="718">
                  <c:v>41696</c:v>
                </c:pt>
                <c:pt idx="719">
                  <c:v>41697</c:v>
                </c:pt>
                <c:pt idx="720">
                  <c:v>41698</c:v>
                </c:pt>
                <c:pt idx="721">
                  <c:v>41701</c:v>
                </c:pt>
                <c:pt idx="722">
                  <c:v>41702</c:v>
                </c:pt>
                <c:pt idx="723">
                  <c:v>41703</c:v>
                </c:pt>
                <c:pt idx="724">
                  <c:v>41704</c:v>
                </c:pt>
                <c:pt idx="725">
                  <c:v>41705</c:v>
                </c:pt>
                <c:pt idx="726">
                  <c:v>41708</c:v>
                </c:pt>
                <c:pt idx="727">
                  <c:v>41709</c:v>
                </c:pt>
                <c:pt idx="728">
                  <c:v>41710</c:v>
                </c:pt>
                <c:pt idx="729">
                  <c:v>41711</c:v>
                </c:pt>
                <c:pt idx="730">
                  <c:v>41712</c:v>
                </c:pt>
                <c:pt idx="731">
                  <c:v>41715</c:v>
                </c:pt>
                <c:pt idx="732">
                  <c:v>41716</c:v>
                </c:pt>
                <c:pt idx="733">
                  <c:v>41717</c:v>
                </c:pt>
                <c:pt idx="734">
                  <c:v>41718</c:v>
                </c:pt>
                <c:pt idx="735">
                  <c:v>41719</c:v>
                </c:pt>
                <c:pt idx="736">
                  <c:v>41722</c:v>
                </c:pt>
                <c:pt idx="737">
                  <c:v>41723</c:v>
                </c:pt>
                <c:pt idx="738">
                  <c:v>41724</c:v>
                </c:pt>
                <c:pt idx="739">
                  <c:v>41725</c:v>
                </c:pt>
                <c:pt idx="740">
                  <c:v>41726</c:v>
                </c:pt>
                <c:pt idx="741">
                  <c:v>41729</c:v>
                </c:pt>
                <c:pt idx="742">
                  <c:v>41730</c:v>
                </c:pt>
                <c:pt idx="743">
                  <c:v>41731</c:v>
                </c:pt>
                <c:pt idx="744">
                  <c:v>41732</c:v>
                </c:pt>
                <c:pt idx="745">
                  <c:v>41733</c:v>
                </c:pt>
                <c:pt idx="746">
                  <c:v>41736</c:v>
                </c:pt>
                <c:pt idx="747">
                  <c:v>41737</c:v>
                </c:pt>
                <c:pt idx="748">
                  <c:v>41738</c:v>
                </c:pt>
                <c:pt idx="749">
                  <c:v>41739</c:v>
                </c:pt>
                <c:pt idx="750">
                  <c:v>41740</c:v>
                </c:pt>
                <c:pt idx="751">
                  <c:v>41743</c:v>
                </c:pt>
                <c:pt idx="752">
                  <c:v>41744</c:v>
                </c:pt>
                <c:pt idx="753">
                  <c:v>41745</c:v>
                </c:pt>
                <c:pt idx="754">
                  <c:v>41751</c:v>
                </c:pt>
                <c:pt idx="755">
                  <c:v>41752</c:v>
                </c:pt>
                <c:pt idx="756">
                  <c:v>41753</c:v>
                </c:pt>
                <c:pt idx="757">
                  <c:v>41754</c:v>
                </c:pt>
                <c:pt idx="758">
                  <c:v>41757</c:v>
                </c:pt>
                <c:pt idx="759">
                  <c:v>41758</c:v>
                </c:pt>
                <c:pt idx="760">
                  <c:v>41759</c:v>
                </c:pt>
                <c:pt idx="761">
                  <c:v>41760</c:v>
                </c:pt>
                <c:pt idx="762">
                  <c:v>41761</c:v>
                </c:pt>
                <c:pt idx="763">
                  <c:v>41765</c:v>
                </c:pt>
                <c:pt idx="764">
                  <c:v>41766</c:v>
                </c:pt>
                <c:pt idx="765">
                  <c:v>41767</c:v>
                </c:pt>
                <c:pt idx="766">
                  <c:v>41768</c:v>
                </c:pt>
                <c:pt idx="767">
                  <c:v>41771</c:v>
                </c:pt>
                <c:pt idx="768">
                  <c:v>41772</c:v>
                </c:pt>
                <c:pt idx="769">
                  <c:v>41773</c:v>
                </c:pt>
                <c:pt idx="770">
                  <c:v>41774</c:v>
                </c:pt>
                <c:pt idx="771">
                  <c:v>41775</c:v>
                </c:pt>
                <c:pt idx="772">
                  <c:v>41778</c:v>
                </c:pt>
                <c:pt idx="773">
                  <c:v>41779</c:v>
                </c:pt>
                <c:pt idx="774">
                  <c:v>41780</c:v>
                </c:pt>
                <c:pt idx="775">
                  <c:v>41781</c:v>
                </c:pt>
                <c:pt idx="776">
                  <c:v>41786</c:v>
                </c:pt>
                <c:pt idx="777">
                  <c:v>41787</c:v>
                </c:pt>
                <c:pt idx="778">
                  <c:v>41788</c:v>
                </c:pt>
                <c:pt idx="779">
                  <c:v>41789</c:v>
                </c:pt>
                <c:pt idx="780">
                  <c:v>41792</c:v>
                </c:pt>
                <c:pt idx="781">
                  <c:v>41793</c:v>
                </c:pt>
                <c:pt idx="782">
                  <c:v>41794</c:v>
                </c:pt>
                <c:pt idx="783">
                  <c:v>41795</c:v>
                </c:pt>
                <c:pt idx="784">
                  <c:v>41796</c:v>
                </c:pt>
                <c:pt idx="785">
                  <c:v>41799</c:v>
                </c:pt>
                <c:pt idx="786">
                  <c:v>41800</c:v>
                </c:pt>
                <c:pt idx="787">
                  <c:v>41801</c:v>
                </c:pt>
                <c:pt idx="788">
                  <c:v>41802</c:v>
                </c:pt>
                <c:pt idx="789">
                  <c:v>41803</c:v>
                </c:pt>
                <c:pt idx="790">
                  <c:v>41806</c:v>
                </c:pt>
                <c:pt idx="791">
                  <c:v>41807</c:v>
                </c:pt>
                <c:pt idx="792">
                  <c:v>41808</c:v>
                </c:pt>
                <c:pt idx="793">
                  <c:v>41809</c:v>
                </c:pt>
                <c:pt idx="794">
                  <c:v>41810</c:v>
                </c:pt>
                <c:pt idx="795">
                  <c:v>41813</c:v>
                </c:pt>
                <c:pt idx="796">
                  <c:v>41814</c:v>
                </c:pt>
                <c:pt idx="797">
                  <c:v>41815</c:v>
                </c:pt>
                <c:pt idx="798">
                  <c:v>41816</c:v>
                </c:pt>
                <c:pt idx="799">
                  <c:v>41817</c:v>
                </c:pt>
                <c:pt idx="800">
                  <c:v>41820</c:v>
                </c:pt>
                <c:pt idx="801">
                  <c:v>41821</c:v>
                </c:pt>
                <c:pt idx="802">
                  <c:v>41822</c:v>
                </c:pt>
                <c:pt idx="803">
                  <c:v>41827</c:v>
                </c:pt>
                <c:pt idx="804">
                  <c:v>41828</c:v>
                </c:pt>
                <c:pt idx="805">
                  <c:v>41829</c:v>
                </c:pt>
                <c:pt idx="806">
                  <c:v>41830</c:v>
                </c:pt>
                <c:pt idx="807">
                  <c:v>41831</c:v>
                </c:pt>
                <c:pt idx="808">
                  <c:v>41834</c:v>
                </c:pt>
                <c:pt idx="809">
                  <c:v>41835</c:v>
                </c:pt>
                <c:pt idx="810">
                  <c:v>41836</c:v>
                </c:pt>
                <c:pt idx="811">
                  <c:v>41837</c:v>
                </c:pt>
                <c:pt idx="812">
                  <c:v>41838</c:v>
                </c:pt>
                <c:pt idx="813">
                  <c:v>41841</c:v>
                </c:pt>
                <c:pt idx="814">
                  <c:v>41842</c:v>
                </c:pt>
                <c:pt idx="815">
                  <c:v>41843</c:v>
                </c:pt>
                <c:pt idx="816">
                  <c:v>41844</c:v>
                </c:pt>
                <c:pt idx="817">
                  <c:v>41845</c:v>
                </c:pt>
                <c:pt idx="818">
                  <c:v>41848</c:v>
                </c:pt>
                <c:pt idx="819">
                  <c:v>41849</c:v>
                </c:pt>
                <c:pt idx="820">
                  <c:v>41850</c:v>
                </c:pt>
                <c:pt idx="821">
                  <c:v>41851</c:v>
                </c:pt>
                <c:pt idx="822">
                  <c:v>41852</c:v>
                </c:pt>
                <c:pt idx="823">
                  <c:v>41855</c:v>
                </c:pt>
                <c:pt idx="824">
                  <c:v>41856</c:v>
                </c:pt>
                <c:pt idx="825">
                  <c:v>41857</c:v>
                </c:pt>
                <c:pt idx="826">
                  <c:v>41858</c:v>
                </c:pt>
                <c:pt idx="827">
                  <c:v>41859</c:v>
                </c:pt>
                <c:pt idx="828">
                  <c:v>41862</c:v>
                </c:pt>
                <c:pt idx="829">
                  <c:v>41863</c:v>
                </c:pt>
                <c:pt idx="830">
                  <c:v>41864</c:v>
                </c:pt>
                <c:pt idx="831">
                  <c:v>41865</c:v>
                </c:pt>
                <c:pt idx="832">
                  <c:v>41866</c:v>
                </c:pt>
                <c:pt idx="833">
                  <c:v>41869</c:v>
                </c:pt>
                <c:pt idx="834">
                  <c:v>41870</c:v>
                </c:pt>
                <c:pt idx="835">
                  <c:v>41872</c:v>
                </c:pt>
                <c:pt idx="836">
                  <c:v>41873</c:v>
                </c:pt>
                <c:pt idx="837">
                  <c:v>41877</c:v>
                </c:pt>
                <c:pt idx="838">
                  <c:v>41878</c:v>
                </c:pt>
                <c:pt idx="839">
                  <c:v>41879</c:v>
                </c:pt>
                <c:pt idx="840">
                  <c:v>41884</c:v>
                </c:pt>
                <c:pt idx="841">
                  <c:v>41885</c:v>
                </c:pt>
                <c:pt idx="842">
                  <c:v>41886</c:v>
                </c:pt>
                <c:pt idx="843">
                  <c:v>41887</c:v>
                </c:pt>
                <c:pt idx="844">
                  <c:v>41890</c:v>
                </c:pt>
                <c:pt idx="845">
                  <c:v>41891</c:v>
                </c:pt>
                <c:pt idx="846">
                  <c:v>41892</c:v>
                </c:pt>
                <c:pt idx="847">
                  <c:v>41893</c:v>
                </c:pt>
                <c:pt idx="848">
                  <c:v>41894</c:v>
                </c:pt>
                <c:pt idx="849">
                  <c:v>41897</c:v>
                </c:pt>
                <c:pt idx="850">
                  <c:v>41898</c:v>
                </c:pt>
                <c:pt idx="851">
                  <c:v>41899</c:v>
                </c:pt>
                <c:pt idx="852">
                  <c:v>41900</c:v>
                </c:pt>
                <c:pt idx="853">
                  <c:v>41901</c:v>
                </c:pt>
                <c:pt idx="854">
                  <c:v>41904</c:v>
                </c:pt>
                <c:pt idx="855">
                  <c:v>41905</c:v>
                </c:pt>
                <c:pt idx="856">
                  <c:v>41906</c:v>
                </c:pt>
                <c:pt idx="857">
                  <c:v>41907</c:v>
                </c:pt>
                <c:pt idx="858">
                  <c:v>41908</c:v>
                </c:pt>
                <c:pt idx="859">
                  <c:v>41911</c:v>
                </c:pt>
                <c:pt idx="860">
                  <c:v>41912</c:v>
                </c:pt>
                <c:pt idx="861">
                  <c:v>41913</c:v>
                </c:pt>
                <c:pt idx="862">
                  <c:v>41914</c:v>
                </c:pt>
                <c:pt idx="863">
                  <c:v>41915</c:v>
                </c:pt>
                <c:pt idx="864">
                  <c:v>41918</c:v>
                </c:pt>
                <c:pt idx="865">
                  <c:v>41919</c:v>
                </c:pt>
                <c:pt idx="866">
                  <c:v>41920</c:v>
                </c:pt>
                <c:pt idx="867">
                  <c:v>41921</c:v>
                </c:pt>
                <c:pt idx="868">
                  <c:v>41926</c:v>
                </c:pt>
                <c:pt idx="869">
                  <c:v>41927</c:v>
                </c:pt>
                <c:pt idx="870">
                  <c:v>41928</c:v>
                </c:pt>
                <c:pt idx="871">
                  <c:v>41929</c:v>
                </c:pt>
                <c:pt idx="872">
                  <c:v>41932</c:v>
                </c:pt>
                <c:pt idx="873">
                  <c:v>41933</c:v>
                </c:pt>
                <c:pt idx="874">
                  <c:v>41934</c:v>
                </c:pt>
                <c:pt idx="875">
                  <c:v>41935</c:v>
                </c:pt>
                <c:pt idx="876">
                  <c:v>41936</c:v>
                </c:pt>
                <c:pt idx="877">
                  <c:v>41939</c:v>
                </c:pt>
                <c:pt idx="878">
                  <c:v>41940</c:v>
                </c:pt>
                <c:pt idx="879">
                  <c:v>41941</c:v>
                </c:pt>
                <c:pt idx="880">
                  <c:v>41942</c:v>
                </c:pt>
                <c:pt idx="881">
                  <c:v>41943</c:v>
                </c:pt>
                <c:pt idx="882">
                  <c:v>41946</c:v>
                </c:pt>
                <c:pt idx="883">
                  <c:v>41947</c:v>
                </c:pt>
                <c:pt idx="884">
                  <c:v>41948</c:v>
                </c:pt>
                <c:pt idx="885">
                  <c:v>41949</c:v>
                </c:pt>
                <c:pt idx="886">
                  <c:v>41950</c:v>
                </c:pt>
                <c:pt idx="887">
                  <c:v>41953</c:v>
                </c:pt>
                <c:pt idx="888">
                  <c:v>41955</c:v>
                </c:pt>
                <c:pt idx="889">
                  <c:v>41956</c:v>
                </c:pt>
                <c:pt idx="890">
                  <c:v>41957</c:v>
                </c:pt>
                <c:pt idx="891">
                  <c:v>41960</c:v>
                </c:pt>
                <c:pt idx="892">
                  <c:v>41961</c:v>
                </c:pt>
                <c:pt idx="893">
                  <c:v>41962</c:v>
                </c:pt>
                <c:pt idx="894">
                  <c:v>41963</c:v>
                </c:pt>
                <c:pt idx="895">
                  <c:v>41964</c:v>
                </c:pt>
                <c:pt idx="896">
                  <c:v>41967</c:v>
                </c:pt>
                <c:pt idx="897">
                  <c:v>41968</c:v>
                </c:pt>
                <c:pt idx="898">
                  <c:v>41971</c:v>
                </c:pt>
                <c:pt idx="899">
                  <c:v>41974</c:v>
                </c:pt>
                <c:pt idx="900">
                  <c:v>41975</c:v>
                </c:pt>
                <c:pt idx="901">
                  <c:v>41976</c:v>
                </c:pt>
                <c:pt idx="902">
                  <c:v>41977</c:v>
                </c:pt>
                <c:pt idx="903">
                  <c:v>41978</c:v>
                </c:pt>
                <c:pt idx="904">
                  <c:v>41981</c:v>
                </c:pt>
                <c:pt idx="905">
                  <c:v>41982</c:v>
                </c:pt>
                <c:pt idx="906">
                  <c:v>41983</c:v>
                </c:pt>
                <c:pt idx="907">
                  <c:v>41984</c:v>
                </c:pt>
                <c:pt idx="908">
                  <c:v>41985</c:v>
                </c:pt>
                <c:pt idx="909">
                  <c:v>41988</c:v>
                </c:pt>
                <c:pt idx="910">
                  <c:v>41989</c:v>
                </c:pt>
                <c:pt idx="911">
                  <c:v>41990</c:v>
                </c:pt>
                <c:pt idx="912">
                  <c:v>41991</c:v>
                </c:pt>
                <c:pt idx="913">
                  <c:v>41992</c:v>
                </c:pt>
                <c:pt idx="914">
                  <c:v>41995</c:v>
                </c:pt>
                <c:pt idx="915">
                  <c:v>41996</c:v>
                </c:pt>
                <c:pt idx="916">
                  <c:v>42002</c:v>
                </c:pt>
                <c:pt idx="917">
                  <c:v>42003</c:v>
                </c:pt>
                <c:pt idx="918">
                  <c:v>42006</c:v>
                </c:pt>
                <c:pt idx="919">
                  <c:v>42009</c:v>
                </c:pt>
                <c:pt idx="920">
                  <c:v>42010</c:v>
                </c:pt>
                <c:pt idx="921">
                  <c:v>42011</c:v>
                </c:pt>
                <c:pt idx="922">
                  <c:v>42012</c:v>
                </c:pt>
                <c:pt idx="923">
                  <c:v>42013</c:v>
                </c:pt>
                <c:pt idx="924">
                  <c:v>42016</c:v>
                </c:pt>
                <c:pt idx="925">
                  <c:v>42017</c:v>
                </c:pt>
                <c:pt idx="926">
                  <c:v>42018</c:v>
                </c:pt>
                <c:pt idx="927">
                  <c:v>42019</c:v>
                </c:pt>
                <c:pt idx="928">
                  <c:v>42024</c:v>
                </c:pt>
                <c:pt idx="929">
                  <c:v>42025</c:v>
                </c:pt>
                <c:pt idx="930">
                  <c:v>42026</c:v>
                </c:pt>
                <c:pt idx="931">
                  <c:v>42027</c:v>
                </c:pt>
                <c:pt idx="932">
                  <c:v>42030</c:v>
                </c:pt>
                <c:pt idx="933">
                  <c:v>42031</c:v>
                </c:pt>
                <c:pt idx="934">
                  <c:v>42032</c:v>
                </c:pt>
                <c:pt idx="935">
                  <c:v>42033</c:v>
                </c:pt>
                <c:pt idx="936">
                  <c:v>42034</c:v>
                </c:pt>
                <c:pt idx="937">
                  <c:v>42037</c:v>
                </c:pt>
                <c:pt idx="938">
                  <c:v>42038</c:v>
                </c:pt>
                <c:pt idx="939">
                  <c:v>42039</c:v>
                </c:pt>
                <c:pt idx="940">
                  <c:v>42040</c:v>
                </c:pt>
                <c:pt idx="941">
                  <c:v>42041</c:v>
                </c:pt>
                <c:pt idx="942">
                  <c:v>42044</c:v>
                </c:pt>
                <c:pt idx="943">
                  <c:v>42045</c:v>
                </c:pt>
                <c:pt idx="944">
                  <c:v>42046</c:v>
                </c:pt>
                <c:pt idx="945">
                  <c:v>42047</c:v>
                </c:pt>
                <c:pt idx="946">
                  <c:v>42052</c:v>
                </c:pt>
                <c:pt idx="947">
                  <c:v>42053</c:v>
                </c:pt>
                <c:pt idx="948">
                  <c:v>42054</c:v>
                </c:pt>
                <c:pt idx="949">
                  <c:v>42055</c:v>
                </c:pt>
                <c:pt idx="950">
                  <c:v>42058</c:v>
                </c:pt>
                <c:pt idx="951">
                  <c:v>42059</c:v>
                </c:pt>
                <c:pt idx="952">
                  <c:v>42060</c:v>
                </c:pt>
                <c:pt idx="953">
                  <c:v>42061</c:v>
                </c:pt>
                <c:pt idx="954">
                  <c:v>42062</c:v>
                </c:pt>
                <c:pt idx="955">
                  <c:v>42065</c:v>
                </c:pt>
                <c:pt idx="956">
                  <c:v>42066</c:v>
                </c:pt>
                <c:pt idx="957">
                  <c:v>42067</c:v>
                </c:pt>
                <c:pt idx="958">
                  <c:v>42068</c:v>
                </c:pt>
                <c:pt idx="959">
                  <c:v>42069</c:v>
                </c:pt>
                <c:pt idx="960">
                  <c:v>42072</c:v>
                </c:pt>
                <c:pt idx="961">
                  <c:v>42073</c:v>
                </c:pt>
                <c:pt idx="962">
                  <c:v>42074</c:v>
                </c:pt>
                <c:pt idx="963">
                  <c:v>42075</c:v>
                </c:pt>
                <c:pt idx="964">
                  <c:v>42076</c:v>
                </c:pt>
                <c:pt idx="965">
                  <c:v>42079</c:v>
                </c:pt>
                <c:pt idx="966">
                  <c:v>42080</c:v>
                </c:pt>
                <c:pt idx="967">
                  <c:v>42081</c:v>
                </c:pt>
                <c:pt idx="968">
                  <c:v>42082</c:v>
                </c:pt>
                <c:pt idx="969">
                  <c:v>42083</c:v>
                </c:pt>
                <c:pt idx="970">
                  <c:v>42086</c:v>
                </c:pt>
                <c:pt idx="971">
                  <c:v>42087</c:v>
                </c:pt>
                <c:pt idx="972">
                  <c:v>42088</c:v>
                </c:pt>
                <c:pt idx="973">
                  <c:v>42089</c:v>
                </c:pt>
                <c:pt idx="974">
                  <c:v>42090</c:v>
                </c:pt>
                <c:pt idx="975">
                  <c:v>42093</c:v>
                </c:pt>
                <c:pt idx="976">
                  <c:v>42094</c:v>
                </c:pt>
                <c:pt idx="977">
                  <c:v>42095</c:v>
                </c:pt>
                <c:pt idx="978">
                  <c:v>42096</c:v>
                </c:pt>
                <c:pt idx="979">
                  <c:v>42101</c:v>
                </c:pt>
                <c:pt idx="980">
                  <c:v>42102</c:v>
                </c:pt>
                <c:pt idx="981">
                  <c:v>42103</c:v>
                </c:pt>
                <c:pt idx="982">
                  <c:v>42104</c:v>
                </c:pt>
                <c:pt idx="983">
                  <c:v>42107</c:v>
                </c:pt>
                <c:pt idx="984">
                  <c:v>42108</c:v>
                </c:pt>
                <c:pt idx="985">
                  <c:v>42109</c:v>
                </c:pt>
                <c:pt idx="986">
                  <c:v>42110</c:v>
                </c:pt>
                <c:pt idx="987">
                  <c:v>42111</c:v>
                </c:pt>
                <c:pt idx="988">
                  <c:v>42115</c:v>
                </c:pt>
                <c:pt idx="989">
                  <c:v>42116</c:v>
                </c:pt>
                <c:pt idx="990">
                  <c:v>42117</c:v>
                </c:pt>
                <c:pt idx="991">
                  <c:v>42118</c:v>
                </c:pt>
                <c:pt idx="992">
                  <c:v>42121</c:v>
                </c:pt>
                <c:pt idx="993">
                  <c:v>42122</c:v>
                </c:pt>
                <c:pt idx="994">
                  <c:v>42129</c:v>
                </c:pt>
                <c:pt idx="995">
                  <c:v>42130</c:v>
                </c:pt>
                <c:pt idx="996">
                  <c:v>42131</c:v>
                </c:pt>
                <c:pt idx="997">
                  <c:v>42132</c:v>
                </c:pt>
                <c:pt idx="998">
                  <c:v>42135</c:v>
                </c:pt>
                <c:pt idx="999">
                  <c:v>42136</c:v>
                </c:pt>
                <c:pt idx="1000">
                  <c:v>42137</c:v>
                </c:pt>
                <c:pt idx="1001">
                  <c:v>42138</c:v>
                </c:pt>
                <c:pt idx="1002">
                  <c:v>42139</c:v>
                </c:pt>
                <c:pt idx="1003">
                  <c:v>42142</c:v>
                </c:pt>
                <c:pt idx="1004">
                  <c:v>42143</c:v>
                </c:pt>
                <c:pt idx="1005">
                  <c:v>42144</c:v>
                </c:pt>
                <c:pt idx="1006">
                  <c:v>42145</c:v>
                </c:pt>
                <c:pt idx="1007">
                  <c:v>42146</c:v>
                </c:pt>
                <c:pt idx="1008">
                  <c:v>42150</c:v>
                </c:pt>
                <c:pt idx="1009">
                  <c:v>42151</c:v>
                </c:pt>
                <c:pt idx="1010">
                  <c:v>42152</c:v>
                </c:pt>
                <c:pt idx="1011">
                  <c:v>42153</c:v>
                </c:pt>
                <c:pt idx="1012">
                  <c:v>42156</c:v>
                </c:pt>
                <c:pt idx="1013">
                  <c:v>42157</c:v>
                </c:pt>
                <c:pt idx="1014">
                  <c:v>42158</c:v>
                </c:pt>
                <c:pt idx="1015">
                  <c:v>42159</c:v>
                </c:pt>
                <c:pt idx="1016">
                  <c:v>42160</c:v>
                </c:pt>
                <c:pt idx="1017">
                  <c:v>42163</c:v>
                </c:pt>
                <c:pt idx="1018">
                  <c:v>42164</c:v>
                </c:pt>
                <c:pt idx="1019">
                  <c:v>42165</c:v>
                </c:pt>
                <c:pt idx="1020">
                  <c:v>42166</c:v>
                </c:pt>
                <c:pt idx="1021">
                  <c:v>42167</c:v>
                </c:pt>
                <c:pt idx="1022">
                  <c:v>42170</c:v>
                </c:pt>
                <c:pt idx="1023">
                  <c:v>42171</c:v>
                </c:pt>
                <c:pt idx="1024">
                  <c:v>42172</c:v>
                </c:pt>
                <c:pt idx="1025">
                  <c:v>42173</c:v>
                </c:pt>
                <c:pt idx="1026">
                  <c:v>42174</c:v>
                </c:pt>
                <c:pt idx="1027">
                  <c:v>42177</c:v>
                </c:pt>
                <c:pt idx="1028">
                  <c:v>42178</c:v>
                </c:pt>
                <c:pt idx="1029">
                  <c:v>42179</c:v>
                </c:pt>
                <c:pt idx="1030">
                  <c:v>42180</c:v>
                </c:pt>
                <c:pt idx="1031">
                  <c:v>42181</c:v>
                </c:pt>
                <c:pt idx="1032">
                  <c:v>42184</c:v>
                </c:pt>
                <c:pt idx="1033">
                  <c:v>42185</c:v>
                </c:pt>
                <c:pt idx="1034">
                  <c:v>42186</c:v>
                </c:pt>
                <c:pt idx="1035">
                  <c:v>42187</c:v>
                </c:pt>
                <c:pt idx="1036">
                  <c:v>42191</c:v>
                </c:pt>
                <c:pt idx="1037">
                  <c:v>42192</c:v>
                </c:pt>
                <c:pt idx="1038">
                  <c:v>42193</c:v>
                </c:pt>
                <c:pt idx="1039">
                  <c:v>42194</c:v>
                </c:pt>
                <c:pt idx="1040">
                  <c:v>42195</c:v>
                </c:pt>
                <c:pt idx="1041">
                  <c:v>42198</c:v>
                </c:pt>
                <c:pt idx="1042">
                  <c:v>42199</c:v>
                </c:pt>
                <c:pt idx="1043">
                  <c:v>42200</c:v>
                </c:pt>
                <c:pt idx="1044">
                  <c:v>42201</c:v>
                </c:pt>
                <c:pt idx="1045">
                  <c:v>42202</c:v>
                </c:pt>
                <c:pt idx="1046">
                  <c:v>42205</c:v>
                </c:pt>
                <c:pt idx="1047">
                  <c:v>42206</c:v>
                </c:pt>
                <c:pt idx="1048">
                  <c:v>42207</c:v>
                </c:pt>
                <c:pt idx="1049">
                  <c:v>42208</c:v>
                </c:pt>
                <c:pt idx="1050">
                  <c:v>42209</c:v>
                </c:pt>
                <c:pt idx="1051">
                  <c:v>42212</c:v>
                </c:pt>
                <c:pt idx="1052">
                  <c:v>42213</c:v>
                </c:pt>
                <c:pt idx="1053">
                  <c:v>42214</c:v>
                </c:pt>
                <c:pt idx="1054">
                  <c:v>42215</c:v>
                </c:pt>
                <c:pt idx="1055">
                  <c:v>42216</c:v>
                </c:pt>
                <c:pt idx="1056">
                  <c:v>42219</c:v>
                </c:pt>
                <c:pt idx="1057">
                  <c:v>42220</c:v>
                </c:pt>
                <c:pt idx="1058">
                  <c:v>42221</c:v>
                </c:pt>
                <c:pt idx="1059">
                  <c:v>42222</c:v>
                </c:pt>
                <c:pt idx="1060">
                  <c:v>42223</c:v>
                </c:pt>
                <c:pt idx="1061">
                  <c:v>42226</c:v>
                </c:pt>
                <c:pt idx="1062">
                  <c:v>42227</c:v>
                </c:pt>
                <c:pt idx="1063">
                  <c:v>42228</c:v>
                </c:pt>
                <c:pt idx="1064">
                  <c:v>42229</c:v>
                </c:pt>
                <c:pt idx="1065">
                  <c:v>42230</c:v>
                </c:pt>
                <c:pt idx="1066">
                  <c:v>42233</c:v>
                </c:pt>
                <c:pt idx="1067">
                  <c:v>42234</c:v>
                </c:pt>
                <c:pt idx="1068">
                  <c:v>42235</c:v>
                </c:pt>
                <c:pt idx="1069">
                  <c:v>42236</c:v>
                </c:pt>
                <c:pt idx="1070">
                  <c:v>42237</c:v>
                </c:pt>
                <c:pt idx="1071">
                  <c:v>42240</c:v>
                </c:pt>
                <c:pt idx="1072">
                  <c:v>42241</c:v>
                </c:pt>
                <c:pt idx="1073">
                  <c:v>42242</c:v>
                </c:pt>
                <c:pt idx="1074">
                  <c:v>42243</c:v>
                </c:pt>
                <c:pt idx="1075">
                  <c:v>42244</c:v>
                </c:pt>
                <c:pt idx="1076">
                  <c:v>42248</c:v>
                </c:pt>
                <c:pt idx="1077">
                  <c:v>42249</c:v>
                </c:pt>
                <c:pt idx="1078">
                  <c:v>42250</c:v>
                </c:pt>
                <c:pt idx="1079">
                  <c:v>42251</c:v>
                </c:pt>
                <c:pt idx="1080">
                  <c:v>42255</c:v>
                </c:pt>
                <c:pt idx="1081">
                  <c:v>42256</c:v>
                </c:pt>
                <c:pt idx="1082">
                  <c:v>42257</c:v>
                </c:pt>
                <c:pt idx="1083">
                  <c:v>42258</c:v>
                </c:pt>
                <c:pt idx="1084">
                  <c:v>42261</c:v>
                </c:pt>
                <c:pt idx="1085">
                  <c:v>42262</c:v>
                </c:pt>
                <c:pt idx="1086">
                  <c:v>42263</c:v>
                </c:pt>
                <c:pt idx="1087">
                  <c:v>42264</c:v>
                </c:pt>
                <c:pt idx="1088">
                  <c:v>42265</c:v>
                </c:pt>
                <c:pt idx="1089">
                  <c:v>42268</c:v>
                </c:pt>
                <c:pt idx="1090">
                  <c:v>42269</c:v>
                </c:pt>
                <c:pt idx="1091">
                  <c:v>42270</c:v>
                </c:pt>
                <c:pt idx="1092">
                  <c:v>42271</c:v>
                </c:pt>
                <c:pt idx="1093">
                  <c:v>42272</c:v>
                </c:pt>
                <c:pt idx="1094">
                  <c:v>42275</c:v>
                </c:pt>
                <c:pt idx="1095">
                  <c:v>42276</c:v>
                </c:pt>
                <c:pt idx="1096">
                  <c:v>42277</c:v>
                </c:pt>
                <c:pt idx="1097">
                  <c:v>42278</c:v>
                </c:pt>
                <c:pt idx="1098">
                  <c:v>42279</c:v>
                </c:pt>
                <c:pt idx="1099">
                  <c:v>42282</c:v>
                </c:pt>
                <c:pt idx="1100">
                  <c:v>42283</c:v>
                </c:pt>
                <c:pt idx="1101">
                  <c:v>42284</c:v>
                </c:pt>
                <c:pt idx="1102">
                  <c:v>42285</c:v>
                </c:pt>
                <c:pt idx="1103">
                  <c:v>42290</c:v>
                </c:pt>
                <c:pt idx="1104">
                  <c:v>42291</c:v>
                </c:pt>
                <c:pt idx="1105">
                  <c:v>42292</c:v>
                </c:pt>
                <c:pt idx="1106">
                  <c:v>42293</c:v>
                </c:pt>
                <c:pt idx="1107">
                  <c:v>42296</c:v>
                </c:pt>
                <c:pt idx="1108">
                  <c:v>42297</c:v>
                </c:pt>
                <c:pt idx="1109">
                  <c:v>42298</c:v>
                </c:pt>
                <c:pt idx="1110">
                  <c:v>42299</c:v>
                </c:pt>
                <c:pt idx="1111">
                  <c:v>42300</c:v>
                </c:pt>
                <c:pt idx="1112">
                  <c:v>42303</c:v>
                </c:pt>
                <c:pt idx="1113">
                  <c:v>42304</c:v>
                </c:pt>
                <c:pt idx="1114">
                  <c:v>42305</c:v>
                </c:pt>
                <c:pt idx="1115">
                  <c:v>42306</c:v>
                </c:pt>
                <c:pt idx="1116">
                  <c:v>42307</c:v>
                </c:pt>
                <c:pt idx="1117">
                  <c:v>42310</c:v>
                </c:pt>
                <c:pt idx="1118">
                  <c:v>42311</c:v>
                </c:pt>
                <c:pt idx="1119">
                  <c:v>42312</c:v>
                </c:pt>
              </c:numCache>
            </c:numRef>
          </c:cat>
          <c:val>
            <c:numRef>
              <c:f>'spot Repo vs libor'!$B$64:$B$1183</c:f>
              <c:numCache>
                <c:formatCode>#,##0.0</c:formatCode>
                <c:ptCount val="1120"/>
                <c:pt idx="0">
                  <c:v>15.85</c:v>
                </c:pt>
                <c:pt idx="1">
                  <c:v>16.850000000000001</c:v>
                </c:pt>
                <c:pt idx="2">
                  <c:v>16.850000000000001</c:v>
                </c:pt>
                <c:pt idx="3">
                  <c:v>15.75</c:v>
                </c:pt>
                <c:pt idx="4">
                  <c:v>14.75</c:v>
                </c:pt>
                <c:pt idx="5">
                  <c:v>15.65</c:v>
                </c:pt>
                <c:pt idx="6">
                  <c:v>14.549999999999999</c:v>
                </c:pt>
                <c:pt idx="7">
                  <c:v>14.549999999999999</c:v>
                </c:pt>
                <c:pt idx="8">
                  <c:v>14.45</c:v>
                </c:pt>
                <c:pt idx="9">
                  <c:v>14.45</c:v>
                </c:pt>
                <c:pt idx="10">
                  <c:v>15.45</c:v>
                </c:pt>
                <c:pt idx="11">
                  <c:v>14.95</c:v>
                </c:pt>
                <c:pt idx="12">
                  <c:v>15.45</c:v>
                </c:pt>
                <c:pt idx="13">
                  <c:v>15.45</c:v>
                </c:pt>
                <c:pt idx="14">
                  <c:v>15.45</c:v>
                </c:pt>
                <c:pt idx="15">
                  <c:v>15.45</c:v>
                </c:pt>
                <c:pt idx="16">
                  <c:v>16.45</c:v>
                </c:pt>
                <c:pt idx="17">
                  <c:v>15.45</c:v>
                </c:pt>
                <c:pt idx="18">
                  <c:v>15.4</c:v>
                </c:pt>
                <c:pt idx="19">
                  <c:v>16.400000000000002</c:v>
                </c:pt>
                <c:pt idx="20">
                  <c:v>16.400000000000002</c:v>
                </c:pt>
                <c:pt idx="21">
                  <c:v>16.400000000000002</c:v>
                </c:pt>
                <c:pt idx="22">
                  <c:v>15.4</c:v>
                </c:pt>
                <c:pt idx="23">
                  <c:v>15.4</c:v>
                </c:pt>
                <c:pt idx="24">
                  <c:v>16.400000000000002</c:v>
                </c:pt>
                <c:pt idx="25">
                  <c:v>17.299999999999997</c:v>
                </c:pt>
                <c:pt idx="26">
                  <c:v>17.349999999999998</c:v>
                </c:pt>
                <c:pt idx="27">
                  <c:v>17.25</c:v>
                </c:pt>
                <c:pt idx="28">
                  <c:v>17.2</c:v>
                </c:pt>
                <c:pt idx="29">
                  <c:v>17.2</c:v>
                </c:pt>
                <c:pt idx="30">
                  <c:v>17.95</c:v>
                </c:pt>
                <c:pt idx="31">
                  <c:v>17.8</c:v>
                </c:pt>
                <c:pt idx="32">
                  <c:v>18.600000000000001</c:v>
                </c:pt>
                <c:pt idx="33">
                  <c:v>19.175000000000004</c:v>
                </c:pt>
                <c:pt idx="34">
                  <c:v>16.875</c:v>
                </c:pt>
                <c:pt idx="35">
                  <c:v>17.763000000000002</c:v>
                </c:pt>
                <c:pt idx="36">
                  <c:v>18.45</c:v>
                </c:pt>
                <c:pt idx="37">
                  <c:v>20.024999999999999</c:v>
                </c:pt>
                <c:pt idx="38">
                  <c:v>19.774999999999999</c:v>
                </c:pt>
                <c:pt idx="39">
                  <c:v>19.574999999999999</c:v>
                </c:pt>
                <c:pt idx="40">
                  <c:v>18.3</c:v>
                </c:pt>
                <c:pt idx="41">
                  <c:v>18.05</c:v>
                </c:pt>
                <c:pt idx="42">
                  <c:v>15.975</c:v>
                </c:pt>
                <c:pt idx="43">
                  <c:v>15.900000000000002</c:v>
                </c:pt>
                <c:pt idx="44">
                  <c:v>15.875</c:v>
                </c:pt>
                <c:pt idx="45">
                  <c:v>13.874999999999998</c:v>
                </c:pt>
                <c:pt idx="46">
                  <c:v>13.874999999999998</c:v>
                </c:pt>
                <c:pt idx="47">
                  <c:v>15.775</c:v>
                </c:pt>
                <c:pt idx="48">
                  <c:v>14.824999999999999</c:v>
                </c:pt>
                <c:pt idx="49">
                  <c:v>14.800000000000002</c:v>
                </c:pt>
                <c:pt idx="50">
                  <c:v>14.224999999999998</c:v>
                </c:pt>
                <c:pt idx="51">
                  <c:v>17.024999999999999</c:v>
                </c:pt>
                <c:pt idx="52">
                  <c:v>16.824999999999999</c:v>
                </c:pt>
                <c:pt idx="53">
                  <c:v>16.7</c:v>
                </c:pt>
                <c:pt idx="54">
                  <c:v>17.074999999999999</c:v>
                </c:pt>
                <c:pt idx="55">
                  <c:v>16.400000000000002</c:v>
                </c:pt>
                <c:pt idx="56">
                  <c:v>16.224999999999998</c:v>
                </c:pt>
                <c:pt idx="57">
                  <c:v>17.574999999999996</c:v>
                </c:pt>
                <c:pt idx="58">
                  <c:v>17.05</c:v>
                </c:pt>
                <c:pt idx="59">
                  <c:v>17.05</c:v>
                </c:pt>
                <c:pt idx="60">
                  <c:v>16.974999999999998</c:v>
                </c:pt>
                <c:pt idx="61">
                  <c:v>14.000000000000002</c:v>
                </c:pt>
                <c:pt idx="62">
                  <c:v>13.850000000000001</c:v>
                </c:pt>
                <c:pt idx="63">
                  <c:v>15.75</c:v>
                </c:pt>
                <c:pt idx="64">
                  <c:v>12.674999999999997</c:v>
                </c:pt>
                <c:pt idx="65">
                  <c:v>12.5</c:v>
                </c:pt>
                <c:pt idx="66">
                  <c:v>15.45</c:v>
                </c:pt>
                <c:pt idx="67">
                  <c:v>13.4</c:v>
                </c:pt>
                <c:pt idx="68">
                  <c:v>13.388</c:v>
                </c:pt>
                <c:pt idx="69">
                  <c:v>14.288</c:v>
                </c:pt>
                <c:pt idx="70">
                  <c:v>13.288</c:v>
                </c:pt>
                <c:pt idx="71">
                  <c:v>13.200000000000001</c:v>
                </c:pt>
                <c:pt idx="72">
                  <c:v>13.200000000000001</c:v>
                </c:pt>
                <c:pt idx="73">
                  <c:v>13.174999999999997</c:v>
                </c:pt>
                <c:pt idx="74">
                  <c:v>14.174999999999999</c:v>
                </c:pt>
                <c:pt idx="75">
                  <c:v>11.024999999999995</c:v>
                </c:pt>
                <c:pt idx="76">
                  <c:v>10.95</c:v>
                </c:pt>
                <c:pt idx="77">
                  <c:v>10.849999999999998</c:v>
                </c:pt>
                <c:pt idx="78">
                  <c:v>11.7</c:v>
                </c:pt>
                <c:pt idx="79">
                  <c:v>12.525</c:v>
                </c:pt>
                <c:pt idx="80">
                  <c:v>10.499999999999998</c:v>
                </c:pt>
                <c:pt idx="81">
                  <c:v>11.649999999999999</c:v>
                </c:pt>
                <c:pt idx="82">
                  <c:v>11.649999999999999</c:v>
                </c:pt>
                <c:pt idx="83">
                  <c:v>12.65</c:v>
                </c:pt>
                <c:pt idx="84">
                  <c:v>12.55</c:v>
                </c:pt>
                <c:pt idx="85">
                  <c:v>12.55</c:v>
                </c:pt>
                <c:pt idx="86">
                  <c:v>14.649999999999999</c:v>
                </c:pt>
                <c:pt idx="87">
                  <c:v>13.624999999999998</c:v>
                </c:pt>
                <c:pt idx="88">
                  <c:v>11.574999999999999</c:v>
                </c:pt>
                <c:pt idx="89">
                  <c:v>11.574999999999999</c:v>
                </c:pt>
                <c:pt idx="90">
                  <c:v>11.574999999999999</c:v>
                </c:pt>
                <c:pt idx="91">
                  <c:v>10.574999999999998</c:v>
                </c:pt>
                <c:pt idx="92">
                  <c:v>10.574999999999998</c:v>
                </c:pt>
                <c:pt idx="93">
                  <c:v>11.574999999999999</c:v>
                </c:pt>
                <c:pt idx="94">
                  <c:v>11.574999999999999</c:v>
                </c:pt>
                <c:pt idx="95">
                  <c:v>12.605</c:v>
                </c:pt>
                <c:pt idx="96">
                  <c:v>14.604999999999999</c:v>
                </c:pt>
                <c:pt idx="97">
                  <c:v>13.605</c:v>
                </c:pt>
                <c:pt idx="98">
                  <c:v>14.899999999999999</c:v>
                </c:pt>
                <c:pt idx="99">
                  <c:v>14.924999999999999</c:v>
                </c:pt>
                <c:pt idx="100">
                  <c:v>14.975</c:v>
                </c:pt>
                <c:pt idx="101">
                  <c:v>14.975</c:v>
                </c:pt>
                <c:pt idx="102">
                  <c:v>15.124999999999996</c:v>
                </c:pt>
                <c:pt idx="103">
                  <c:v>15.2</c:v>
                </c:pt>
                <c:pt idx="104">
                  <c:v>15.299999999999999</c:v>
                </c:pt>
                <c:pt idx="105">
                  <c:v>14.3</c:v>
                </c:pt>
                <c:pt idx="106">
                  <c:v>14.3</c:v>
                </c:pt>
                <c:pt idx="107">
                  <c:v>14.21</c:v>
                </c:pt>
                <c:pt idx="108">
                  <c:v>14.26</c:v>
                </c:pt>
                <c:pt idx="109">
                  <c:v>13.285000000000002</c:v>
                </c:pt>
                <c:pt idx="110">
                  <c:v>12.395</c:v>
                </c:pt>
                <c:pt idx="111">
                  <c:v>7.5500000000000007</c:v>
                </c:pt>
                <c:pt idx="112">
                  <c:v>8.7219999999999995</c:v>
                </c:pt>
                <c:pt idx="113">
                  <c:v>11.444000000000001</c:v>
                </c:pt>
                <c:pt idx="114">
                  <c:v>11.828000000000003</c:v>
                </c:pt>
                <c:pt idx="115">
                  <c:v>16.939</c:v>
                </c:pt>
                <c:pt idx="116">
                  <c:v>17.161000000000001</c:v>
                </c:pt>
                <c:pt idx="117">
                  <c:v>16.478000000000005</c:v>
                </c:pt>
                <c:pt idx="118">
                  <c:v>16.839000000000006</c:v>
                </c:pt>
                <c:pt idx="119">
                  <c:v>19.061000000000003</c:v>
                </c:pt>
                <c:pt idx="120">
                  <c:v>19.616999999999997</c:v>
                </c:pt>
                <c:pt idx="121">
                  <c:v>17.006</c:v>
                </c:pt>
                <c:pt idx="122">
                  <c:v>16.671999999999997</c:v>
                </c:pt>
                <c:pt idx="123">
                  <c:v>19.282999999999998</c:v>
                </c:pt>
                <c:pt idx="124">
                  <c:v>19.588999999999999</c:v>
                </c:pt>
                <c:pt idx="125">
                  <c:v>19.777999999999999</c:v>
                </c:pt>
                <c:pt idx="126">
                  <c:v>20.299999999999997</c:v>
                </c:pt>
                <c:pt idx="127">
                  <c:v>20.843999999999998</c:v>
                </c:pt>
                <c:pt idx="128">
                  <c:v>23.177999999999997</c:v>
                </c:pt>
                <c:pt idx="129">
                  <c:v>23.427999999999997</c:v>
                </c:pt>
                <c:pt idx="130">
                  <c:v>21.9</c:v>
                </c:pt>
                <c:pt idx="131">
                  <c:v>22.278000000000002</c:v>
                </c:pt>
                <c:pt idx="132">
                  <c:v>23.556000000000001</c:v>
                </c:pt>
                <c:pt idx="133">
                  <c:v>23.722000000000001</c:v>
                </c:pt>
                <c:pt idx="134">
                  <c:v>23.944000000000003</c:v>
                </c:pt>
                <c:pt idx="135">
                  <c:v>22.056000000000004</c:v>
                </c:pt>
                <c:pt idx="136">
                  <c:v>22.561000000000003</c:v>
                </c:pt>
                <c:pt idx="137">
                  <c:v>22.683000000000003</c:v>
                </c:pt>
                <c:pt idx="138">
                  <c:v>22.683000000000003</c:v>
                </c:pt>
                <c:pt idx="139">
                  <c:v>23.794</c:v>
                </c:pt>
                <c:pt idx="140">
                  <c:v>24.288999999999998</c:v>
                </c:pt>
                <c:pt idx="141">
                  <c:v>24.710999999999999</c:v>
                </c:pt>
                <c:pt idx="142">
                  <c:v>23.910999999999998</c:v>
                </c:pt>
                <c:pt idx="143">
                  <c:v>24.021999999999998</c:v>
                </c:pt>
                <c:pt idx="144">
                  <c:v>22.132999999999996</c:v>
                </c:pt>
                <c:pt idx="145">
                  <c:v>22.249999999999996</c:v>
                </c:pt>
                <c:pt idx="146">
                  <c:v>23.5</c:v>
                </c:pt>
                <c:pt idx="147">
                  <c:v>25.556000000000001</c:v>
                </c:pt>
                <c:pt idx="148">
                  <c:v>23.806000000000001</c:v>
                </c:pt>
                <c:pt idx="149">
                  <c:v>22.021999999999998</c:v>
                </c:pt>
                <c:pt idx="150">
                  <c:v>22.277999999999999</c:v>
                </c:pt>
                <c:pt idx="151">
                  <c:v>23.521999999999998</c:v>
                </c:pt>
                <c:pt idx="152">
                  <c:v>23.855999999999998</c:v>
                </c:pt>
                <c:pt idx="153">
                  <c:v>25.210999999999999</c:v>
                </c:pt>
                <c:pt idx="154">
                  <c:v>24.433</c:v>
                </c:pt>
                <c:pt idx="155">
                  <c:v>24.760999999999999</c:v>
                </c:pt>
                <c:pt idx="156">
                  <c:v>26.094000000000001</c:v>
                </c:pt>
                <c:pt idx="157">
                  <c:v>26.361000000000001</c:v>
                </c:pt>
                <c:pt idx="158">
                  <c:v>26.778000000000002</c:v>
                </c:pt>
                <c:pt idx="159">
                  <c:v>27.111000000000001</c:v>
                </c:pt>
                <c:pt idx="160">
                  <c:v>25.75</c:v>
                </c:pt>
                <c:pt idx="161">
                  <c:v>28.083000000000002</c:v>
                </c:pt>
                <c:pt idx="162">
                  <c:v>28.305999999999997</c:v>
                </c:pt>
                <c:pt idx="163">
                  <c:v>27.472000000000001</c:v>
                </c:pt>
                <c:pt idx="164">
                  <c:v>28.583000000000002</c:v>
                </c:pt>
                <c:pt idx="165">
                  <c:v>29.916999999999998</c:v>
                </c:pt>
                <c:pt idx="166">
                  <c:v>30.166999999999998</c:v>
                </c:pt>
                <c:pt idx="167">
                  <c:v>30.556000000000001</c:v>
                </c:pt>
                <c:pt idx="168">
                  <c:v>27.832999999999998</c:v>
                </c:pt>
                <c:pt idx="169">
                  <c:v>28.027999999999999</c:v>
                </c:pt>
                <c:pt idx="170">
                  <c:v>28.221999999999998</c:v>
                </c:pt>
                <c:pt idx="171">
                  <c:v>29.471999999999998</c:v>
                </c:pt>
                <c:pt idx="172">
                  <c:v>27.805999999999997</c:v>
                </c:pt>
                <c:pt idx="173">
                  <c:v>29.943999999999999</c:v>
                </c:pt>
                <c:pt idx="174">
                  <c:v>27.944000000000003</c:v>
                </c:pt>
                <c:pt idx="175">
                  <c:v>29.166999999999998</c:v>
                </c:pt>
                <c:pt idx="176">
                  <c:v>29.305999999999997</c:v>
                </c:pt>
                <c:pt idx="177">
                  <c:v>30.5</c:v>
                </c:pt>
                <c:pt idx="178">
                  <c:v>29.75</c:v>
                </c:pt>
                <c:pt idx="179">
                  <c:v>31.138999999999999</c:v>
                </c:pt>
                <c:pt idx="180">
                  <c:v>30.416999999999998</c:v>
                </c:pt>
                <c:pt idx="181">
                  <c:v>31.917000000000002</c:v>
                </c:pt>
                <c:pt idx="182">
                  <c:v>30.278000000000006</c:v>
                </c:pt>
                <c:pt idx="183">
                  <c:v>32.056000000000004</c:v>
                </c:pt>
                <c:pt idx="184">
                  <c:v>31.555999999999994</c:v>
                </c:pt>
                <c:pt idx="185">
                  <c:v>32.111000000000004</c:v>
                </c:pt>
                <c:pt idx="186">
                  <c:v>32.943999999999996</c:v>
                </c:pt>
                <c:pt idx="187">
                  <c:v>33.277999999999999</c:v>
                </c:pt>
                <c:pt idx="188">
                  <c:v>32.499999999999993</c:v>
                </c:pt>
                <c:pt idx="189">
                  <c:v>32.027999999999999</c:v>
                </c:pt>
                <c:pt idx="190">
                  <c:v>32.610999999999997</c:v>
                </c:pt>
                <c:pt idx="191">
                  <c:v>33.805999999999997</c:v>
                </c:pt>
                <c:pt idx="192">
                  <c:v>34.305999999999997</c:v>
                </c:pt>
                <c:pt idx="193">
                  <c:v>36.193999999999996</c:v>
                </c:pt>
                <c:pt idx="194">
                  <c:v>36.888999999999996</c:v>
                </c:pt>
                <c:pt idx="195">
                  <c:v>36.722000000000001</c:v>
                </c:pt>
                <c:pt idx="196">
                  <c:v>37.832999999999991</c:v>
                </c:pt>
                <c:pt idx="197">
                  <c:v>38.39</c:v>
                </c:pt>
                <c:pt idx="198">
                  <c:v>39.774999999999991</c:v>
                </c:pt>
                <c:pt idx="199">
                  <c:v>40</c:v>
                </c:pt>
                <c:pt idx="200">
                  <c:v>40</c:v>
                </c:pt>
                <c:pt idx="201">
                  <c:v>42.174999999999997</c:v>
                </c:pt>
                <c:pt idx="202">
                  <c:v>41.349999999999994</c:v>
                </c:pt>
                <c:pt idx="203">
                  <c:v>40.625</c:v>
                </c:pt>
                <c:pt idx="204">
                  <c:v>42.505000000000003</c:v>
                </c:pt>
                <c:pt idx="205">
                  <c:v>39.914999999999999</c:v>
                </c:pt>
                <c:pt idx="206">
                  <c:v>42.315000000000005</c:v>
                </c:pt>
                <c:pt idx="207">
                  <c:v>42.694999999999993</c:v>
                </c:pt>
                <c:pt idx="208">
                  <c:v>41.974999999999994</c:v>
                </c:pt>
                <c:pt idx="209">
                  <c:v>44.125</c:v>
                </c:pt>
                <c:pt idx="210">
                  <c:v>45.375</c:v>
                </c:pt>
                <c:pt idx="211">
                  <c:v>45.574999999999996</c:v>
                </c:pt>
                <c:pt idx="212">
                  <c:v>44.925000000000004</c:v>
                </c:pt>
                <c:pt idx="213">
                  <c:v>45.099999999999994</c:v>
                </c:pt>
                <c:pt idx="214">
                  <c:v>46.099999999999994</c:v>
                </c:pt>
                <c:pt idx="215">
                  <c:v>47.25</c:v>
                </c:pt>
                <c:pt idx="216">
                  <c:v>48.250000000000007</c:v>
                </c:pt>
                <c:pt idx="217">
                  <c:v>48.250000000000007</c:v>
                </c:pt>
                <c:pt idx="218">
                  <c:v>48.150000000000006</c:v>
                </c:pt>
                <c:pt idx="219">
                  <c:v>47.050000000000004</c:v>
                </c:pt>
                <c:pt idx="220">
                  <c:v>47.95</c:v>
                </c:pt>
                <c:pt idx="221">
                  <c:v>47.650000000000006</c:v>
                </c:pt>
                <c:pt idx="222">
                  <c:v>45.15</c:v>
                </c:pt>
                <c:pt idx="223">
                  <c:v>44.699999999999996</c:v>
                </c:pt>
                <c:pt idx="224">
                  <c:v>41.23</c:v>
                </c:pt>
                <c:pt idx="225">
                  <c:v>41.120000000000005</c:v>
                </c:pt>
                <c:pt idx="226">
                  <c:v>44.120000000000005</c:v>
                </c:pt>
                <c:pt idx="227">
                  <c:v>43.110000000000007</c:v>
                </c:pt>
                <c:pt idx="228">
                  <c:v>42.010000000000005</c:v>
                </c:pt>
                <c:pt idx="229">
                  <c:v>42.910000000000004</c:v>
                </c:pt>
                <c:pt idx="230">
                  <c:v>41.66</c:v>
                </c:pt>
                <c:pt idx="231">
                  <c:v>42.31</c:v>
                </c:pt>
                <c:pt idx="232">
                  <c:v>40.11</c:v>
                </c:pt>
                <c:pt idx="233">
                  <c:v>39.684999999999995</c:v>
                </c:pt>
                <c:pt idx="234">
                  <c:v>38.234999999999999</c:v>
                </c:pt>
                <c:pt idx="235">
                  <c:v>38.71</c:v>
                </c:pt>
                <c:pt idx="236">
                  <c:v>38.059999999999995</c:v>
                </c:pt>
                <c:pt idx="237">
                  <c:v>38.700000000000003</c:v>
                </c:pt>
                <c:pt idx="238">
                  <c:v>37.324999999999996</c:v>
                </c:pt>
                <c:pt idx="239">
                  <c:v>37</c:v>
                </c:pt>
                <c:pt idx="240">
                  <c:v>36.324999999999996</c:v>
                </c:pt>
                <c:pt idx="241">
                  <c:v>35</c:v>
                </c:pt>
                <c:pt idx="242">
                  <c:v>34.099999999999994</c:v>
                </c:pt>
                <c:pt idx="243">
                  <c:v>32.260000000000005</c:v>
                </c:pt>
                <c:pt idx="244">
                  <c:v>32.76</c:v>
                </c:pt>
                <c:pt idx="245">
                  <c:v>33.51</c:v>
                </c:pt>
                <c:pt idx="246">
                  <c:v>34.309999999999995</c:v>
                </c:pt>
                <c:pt idx="247">
                  <c:v>33.309999999999995</c:v>
                </c:pt>
                <c:pt idx="248">
                  <c:v>34.260000000000005</c:v>
                </c:pt>
                <c:pt idx="249">
                  <c:v>34.160000000000004</c:v>
                </c:pt>
                <c:pt idx="250">
                  <c:v>33.06</c:v>
                </c:pt>
                <c:pt idx="251">
                  <c:v>33.06</c:v>
                </c:pt>
                <c:pt idx="252">
                  <c:v>31.909999999999993</c:v>
                </c:pt>
                <c:pt idx="253">
                  <c:v>32.25</c:v>
                </c:pt>
                <c:pt idx="254">
                  <c:v>30.425000000000001</c:v>
                </c:pt>
                <c:pt idx="255">
                  <c:v>31.97</c:v>
                </c:pt>
                <c:pt idx="256">
                  <c:v>29.575000000000003</c:v>
                </c:pt>
                <c:pt idx="257">
                  <c:v>29.455000000000002</c:v>
                </c:pt>
                <c:pt idx="258">
                  <c:v>30.954999999999998</c:v>
                </c:pt>
                <c:pt idx="259">
                  <c:v>32.454999999999998</c:v>
                </c:pt>
                <c:pt idx="260">
                  <c:v>32.355000000000004</c:v>
                </c:pt>
                <c:pt idx="261">
                  <c:v>28.855000000000004</c:v>
                </c:pt>
                <c:pt idx="262">
                  <c:v>29.855000000000004</c:v>
                </c:pt>
                <c:pt idx="263">
                  <c:v>31.364999999999998</c:v>
                </c:pt>
                <c:pt idx="264">
                  <c:v>30.364999999999998</c:v>
                </c:pt>
                <c:pt idx="265">
                  <c:v>27.365000000000002</c:v>
                </c:pt>
                <c:pt idx="266">
                  <c:v>27.365000000000002</c:v>
                </c:pt>
                <c:pt idx="267">
                  <c:v>27.365000000000002</c:v>
                </c:pt>
                <c:pt idx="268">
                  <c:v>27.414999999999999</c:v>
                </c:pt>
                <c:pt idx="269">
                  <c:v>27.414999999999999</c:v>
                </c:pt>
                <c:pt idx="270">
                  <c:v>26.365000000000006</c:v>
                </c:pt>
                <c:pt idx="271">
                  <c:v>27.315000000000001</c:v>
                </c:pt>
                <c:pt idx="272">
                  <c:v>27.265000000000001</c:v>
                </c:pt>
                <c:pt idx="273">
                  <c:v>27.065000000000001</c:v>
                </c:pt>
                <c:pt idx="274">
                  <c:v>28.965000000000003</c:v>
                </c:pt>
                <c:pt idx="275">
                  <c:v>28.815000000000001</c:v>
                </c:pt>
                <c:pt idx="276">
                  <c:v>28.815000000000001</c:v>
                </c:pt>
                <c:pt idx="277">
                  <c:v>29.815000000000001</c:v>
                </c:pt>
                <c:pt idx="278">
                  <c:v>29.915000000000003</c:v>
                </c:pt>
                <c:pt idx="279">
                  <c:v>28.915000000000003</c:v>
                </c:pt>
                <c:pt idx="280">
                  <c:v>27.914999999999999</c:v>
                </c:pt>
                <c:pt idx="281">
                  <c:v>27.914999999999999</c:v>
                </c:pt>
                <c:pt idx="282">
                  <c:v>26.864999999999998</c:v>
                </c:pt>
                <c:pt idx="283">
                  <c:v>28.665000000000003</c:v>
                </c:pt>
                <c:pt idx="284">
                  <c:v>29.615000000000002</c:v>
                </c:pt>
                <c:pt idx="285">
                  <c:v>27.565000000000001</c:v>
                </c:pt>
                <c:pt idx="286">
                  <c:v>29.564999999999998</c:v>
                </c:pt>
                <c:pt idx="287">
                  <c:v>30.564999999999998</c:v>
                </c:pt>
                <c:pt idx="288">
                  <c:v>30.564999999999998</c:v>
                </c:pt>
                <c:pt idx="289">
                  <c:v>28.565000000000001</c:v>
                </c:pt>
                <c:pt idx="290">
                  <c:v>28.565000000000001</c:v>
                </c:pt>
                <c:pt idx="291">
                  <c:v>28.585000000000001</c:v>
                </c:pt>
                <c:pt idx="292">
                  <c:v>28.585000000000001</c:v>
                </c:pt>
                <c:pt idx="293">
                  <c:v>28.585000000000001</c:v>
                </c:pt>
                <c:pt idx="294">
                  <c:v>29.584999999999994</c:v>
                </c:pt>
                <c:pt idx="295">
                  <c:v>25.085000000000001</c:v>
                </c:pt>
                <c:pt idx="296">
                  <c:v>24.084999999999997</c:v>
                </c:pt>
                <c:pt idx="297">
                  <c:v>26.584999999999997</c:v>
                </c:pt>
                <c:pt idx="298">
                  <c:v>27.584999999999997</c:v>
                </c:pt>
                <c:pt idx="299">
                  <c:v>24.584999999999997</c:v>
                </c:pt>
                <c:pt idx="300">
                  <c:v>26.584999999999997</c:v>
                </c:pt>
                <c:pt idx="301">
                  <c:v>26.684999999999999</c:v>
                </c:pt>
                <c:pt idx="302">
                  <c:v>26.684999999999999</c:v>
                </c:pt>
                <c:pt idx="303">
                  <c:v>26.684999999999999</c:v>
                </c:pt>
                <c:pt idx="304">
                  <c:v>25.085000000000001</c:v>
                </c:pt>
                <c:pt idx="305">
                  <c:v>25.085000000000001</c:v>
                </c:pt>
                <c:pt idx="306">
                  <c:v>25.685000000000002</c:v>
                </c:pt>
                <c:pt idx="307">
                  <c:v>25.685000000000002</c:v>
                </c:pt>
                <c:pt idx="308">
                  <c:v>24.684999999999999</c:v>
                </c:pt>
                <c:pt idx="309">
                  <c:v>26.185000000000002</c:v>
                </c:pt>
                <c:pt idx="310">
                  <c:v>25.185000000000002</c:v>
                </c:pt>
                <c:pt idx="311">
                  <c:v>24.684999999999999</c:v>
                </c:pt>
                <c:pt idx="312">
                  <c:v>24.684999999999999</c:v>
                </c:pt>
                <c:pt idx="313">
                  <c:v>24.684999999999999</c:v>
                </c:pt>
                <c:pt idx="314">
                  <c:v>24.684999999999999</c:v>
                </c:pt>
                <c:pt idx="315">
                  <c:v>24.684999999999999</c:v>
                </c:pt>
                <c:pt idx="316">
                  <c:v>24.684999999999999</c:v>
                </c:pt>
                <c:pt idx="317">
                  <c:v>24.785</c:v>
                </c:pt>
                <c:pt idx="318">
                  <c:v>25.785000000000004</c:v>
                </c:pt>
                <c:pt idx="319">
                  <c:v>25.785000000000004</c:v>
                </c:pt>
                <c:pt idx="320">
                  <c:v>24.785</c:v>
                </c:pt>
                <c:pt idx="321">
                  <c:v>25.785000000000004</c:v>
                </c:pt>
                <c:pt idx="322">
                  <c:v>23.285</c:v>
                </c:pt>
                <c:pt idx="323">
                  <c:v>21.284999999999997</c:v>
                </c:pt>
                <c:pt idx="324">
                  <c:v>23.784999999999997</c:v>
                </c:pt>
                <c:pt idx="325">
                  <c:v>23.285</c:v>
                </c:pt>
                <c:pt idx="326">
                  <c:v>23.784999999999997</c:v>
                </c:pt>
                <c:pt idx="327">
                  <c:v>21.785</c:v>
                </c:pt>
                <c:pt idx="328">
                  <c:v>21.76</c:v>
                </c:pt>
                <c:pt idx="329">
                  <c:v>21.26</c:v>
                </c:pt>
                <c:pt idx="330">
                  <c:v>21.16</c:v>
                </c:pt>
                <c:pt idx="331">
                  <c:v>21.060000000000002</c:v>
                </c:pt>
                <c:pt idx="332">
                  <c:v>22.060000000000002</c:v>
                </c:pt>
                <c:pt idx="333">
                  <c:v>24.060000000000002</c:v>
                </c:pt>
                <c:pt idx="334">
                  <c:v>22.560000000000002</c:v>
                </c:pt>
                <c:pt idx="335">
                  <c:v>22.560000000000002</c:v>
                </c:pt>
                <c:pt idx="336">
                  <c:v>22.060000000000002</c:v>
                </c:pt>
                <c:pt idx="337">
                  <c:v>22.060000000000002</c:v>
                </c:pt>
                <c:pt idx="338">
                  <c:v>22.96</c:v>
                </c:pt>
                <c:pt idx="339">
                  <c:v>22.759999999999998</c:v>
                </c:pt>
                <c:pt idx="340">
                  <c:v>22.759999999999998</c:v>
                </c:pt>
                <c:pt idx="341">
                  <c:v>22.759999999999998</c:v>
                </c:pt>
                <c:pt idx="342">
                  <c:v>23.61</c:v>
                </c:pt>
                <c:pt idx="343">
                  <c:v>23.51</c:v>
                </c:pt>
                <c:pt idx="344">
                  <c:v>23.01</c:v>
                </c:pt>
                <c:pt idx="345">
                  <c:v>23.01</c:v>
                </c:pt>
                <c:pt idx="346">
                  <c:v>24.01</c:v>
                </c:pt>
                <c:pt idx="347">
                  <c:v>24.01</c:v>
                </c:pt>
                <c:pt idx="348">
                  <c:v>23.810000000000002</c:v>
                </c:pt>
                <c:pt idx="349">
                  <c:v>22.71</c:v>
                </c:pt>
                <c:pt idx="350">
                  <c:v>22.61</c:v>
                </c:pt>
                <c:pt idx="351">
                  <c:v>22.31</c:v>
                </c:pt>
                <c:pt idx="352">
                  <c:v>24.81</c:v>
                </c:pt>
                <c:pt idx="353">
                  <c:v>23.71</c:v>
                </c:pt>
                <c:pt idx="354">
                  <c:v>23.66</c:v>
                </c:pt>
                <c:pt idx="355">
                  <c:v>23.46</c:v>
                </c:pt>
                <c:pt idx="356">
                  <c:v>23.26</c:v>
                </c:pt>
                <c:pt idx="357">
                  <c:v>24.159999999999997</c:v>
                </c:pt>
                <c:pt idx="358">
                  <c:v>24.185000000000002</c:v>
                </c:pt>
                <c:pt idx="359">
                  <c:v>23.935000000000002</c:v>
                </c:pt>
                <c:pt idx="360">
                  <c:v>23.885000000000002</c:v>
                </c:pt>
                <c:pt idx="361">
                  <c:v>23.785</c:v>
                </c:pt>
                <c:pt idx="362">
                  <c:v>23.675000000000001</c:v>
                </c:pt>
                <c:pt idx="363">
                  <c:v>22.75</c:v>
                </c:pt>
                <c:pt idx="364">
                  <c:v>21.2</c:v>
                </c:pt>
                <c:pt idx="365">
                  <c:v>22.95</c:v>
                </c:pt>
                <c:pt idx="366">
                  <c:v>21.65</c:v>
                </c:pt>
                <c:pt idx="367">
                  <c:v>22.45</c:v>
                </c:pt>
                <c:pt idx="368">
                  <c:v>24.349999999999998</c:v>
                </c:pt>
                <c:pt idx="369">
                  <c:v>22.95</c:v>
                </c:pt>
                <c:pt idx="370">
                  <c:v>22.85</c:v>
                </c:pt>
                <c:pt idx="371">
                  <c:v>21.85</c:v>
                </c:pt>
                <c:pt idx="372">
                  <c:v>21.575000000000003</c:v>
                </c:pt>
                <c:pt idx="373">
                  <c:v>21.185000000000002</c:v>
                </c:pt>
                <c:pt idx="374">
                  <c:v>20.984999999999999</c:v>
                </c:pt>
                <c:pt idx="375">
                  <c:v>20.775000000000002</c:v>
                </c:pt>
                <c:pt idx="376">
                  <c:v>20.675000000000001</c:v>
                </c:pt>
                <c:pt idx="377">
                  <c:v>20.575000000000003</c:v>
                </c:pt>
                <c:pt idx="378">
                  <c:v>20.325000000000003</c:v>
                </c:pt>
                <c:pt idx="379">
                  <c:v>21.684999999999999</c:v>
                </c:pt>
                <c:pt idx="380">
                  <c:v>21.984999999999999</c:v>
                </c:pt>
                <c:pt idx="381">
                  <c:v>21.334999999999997</c:v>
                </c:pt>
                <c:pt idx="382">
                  <c:v>22.775000000000002</c:v>
                </c:pt>
                <c:pt idx="383">
                  <c:v>22.425000000000001</c:v>
                </c:pt>
                <c:pt idx="384">
                  <c:v>20.875</c:v>
                </c:pt>
                <c:pt idx="385">
                  <c:v>18.425000000000001</c:v>
                </c:pt>
                <c:pt idx="386">
                  <c:v>18.874999999999996</c:v>
                </c:pt>
                <c:pt idx="387">
                  <c:v>19.024999999999999</c:v>
                </c:pt>
                <c:pt idx="388">
                  <c:v>18.574999999999996</c:v>
                </c:pt>
                <c:pt idx="389">
                  <c:v>17.874999999999996</c:v>
                </c:pt>
                <c:pt idx="390">
                  <c:v>18.074999999999996</c:v>
                </c:pt>
                <c:pt idx="391">
                  <c:v>15.8</c:v>
                </c:pt>
                <c:pt idx="392">
                  <c:v>15.425000000000002</c:v>
                </c:pt>
                <c:pt idx="393">
                  <c:v>14.725000000000001</c:v>
                </c:pt>
                <c:pt idx="394">
                  <c:v>14.35</c:v>
                </c:pt>
                <c:pt idx="395">
                  <c:v>14.225000000000001</c:v>
                </c:pt>
                <c:pt idx="396">
                  <c:v>13.025</c:v>
                </c:pt>
                <c:pt idx="397">
                  <c:v>14.35</c:v>
                </c:pt>
                <c:pt idx="398">
                  <c:v>15.025000000000002</c:v>
                </c:pt>
                <c:pt idx="399">
                  <c:v>12.399999999999997</c:v>
                </c:pt>
                <c:pt idx="400">
                  <c:v>12.749999999999998</c:v>
                </c:pt>
                <c:pt idx="401">
                  <c:v>12.725</c:v>
                </c:pt>
                <c:pt idx="402">
                  <c:v>13.625000000000002</c:v>
                </c:pt>
                <c:pt idx="403">
                  <c:v>12.675000000000001</c:v>
                </c:pt>
                <c:pt idx="404">
                  <c:v>12.275</c:v>
                </c:pt>
                <c:pt idx="405">
                  <c:v>12.025</c:v>
                </c:pt>
                <c:pt idx="406">
                  <c:v>9.9250000000000007</c:v>
                </c:pt>
                <c:pt idx="407">
                  <c:v>10.024999999999999</c:v>
                </c:pt>
                <c:pt idx="408">
                  <c:v>9.4749999999999979</c:v>
                </c:pt>
                <c:pt idx="409">
                  <c:v>9.0749999999999975</c:v>
                </c:pt>
                <c:pt idx="410">
                  <c:v>7.3749999999999982</c:v>
                </c:pt>
                <c:pt idx="411">
                  <c:v>7.2249999999999979</c:v>
                </c:pt>
                <c:pt idx="412">
                  <c:v>7.0749999999999975</c:v>
                </c:pt>
                <c:pt idx="413">
                  <c:v>7.0249999999999977</c:v>
                </c:pt>
                <c:pt idx="414">
                  <c:v>6.924999999999998</c:v>
                </c:pt>
                <c:pt idx="415">
                  <c:v>7.3249999999999984</c:v>
                </c:pt>
                <c:pt idx="416">
                  <c:v>7.8249999999999984</c:v>
                </c:pt>
                <c:pt idx="417">
                  <c:v>7.7749999999999986</c:v>
                </c:pt>
                <c:pt idx="418">
                  <c:v>7.7749999999999986</c:v>
                </c:pt>
                <c:pt idx="419">
                  <c:v>7.7749999999999986</c:v>
                </c:pt>
                <c:pt idx="420">
                  <c:v>12.274999999999997</c:v>
                </c:pt>
                <c:pt idx="421">
                  <c:v>9.1750000000000025</c:v>
                </c:pt>
                <c:pt idx="422">
                  <c:v>8.1750000000000025</c:v>
                </c:pt>
                <c:pt idx="423">
                  <c:v>7.9999999999999991</c:v>
                </c:pt>
                <c:pt idx="424">
                  <c:v>7.9999999999999991</c:v>
                </c:pt>
                <c:pt idx="425">
                  <c:v>6.5</c:v>
                </c:pt>
                <c:pt idx="426">
                  <c:v>7.5000000000000009</c:v>
                </c:pt>
                <c:pt idx="427">
                  <c:v>7.5000000000000009</c:v>
                </c:pt>
                <c:pt idx="428">
                  <c:v>7.6000000000000014</c:v>
                </c:pt>
                <c:pt idx="429">
                  <c:v>7.6500000000000012</c:v>
                </c:pt>
                <c:pt idx="430">
                  <c:v>8.1499999999999986</c:v>
                </c:pt>
                <c:pt idx="431">
                  <c:v>7.5500000000000007</c:v>
                </c:pt>
                <c:pt idx="432">
                  <c:v>9.15</c:v>
                </c:pt>
                <c:pt idx="433">
                  <c:v>9.15</c:v>
                </c:pt>
                <c:pt idx="434">
                  <c:v>8.1499999999999986</c:v>
                </c:pt>
                <c:pt idx="435">
                  <c:v>7.15</c:v>
                </c:pt>
                <c:pt idx="436">
                  <c:v>8.0499999999999989</c:v>
                </c:pt>
                <c:pt idx="437">
                  <c:v>8.0499999999999989</c:v>
                </c:pt>
                <c:pt idx="438">
                  <c:v>7.0500000000000007</c:v>
                </c:pt>
                <c:pt idx="439">
                  <c:v>7.5500000000000007</c:v>
                </c:pt>
                <c:pt idx="440">
                  <c:v>7.5500000000000007</c:v>
                </c:pt>
                <c:pt idx="441">
                  <c:v>8.0499999999999989</c:v>
                </c:pt>
                <c:pt idx="442">
                  <c:v>7.5500000000000007</c:v>
                </c:pt>
                <c:pt idx="443">
                  <c:v>8.4499999999999993</c:v>
                </c:pt>
                <c:pt idx="444">
                  <c:v>7.5500000000000007</c:v>
                </c:pt>
                <c:pt idx="445">
                  <c:v>7.9499999999999984</c:v>
                </c:pt>
                <c:pt idx="446">
                  <c:v>8.9499999999999993</c:v>
                </c:pt>
                <c:pt idx="447">
                  <c:v>8.2999999999999989</c:v>
                </c:pt>
                <c:pt idx="448">
                  <c:v>8.2999999999999989</c:v>
                </c:pt>
                <c:pt idx="449">
                  <c:v>9.4</c:v>
                </c:pt>
                <c:pt idx="450">
                  <c:v>9.9</c:v>
                </c:pt>
                <c:pt idx="451">
                  <c:v>9.5</c:v>
                </c:pt>
                <c:pt idx="452">
                  <c:v>8.5</c:v>
                </c:pt>
                <c:pt idx="453">
                  <c:v>8.5</c:v>
                </c:pt>
                <c:pt idx="454">
                  <c:v>8.5</c:v>
                </c:pt>
                <c:pt idx="455">
                  <c:v>10.100000000000001</c:v>
                </c:pt>
                <c:pt idx="456">
                  <c:v>7.7999999999999989</c:v>
                </c:pt>
                <c:pt idx="457">
                  <c:v>7.5999999999999988</c:v>
                </c:pt>
                <c:pt idx="458">
                  <c:v>7.4999999999999982</c:v>
                </c:pt>
                <c:pt idx="459">
                  <c:v>12</c:v>
                </c:pt>
                <c:pt idx="460">
                  <c:v>12</c:v>
                </c:pt>
                <c:pt idx="461">
                  <c:v>11.5</c:v>
                </c:pt>
                <c:pt idx="462">
                  <c:v>12.5</c:v>
                </c:pt>
                <c:pt idx="463">
                  <c:v>12.5</c:v>
                </c:pt>
                <c:pt idx="464">
                  <c:v>12.5</c:v>
                </c:pt>
                <c:pt idx="465">
                  <c:v>12.4</c:v>
                </c:pt>
                <c:pt idx="466">
                  <c:v>12.9</c:v>
                </c:pt>
                <c:pt idx="467">
                  <c:v>12.3</c:v>
                </c:pt>
                <c:pt idx="468">
                  <c:v>11.299999999999999</c:v>
                </c:pt>
                <c:pt idx="469">
                  <c:v>12.7</c:v>
                </c:pt>
                <c:pt idx="470">
                  <c:v>11.7</c:v>
                </c:pt>
                <c:pt idx="471">
                  <c:v>12.7</c:v>
                </c:pt>
                <c:pt idx="472">
                  <c:v>13.599999999999998</c:v>
                </c:pt>
                <c:pt idx="473">
                  <c:v>13.049999999999997</c:v>
                </c:pt>
                <c:pt idx="474">
                  <c:v>13.049999999999997</c:v>
                </c:pt>
                <c:pt idx="475">
                  <c:v>13.149999999999999</c:v>
                </c:pt>
                <c:pt idx="476">
                  <c:v>14.049999999999999</c:v>
                </c:pt>
                <c:pt idx="477">
                  <c:v>13.849999999999998</c:v>
                </c:pt>
                <c:pt idx="478">
                  <c:v>13.799999999999999</c:v>
                </c:pt>
                <c:pt idx="479">
                  <c:v>13.549999999999999</c:v>
                </c:pt>
                <c:pt idx="480">
                  <c:v>13.549999999999999</c:v>
                </c:pt>
                <c:pt idx="481">
                  <c:v>14.049999999999999</c:v>
                </c:pt>
                <c:pt idx="482">
                  <c:v>13.799999999999999</c:v>
                </c:pt>
                <c:pt idx="483">
                  <c:v>16.2</c:v>
                </c:pt>
                <c:pt idx="484">
                  <c:v>15.199999999999998</c:v>
                </c:pt>
                <c:pt idx="485">
                  <c:v>14.810000000000004</c:v>
                </c:pt>
                <c:pt idx="486">
                  <c:v>14.710000000000004</c:v>
                </c:pt>
                <c:pt idx="487">
                  <c:v>14.510000000000003</c:v>
                </c:pt>
                <c:pt idx="488">
                  <c:v>13.010000000000002</c:v>
                </c:pt>
                <c:pt idx="489">
                  <c:v>13.010000000000002</c:v>
                </c:pt>
                <c:pt idx="490">
                  <c:v>12.910000000000002</c:v>
                </c:pt>
                <c:pt idx="491">
                  <c:v>12.910000000000002</c:v>
                </c:pt>
                <c:pt idx="492">
                  <c:v>12.810000000000002</c:v>
                </c:pt>
                <c:pt idx="493">
                  <c:v>12.810000000000002</c:v>
                </c:pt>
                <c:pt idx="494">
                  <c:v>13.160000000000002</c:v>
                </c:pt>
                <c:pt idx="495">
                  <c:v>12.160000000000002</c:v>
                </c:pt>
                <c:pt idx="496">
                  <c:v>13.710000000000003</c:v>
                </c:pt>
                <c:pt idx="497">
                  <c:v>13.710000000000003</c:v>
                </c:pt>
                <c:pt idx="498">
                  <c:v>13.410000000000002</c:v>
                </c:pt>
                <c:pt idx="499">
                  <c:v>12.310000000000002</c:v>
                </c:pt>
                <c:pt idx="500">
                  <c:v>13.110000000000003</c:v>
                </c:pt>
                <c:pt idx="501">
                  <c:v>12.46</c:v>
                </c:pt>
                <c:pt idx="502">
                  <c:v>12.06</c:v>
                </c:pt>
                <c:pt idx="503">
                  <c:v>12.010000000000002</c:v>
                </c:pt>
                <c:pt idx="504">
                  <c:v>12.010000000000002</c:v>
                </c:pt>
                <c:pt idx="505">
                  <c:v>12.110000000000001</c:v>
                </c:pt>
                <c:pt idx="506">
                  <c:v>12.010000000000002</c:v>
                </c:pt>
                <c:pt idx="507">
                  <c:v>12.010000000000002</c:v>
                </c:pt>
                <c:pt idx="508">
                  <c:v>12.010000000000002</c:v>
                </c:pt>
                <c:pt idx="509">
                  <c:v>12.010000000000002</c:v>
                </c:pt>
                <c:pt idx="510">
                  <c:v>13.210000000000003</c:v>
                </c:pt>
                <c:pt idx="511">
                  <c:v>13.410000000000002</c:v>
                </c:pt>
                <c:pt idx="512">
                  <c:v>13.410000000000002</c:v>
                </c:pt>
                <c:pt idx="513">
                  <c:v>12.960000000000003</c:v>
                </c:pt>
                <c:pt idx="514">
                  <c:v>12.310000000000002</c:v>
                </c:pt>
                <c:pt idx="515">
                  <c:v>12.860000000000001</c:v>
                </c:pt>
                <c:pt idx="516">
                  <c:v>12.860000000000001</c:v>
                </c:pt>
                <c:pt idx="517">
                  <c:v>14.21</c:v>
                </c:pt>
                <c:pt idx="518">
                  <c:v>15.610000000000001</c:v>
                </c:pt>
                <c:pt idx="519">
                  <c:v>14.039999999999997</c:v>
                </c:pt>
                <c:pt idx="520">
                  <c:v>13.939999999999998</c:v>
                </c:pt>
                <c:pt idx="521">
                  <c:v>14.939999999999998</c:v>
                </c:pt>
                <c:pt idx="522">
                  <c:v>13.81</c:v>
                </c:pt>
                <c:pt idx="523">
                  <c:v>12.710000000000003</c:v>
                </c:pt>
                <c:pt idx="524">
                  <c:v>12.710000000000003</c:v>
                </c:pt>
                <c:pt idx="525">
                  <c:v>14.26</c:v>
                </c:pt>
                <c:pt idx="526">
                  <c:v>14.26</c:v>
                </c:pt>
                <c:pt idx="527">
                  <c:v>12.710000000000003</c:v>
                </c:pt>
                <c:pt idx="528">
                  <c:v>12.610000000000001</c:v>
                </c:pt>
                <c:pt idx="529">
                  <c:v>13.110000000000003</c:v>
                </c:pt>
                <c:pt idx="530">
                  <c:v>13.110000000000003</c:v>
                </c:pt>
                <c:pt idx="531">
                  <c:v>13.010000000000002</c:v>
                </c:pt>
                <c:pt idx="532">
                  <c:v>13.060000000000002</c:v>
                </c:pt>
                <c:pt idx="533">
                  <c:v>13.56</c:v>
                </c:pt>
                <c:pt idx="534">
                  <c:v>13.060000000000002</c:v>
                </c:pt>
                <c:pt idx="535">
                  <c:v>12.06</c:v>
                </c:pt>
                <c:pt idx="536">
                  <c:v>14.41</c:v>
                </c:pt>
                <c:pt idx="537">
                  <c:v>13.81</c:v>
                </c:pt>
                <c:pt idx="538">
                  <c:v>13.309999999999999</c:v>
                </c:pt>
                <c:pt idx="539">
                  <c:v>13.51</c:v>
                </c:pt>
                <c:pt idx="540">
                  <c:v>15.510000000000002</c:v>
                </c:pt>
                <c:pt idx="541">
                  <c:v>15.510000000000002</c:v>
                </c:pt>
                <c:pt idx="542">
                  <c:v>15.510000000000002</c:v>
                </c:pt>
                <c:pt idx="543">
                  <c:v>15.510000000000002</c:v>
                </c:pt>
                <c:pt idx="544">
                  <c:v>15.510000000000002</c:v>
                </c:pt>
                <c:pt idx="545">
                  <c:v>15.410000000000002</c:v>
                </c:pt>
                <c:pt idx="546">
                  <c:v>15.410000000000002</c:v>
                </c:pt>
                <c:pt idx="547">
                  <c:v>15.410000000000002</c:v>
                </c:pt>
                <c:pt idx="548">
                  <c:v>15.360000000000001</c:v>
                </c:pt>
                <c:pt idx="549">
                  <c:v>15.310000000000002</c:v>
                </c:pt>
                <c:pt idx="550">
                  <c:v>15.410000000000002</c:v>
                </c:pt>
                <c:pt idx="551">
                  <c:v>15.375</c:v>
                </c:pt>
                <c:pt idx="552">
                  <c:v>15.275</c:v>
                </c:pt>
                <c:pt idx="553">
                  <c:v>15.275</c:v>
                </c:pt>
                <c:pt idx="554">
                  <c:v>15.574999999999999</c:v>
                </c:pt>
                <c:pt idx="555">
                  <c:v>15.965000000000002</c:v>
                </c:pt>
                <c:pt idx="556">
                  <c:v>16.024999999999999</c:v>
                </c:pt>
                <c:pt idx="557">
                  <c:v>15.824999999999999</c:v>
                </c:pt>
                <c:pt idx="558">
                  <c:v>15.895000000000003</c:v>
                </c:pt>
                <c:pt idx="559">
                  <c:v>15.945000000000004</c:v>
                </c:pt>
                <c:pt idx="560">
                  <c:v>11.725</c:v>
                </c:pt>
                <c:pt idx="561">
                  <c:v>12.015000000000001</c:v>
                </c:pt>
                <c:pt idx="562">
                  <c:v>12.115</c:v>
                </c:pt>
                <c:pt idx="563">
                  <c:v>11.625</c:v>
                </c:pt>
                <c:pt idx="564">
                  <c:v>11.725</c:v>
                </c:pt>
                <c:pt idx="565">
                  <c:v>12.725</c:v>
                </c:pt>
                <c:pt idx="566">
                  <c:v>12.574999999999999</c:v>
                </c:pt>
                <c:pt idx="567">
                  <c:v>10.524999999999999</c:v>
                </c:pt>
                <c:pt idx="568">
                  <c:v>10.824999999999999</c:v>
                </c:pt>
                <c:pt idx="569">
                  <c:v>10.474999999999998</c:v>
                </c:pt>
                <c:pt idx="570">
                  <c:v>9.9550000000000018</c:v>
                </c:pt>
                <c:pt idx="571">
                  <c:v>9.5749999999999993</c:v>
                </c:pt>
                <c:pt idx="572">
                  <c:v>9.8100000000000023</c:v>
                </c:pt>
                <c:pt idx="573">
                  <c:v>10.160000000000002</c:v>
                </c:pt>
                <c:pt idx="574">
                  <c:v>10.3</c:v>
                </c:pt>
                <c:pt idx="575">
                  <c:v>10.41</c:v>
                </c:pt>
                <c:pt idx="576">
                  <c:v>10.91</c:v>
                </c:pt>
                <c:pt idx="577">
                  <c:v>10.989999999999997</c:v>
                </c:pt>
                <c:pt idx="578">
                  <c:v>10.289999999999996</c:v>
                </c:pt>
                <c:pt idx="579">
                  <c:v>11.26</c:v>
                </c:pt>
                <c:pt idx="580">
                  <c:v>11.110000000000001</c:v>
                </c:pt>
                <c:pt idx="581">
                  <c:v>11.81</c:v>
                </c:pt>
                <c:pt idx="582">
                  <c:v>12.310000000000002</c:v>
                </c:pt>
                <c:pt idx="583">
                  <c:v>12.360000000000001</c:v>
                </c:pt>
                <c:pt idx="584">
                  <c:v>12.360000000000001</c:v>
                </c:pt>
                <c:pt idx="585">
                  <c:v>12.22</c:v>
                </c:pt>
                <c:pt idx="586">
                  <c:v>12.42</c:v>
                </c:pt>
                <c:pt idx="587">
                  <c:v>12.42</c:v>
                </c:pt>
                <c:pt idx="588">
                  <c:v>12.370000000000001</c:v>
                </c:pt>
                <c:pt idx="589">
                  <c:v>12.569999999999999</c:v>
                </c:pt>
                <c:pt idx="590">
                  <c:v>12.89</c:v>
                </c:pt>
                <c:pt idx="591">
                  <c:v>12.429999999999996</c:v>
                </c:pt>
                <c:pt idx="592">
                  <c:v>12.379999999999997</c:v>
                </c:pt>
                <c:pt idx="593">
                  <c:v>12.6</c:v>
                </c:pt>
                <c:pt idx="594">
                  <c:v>12.8</c:v>
                </c:pt>
                <c:pt idx="595">
                  <c:v>12.7</c:v>
                </c:pt>
                <c:pt idx="596">
                  <c:v>11.860000000000001</c:v>
                </c:pt>
                <c:pt idx="597">
                  <c:v>12.659999999999998</c:v>
                </c:pt>
                <c:pt idx="598">
                  <c:v>13.36</c:v>
                </c:pt>
                <c:pt idx="599">
                  <c:v>13.040000000000001</c:v>
                </c:pt>
                <c:pt idx="600">
                  <c:v>13.440000000000001</c:v>
                </c:pt>
                <c:pt idx="601">
                  <c:v>13.740000000000002</c:v>
                </c:pt>
                <c:pt idx="602">
                  <c:v>13.77</c:v>
                </c:pt>
                <c:pt idx="603">
                  <c:v>13.87</c:v>
                </c:pt>
                <c:pt idx="604">
                  <c:v>13.87</c:v>
                </c:pt>
                <c:pt idx="605">
                  <c:v>14.32</c:v>
                </c:pt>
                <c:pt idx="606">
                  <c:v>14.32</c:v>
                </c:pt>
                <c:pt idx="607">
                  <c:v>12.719999999999999</c:v>
                </c:pt>
                <c:pt idx="608">
                  <c:v>12.809999999999999</c:v>
                </c:pt>
                <c:pt idx="609">
                  <c:v>12.709999999999999</c:v>
                </c:pt>
                <c:pt idx="610">
                  <c:v>13.91</c:v>
                </c:pt>
                <c:pt idx="611">
                  <c:v>14.610000000000001</c:v>
                </c:pt>
                <c:pt idx="612">
                  <c:v>14.510000000000002</c:v>
                </c:pt>
                <c:pt idx="613">
                  <c:v>15.310000000000002</c:v>
                </c:pt>
                <c:pt idx="614">
                  <c:v>15.540000000000004</c:v>
                </c:pt>
                <c:pt idx="615">
                  <c:v>15.450000000000003</c:v>
                </c:pt>
                <c:pt idx="616">
                  <c:v>16.619999999999997</c:v>
                </c:pt>
                <c:pt idx="617">
                  <c:v>16.25</c:v>
                </c:pt>
                <c:pt idx="618">
                  <c:v>16.100000000000001</c:v>
                </c:pt>
                <c:pt idx="619">
                  <c:v>16.21</c:v>
                </c:pt>
                <c:pt idx="620">
                  <c:v>16.340000000000003</c:v>
                </c:pt>
                <c:pt idx="621">
                  <c:v>16.490000000000002</c:v>
                </c:pt>
                <c:pt idx="622">
                  <c:v>16.490000000000002</c:v>
                </c:pt>
                <c:pt idx="623">
                  <c:v>16.240000000000002</c:v>
                </c:pt>
                <c:pt idx="624">
                  <c:v>16.340000000000003</c:v>
                </c:pt>
                <c:pt idx="625">
                  <c:v>16.39</c:v>
                </c:pt>
                <c:pt idx="626">
                  <c:v>16.285000000000004</c:v>
                </c:pt>
                <c:pt idx="627">
                  <c:v>16.495000000000001</c:v>
                </c:pt>
                <c:pt idx="628">
                  <c:v>16.545000000000002</c:v>
                </c:pt>
                <c:pt idx="629">
                  <c:v>16.419999999999998</c:v>
                </c:pt>
                <c:pt idx="630">
                  <c:v>15.76</c:v>
                </c:pt>
                <c:pt idx="631">
                  <c:v>16.16</c:v>
                </c:pt>
                <c:pt idx="632">
                  <c:v>15.819999999999999</c:v>
                </c:pt>
                <c:pt idx="633">
                  <c:v>15.86</c:v>
                </c:pt>
                <c:pt idx="634">
                  <c:v>15.709999999999999</c:v>
                </c:pt>
                <c:pt idx="635">
                  <c:v>15.434999999999999</c:v>
                </c:pt>
                <c:pt idx="636">
                  <c:v>12.684999999999999</c:v>
                </c:pt>
                <c:pt idx="637">
                  <c:v>14.035000000000004</c:v>
                </c:pt>
                <c:pt idx="638">
                  <c:v>13.585000000000003</c:v>
                </c:pt>
                <c:pt idx="639">
                  <c:v>12.785000000000002</c:v>
                </c:pt>
                <c:pt idx="640">
                  <c:v>12.535000000000002</c:v>
                </c:pt>
                <c:pt idx="641">
                  <c:v>11.860000000000001</c:v>
                </c:pt>
                <c:pt idx="642">
                  <c:v>10.56</c:v>
                </c:pt>
                <c:pt idx="643">
                  <c:v>11.21</c:v>
                </c:pt>
                <c:pt idx="644">
                  <c:v>10.76</c:v>
                </c:pt>
                <c:pt idx="645">
                  <c:v>10.835000000000001</c:v>
                </c:pt>
                <c:pt idx="646">
                  <c:v>12.435</c:v>
                </c:pt>
                <c:pt idx="647">
                  <c:v>11.885000000000002</c:v>
                </c:pt>
                <c:pt idx="648">
                  <c:v>11.785</c:v>
                </c:pt>
                <c:pt idx="649">
                  <c:v>11.945</c:v>
                </c:pt>
                <c:pt idx="650">
                  <c:v>12.990000000000002</c:v>
                </c:pt>
                <c:pt idx="651">
                  <c:v>13</c:v>
                </c:pt>
                <c:pt idx="652">
                  <c:v>11.975</c:v>
                </c:pt>
                <c:pt idx="653">
                  <c:v>12.41</c:v>
                </c:pt>
                <c:pt idx="654">
                  <c:v>11.17</c:v>
                </c:pt>
                <c:pt idx="655">
                  <c:v>11.965</c:v>
                </c:pt>
                <c:pt idx="656">
                  <c:v>11.99</c:v>
                </c:pt>
                <c:pt idx="657">
                  <c:v>11.625</c:v>
                </c:pt>
                <c:pt idx="658">
                  <c:v>12.160000000000002</c:v>
                </c:pt>
                <c:pt idx="659">
                  <c:v>12.745000000000001</c:v>
                </c:pt>
                <c:pt idx="660">
                  <c:v>12.809999999999999</c:v>
                </c:pt>
                <c:pt idx="661">
                  <c:v>9.4350000000000023</c:v>
                </c:pt>
                <c:pt idx="662">
                  <c:v>9.2100000000000009</c:v>
                </c:pt>
                <c:pt idx="663">
                  <c:v>9.8099999999999987</c:v>
                </c:pt>
                <c:pt idx="664">
                  <c:v>9.9599999999999991</c:v>
                </c:pt>
                <c:pt idx="665">
                  <c:v>9.6599999999999984</c:v>
                </c:pt>
                <c:pt idx="666">
                  <c:v>9.1850000000000023</c:v>
                </c:pt>
                <c:pt idx="667">
                  <c:v>10.36</c:v>
                </c:pt>
                <c:pt idx="668">
                  <c:v>10.91</c:v>
                </c:pt>
                <c:pt idx="669">
                  <c:v>10.785</c:v>
                </c:pt>
                <c:pt idx="670">
                  <c:v>10.529999999999998</c:v>
                </c:pt>
                <c:pt idx="671">
                  <c:v>11.185</c:v>
                </c:pt>
                <c:pt idx="672">
                  <c:v>11.66</c:v>
                </c:pt>
                <c:pt idx="673">
                  <c:v>11.285</c:v>
                </c:pt>
                <c:pt idx="674">
                  <c:v>12.160000000000002</c:v>
                </c:pt>
                <c:pt idx="675">
                  <c:v>12.385000000000002</c:v>
                </c:pt>
                <c:pt idx="676">
                  <c:v>13.685000000000002</c:v>
                </c:pt>
                <c:pt idx="677">
                  <c:v>13.585000000000003</c:v>
                </c:pt>
                <c:pt idx="678">
                  <c:v>13.585000000000003</c:v>
                </c:pt>
                <c:pt idx="679">
                  <c:v>12.885000000000002</c:v>
                </c:pt>
                <c:pt idx="680">
                  <c:v>12.835000000000003</c:v>
                </c:pt>
                <c:pt idx="681">
                  <c:v>12.510000000000002</c:v>
                </c:pt>
                <c:pt idx="682">
                  <c:v>11.985000000000001</c:v>
                </c:pt>
                <c:pt idx="683">
                  <c:v>12.834999999999999</c:v>
                </c:pt>
                <c:pt idx="684">
                  <c:v>12.285000000000002</c:v>
                </c:pt>
                <c:pt idx="685">
                  <c:v>12.660000000000002</c:v>
                </c:pt>
                <c:pt idx="686">
                  <c:v>12.760000000000002</c:v>
                </c:pt>
                <c:pt idx="687">
                  <c:v>12.585000000000001</c:v>
                </c:pt>
                <c:pt idx="688">
                  <c:v>12.285</c:v>
                </c:pt>
                <c:pt idx="689">
                  <c:v>12.335000000000001</c:v>
                </c:pt>
                <c:pt idx="690">
                  <c:v>12.509999999999998</c:v>
                </c:pt>
                <c:pt idx="691">
                  <c:v>12.44</c:v>
                </c:pt>
                <c:pt idx="692">
                  <c:v>12.964999999999998</c:v>
                </c:pt>
                <c:pt idx="693">
                  <c:v>12.864999999999998</c:v>
                </c:pt>
                <c:pt idx="694">
                  <c:v>12.690000000000001</c:v>
                </c:pt>
                <c:pt idx="695">
                  <c:v>12.474999999999998</c:v>
                </c:pt>
                <c:pt idx="696">
                  <c:v>12.685000000000002</c:v>
                </c:pt>
                <c:pt idx="697">
                  <c:v>12.835000000000003</c:v>
                </c:pt>
                <c:pt idx="698">
                  <c:v>13.059999999999999</c:v>
                </c:pt>
                <c:pt idx="699">
                  <c:v>13.309999999999999</c:v>
                </c:pt>
                <c:pt idx="700">
                  <c:v>13.36</c:v>
                </c:pt>
                <c:pt idx="701">
                  <c:v>12.735000000000001</c:v>
                </c:pt>
                <c:pt idx="702">
                  <c:v>12.91</c:v>
                </c:pt>
                <c:pt idx="703">
                  <c:v>13.11</c:v>
                </c:pt>
                <c:pt idx="704">
                  <c:v>13.36</c:v>
                </c:pt>
                <c:pt idx="705">
                  <c:v>13.56</c:v>
                </c:pt>
                <c:pt idx="706">
                  <c:v>13.685</c:v>
                </c:pt>
                <c:pt idx="707">
                  <c:v>13.285</c:v>
                </c:pt>
                <c:pt idx="708">
                  <c:v>13.484999999999999</c:v>
                </c:pt>
                <c:pt idx="709">
                  <c:v>13.96</c:v>
                </c:pt>
                <c:pt idx="710">
                  <c:v>14.31</c:v>
                </c:pt>
                <c:pt idx="711">
                  <c:v>14.385</c:v>
                </c:pt>
                <c:pt idx="712">
                  <c:v>14.555000000000001</c:v>
                </c:pt>
                <c:pt idx="713">
                  <c:v>14.46</c:v>
                </c:pt>
                <c:pt idx="714">
                  <c:v>14.16</c:v>
                </c:pt>
                <c:pt idx="715">
                  <c:v>13.984999999999999</c:v>
                </c:pt>
                <c:pt idx="716">
                  <c:v>14.235000000000001</c:v>
                </c:pt>
                <c:pt idx="717">
                  <c:v>13.86</c:v>
                </c:pt>
                <c:pt idx="718">
                  <c:v>13.930000000000001</c:v>
                </c:pt>
                <c:pt idx="719">
                  <c:v>13.81</c:v>
                </c:pt>
                <c:pt idx="720">
                  <c:v>14.164999999999999</c:v>
                </c:pt>
                <c:pt idx="721">
                  <c:v>13.865</c:v>
                </c:pt>
                <c:pt idx="722">
                  <c:v>12.735000000000001</c:v>
                </c:pt>
                <c:pt idx="723">
                  <c:v>12.740000000000002</c:v>
                </c:pt>
                <c:pt idx="724">
                  <c:v>12.61</c:v>
                </c:pt>
                <c:pt idx="725">
                  <c:v>13.065</c:v>
                </c:pt>
                <c:pt idx="726">
                  <c:v>12.735000000000001</c:v>
                </c:pt>
                <c:pt idx="727">
                  <c:v>12.930000000000003</c:v>
                </c:pt>
                <c:pt idx="728">
                  <c:v>12.61</c:v>
                </c:pt>
                <c:pt idx="729">
                  <c:v>12.435</c:v>
                </c:pt>
                <c:pt idx="730">
                  <c:v>12.585000000000001</c:v>
                </c:pt>
                <c:pt idx="731">
                  <c:v>12.044999999999998</c:v>
                </c:pt>
                <c:pt idx="732">
                  <c:v>11.984999999999999</c:v>
                </c:pt>
                <c:pt idx="733">
                  <c:v>12.084999999999999</c:v>
                </c:pt>
                <c:pt idx="734">
                  <c:v>11.959999999999999</c:v>
                </c:pt>
                <c:pt idx="735">
                  <c:v>11.584999999999999</c:v>
                </c:pt>
                <c:pt idx="736">
                  <c:v>12.11</c:v>
                </c:pt>
                <c:pt idx="737">
                  <c:v>11.935</c:v>
                </c:pt>
                <c:pt idx="738">
                  <c:v>11.734999999999999</c:v>
                </c:pt>
                <c:pt idx="739">
                  <c:v>12.06</c:v>
                </c:pt>
                <c:pt idx="740">
                  <c:v>12.135</c:v>
                </c:pt>
                <c:pt idx="741">
                  <c:v>12.46</c:v>
                </c:pt>
                <c:pt idx="742">
                  <c:v>12.11</c:v>
                </c:pt>
                <c:pt idx="743">
                  <c:v>12.01</c:v>
                </c:pt>
                <c:pt idx="744">
                  <c:v>11.734999999999999</c:v>
                </c:pt>
                <c:pt idx="745">
                  <c:v>11.86</c:v>
                </c:pt>
                <c:pt idx="746">
                  <c:v>11.935</c:v>
                </c:pt>
                <c:pt idx="747">
                  <c:v>11.83</c:v>
                </c:pt>
                <c:pt idx="748">
                  <c:v>11.955</c:v>
                </c:pt>
                <c:pt idx="749">
                  <c:v>12.105</c:v>
                </c:pt>
                <c:pt idx="750">
                  <c:v>12.045000000000002</c:v>
                </c:pt>
                <c:pt idx="751">
                  <c:v>12.164999999999999</c:v>
                </c:pt>
                <c:pt idx="752">
                  <c:v>11.734999999999999</c:v>
                </c:pt>
                <c:pt idx="753">
                  <c:v>11.885</c:v>
                </c:pt>
                <c:pt idx="754">
                  <c:v>11.86</c:v>
                </c:pt>
                <c:pt idx="755">
                  <c:v>11.475</c:v>
                </c:pt>
                <c:pt idx="756">
                  <c:v>11.084999999999999</c:v>
                </c:pt>
                <c:pt idx="757">
                  <c:v>10.959999999999999</c:v>
                </c:pt>
                <c:pt idx="758">
                  <c:v>10.784999999999998</c:v>
                </c:pt>
                <c:pt idx="759">
                  <c:v>10.834999999999999</c:v>
                </c:pt>
                <c:pt idx="760">
                  <c:v>10.634999999999998</c:v>
                </c:pt>
                <c:pt idx="761">
                  <c:v>10.684999999999999</c:v>
                </c:pt>
                <c:pt idx="762">
                  <c:v>10.684999999999999</c:v>
                </c:pt>
                <c:pt idx="763">
                  <c:v>11.385</c:v>
                </c:pt>
                <c:pt idx="764">
                  <c:v>11.095000000000001</c:v>
                </c:pt>
                <c:pt idx="765">
                  <c:v>11.135</c:v>
                </c:pt>
                <c:pt idx="766">
                  <c:v>11.01</c:v>
                </c:pt>
                <c:pt idx="767">
                  <c:v>11.41</c:v>
                </c:pt>
                <c:pt idx="768">
                  <c:v>11.584999999999999</c:v>
                </c:pt>
                <c:pt idx="769">
                  <c:v>11.635</c:v>
                </c:pt>
                <c:pt idx="770">
                  <c:v>11.785</c:v>
                </c:pt>
                <c:pt idx="771">
                  <c:v>12.06</c:v>
                </c:pt>
                <c:pt idx="772">
                  <c:v>11.595000000000001</c:v>
                </c:pt>
                <c:pt idx="773">
                  <c:v>11.61</c:v>
                </c:pt>
                <c:pt idx="774">
                  <c:v>11.434999999999999</c:v>
                </c:pt>
                <c:pt idx="775">
                  <c:v>11.514999999999999</c:v>
                </c:pt>
                <c:pt idx="776">
                  <c:v>11.584999999999999</c:v>
                </c:pt>
                <c:pt idx="777">
                  <c:v>11.26</c:v>
                </c:pt>
                <c:pt idx="778">
                  <c:v>10.835000000000001</c:v>
                </c:pt>
                <c:pt idx="779">
                  <c:v>10.34</c:v>
                </c:pt>
                <c:pt idx="780">
                  <c:v>10.014999999999999</c:v>
                </c:pt>
                <c:pt idx="781">
                  <c:v>9.2399999999999984</c:v>
                </c:pt>
                <c:pt idx="782">
                  <c:v>9.35</c:v>
                </c:pt>
                <c:pt idx="783">
                  <c:v>9.259999999999998</c:v>
                </c:pt>
                <c:pt idx="784">
                  <c:v>9.259999999999998</c:v>
                </c:pt>
                <c:pt idx="785">
                  <c:v>8.9550000000000018</c:v>
                </c:pt>
                <c:pt idx="786">
                  <c:v>9.129999999999999</c:v>
                </c:pt>
                <c:pt idx="787">
                  <c:v>8.8800000000000026</c:v>
                </c:pt>
                <c:pt idx="788">
                  <c:v>8.8600000000000012</c:v>
                </c:pt>
                <c:pt idx="789">
                  <c:v>8.31</c:v>
                </c:pt>
                <c:pt idx="790">
                  <c:v>7.86</c:v>
                </c:pt>
                <c:pt idx="791">
                  <c:v>7.8000000000000016</c:v>
                </c:pt>
                <c:pt idx="792">
                  <c:v>7.8000000000000016</c:v>
                </c:pt>
                <c:pt idx="793">
                  <c:v>8.16</c:v>
                </c:pt>
                <c:pt idx="794">
                  <c:v>8.2600000000000016</c:v>
                </c:pt>
                <c:pt idx="795">
                  <c:v>8.56</c:v>
                </c:pt>
                <c:pt idx="796">
                  <c:v>8.56</c:v>
                </c:pt>
                <c:pt idx="797">
                  <c:v>8.7850000000000019</c:v>
                </c:pt>
                <c:pt idx="798">
                  <c:v>8.1100000000000012</c:v>
                </c:pt>
                <c:pt idx="799">
                  <c:v>8.16</c:v>
                </c:pt>
                <c:pt idx="800">
                  <c:v>7.8699999999999992</c:v>
                </c:pt>
                <c:pt idx="801">
                  <c:v>7.7800000000000011</c:v>
                </c:pt>
                <c:pt idx="802">
                  <c:v>8.56</c:v>
                </c:pt>
                <c:pt idx="803">
                  <c:v>9.0100000000000016</c:v>
                </c:pt>
                <c:pt idx="804">
                  <c:v>11.06</c:v>
                </c:pt>
                <c:pt idx="805">
                  <c:v>11.510000000000002</c:v>
                </c:pt>
                <c:pt idx="806">
                  <c:v>11.26</c:v>
                </c:pt>
                <c:pt idx="807">
                  <c:v>11.26</c:v>
                </c:pt>
                <c:pt idx="808">
                  <c:v>11.26</c:v>
                </c:pt>
                <c:pt idx="809">
                  <c:v>11.21</c:v>
                </c:pt>
                <c:pt idx="810">
                  <c:v>11.26</c:v>
                </c:pt>
                <c:pt idx="811">
                  <c:v>11.360000000000001</c:v>
                </c:pt>
                <c:pt idx="812">
                  <c:v>11.16</c:v>
                </c:pt>
                <c:pt idx="813">
                  <c:v>11.31</c:v>
                </c:pt>
                <c:pt idx="814">
                  <c:v>11.26</c:v>
                </c:pt>
                <c:pt idx="815">
                  <c:v>11.610000000000001</c:v>
                </c:pt>
                <c:pt idx="816">
                  <c:v>11.81</c:v>
                </c:pt>
                <c:pt idx="817">
                  <c:v>11.81</c:v>
                </c:pt>
                <c:pt idx="818">
                  <c:v>12.01</c:v>
                </c:pt>
                <c:pt idx="819">
                  <c:v>12.01</c:v>
                </c:pt>
                <c:pt idx="820">
                  <c:v>12.06</c:v>
                </c:pt>
                <c:pt idx="821">
                  <c:v>11.610000000000001</c:v>
                </c:pt>
                <c:pt idx="822">
                  <c:v>11.510000000000002</c:v>
                </c:pt>
                <c:pt idx="823">
                  <c:v>11.510000000000002</c:v>
                </c:pt>
                <c:pt idx="824">
                  <c:v>11.610000000000001</c:v>
                </c:pt>
                <c:pt idx="825">
                  <c:v>11.32</c:v>
                </c:pt>
                <c:pt idx="826">
                  <c:v>11.21</c:v>
                </c:pt>
                <c:pt idx="827">
                  <c:v>11.510000000000002</c:v>
                </c:pt>
                <c:pt idx="828">
                  <c:v>10.68</c:v>
                </c:pt>
                <c:pt idx="829">
                  <c:v>10.71</c:v>
                </c:pt>
                <c:pt idx="830">
                  <c:v>10.56</c:v>
                </c:pt>
                <c:pt idx="831">
                  <c:v>10.31</c:v>
                </c:pt>
                <c:pt idx="832">
                  <c:v>10.41</c:v>
                </c:pt>
                <c:pt idx="833">
                  <c:v>10.61</c:v>
                </c:pt>
                <c:pt idx="834">
                  <c:v>11.04</c:v>
                </c:pt>
                <c:pt idx="835">
                  <c:v>11.989999999999998</c:v>
                </c:pt>
                <c:pt idx="836">
                  <c:v>12.34</c:v>
                </c:pt>
                <c:pt idx="837">
                  <c:v>12.809999999999999</c:v>
                </c:pt>
                <c:pt idx="838">
                  <c:v>12.659999999999998</c:v>
                </c:pt>
                <c:pt idx="839">
                  <c:v>12.26</c:v>
                </c:pt>
                <c:pt idx="840">
                  <c:v>12.21</c:v>
                </c:pt>
                <c:pt idx="841">
                  <c:v>12.41</c:v>
                </c:pt>
                <c:pt idx="842">
                  <c:v>12.21</c:v>
                </c:pt>
                <c:pt idx="843">
                  <c:v>11.93</c:v>
                </c:pt>
                <c:pt idx="844">
                  <c:v>12.659999999999998</c:v>
                </c:pt>
                <c:pt idx="845">
                  <c:v>12.86</c:v>
                </c:pt>
                <c:pt idx="846">
                  <c:v>12.659999999999998</c:v>
                </c:pt>
                <c:pt idx="847">
                  <c:v>12.509999999999998</c:v>
                </c:pt>
                <c:pt idx="848">
                  <c:v>12.659999999999998</c:v>
                </c:pt>
                <c:pt idx="849">
                  <c:v>12.86</c:v>
                </c:pt>
                <c:pt idx="850">
                  <c:v>12.840000000000002</c:v>
                </c:pt>
                <c:pt idx="851">
                  <c:v>12.809999999999999</c:v>
                </c:pt>
                <c:pt idx="852">
                  <c:v>12.809999999999999</c:v>
                </c:pt>
                <c:pt idx="853">
                  <c:v>12.709999999999999</c:v>
                </c:pt>
                <c:pt idx="854">
                  <c:v>12.959999999999999</c:v>
                </c:pt>
                <c:pt idx="855">
                  <c:v>12.91</c:v>
                </c:pt>
                <c:pt idx="856">
                  <c:v>12.91</c:v>
                </c:pt>
                <c:pt idx="857">
                  <c:v>13.059999999999999</c:v>
                </c:pt>
                <c:pt idx="858">
                  <c:v>13.01</c:v>
                </c:pt>
                <c:pt idx="859">
                  <c:v>13.209999999999999</c:v>
                </c:pt>
                <c:pt idx="860">
                  <c:v>13.41</c:v>
                </c:pt>
                <c:pt idx="861">
                  <c:v>14.860000000000001</c:v>
                </c:pt>
                <c:pt idx="862">
                  <c:v>13.52</c:v>
                </c:pt>
                <c:pt idx="863">
                  <c:v>13.459999999999999</c:v>
                </c:pt>
                <c:pt idx="864">
                  <c:v>13.459999999999999</c:v>
                </c:pt>
                <c:pt idx="865">
                  <c:v>13.11</c:v>
                </c:pt>
                <c:pt idx="866">
                  <c:v>13.209999999999999</c:v>
                </c:pt>
                <c:pt idx="867">
                  <c:v>13.41</c:v>
                </c:pt>
                <c:pt idx="868">
                  <c:v>13.51</c:v>
                </c:pt>
                <c:pt idx="869">
                  <c:v>13.209999999999999</c:v>
                </c:pt>
                <c:pt idx="870">
                  <c:v>12.875000000000004</c:v>
                </c:pt>
                <c:pt idx="871">
                  <c:v>12.035</c:v>
                </c:pt>
                <c:pt idx="872">
                  <c:v>12.31</c:v>
                </c:pt>
                <c:pt idx="873">
                  <c:v>11.959999999999999</c:v>
                </c:pt>
                <c:pt idx="874">
                  <c:v>12.08</c:v>
                </c:pt>
                <c:pt idx="875">
                  <c:v>12.16</c:v>
                </c:pt>
                <c:pt idx="876">
                  <c:v>11.81</c:v>
                </c:pt>
                <c:pt idx="877">
                  <c:v>11.76</c:v>
                </c:pt>
                <c:pt idx="878">
                  <c:v>11.76</c:v>
                </c:pt>
                <c:pt idx="879">
                  <c:v>11.06</c:v>
                </c:pt>
                <c:pt idx="880">
                  <c:v>10.535</c:v>
                </c:pt>
                <c:pt idx="881">
                  <c:v>10.61</c:v>
                </c:pt>
                <c:pt idx="882">
                  <c:v>10.435</c:v>
                </c:pt>
                <c:pt idx="883">
                  <c:v>10.484999999999999</c:v>
                </c:pt>
                <c:pt idx="884">
                  <c:v>10.084999999999999</c:v>
                </c:pt>
                <c:pt idx="885">
                  <c:v>10.059999999999999</c:v>
                </c:pt>
                <c:pt idx="886">
                  <c:v>10.36</c:v>
                </c:pt>
                <c:pt idx="887">
                  <c:v>10.01</c:v>
                </c:pt>
                <c:pt idx="888">
                  <c:v>10.019999999999998</c:v>
                </c:pt>
                <c:pt idx="889">
                  <c:v>9.61</c:v>
                </c:pt>
                <c:pt idx="890">
                  <c:v>8.6100000000000012</c:v>
                </c:pt>
                <c:pt idx="891">
                  <c:v>8.3850000000000016</c:v>
                </c:pt>
                <c:pt idx="892">
                  <c:v>8.0850000000000009</c:v>
                </c:pt>
                <c:pt idx="893">
                  <c:v>7.71</c:v>
                </c:pt>
                <c:pt idx="894">
                  <c:v>7.99</c:v>
                </c:pt>
                <c:pt idx="895">
                  <c:v>8.1850000000000005</c:v>
                </c:pt>
                <c:pt idx="896">
                  <c:v>8.0350000000000001</c:v>
                </c:pt>
                <c:pt idx="897">
                  <c:v>8.3600000000000012</c:v>
                </c:pt>
                <c:pt idx="898">
                  <c:v>7.26</c:v>
                </c:pt>
                <c:pt idx="899">
                  <c:v>3.5599999999999992</c:v>
                </c:pt>
                <c:pt idx="900">
                  <c:v>3.9599999999999995</c:v>
                </c:pt>
                <c:pt idx="901">
                  <c:v>3.7849999999999993</c:v>
                </c:pt>
                <c:pt idx="902">
                  <c:v>4.0350000000000001</c:v>
                </c:pt>
                <c:pt idx="903">
                  <c:v>4.0599999999999996</c:v>
                </c:pt>
                <c:pt idx="904">
                  <c:v>4.3600000000000003</c:v>
                </c:pt>
                <c:pt idx="905">
                  <c:v>4.9850000000000003</c:v>
                </c:pt>
                <c:pt idx="906">
                  <c:v>5.3900000000000006</c:v>
                </c:pt>
                <c:pt idx="907">
                  <c:v>3.9599999999999995</c:v>
                </c:pt>
                <c:pt idx="908">
                  <c:v>4.3849999999999998</c:v>
                </c:pt>
                <c:pt idx="909">
                  <c:v>4.3600000000000003</c:v>
                </c:pt>
                <c:pt idx="910">
                  <c:v>3.6600000000000019</c:v>
                </c:pt>
                <c:pt idx="911">
                  <c:v>4.2349999999999994</c:v>
                </c:pt>
                <c:pt idx="912">
                  <c:v>3.7099999999999995</c:v>
                </c:pt>
                <c:pt idx="913">
                  <c:v>8.1099999999999977</c:v>
                </c:pt>
                <c:pt idx="914">
                  <c:v>8.2100000000000009</c:v>
                </c:pt>
                <c:pt idx="915">
                  <c:v>8.3599999999999977</c:v>
                </c:pt>
                <c:pt idx="916">
                  <c:v>7.71</c:v>
                </c:pt>
                <c:pt idx="917">
                  <c:v>7.6199999999999992</c:v>
                </c:pt>
                <c:pt idx="918">
                  <c:v>7.66</c:v>
                </c:pt>
                <c:pt idx="919">
                  <c:v>7.86</c:v>
                </c:pt>
                <c:pt idx="920">
                  <c:v>7.91</c:v>
                </c:pt>
                <c:pt idx="921">
                  <c:v>7.61</c:v>
                </c:pt>
                <c:pt idx="922">
                  <c:v>7.71</c:v>
                </c:pt>
                <c:pt idx="923">
                  <c:v>7.91</c:v>
                </c:pt>
                <c:pt idx="924">
                  <c:v>8.2800000000000011</c:v>
                </c:pt>
                <c:pt idx="925">
                  <c:v>8.4300000000000015</c:v>
                </c:pt>
                <c:pt idx="926">
                  <c:v>8.759999999999998</c:v>
                </c:pt>
                <c:pt idx="927">
                  <c:v>8.259999999999998</c:v>
                </c:pt>
                <c:pt idx="928">
                  <c:v>8.9699999999999971</c:v>
                </c:pt>
                <c:pt idx="929">
                  <c:v>9.61</c:v>
                </c:pt>
                <c:pt idx="930">
                  <c:v>10.31</c:v>
                </c:pt>
                <c:pt idx="931">
                  <c:v>10.41</c:v>
                </c:pt>
                <c:pt idx="932">
                  <c:v>10.01</c:v>
                </c:pt>
                <c:pt idx="933">
                  <c:v>9.86</c:v>
                </c:pt>
                <c:pt idx="934">
                  <c:v>10.36</c:v>
                </c:pt>
                <c:pt idx="935">
                  <c:v>10.459999999999999</c:v>
                </c:pt>
                <c:pt idx="936">
                  <c:v>10.209999999999999</c:v>
                </c:pt>
                <c:pt idx="937">
                  <c:v>10.71</c:v>
                </c:pt>
                <c:pt idx="938">
                  <c:v>11.110000000000001</c:v>
                </c:pt>
                <c:pt idx="939">
                  <c:v>10.91</c:v>
                </c:pt>
                <c:pt idx="940">
                  <c:v>10.91</c:v>
                </c:pt>
                <c:pt idx="941">
                  <c:v>10.56</c:v>
                </c:pt>
                <c:pt idx="942">
                  <c:v>11.035000000000004</c:v>
                </c:pt>
                <c:pt idx="943">
                  <c:v>11.110000000000001</c:v>
                </c:pt>
                <c:pt idx="944">
                  <c:v>11.31</c:v>
                </c:pt>
                <c:pt idx="945">
                  <c:v>11.01</c:v>
                </c:pt>
                <c:pt idx="946">
                  <c:v>9.4699999999999971</c:v>
                </c:pt>
                <c:pt idx="947">
                  <c:v>10.76</c:v>
                </c:pt>
                <c:pt idx="948">
                  <c:v>9.4499999999999993</c:v>
                </c:pt>
                <c:pt idx="949">
                  <c:v>9.259999999999998</c:v>
                </c:pt>
                <c:pt idx="950">
                  <c:v>10.66</c:v>
                </c:pt>
                <c:pt idx="951">
                  <c:v>11.31</c:v>
                </c:pt>
                <c:pt idx="952">
                  <c:v>11.290000000000003</c:v>
                </c:pt>
                <c:pt idx="953">
                  <c:v>11.46</c:v>
                </c:pt>
                <c:pt idx="954">
                  <c:v>11.485000000000003</c:v>
                </c:pt>
                <c:pt idx="955">
                  <c:v>11.495000000000003</c:v>
                </c:pt>
                <c:pt idx="956">
                  <c:v>11.815000000000001</c:v>
                </c:pt>
                <c:pt idx="957">
                  <c:v>11.56</c:v>
                </c:pt>
                <c:pt idx="958">
                  <c:v>11.16</c:v>
                </c:pt>
                <c:pt idx="959">
                  <c:v>11.06</c:v>
                </c:pt>
                <c:pt idx="960">
                  <c:v>10.96</c:v>
                </c:pt>
                <c:pt idx="961">
                  <c:v>11.069999999999999</c:v>
                </c:pt>
                <c:pt idx="962">
                  <c:v>10.889999999999997</c:v>
                </c:pt>
                <c:pt idx="963">
                  <c:v>10.56</c:v>
                </c:pt>
                <c:pt idx="964">
                  <c:v>10.764999999999999</c:v>
                </c:pt>
                <c:pt idx="965">
                  <c:v>9.4150000000000009</c:v>
                </c:pt>
                <c:pt idx="966">
                  <c:v>8.9349999999999987</c:v>
                </c:pt>
                <c:pt idx="967">
                  <c:v>10.329999999999998</c:v>
                </c:pt>
                <c:pt idx="968">
                  <c:v>9.1550000000000011</c:v>
                </c:pt>
                <c:pt idx="969">
                  <c:v>9.48</c:v>
                </c:pt>
                <c:pt idx="970">
                  <c:v>9.7799999999999976</c:v>
                </c:pt>
                <c:pt idx="971">
                  <c:v>10.034999999999997</c:v>
                </c:pt>
                <c:pt idx="972">
                  <c:v>9.754999999999999</c:v>
                </c:pt>
                <c:pt idx="973">
                  <c:v>10.105000000000002</c:v>
                </c:pt>
                <c:pt idx="974">
                  <c:v>10.439999999999996</c:v>
                </c:pt>
                <c:pt idx="975">
                  <c:v>10.514999999999999</c:v>
                </c:pt>
                <c:pt idx="976">
                  <c:v>9.5749999999999993</c:v>
                </c:pt>
                <c:pt idx="977">
                  <c:v>9.7750000000000004</c:v>
                </c:pt>
                <c:pt idx="978">
                  <c:v>9.9750000000000014</c:v>
                </c:pt>
                <c:pt idx="979">
                  <c:v>10.075000000000001</c:v>
                </c:pt>
                <c:pt idx="980">
                  <c:v>8.2199999999999989</c:v>
                </c:pt>
                <c:pt idx="981">
                  <c:v>8.9899999999999984</c:v>
                </c:pt>
                <c:pt idx="982">
                  <c:v>9.0000000000000018</c:v>
                </c:pt>
                <c:pt idx="983">
                  <c:v>8.8299999999999983</c:v>
                </c:pt>
                <c:pt idx="984">
                  <c:v>9.0550000000000015</c:v>
                </c:pt>
                <c:pt idx="985">
                  <c:v>8.7349999999999977</c:v>
                </c:pt>
                <c:pt idx="986">
                  <c:v>8.9100000000000019</c:v>
                </c:pt>
                <c:pt idx="987">
                  <c:v>8.875</c:v>
                </c:pt>
                <c:pt idx="988">
                  <c:v>9.4250000000000007</c:v>
                </c:pt>
                <c:pt idx="989">
                  <c:v>10.350000000000003</c:v>
                </c:pt>
                <c:pt idx="990">
                  <c:v>10.300000000000004</c:v>
                </c:pt>
                <c:pt idx="991">
                  <c:v>10.900000000000002</c:v>
                </c:pt>
                <c:pt idx="992">
                  <c:v>10.8</c:v>
                </c:pt>
                <c:pt idx="993">
                  <c:v>10.715</c:v>
                </c:pt>
                <c:pt idx="994">
                  <c:v>8.5899999999999981</c:v>
                </c:pt>
                <c:pt idx="995">
                  <c:v>8.7000000000000028</c:v>
                </c:pt>
                <c:pt idx="996">
                  <c:v>8.884999999999998</c:v>
                </c:pt>
                <c:pt idx="997">
                  <c:v>9.1849999999999987</c:v>
                </c:pt>
                <c:pt idx="998">
                  <c:v>8.7600000000000016</c:v>
                </c:pt>
                <c:pt idx="999">
                  <c:v>8.8000000000000025</c:v>
                </c:pt>
                <c:pt idx="1000">
                  <c:v>8.889999999999997</c:v>
                </c:pt>
                <c:pt idx="1001">
                  <c:v>9.3000000000000025</c:v>
                </c:pt>
                <c:pt idx="1002">
                  <c:v>6.4500000000000028</c:v>
                </c:pt>
                <c:pt idx="1003">
                  <c:v>5.5000000000000018</c:v>
                </c:pt>
                <c:pt idx="1004">
                  <c:v>6.900000000000003</c:v>
                </c:pt>
                <c:pt idx="1005">
                  <c:v>7.9499999999999984</c:v>
                </c:pt>
                <c:pt idx="1006">
                  <c:v>8.2999999999999972</c:v>
                </c:pt>
                <c:pt idx="1007">
                  <c:v>8.3499999999999961</c:v>
                </c:pt>
                <c:pt idx="1008">
                  <c:v>8.5849999999999973</c:v>
                </c:pt>
                <c:pt idx="1009">
                  <c:v>8.2499999999999964</c:v>
                </c:pt>
                <c:pt idx="1010">
                  <c:v>8.0749999999999993</c:v>
                </c:pt>
                <c:pt idx="1011">
                  <c:v>8.4749999999999996</c:v>
                </c:pt>
                <c:pt idx="1012">
                  <c:v>8.1499999999999968</c:v>
                </c:pt>
                <c:pt idx="1013">
                  <c:v>7.77</c:v>
                </c:pt>
                <c:pt idx="1014">
                  <c:v>3.2200000000000006</c:v>
                </c:pt>
                <c:pt idx="1015">
                  <c:v>5.1899999999999977</c:v>
                </c:pt>
                <c:pt idx="1016">
                  <c:v>4.8199999999999994</c:v>
                </c:pt>
                <c:pt idx="1017">
                  <c:v>3.9200000000000013</c:v>
                </c:pt>
                <c:pt idx="1018">
                  <c:v>4.5499999999999989</c:v>
                </c:pt>
                <c:pt idx="1019">
                  <c:v>4.9850000000000003</c:v>
                </c:pt>
                <c:pt idx="1020">
                  <c:v>4.2850000000000001</c:v>
                </c:pt>
                <c:pt idx="1021">
                  <c:v>4.605000000000004</c:v>
                </c:pt>
                <c:pt idx="1022">
                  <c:v>4.4250000000000007</c:v>
                </c:pt>
                <c:pt idx="1023">
                  <c:v>4.9250000000000016</c:v>
                </c:pt>
                <c:pt idx="1024">
                  <c:v>5.67</c:v>
                </c:pt>
                <c:pt idx="1025">
                  <c:v>5.1799999999999988</c:v>
                </c:pt>
                <c:pt idx="1026">
                  <c:v>5.2299999999999986</c:v>
                </c:pt>
                <c:pt idx="1027">
                  <c:v>5.2249999999999988</c:v>
                </c:pt>
                <c:pt idx="1028">
                  <c:v>5.6749999999999998</c:v>
                </c:pt>
                <c:pt idx="1029">
                  <c:v>5.6749999999999998</c:v>
                </c:pt>
                <c:pt idx="1030">
                  <c:v>5.7999999999999972</c:v>
                </c:pt>
                <c:pt idx="1031">
                  <c:v>5.4749999999999996</c:v>
                </c:pt>
                <c:pt idx="1032">
                  <c:v>5.67</c:v>
                </c:pt>
                <c:pt idx="1033">
                  <c:v>5.0199999999999996</c:v>
                </c:pt>
                <c:pt idx="1034">
                  <c:v>7.2600000000000025</c:v>
                </c:pt>
                <c:pt idx="1035">
                  <c:v>6.8499999999999979</c:v>
                </c:pt>
                <c:pt idx="1036">
                  <c:v>6.7250000000000005</c:v>
                </c:pt>
                <c:pt idx="1037">
                  <c:v>7.2250000000000005</c:v>
                </c:pt>
                <c:pt idx="1038">
                  <c:v>6.6449999999999978</c:v>
                </c:pt>
                <c:pt idx="1039">
                  <c:v>6.799999999999998</c:v>
                </c:pt>
                <c:pt idx="1040">
                  <c:v>6.58</c:v>
                </c:pt>
                <c:pt idx="1041">
                  <c:v>5.879999999999999</c:v>
                </c:pt>
                <c:pt idx="1042">
                  <c:v>6.2499999999999973</c:v>
                </c:pt>
                <c:pt idx="1043">
                  <c:v>5.7499999999999964</c:v>
                </c:pt>
                <c:pt idx="1044">
                  <c:v>4.8999999999999986</c:v>
                </c:pt>
                <c:pt idx="1045">
                  <c:v>5.7749999999999995</c:v>
                </c:pt>
                <c:pt idx="1046">
                  <c:v>6.799999999999998</c:v>
                </c:pt>
                <c:pt idx="1047">
                  <c:v>6.8099999999999969</c:v>
                </c:pt>
                <c:pt idx="1048">
                  <c:v>6.2499999999999973</c:v>
                </c:pt>
                <c:pt idx="1049">
                  <c:v>5.3099999999999978</c:v>
                </c:pt>
                <c:pt idx="1050">
                  <c:v>3.8600000000000021</c:v>
                </c:pt>
                <c:pt idx="1051">
                  <c:v>4.7099999999999973</c:v>
                </c:pt>
                <c:pt idx="1052">
                  <c:v>3.9800000000000004</c:v>
                </c:pt>
                <c:pt idx="1053">
                  <c:v>2.379999999999999</c:v>
                </c:pt>
                <c:pt idx="1054">
                  <c:v>2.4099999999999957</c:v>
                </c:pt>
                <c:pt idx="1055">
                  <c:v>3.0599999999999961</c:v>
                </c:pt>
                <c:pt idx="1056">
                  <c:v>2.37</c:v>
                </c:pt>
                <c:pt idx="1057">
                  <c:v>-0.69000000000000172</c:v>
                </c:pt>
                <c:pt idx="1058">
                  <c:v>-0.50999999999999934</c:v>
                </c:pt>
                <c:pt idx="1059">
                  <c:v>-1.9600000000000006</c:v>
                </c:pt>
                <c:pt idx="1060">
                  <c:v>-0.4400000000000015</c:v>
                </c:pt>
                <c:pt idx="1061">
                  <c:v>0.11999999999999789</c:v>
                </c:pt>
                <c:pt idx="1062">
                  <c:v>1.2350000000000028</c:v>
                </c:pt>
                <c:pt idx="1063">
                  <c:v>0.73000000000000287</c:v>
                </c:pt>
                <c:pt idx="1064">
                  <c:v>-3.5499999999999976</c:v>
                </c:pt>
                <c:pt idx="1065">
                  <c:v>-3.6549999999999971</c:v>
                </c:pt>
                <c:pt idx="1066">
                  <c:v>-3.3150000000000013</c:v>
                </c:pt>
                <c:pt idx="1067">
                  <c:v>-4.0150000000000023</c:v>
                </c:pt>
                <c:pt idx="1068">
                  <c:v>-2.165</c:v>
                </c:pt>
                <c:pt idx="1069">
                  <c:v>-3.4899999999999984</c:v>
                </c:pt>
                <c:pt idx="1070">
                  <c:v>-3.2899999999999983</c:v>
                </c:pt>
                <c:pt idx="1071">
                  <c:v>-0.54000000000000159</c:v>
                </c:pt>
                <c:pt idx="1072">
                  <c:v>-3.099999999999997</c:v>
                </c:pt>
                <c:pt idx="1073">
                  <c:v>-3.1799999999999997</c:v>
                </c:pt>
                <c:pt idx="1074">
                  <c:v>-4.3599999999999977</c:v>
                </c:pt>
                <c:pt idx="1075">
                  <c:v>-2.8999999999999968</c:v>
                </c:pt>
                <c:pt idx="1076">
                  <c:v>-2.1999999999999966</c:v>
                </c:pt>
                <c:pt idx="1077">
                  <c:v>-4.3499999999999979</c:v>
                </c:pt>
                <c:pt idx="1078">
                  <c:v>-3.7499999999999978</c:v>
                </c:pt>
                <c:pt idx="1079">
                  <c:v>-1.0000000000000009</c:v>
                </c:pt>
                <c:pt idx="1080">
                  <c:v>-1.2999999999999956</c:v>
                </c:pt>
                <c:pt idx="1081">
                  <c:v>-3.5999999999999979</c:v>
                </c:pt>
                <c:pt idx="1082">
                  <c:v>-0.50000000000000044</c:v>
                </c:pt>
                <c:pt idx="1083">
                  <c:v>-0.77999999999999736</c:v>
                </c:pt>
                <c:pt idx="1084">
                  <c:v>-0.15000000000000013</c:v>
                </c:pt>
                <c:pt idx="1085">
                  <c:v>-0.97499999999999809</c:v>
                </c:pt>
                <c:pt idx="1086">
                  <c:v>-4.34</c:v>
                </c:pt>
                <c:pt idx="1087">
                  <c:v>2.410000000000001</c:v>
                </c:pt>
                <c:pt idx="1088">
                  <c:v>0.61999999999999833</c:v>
                </c:pt>
                <c:pt idx="1089">
                  <c:v>1.0000000000000009</c:v>
                </c:pt>
                <c:pt idx="1090">
                  <c:v>3.2500000000000027</c:v>
                </c:pt>
                <c:pt idx="1091">
                  <c:v>3.4500000000000028</c:v>
                </c:pt>
                <c:pt idx="1092">
                  <c:v>2.8400000000000034</c:v>
                </c:pt>
                <c:pt idx="1093">
                  <c:v>4.0100000000000025</c:v>
                </c:pt>
                <c:pt idx="1094">
                  <c:v>3.9600000000000026</c:v>
                </c:pt>
                <c:pt idx="1095">
                  <c:v>5.5499999999999989</c:v>
                </c:pt>
                <c:pt idx="1096">
                  <c:v>5.2999999999999989</c:v>
                </c:pt>
                <c:pt idx="1097">
                  <c:v>5.8</c:v>
                </c:pt>
                <c:pt idx="1098">
                  <c:v>6.81</c:v>
                </c:pt>
                <c:pt idx="1099">
                  <c:v>7.3199999999999985</c:v>
                </c:pt>
                <c:pt idx="1100">
                  <c:v>7.5000000000000009</c:v>
                </c:pt>
                <c:pt idx="1101">
                  <c:v>6.9599999999999991</c:v>
                </c:pt>
                <c:pt idx="1102">
                  <c:v>5.9599999999999991</c:v>
                </c:pt>
                <c:pt idx="1103">
                  <c:v>7.3500000000000014</c:v>
                </c:pt>
                <c:pt idx="1104">
                  <c:v>6.8049999999999997</c:v>
                </c:pt>
                <c:pt idx="1105">
                  <c:v>4.0149999999999961</c:v>
                </c:pt>
                <c:pt idx="1106">
                  <c:v>3.3150000000000013</c:v>
                </c:pt>
                <c:pt idx="1107">
                  <c:v>5.8649999999999984</c:v>
                </c:pt>
                <c:pt idx="1108">
                  <c:v>3.6400000000000041</c:v>
                </c:pt>
                <c:pt idx="1109">
                  <c:v>2.2400000000000029</c:v>
                </c:pt>
                <c:pt idx="1110">
                  <c:v>3.1900000000000039</c:v>
                </c:pt>
                <c:pt idx="1111">
                  <c:v>2.3900000000000032</c:v>
                </c:pt>
                <c:pt idx="1112">
                  <c:v>3.5150000000000015</c:v>
                </c:pt>
                <c:pt idx="1113">
                  <c:v>3.9900000000000047</c:v>
                </c:pt>
                <c:pt idx="1114">
                  <c:v>1.8900000000000028</c:v>
                </c:pt>
                <c:pt idx="1115">
                  <c:v>2.5900000000000034</c:v>
                </c:pt>
                <c:pt idx="1116">
                  <c:v>3.8100000000000023</c:v>
                </c:pt>
                <c:pt idx="1117">
                  <c:v>3.9100000000000024</c:v>
                </c:pt>
                <c:pt idx="1118">
                  <c:v>3.6600000000000019</c:v>
                </c:pt>
                <c:pt idx="1119">
                  <c:v>2.4600000000000009</c:v>
                </c:pt>
              </c:numCache>
            </c:numRef>
          </c:val>
          <c:smooth val="0"/>
        </c:ser>
        <c:ser>
          <c:idx val="1"/>
          <c:order val="2"/>
          <c:tx>
            <c:v>SS2</c:v>
          </c:tx>
          <c:marker>
            <c:symbol val="none"/>
          </c:marker>
          <c:cat>
            <c:numRef>
              <c:f>'spot Repo vs libor'!$A$64:$A$1183</c:f>
              <c:numCache>
                <c:formatCode>d\-mmm\-yy</c:formatCode>
                <c:ptCount val="1120"/>
                <c:pt idx="0">
                  <c:v>40589</c:v>
                </c:pt>
                <c:pt idx="1">
                  <c:v>40590</c:v>
                </c:pt>
                <c:pt idx="2">
                  <c:v>40591</c:v>
                </c:pt>
                <c:pt idx="3">
                  <c:v>40592</c:v>
                </c:pt>
                <c:pt idx="4">
                  <c:v>40596</c:v>
                </c:pt>
                <c:pt idx="5">
                  <c:v>40597</c:v>
                </c:pt>
                <c:pt idx="6">
                  <c:v>40598</c:v>
                </c:pt>
                <c:pt idx="7">
                  <c:v>40599</c:v>
                </c:pt>
                <c:pt idx="8">
                  <c:v>40602</c:v>
                </c:pt>
                <c:pt idx="9">
                  <c:v>40603</c:v>
                </c:pt>
                <c:pt idx="10">
                  <c:v>40604</c:v>
                </c:pt>
                <c:pt idx="11">
                  <c:v>40605</c:v>
                </c:pt>
                <c:pt idx="12">
                  <c:v>40606</c:v>
                </c:pt>
                <c:pt idx="13">
                  <c:v>40609</c:v>
                </c:pt>
                <c:pt idx="14">
                  <c:v>40610</c:v>
                </c:pt>
                <c:pt idx="15">
                  <c:v>40611</c:v>
                </c:pt>
                <c:pt idx="16">
                  <c:v>40612</c:v>
                </c:pt>
                <c:pt idx="17">
                  <c:v>40613</c:v>
                </c:pt>
                <c:pt idx="18">
                  <c:v>40616</c:v>
                </c:pt>
                <c:pt idx="19">
                  <c:v>40617</c:v>
                </c:pt>
                <c:pt idx="20">
                  <c:v>40618</c:v>
                </c:pt>
                <c:pt idx="21">
                  <c:v>40619</c:v>
                </c:pt>
                <c:pt idx="22">
                  <c:v>40620</c:v>
                </c:pt>
                <c:pt idx="23">
                  <c:v>40623</c:v>
                </c:pt>
                <c:pt idx="24">
                  <c:v>40624</c:v>
                </c:pt>
                <c:pt idx="25">
                  <c:v>40625</c:v>
                </c:pt>
                <c:pt idx="26">
                  <c:v>40626</c:v>
                </c:pt>
                <c:pt idx="27">
                  <c:v>40627</c:v>
                </c:pt>
                <c:pt idx="28">
                  <c:v>40630</c:v>
                </c:pt>
                <c:pt idx="29">
                  <c:v>40631</c:v>
                </c:pt>
                <c:pt idx="30">
                  <c:v>40632</c:v>
                </c:pt>
                <c:pt idx="31">
                  <c:v>40633</c:v>
                </c:pt>
                <c:pt idx="32">
                  <c:v>40634</c:v>
                </c:pt>
                <c:pt idx="33">
                  <c:v>40637</c:v>
                </c:pt>
                <c:pt idx="34">
                  <c:v>40638</c:v>
                </c:pt>
                <c:pt idx="35">
                  <c:v>40639</c:v>
                </c:pt>
                <c:pt idx="36">
                  <c:v>40640</c:v>
                </c:pt>
                <c:pt idx="37">
                  <c:v>40641</c:v>
                </c:pt>
                <c:pt idx="38">
                  <c:v>40644</c:v>
                </c:pt>
                <c:pt idx="39">
                  <c:v>40645</c:v>
                </c:pt>
                <c:pt idx="40">
                  <c:v>40646</c:v>
                </c:pt>
                <c:pt idx="41">
                  <c:v>40647</c:v>
                </c:pt>
                <c:pt idx="42">
                  <c:v>40648</c:v>
                </c:pt>
                <c:pt idx="43">
                  <c:v>40651</c:v>
                </c:pt>
                <c:pt idx="44">
                  <c:v>40652</c:v>
                </c:pt>
                <c:pt idx="45">
                  <c:v>40653</c:v>
                </c:pt>
                <c:pt idx="46">
                  <c:v>40654</c:v>
                </c:pt>
                <c:pt idx="47">
                  <c:v>40659</c:v>
                </c:pt>
                <c:pt idx="48">
                  <c:v>40660</c:v>
                </c:pt>
                <c:pt idx="49">
                  <c:v>40661</c:v>
                </c:pt>
                <c:pt idx="50">
                  <c:v>40666</c:v>
                </c:pt>
                <c:pt idx="51">
                  <c:v>40667</c:v>
                </c:pt>
                <c:pt idx="52">
                  <c:v>40668</c:v>
                </c:pt>
                <c:pt idx="53">
                  <c:v>40669</c:v>
                </c:pt>
                <c:pt idx="54">
                  <c:v>40672</c:v>
                </c:pt>
                <c:pt idx="55">
                  <c:v>40673</c:v>
                </c:pt>
                <c:pt idx="56">
                  <c:v>40674</c:v>
                </c:pt>
                <c:pt idx="57">
                  <c:v>40675</c:v>
                </c:pt>
                <c:pt idx="58">
                  <c:v>40676</c:v>
                </c:pt>
                <c:pt idx="59">
                  <c:v>40679</c:v>
                </c:pt>
                <c:pt idx="60">
                  <c:v>40680</c:v>
                </c:pt>
                <c:pt idx="61">
                  <c:v>40681</c:v>
                </c:pt>
                <c:pt idx="62">
                  <c:v>40682</c:v>
                </c:pt>
                <c:pt idx="63">
                  <c:v>40683</c:v>
                </c:pt>
                <c:pt idx="64">
                  <c:v>40686</c:v>
                </c:pt>
                <c:pt idx="65">
                  <c:v>40687</c:v>
                </c:pt>
                <c:pt idx="66">
                  <c:v>40688</c:v>
                </c:pt>
                <c:pt idx="67">
                  <c:v>40689</c:v>
                </c:pt>
                <c:pt idx="68">
                  <c:v>40690</c:v>
                </c:pt>
                <c:pt idx="69">
                  <c:v>40694</c:v>
                </c:pt>
                <c:pt idx="70">
                  <c:v>40695</c:v>
                </c:pt>
                <c:pt idx="71">
                  <c:v>40696</c:v>
                </c:pt>
                <c:pt idx="72">
                  <c:v>40697</c:v>
                </c:pt>
                <c:pt idx="73">
                  <c:v>40700</c:v>
                </c:pt>
                <c:pt idx="74">
                  <c:v>40701</c:v>
                </c:pt>
                <c:pt idx="75">
                  <c:v>40702</c:v>
                </c:pt>
                <c:pt idx="76">
                  <c:v>40703</c:v>
                </c:pt>
                <c:pt idx="77">
                  <c:v>40704</c:v>
                </c:pt>
                <c:pt idx="78">
                  <c:v>40707</c:v>
                </c:pt>
                <c:pt idx="79">
                  <c:v>40708</c:v>
                </c:pt>
                <c:pt idx="80">
                  <c:v>40709</c:v>
                </c:pt>
                <c:pt idx="81">
                  <c:v>40710</c:v>
                </c:pt>
                <c:pt idx="82">
                  <c:v>40711</c:v>
                </c:pt>
                <c:pt idx="83">
                  <c:v>40714</c:v>
                </c:pt>
                <c:pt idx="84">
                  <c:v>40715</c:v>
                </c:pt>
                <c:pt idx="85">
                  <c:v>40716</c:v>
                </c:pt>
                <c:pt idx="86">
                  <c:v>40717</c:v>
                </c:pt>
                <c:pt idx="87">
                  <c:v>40718</c:v>
                </c:pt>
                <c:pt idx="88">
                  <c:v>40721</c:v>
                </c:pt>
                <c:pt idx="89">
                  <c:v>40722</c:v>
                </c:pt>
                <c:pt idx="90">
                  <c:v>40723</c:v>
                </c:pt>
                <c:pt idx="91">
                  <c:v>40724</c:v>
                </c:pt>
                <c:pt idx="92">
                  <c:v>40725</c:v>
                </c:pt>
                <c:pt idx="93">
                  <c:v>40729</c:v>
                </c:pt>
                <c:pt idx="94">
                  <c:v>40730</c:v>
                </c:pt>
                <c:pt idx="95">
                  <c:v>40731</c:v>
                </c:pt>
                <c:pt idx="96">
                  <c:v>40732</c:v>
                </c:pt>
                <c:pt idx="97">
                  <c:v>40735</c:v>
                </c:pt>
                <c:pt idx="98">
                  <c:v>40736</c:v>
                </c:pt>
                <c:pt idx="99">
                  <c:v>40737</c:v>
                </c:pt>
                <c:pt idx="100">
                  <c:v>40738</c:v>
                </c:pt>
                <c:pt idx="101">
                  <c:v>40739</c:v>
                </c:pt>
                <c:pt idx="102">
                  <c:v>40742</c:v>
                </c:pt>
                <c:pt idx="103">
                  <c:v>40743</c:v>
                </c:pt>
                <c:pt idx="104">
                  <c:v>40744</c:v>
                </c:pt>
                <c:pt idx="105">
                  <c:v>40745</c:v>
                </c:pt>
                <c:pt idx="106">
                  <c:v>40746</c:v>
                </c:pt>
                <c:pt idx="107">
                  <c:v>40749</c:v>
                </c:pt>
                <c:pt idx="108">
                  <c:v>40750</c:v>
                </c:pt>
                <c:pt idx="109">
                  <c:v>40751</c:v>
                </c:pt>
                <c:pt idx="110">
                  <c:v>40752</c:v>
                </c:pt>
                <c:pt idx="111">
                  <c:v>40753</c:v>
                </c:pt>
                <c:pt idx="112">
                  <c:v>40756</c:v>
                </c:pt>
                <c:pt idx="113">
                  <c:v>40757</c:v>
                </c:pt>
                <c:pt idx="114">
                  <c:v>40758</c:v>
                </c:pt>
                <c:pt idx="115">
                  <c:v>40759</c:v>
                </c:pt>
                <c:pt idx="116">
                  <c:v>40760</c:v>
                </c:pt>
                <c:pt idx="117">
                  <c:v>40763</c:v>
                </c:pt>
                <c:pt idx="118">
                  <c:v>40764</c:v>
                </c:pt>
                <c:pt idx="119">
                  <c:v>40765</c:v>
                </c:pt>
                <c:pt idx="120">
                  <c:v>40766</c:v>
                </c:pt>
                <c:pt idx="121">
                  <c:v>40767</c:v>
                </c:pt>
                <c:pt idx="122">
                  <c:v>40770</c:v>
                </c:pt>
                <c:pt idx="123">
                  <c:v>40771</c:v>
                </c:pt>
                <c:pt idx="124">
                  <c:v>40772</c:v>
                </c:pt>
                <c:pt idx="125">
                  <c:v>40773</c:v>
                </c:pt>
                <c:pt idx="126">
                  <c:v>40774</c:v>
                </c:pt>
                <c:pt idx="127">
                  <c:v>40777</c:v>
                </c:pt>
                <c:pt idx="128">
                  <c:v>40778</c:v>
                </c:pt>
                <c:pt idx="129">
                  <c:v>40779</c:v>
                </c:pt>
                <c:pt idx="130">
                  <c:v>40780</c:v>
                </c:pt>
                <c:pt idx="131">
                  <c:v>40781</c:v>
                </c:pt>
                <c:pt idx="132">
                  <c:v>40785</c:v>
                </c:pt>
                <c:pt idx="133">
                  <c:v>40786</c:v>
                </c:pt>
                <c:pt idx="134">
                  <c:v>40787</c:v>
                </c:pt>
                <c:pt idx="135">
                  <c:v>40788</c:v>
                </c:pt>
                <c:pt idx="136">
                  <c:v>40792</c:v>
                </c:pt>
                <c:pt idx="137">
                  <c:v>40793</c:v>
                </c:pt>
                <c:pt idx="138">
                  <c:v>40794</c:v>
                </c:pt>
                <c:pt idx="139">
                  <c:v>40795</c:v>
                </c:pt>
                <c:pt idx="140">
                  <c:v>40798</c:v>
                </c:pt>
                <c:pt idx="141">
                  <c:v>40799</c:v>
                </c:pt>
                <c:pt idx="142">
                  <c:v>40800</c:v>
                </c:pt>
                <c:pt idx="143">
                  <c:v>40801</c:v>
                </c:pt>
                <c:pt idx="144">
                  <c:v>40802</c:v>
                </c:pt>
                <c:pt idx="145">
                  <c:v>40805</c:v>
                </c:pt>
                <c:pt idx="146">
                  <c:v>40806</c:v>
                </c:pt>
                <c:pt idx="147">
                  <c:v>40807</c:v>
                </c:pt>
                <c:pt idx="148">
                  <c:v>40808</c:v>
                </c:pt>
                <c:pt idx="149">
                  <c:v>40809</c:v>
                </c:pt>
                <c:pt idx="150">
                  <c:v>40812</c:v>
                </c:pt>
                <c:pt idx="151">
                  <c:v>40813</c:v>
                </c:pt>
                <c:pt idx="152">
                  <c:v>40814</c:v>
                </c:pt>
                <c:pt idx="153">
                  <c:v>40815</c:v>
                </c:pt>
                <c:pt idx="154">
                  <c:v>40816</c:v>
                </c:pt>
                <c:pt idx="155">
                  <c:v>40819</c:v>
                </c:pt>
                <c:pt idx="156">
                  <c:v>40820</c:v>
                </c:pt>
                <c:pt idx="157">
                  <c:v>40821</c:v>
                </c:pt>
                <c:pt idx="158">
                  <c:v>40822</c:v>
                </c:pt>
                <c:pt idx="159">
                  <c:v>40823</c:v>
                </c:pt>
                <c:pt idx="160">
                  <c:v>40827</c:v>
                </c:pt>
                <c:pt idx="161">
                  <c:v>40828</c:v>
                </c:pt>
                <c:pt idx="162">
                  <c:v>40829</c:v>
                </c:pt>
                <c:pt idx="163">
                  <c:v>40830</c:v>
                </c:pt>
                <c:pt idx="164">
                  <c:v>40833</c:v>
                </c:pt>
                <c:pt idx="165">
                  <c:v>40834</c:v>
                </c:pt>
                <c:pt idx="166">
                  <c:v>40835</c:v>
                </c:pt>
                <c:pt idx="167">
                  <c:v>40836</c:v>
                </c:pt>
                <c:pt idx="168">
                  <c:v>40837</c:v>
                </c:pt>
                <c:pt idx="169">
                  <c:v>40840</c:v>
                </c:pt>
                <c:pt idx="170">
                  <c:v>40841</c:v>
                </c:pt>
                <c:pt idx="171">
                  <c:v>40842</c:v>
                </c:pt>
                <c:pt idx="172">
                  <c:v>40843</c:v>
                </c:pt>
                <c:pt idx="173">
                  <c:v>40844</c:v>
                </c:pt>
                <c:pt idx="174">
                  <c:v>40847</c:v>
                </c:pt>
                <c:pt idx="175">
                  <c:v>40848</c:v>
                </c:pt>
                <c:pt idx="176">
                  <c:v>40849</c:v>
                </c:pt>
                <c:pt idx="177">
                  <c:v>40850</c:v>
                </c:pt>
                <c:pt idx="178">
                  <c:v>40851</c:v>
                </c:pt>
                <c:pt idx="179">
                  <c:v>40854</c:v>
                </c:pt>
                <c:pt idx="180">
                  <c:v>40855</c:v>
                </c:pt>
                <c:pt idx="181">
                  <c:v>40856</c:v>
                </c:pt>
                <c:pt idx="182">
                  <c:v>40857</c:v>
                </c:pt>
                <c:pt idx="183">
                  <c:v>40861</c:v>
                </c:pt>
                <c:pt idx="184">
                  <c:v>40862</c:v>
                </c:pt>
                <c:pt idx="185">
                  <c:v>40863</c:v>
                </c:pt>
                <c:pt idx="186">
                  <c:v>40864</c:v>
                </c:pt>
                <c:pt idx="187">
                  <c:v>40865</c:v>
                </c:pt>
                <c:pt idx="188">
                  <c:v>40868</c:v>
                </c:pt>
                <c:pt idx="189">
                  <c:v>40869</c:v>
                </c:pt>
                <c:pt idx="190">
                  <c:v>40870</c:v>
                </c:pt>
                <c:pt idx="191">
                  <c:v>40872</c:v>
                </c:pt>
                <c:pt idx="192">
                  <c:v>40875</c:v>
                </c:pt>
                <c:pt idx="193">
                  <c:v>40876</c:v>
                </c:pt>
                <c:pt idx="194">
                  <c:v>40877</c:v>
                </c:pt>
                <c:pt idx="195">
                  <c:v>40878</c:v>
                </c:pt>
                <c:pt idx="196">
                  <c:v>40879</c:v>
                </c:pt>
                <c:pt idx="197">
                  <c:v>40882</c:v>
                </c:pt>
                <c:pt idx="198">
                  <c:v>40883</c:v>
                </c:pt>
                <c:pt idx="199">
                  <c:v>40884</c:v>
                </c:pt>
                <c:pt idx="200">
                  <c:v>40885</c:v>
                </c:pt>
                <c:pt idx="201">
                  <c:v>40886</c:v>
                </c:pt>
                <c:pt idx="202">
                  <c:v>40889</c:v>
                </c:pt>
                <c:pt idx="203">
                  <c:v>40890</c:v>
                </c:pt>
                <c:pt idx="204">
                  <c:v>40891</c:v>
                </c:pt>
                <c:pt idx="205">
                  <c:v>40892</c:v>
                </c:pt>
                <c:pt idx="206">
                  <c:v>40893</c:v>
                </c:pt>
                <c:pt idx="207">
                  <c:v>40896</c:v>
                </c:pt>
                <c:pt idx="208">
                  <c:v>40897</c:v>
                </c:pt>
                <c:pt idx="209">
                  <c:v>40898</c:v>
                </c:pt>
                <c:pt idx="210">
                  <c:v>40899</c:v>
                </c:pt>
                <c:pt idx="211">
                  <c:v>40900</c:v>
                </c:pt>
                <c:pt idx="212">
                  <c:v>40905</c:v>
                </c:pt>
                <c:pt idx="213">
                  <c:v>40906</c:v>
                </c:pt>
                <c:pt idx="214">
                  <c:v>40907</c:v>
                </c:pt>
                <c:pt idx="215">
                  <c:v>40911</c:v>
                </c:pt>
                <c:pt idx="216">
                  <c:v>40912</c:v>
                </c:pt>
                <c:pt idx="217">
                  <c:v>40913</c:v>
                </c:pt>
                <c:pt idx="218">
                  <c:v>40914</c:v>
                </c:pt>
                <c:pt idx="219">
                  <c:v>40917</c:v>
                </c:pt>
                <c:pt idx="220">
                  <c:v>40918</c:v>
                </c:pt>
                <c:pt idx="221">
                  <c:v>40919</c:v>
                </c:pt>
                <c:pt idx="222">
                  <c:v>40920</c:v>
                </c:pt>
                <c:pt idx="223">
                  <c:v>40921</c:v>
                </c:pt>
                <c:pt idx="224">
                  <c:v>40925</c:v>
                </c:pt>
                <c:pt idx="225">
                  <c:v>40926</c:v>
                </c:pt>
                <c:pt idx="226">
                  <c:v>40927</c:v>
                </c:pt>
                <c:pt idx="227">
                  <c:v>40928</c:v>
                </c:pt>
                <c:pt idx="228">
                  <c:v>40931</c:v>
                </c:pt>
                <c:pt idx="229">
                  <c:v>40932</c:v>
                </c:pt>
                <c:pt idx="230">
                  <c:v>40933</c:v>
                </c:pt>
                <c:pt idx="231">
                  <c:v>40934</c:v>
                </c:pt>
                <c:pt idx="232">
                  <c:v>40935</c:v>
                </c:pt>
                <c:pt idx="233">
                  <c:v>40938</c:v>
                </c:pt>
                <c:pt idx="234">
                  <c:v>40939</c:v>
                </c:pt>
                <c:pt idx="235">
                  <c:v>40940</c:v>
                </c:pt>
                <c:pt idx="236">
                  <c:v>40941</c:v>
                </c:pt>
                <c:pt idx="237">
                  <c:v>40942</c:v>
                </c:pt>
                <c:pt idx="238">
                  <c:v>40945</c:v>
                </c:pt>
                <c:pt idx="239">
                  <c:v>40946</c:v>
                </c:pt>
                <c:pt idx="240">
                  <c:v>40947</c:v>
                </c:pt>
                <c:pt idx="241">
                  <c:v>40948</c:v>
                </c:pt>
                <c:pt idx="242">
                  <c:v>40949</c:v>
                </c:pt>
                <c:pt idx="243">
                  <c:v>40952</c:v>
                </c:pt>
                <c:pt idx="244">
                  <c:v>40953</c:v>
                </c:pt>
                <c:pt idx="245">
                  <c:v>40954</c:v>
                </c:pt>
                <c:pt idx="246">
                  <c:v>40955</c:v>
                </c:pt>
                <c:pt idx="247">
                  <c:v>40956</c:v>
                </c:pt>
                <c:pt idx="248">
                  <c:v>40960</c:v>
                </c:pt>
                <c:pt idx="249">
                  <c:v>40961</c:v>
                </c:pt>
                <c:pt idx="250">
                  <c:v>40962</c:v>
                </c:pt>
                <c:pt idx="251">
                  <c:v>40963</c:v>
                </c:pt>
                <c:pt idx="252">
                  <c:v>40966</c:v>
                </c:pt>
                <c:pt idx="253">
                  <c:v>40967</c:v>
                </c:pt>
                <c:pt idx="254">
                  <c:v>40968</c:v>
                </c:pt>
                <c:pt idx="255">
                  <c:v>40969</c:v>
                </c:pt>
                <c:pt idx="256">
                  <c:v>40970</c:v>
                </c:pt>
                <c:pt idx="257">
                  <c:v>40973</c:v>
                </c:pt>
                <c:pt idx="258">
                  <c:v>40974</c:v>
                </c:pt>
                <c:pt idx="259">
                  <c:v>40975</c:v>
                </c:pt>
                <c:pt idx="260">
                  <c:v>40976</c:v>
                </c:pt>
                <c:pt idx="261">
                  <c:v>40977</c:v>
                </c:pt>
                <c:pt idx="262">
                  <c:v>40980</c:v>
                </c:pt>
                <c:pt idx="263">
                  <c:v>40981</c:v>
                </c:pt>
                <c:pt idx="264">
                  <c:v>40982</c:v>
                </c:pt>
                <c:pt idx="265">
                  <c:v>40983</c:v>
                </c:pt>
                <c:pt idx="266">
                  <c:v>40984</c:v>
                </c:pt>
                <c:pt idx="267">
                  <c:v>40987</c:v>
                </c:pt>
                <c:pt idx="268">
                  <c:v>40988</c:v>
                </c:pt>
                <c:pt idx="269">
                  <c:v>40989</c:v>
                </c:pt>
                <c:pt idx="270">
                  <c:v>40990</c:v>
                </c:pt>
                <c:pt idx="271">
                  <c:v>40991</c:v>
                </c:pt>
                <c:pt idx="272">
                  <c:v>40994</c:v>
                </c:pt>
                <c:pt idx="273">
                  <c:v>40995</c:v>
                </c:pt>
                <c:pt idx="274">
                  <c:v>40996</c:v>
                </c:pt>
                <c:pt idx="275">
                  <c:v>40997</c:v>
                </c:pt>
                <c:pt idx="276">
                  <c:v>40998</c:v>
                </c:pt>
                <c:pt idx="277">
                  <c:v>41001</c:v>
                </c:pt>
                <c:pt idx="278">
                  <c:v>41002</c:v>
                </c:pt>
                <c:pt idx="279">
                  <c:v>41003</c:v>
                </c:pt>
                <c:pt idx="280">
                  <c:v>41004</c:v>
                </c:pt>
                <c:pt idx="281">
                  <c:v>41009</c:v>
                </c:pt>
                <c:pt idx="282">
                  <c:v>41010</c:v>
                </c:pt>
                <c:pt idx="283">
                  <c:v>41011</c:v>
                </c:pt>
                <c:pt idx="284">
                  <c:v>41012</c:v>
                </c:pt>
                <c:pt idx="285">
                  <c:v>41015</c:v>
                </c:pt>
                <c:pt idx="286">
                  <c:v>41016</c:v>
                </c:pt>
                <c:pt idx="287">
                  <c:v>41017</c:v>
                </c:pt>
                <c:pt idx="288">
                  <c:v>41018</c:v>
                </c:pt>
                <c:pt idx="289">
                  <c:v>41019</c:v>
                </c:pt>
                <c:pt idx="290">
                  <c:v>41022</c:v>
                </c:pt>
                <c:pt idx="291">
                  <c:v>41023</c:v>
                </c:pt>
                <c:pt idx="292">
                  <c:v>41024</c:v>
                </c:pt>
                <c:pt idx="293">
                  <c:v>41025</c:v>
                </c:pt>
                <c:pt idx="294">
                  <c:v>41026</c:v>
                </c:pt>
                <c:pt idx="295">
                  <c:v>41029</c:v>
                </c:pt>
                <c:pt idx="296">
                  <c:v>41030</c:v>
                </c:pt>
                <c:pt idx="297">
                  <c:v>41031</c:v>
                </c:pt>
                <c:pt idx="298">
                  <c:v>41032</c:v>
                </c:pt>
                <c:pt idx="299">
                  <c:v>41033</c:v>
                </c:pt>
                <c:pt idx="300">
                  <c:v>41037</c:v>
                </c:pt>
                <c:pt idx="301">
                  <c:v>41038</c:v>
                </c:pt>
                <c:pt idx="302">
                  <c:v>41039</c:v>
                </c:pt>
                <c:pt idx="303">
                  <c:v>41040</c:v>
                </c:pt>
                <c:pt idx="304">
                  <c:v>41043</c:v>
                </c:pt>
                <c:pt idx="305">
                  <c:v>41044</c:v>
                </c:pt>
                <c:pt idx="306">
                  <c:v>41045</c:v>
                </c:pt>
                <c:pt idx="307">
                  <c:v>41046</c:v>
                </c:pt>
                <c:pt idx="308">
                  <c:v>41047</c:v>
                </c:pt>
                <c:pt idx="309">
                  <c:v>41050</c:v>
                </c:pt>
                <c:pt idx="310">
                  <c:v>41051</c:v>
                </c:pt>
                <c:pt idx="311">
                  <c:v>41052</c:v>
                </c:pt>
                <c:pt idx="312">
                  <c:v>41053</c:v>
                </c:pt>
                <c:pt idx="313">
                  <c:v>41054</c:v>
                </c:pt>
                <c:pt idx="314">
                  <c:v>41058</c:v>
                </c:pt>
                <c:pt idx="315">
                  <c:v>41059</c:v>
                </c:pt>
                <c:pt idx="316">
                  <c:v>41060</c:v>
                </c:pt>
                <c:pt idx="317">
                  <c:v>41061</c:v>
                </c:pt>
                <c:pt idx="318">
                  <c:v>41066</c:v>
                </c:pt>
                <c:pt idx="319">
                  <c:v>41067</c:v>
                </c:pt>
                <c:pt idx="320">
                  <c:v>41068</c:v>
                </c:pt>
                <c:pt idx="321">
                  <c:v>41071</c:v>
                </c:pt>
                <c:pt idx="322">
                  <c:v>41072</c:v>
                </c:pt>
                <c:pt idx="323">
                  <c:v>41073</c:v>
                </c:pt>
                <c:pt idx="324">
                  <c:v>41074</c:v>
                </c:pt>
                <c:pt idx="325">
                  <c:v>41075</c:v>
                </c:pt>
                <c:pt idx="326">
                  <c:v>41078</c:v>
                </c:pt>
                <c:pt idx="327">
                  <c:v>41079</c:v>
                </c:pt>
                <c:pt idx="328">
                  <c:v>41080</c:v>
                </c:pt>
                <c:pt idx="329">
                  <c:v>41081</c:v>
                </c:pt>
                <c:pt idx="330">
                  <c:v>41082</c:v>
                </c:pt>
                <c:pt idx="331">
                  <c:v>41085</c:v>
                </c:pt>
                <c:pt idx="332">
                  <c:v>41086</c:v>
                </c:pt>
                <c:pt idx="333">
                  <c:v>41087</c:v>
                </c:pt>
                <c:pt idx="334">
                  <c:v>41088</c:v>
                </c:pt>
                <c:pt idx="335">
                  <c:v>41089</c:v>
                </c:pt>
                <c:pt idx="336">
                  <c:v>41092</c:v>
                </c:pt>
                <c:pt idx="337">
                  <c:v>41093</c:v>
                </c:pt>
                <c:pt idx="338">
                  <c:v>41095</c:v>
                </c:pt>
                <c:pt idx="339">
                  <c:v>41096</c:v>
                </c:pt>
                <c:pt idx="340">
                  <c:v>41099</c:v>
                </c:pt>
                <c:pt idx="341">
                  <c:v>41100</c:v>
                </c:pt>
                <c:pt idx="342">
                  <c:v>41101</c:v>
                </c:pt>
                <c:pt idx="343">
                  <c:v>41102</c:v>
                </c:pt>
                <c:pt idx="344">
                  <c:v>41103</c:v>
                </c:pt>
                <c:pt idx="345">
                  <c:v>41106</c:v>
                </c:pt>
                <c:pt idx="346">
                  <c:v>41107</c:v>
                </c:pt>
                <c:pt idx="347">
                  <c:v>41108</c:v>
                </c:pt>
                <c:pt idx="348">
                  <c:v>41109</c:v>
                </c:pt>
                <c:pt idx="349">
                  <c:v>41110</c:v>
                </c:pt>
                <c:pt idx="350">
                  <c:v>41113</c:v>
                </c:pt>
                <c:pt idx="351">
                  <c:v>41114</c:v>
                </c:pt>
                <c:pt idx="352">
                  <c:v>41115</c:v>
                </c:pt>
                <c:pt idx="353">
                  <c:v>41116</c:v>
                </c:pt>
                <c:pt idx="354">
                  <c:v>41117</c:v>
                </c:pt>
                <c:pt idx="355">
                  <c:v>41120</c:v>
                </c:pt>
                <c:pt idx="356">
                  <c:v>41121</c:v>
                </c:pt>
                <c:pt idx="357">
                  <c:v>41122</c:v>
                </c:pt>
                <c:pt idx="358">
                  <c:v>41123</c:v>
                </c:pt>
                <c:pt idx="359">
                  <c:v>41124</c:v>
                </c:pt>
                <c:pt idx="360">
                  <c:v>41127</c:v>
                </c:pt>
                <c:pt idx="361">
                  <c:v>41128</c:v>
                </c:pt>
                <c:pt idx="362">
                  <c:v>41129</c:v>
                </c:pt>
                <c:pt idx="363">
                  <c:v>41130</c:v>
                </c:pt>
                <c:pt idx="364">
                  <c:v>41131</c:v>
                </c:pt>
                <c:pt idx="365">
                  <c:v>41134</c:v>
                </c:pt>
                <c:pt idx="366">
                  <c:v>41135</c:v>
                </c:pt>
                <c:pt idx="367">
                  <c:v>41136</c:v>
                </c:pt>
                <c:pt idx="368">
                  <c:v>41137</c:v>
                </c:pt>
                <c:pt idx="369">
                  <c:v>41138</c:v>
                </c:pt>
                <c:pt idx="370">
                  <c:v>41141</c:v>
                </c:pt>
                <c:pt idx="371">
                  <c:v>41142</c:v>
                </c:pt>
                <c:pt idx="372">
                  <c:v>41143</c:v>
                </c:pt>
                <c:pt idx="373">
                  <c:v>41144</c:v>
                </c:pt>
                <c:pt idx="374">
                  <c:v>41145</c:v>
                </c:pt>
                <c:pt idx="375">
                  <c:v>41149</c:v>
                </c:pt>
                <c:pt idx="376">
                  <c:v>41150</c:v>
                </c:pt>
                <c:pt idx="377">
                  <c:v>41151</c:v>
                </c:pt>
                <c:pt idx="378">
                  <c:v>41152</c:v>
                </c:pt>
                <c:pt idx="379">
                  <c:v>41156</c:v>
                </c:pt>
                <c:pt idx="380">
                  <c:v>41157</c:v>
                </c:pt>
                <c:pt idx="381">
                  <c:v>41158</c:v>
                </c:pt>
                <c:pt idx="382">
                  <c:v>41159</c:v>
                </c:pt>
                <c:pt idx="383">
                  <c:v>41162</c:v>
                </c:pt>
                <c:pt idx="384">
                  <c:v>41163</c:v>
                </c:pt>
                <c:pt idx="385">
                  <c:v>41164</c:v>
                </c:pt>
                <c:pt idx="386">
                  <c:v>41165</c:v>
                </c:pt>
                <c:pt idx="387">
                  <c:v>41166</c:v>
                </c:pt>
                <c:pt idx="388">
                  <c:v>41169</c:v>
                </c:pt>
                <c:pt idx="389">
                  <c:v>41170</c:v>
                </c:pt>
                <c:pt idx="390">
                  <c:v>41171</c:v>
                </c:pt>
                <c:pt idx="391">
                  <c:v>41172</c:v>
                </c:pt>
                <c:pt idx="392">
                  <c:v>41173</c:v>
                </c:pt>
                <c:pt idx="393">
                  <c:v>41176</c:v>
                </c:pt>
                <c:pt idx="394">
                  <c:v>41177</c:v>
                </c:pt>
                <c:pt idx="395">
                  <c:v>41178</c:v>
                </c:pt>
                <c:pt idx="396">
                  <c:v>41179</c:v>
                </c:pt>
                <c:pt idx="397">
                  <c:v>41180</c:v>
                </c:pt>
                <c:pt idx="398">
                  <c:v>41183</c:v>
                </c:pt>
                <c:pt idx="399">
                  <c:v>41184</c:v>
                </c:pt>
                <c:pt idx="400">
                  <c:v>41185</c:v>
                </c:pt>
                <c:pt idx="401">
                  <c:v>41186</c:v>
                </c:pt>
                <c:pt idx="402">
                  <c:v>41187</c:v>
                </c:pt>
                <c:pt idx="403">
                  <c:v>41191</c:v>
                </c:pt>
                <c:pt idx="404">
                  <c:v>41192</c:v>
                </c:pt>
                <c:pt idx="405">
                  <c:v>41193</c:v>
                </c:pt>
                <c:pt idx="406">
                  <c:v>41194</c:v>
                </c:pt>
                <c:pt idx="407">
                  <c:v>41197</c:v>
                </c:pt>
                <c:pt idx="408">
                  <c:v>41198</c:v>
                </c:pt>
                <c:pt idx="409">
                  <c:v>41199</c:v>
                </c:pt>
                <c:pt idx="410">
                  <c:v>41200</c:v>
                </c:pt>
                <c:pt idx="411">
                  <c:v>41201</c:v>
                </c:pt>
                <c:pt idx="412">
                  <c:v>41204</c:v>
                </c:pt>
                <c:pt idx="413">
                  <c:v>41205</c:v>
                </c:pt>
                <c:pt idx="414">
                  <c:v>41206</c:v>
                </c:pt>
                <c:pt idx="415">
                  <c:v>41207</c:v>
                </c:pt>
                <c:pt idx="416">
                  <c:v>41208</c:v>
                </c:pt>
                <c:pt idx="417">
                  <c:v>41211</c:v>
                </c:pt>
                <c:pt idx="418">
                  <c:v>41213</c:v>
                </c:pt>
                <c:pt idx="419">
                  <c:v>41214</c:v>
                </c:pt>
                <c:pt idx="420">
                  <c:v>41215</c:v>
                </c:pt>
                <c:pt idx="421">
                  <c:v>41218</c:v>
                </c:pt>
                <c:pt idx="422">
                  <c:v>41219</c:v>
                </c:pt>
                <c:pt idx="423">
                  <c:v>41220</c:v>
                </c:pt>
                <c:pt idx="424">
                  <c:v>41221</c:v>
                </c:pt>
                <c:pt idx="425">
                  <c:v>41222</c:v>
                </c:pt>
                <c:pt idx="426">
                  <c:v>41226</c:v>
                </c:pt>
                <c:pt idx="427">
                  <c:v>41227</c:v>
                </c:pt>
                <c:pt idx="428">
                  <c:v>41228</c:v>
                </c:pt>
                <c:pt idx="429">
                  <c:v>41229</c:v>
                </c:pt>
                <c:pt idx="430">
                  <c:v>41232</c:v>
                </c:pt>
                <c:pt idx="431">
                  <c:v>41233</c:v>
                </c:pt>
                <c:pt idx="432">
                  <c:v>41234</c:v>
                </c:pt>
                <c:pt idx="433">
                  <c:v>41236</c:v>
                </c:pt>
                <c:pt idx="434">
                  <c:v>41239</c:v>
                </c:pt>
                <c:pt idx="435">
                  <c:v>41240</c:v>
                </c:pt>
                <c:pt idx="436">
                  <c:v>41241</c:v>
                </c:pt>
                <c:pt idx="437">
                  <c:v>41242</c:v>
                </c:pt>
                <c:pt idx="438">
                  <c:v>41243</c:v>
                </c:pt>
                <c:pt idx="439">
                  <c:v>41246</c:v>
                </c:pt>
                <c:pt idx="440">
                  <c:v>41247</c:v>
                </c:pt>
                <c:pt idx="441">
                  <c:v>41248</c:v>
                </c:pt>
                <c:pt idx="442">
                  <c:v>41249</c:v>
                </c:pt>
                <c:pt idx="443">
                  <c:v>41250</c:v>
                </c:pt>
                <c:pt idx="444">
                  <c:v>41253</c:v>
                </c:pt>
                <c:pt idx="445">
                  <c:v>41254</c:v>
                </c:pt>
                <c:pt idx="446">
                  <c:v>41255</c:v>
                </c:pt>
                <c:pt idx="447">
                  <c:v>41256</c:v>
                </c:pt>
                <c:pt idx="448">
                  <c:v>41257</c:v>
                </c:pt>
                <c:pt idx="449">
                  <c:v>41260</c:v>
                </c:pt>
                <c:pt idx="450">
                  <c:v>41261</c:v>
                </c:pt>
                <c:pt idx="451">
                  <c:v>41262</c:v>
                </c:pt>
                <c:pt idx="452">
                  <c:v>41263</c:v>
                </c:pt>
                <c:pt idx="453">
                  <c:v>41264</c:v>
                </c:pt>
                <c:pt idx="454">
                  <c:v>41267</c:v>
                </c:pt>
                <c:pt idx="455">
                  <c:v>41270</c:v>
                </c:pt>
                <c:pt idx="456">
                  <c:v>41271</c:v>
                </c:pt>
                <c:pt idx="457">
                  <c:v>41274</c:v>
                </c:pt>
                <c:pt idx="458">
                  <c:v>41276</c:v>
                </c:pt>
                <c:pt idx="459">
                  <c:v>41277</c:v>
                </c:pt>
                <c:pt idx="460">
                  <c:v>41278</c:v>
                </c:pt>
                <c:pt idx="461">
                  <c:v>41281</c:v>
                </c:pt>
                <c:pt idx="462">
                  <c:v>41282</c:v>
                </c:pt>
                <c:pt idx="463">
                  <c:v>41283</c:v>
                </c:pt>
                <c:pt idx="464">
                  <c:v>41284</c:v>
                </c:pt>
                <c:pt idx="465">
                  <c:v>41285</c:v>
                </c:pt>
                <c:pt idx="466">
                  <c:v>41288</c:v>
                </c:pt>
                <c:pt idx="467">
                  <c:v>41289</c:v>
                </c:pt>
                <c:pt idx="468">
                  <c:v>41290</c:v>
                </c:pt>
                <c:pt idx="469">
                  <c:v>41291</c:v>
                </c:pt>
                <c:pt idx="470">
                  <c:v>41292</c:v>
                </c:pt>
                <c:pt idx="471">
                  <c:v>41296</c:v>
                </c:pt>
                <c:pt idx="472">
                  <c:v>41297</c:v>
                </c:pt>
                <c:pt idx="473">
                  <c:v>41298</c:v>
                </c:pt>
                <c:pt idx="474">
                  <c:v>41299</c:v>
                </c:pt>
                <c:pt idx="475">
                  <c:v>41302</c:v>
                </c:pt>
                <c:pt idx="476">
                  <c:v>41303</c:v>
                </c:pt>
                <c:pt idx="477">
                  <c:v>41304</c:v>
                </c:pt>
                <c:pt idx="478">
                  <c:v>41305</c:v>
                </c:pt>
                <c:pt idx="479">
                  <c:v>41306</c:v>
                </c:pt>
                <c:pt idx="480">
                  <c:v>41309</c:v>
                </c:pt>
                <c:pt idx="481">
                  <c:v>41310</c:v>
                </c:pt>
                <c:pt idx="482">
                  <c:v>41311</c:v>
                </c:pt>
                <c:pt idx="483">
                  <c:v>41312</c:v>
                </c:pt>
                <c:pt idx="484">
                  <c:v>41313</c:v>
                </c:pt>
                <c:pt idx="485">
                  <c:v>41316</c:v>
                </c:pt>
                <c:pt idx="486">
                  <c:v>41317</c:v>
                </c:pt>
                <c:pt idx="487">
                  <c:v>41318</c:v>
                </c:pt>
                <c:pt idx="488">
                  <c:v>41319</c:v>
                </c:pt>
                <c:pt idx="489">
                  <c:v>41320</c:v>
                </c:pt>
                <c:pt idx="490">
                  <c:v>41324</c:v>
                </c:pt>
                <c:pt idx="491">
                  <c:v>41325</c:v>
                </c:pt>
                <c:pt idx="492">
                  <c:v>41326</c:v>
                </c:pt>
                <c:pt idx="493">
                  <c:v>41327</c:v>
                </c:pt>
                <c:pt idx="494">
                  <c:v>41330</c:v>
                </c:pt>
                <c:pt idx="495">
                  <c:v>41331</c:v>
                </c:pt>
                <c:pt idx="496">
                  <c:v>41332</c:v>
                </c:pt>
                <c:pt idx="497">
                  <c:v>41333</c:v>
                </c:pt>
                <c:pt idx="498">
                  <c:v>41334</c:v>
                </c:pt>
                <c:pt idx="499">
                  <c:v>41337</c:v>
                </c:pt>
                <c:pt idx="500">
                  <c:v>41338</c:v>
                </c:pt>
                <c:pt idx="501">
                  <c:v>41339</c:v>
                </c:pt>
                <c:pt idx="502">
                  <c:v>41340</c:v>
                </c:pt>
                <c:pt idx="503">
                  <c:v>41341</c:v>
                </c:pt>
                <c:pt idx="504">
                  <c:v>41344</c:v>
                </c:pt>
                <c:pt idx="505">
                  <c:v>41345</c:v>
                </c:pt>
                <c:pt idx="506">
                  <c:v>41346</c:v>
                </c:pt>
                <c:pt idx="507">
                  <c:v>41347</c:v>
                </c:pt>
                <c:pt idx="508">
                  <c:v>41348</c:v>
                </c:pt>
                <c:pt idx="509">
                  <c:v>41351</c:v>
                </c:pt>
                <c:pt idx="510">
                  <c:v>41352</c:v>
                </c:pt>
                <c:pt idx="511">
                  <c:v>41353</c:v>
                </c:pt>
                <c:pt idx="512">
                  <c:v>41354</c:v>
                </c:pt>
                <c:pt idx="513">
                  <c:v>41355</c:v>
                </c:pt>
                <c:pt idx="514">
                  <c:v>41358</c:v>
                </c:pt>
                <c:pt idx="515">
                  <c:v>41359</c:v>
                </c:pt>
                <c:pt idx="516">
                  <c:v>41360</c:v>
                </c:pt>
                <c:pt idx="517">
                  <c:v>41366</c:v>
                </c:pt>
                <c:pt idx="518">
                  <c:v>41367</c:v>
                </c:pt>
                <c:pt idx="519">
                  <c:v>41368</c:v>
                </c:pt>
                <c:pt idx="520">
                  <c:v>41369</c:v>
                </c:pt>
                <c:pt idx="521">
                  <c:v>41372</c:v>
                </c:pt>
                <c:pt idx="522">
                  <c:v>41373</c:v>
                </c:pt>
                <c:pt idx="523">
                  <c:v>41374</c:v>
                </c:pt>
                <c:pt idx="524">
                  <c:v>41375</c:v>
                </c:pt>
                <c:pt idx="525">
                  <c:v>41376</c:v>
                </c:pt>
                <c:pt idx="526">
                  <c:v>41379</c:v>
                </c:pt>
                <c:pt idx="527">
                  <c:v>41380</c:v>
                </c:pt>
                <c:pt idx="528">
                  <c:v>41381</c:v>
                </c:pt>
                <c:pt idx="529">
                  <c:v>41382</c:v>
                </c:pt>
                <c:pt idx="530">
                  <c:v>41383</c:v>
                </c:pt>
                <c:pt idx="531">
                  <c:v>41386</c:v>
                </c:pt>
                <c:pt idx="532">
                  <c:v>41387</c:v>
                </c:pt>
                <c:pt idx="533">
                  <c:v>41388</c:v>
                </c:pt>
                <c:pt idx="534">
                  <c:v>41389</c:v>
                </c:pt>
                <c:pt idx="535">
                  <c:v>41390</c:v>
                </c:pt>
                <c:pt idx="536">
                  <c:v>41393</c:v>
                </c:pt>
                <c:pt idx="537">
                  <c:v>41394</c:v>
                </c:pt>
                <c:pt idx="538">
                  <c:v>41396</c:v>
                </c:pt>
                <c:pt idx="539">
                  <c:v>41397</c:v>
                </c:pt>
                <c:pt idx="540">
                  <c:v>41401</c:v>
                </c:pt>
                <c:pt idx="541">
                  <c:v>41402</c:v>
                </c:pt>
                <c:pt idx="542">
                  <c:v>41403</c:v>
                </c:pt>
                <c:pt idx="543">
                  <c:v>41404</c:v>
                </c:pt>
                <c:pt idx="544">
                  <c:v>41407</c:v>
                </c:pt>
                <c:pt idx="545">
                  <c:v>41408</c:v>
                </c:pt>
                <c:pt idx="546">
                  <c:v>41409</c:v>
                </c:pt>
                <c:pt idx="547">
                  <c:v>41410</c:v>
                </c:pt>
                <c:pt idx="548">
                  <c:v>41411</c:v>
                </c:pt>
                <c:pt idx="549">
                  <c:v>41414</c:v>
                </c:pt>
                <c:pt idx="550">
                  <c:v>41415</c:v>
                </c:pt>
                <c:pt idx="551">
                  <c:v>41416</c:v>
                </c:pt>
                <c:pt idx="552">
                  <c:v>41417</c:v>
                </c:pt>
                <c:pt idx="553">
                  <c:v>41422</c:v>
                </c:pt>
                <c:pt idx="554">
                  <c:v>41423</c:v>
                </c:pt>
                <c:pt idx="555">
                  <c:v>41424</c:v>
                </c:pt>
                <c:pt idx="556">
                  <c:v>41425</c:v>
                </c:pt>
                <c:pt idx="557">
                  <c:v>41428</c:v>
                </c:pt>
                <c:pt idx="558">
                  <c:v>41429</c:v>
                </c:pt>
                <c:pt idx="559">
                  <c:v>41430</c:v>
                </c:pt>
                <c:pt idx="560">
                  <c:v>41431</c:v>
                </c:pt>
                <c:pt idx="561">
                  <c:v>41432</c:v>
                </c:pt>
                <c:pt idx="562">
                  <c:v>41435</c:v>
                </c:pt>
                <c:pt idx="563">
                  <c:v>41436</c:v>
                </c:pt>
                <c:pt idx="564">
                  <c:v>41437</c:v>
                </c:pt>
                <c:pt idx="565">
                  <c:v>41438</c:v>
                </c:pt>
                <c:pt idx="566">
                  <c:v>41439</c:v>
                </c:pt>
                <c:pt idx="567">
                  <c:v>41442</c:v>
                </c:pt>
                <c:pt idx="568">
                  <c:v>41443</c:v>
                </c:pt>
                <c:pt idx="569">
                  <c:v>41444</c:v>
                </c:pt>
                <c:pt idx="570">
                  <c:v>41445</c:v>
                </c:pt>
                <c:pt idx="571">
                  <c:v>41449</c:v>
                </c:pt>
                <c:pt idx="572">
                  <c:v>41450</c:v>
                </c:pt>
                <c:pt idx="573">
                  <c:v>41451</c:v>
                </c:pt>
                <c:pt idx="574">
                  <c:v>41452</c:v>
                </c:pt>
                <c:pt idx="575">
                  <c:v>41453</c:v>
                </c:pt>
                <c:pt idx="576">
                  <c:v>41456</c:v>
                </c:pt>
                <c:pt idx="577">
                  <c:v>41457</c:v>
                </c:pt>
                <c:pt idx="578">
                  <c:v>41460</c:v>
                </c:pt>
                <c:pt idx="579">
                  <c:v>41463</c:v>
                </c:pt>
                <c:pt idx="580">
                  <c:v>41464</c:v>
                </c:pt>
                <c:pt idx="581">
                  <c:v>41465</c:v>
                </c:pt>
                <c:pt idx="582">
                  <c:v>41466</c:v>
                </c:pt>
                <c:pt idx="583">
                  <c:v>41467</c:v>
                </c:pt>
                <c:pt idx="584">
                  <c:v>41470</c:v>
                </c:pt>
                <c:pt idx="585">
                  <c:v>41471</c:v>
                </c:pt>
                <c:pt idx="586">
                  <c:v>41472</c:v>
                </c:pt>
                <c:pt idx="587">
                  <c:v>41473</c:v>
                </c:pt>
                <c:pt idx="588">
                  <c:v>41474</c:v>
                </c:pt>
                <c:pt idx="589">
                  <c:v>41477</c:v>
                </c:pt>
                <c:pt idx="590">
                  <c:v>41478</c:v>
                </c:pt>
                <c:pt idx="591">
                  <c:v>41479</c:v>
                </c:pt>
                <c:pt idx="592">
                  <c:v>41480</c:v>
                </c:pt>
                <c:pt idx="593">
                  <c:v>41481</c:v>
                </c:pt>
                <c:pt idx="594">
                  <c:v>41484</c:v>
                </c:pt>
                <c:pt idx="595">
                  <c:v>41485</c:v>
                </c:pt>
                <c:pt idx="596">
                  <c:v>41486</c:v>
                </c:pt>
                <c:pt idx="597">
                  <c:v>41487</c:v>
                </c:pt>
                <c:pt idx="598">
                  <c:v>41488</c:v>
                </c:pt>
                <c:pt idx="599">
                  <c:v>41491</c:v>
                </c:pt>
                <c:pt idx="600">
                  <c:v>41492</c:v>
                </c:pt>
                <c:pt idx="601">
                  <c:v>41493</c:v>
                </c:pt>
                <c:pt idx="602">
                  <c:v>41494</c:v>
                </c:pt>
                <c:pt idx="603">
                  <c:v>41495</c:v>
                </c:pt>
                <c:pt idx="604">
                  <c:v>41498</c:v>
                </c:pt>
                <c:pt idx="605">
                  <c:v>41499</c:v>
                </c:pt>
                <c:pt idx="606">
                  <c:v>41500</c:v>
                </c:pt>
                <c:pt idx="607">
                  <c:v>41501</c:v>
                </c:pt>
                <c:pt idx="608">
                  <c:v>41502</c:v>
                </c:pt>
                <c:pt idx="609">
                  <c:v>41505</c:v>
                </c:pt>
                <c:pt idx="610">
                  <c:v>41506</c:v>
                </c:pt>
                <c:pt idx="611">
                  <c:v>41507</c:v>
                </c:pt>
                <c:pt idx="612">
                  <c:v>41508</c:v>
                </c:pt>
                <c:pt idx="613">
                  <c:v>41509</c:v>
                </c:pt>
                <c:pt idx="614">
                  <c:v>41513</c:v>
                </c:pt>
                <c:pt idx="615">
                  <c:v>41514</c:v>
                </c:pt>
                <c:pt idx="616">
                  <c:v>41515</c:v>
                </c:pt>
                <c:pt idx="617">
                  <c:v>41520</c:v>
                </c:pt>
                <c:pt idx="618">
                  <c:v>41521</c:v>
                </c:pt>
                <c:pt idx="619">
                  <c:v>41522</c:v>
                </c:pt>
                <c:pt idx="620">
                  <c:v>41523</c:v>
                </c:pt>
                <c:pt idx="621">
                  <c:v>41526</c:v>
                </c:pt>
                <c:pt idx="622">
                  <c:v>41527</c:v>
                </c:pt>
                <c:pt idx="623">
                  <c:v>41528</c:v>
                </c:pt>
                <c:pt idx="624">
                  <c:v>41529</c:v>
                </c:pt>
                <c:pt idx="625">
                  <c:v>41530</c:v>
                </c:pt>
                <c:pt idx="626">
                  <c:v>41533</c:v>
                </c:pt>
                <c:pt idx="627">
                  <c:v>41534</c:v>
                </c:pt>
                <c:pt idx="628">
                  <c:v>41535</c:v>
                </c:pt>
                <c:pt idx="629">
                  <c:v>41536</c:v>
                </c:pt>
                <c:pt idx="630">
                  <c:v>41537</c:v>
                </c:pt>
                <c:pt idx="631">
                  <c:v>41540</c:v>
                </c:pt>
                <c:pt idx="632">
                  <c:v>41541</c:v>
                </c:pt>
                <c:pt idx="633">
                  <c:v>41542</c:v>
                </c:pt>
                <c:pt idx="634">
                  <c:v>41543</c:v>
                </c:pt>
                <c:pt idx="635">
                  <c:v>41544</c:v>
                </c:pt>
                <c:pt idx="636">
                  <c:v>41547</c:v>
                </c:pt>
                <c:pt idx="637">
                  <c:v>41549</c:v>
                </c:pt>
                <c:pt idx="638">
                  <c:v>41550</c:v>
                </c:pt>
                <c:pt idx="639">
                  <c:v>41551</c:v>
                </c:pt>
                <c:pt idx="640">
                  <c:v>41554</c:v>
                </c:pt>
                <c:pt idx="641">
                  <c:v>41555</c:v>
                </c:pt>
                <c:pt idx="642">
                  <c:v>41556</c:v>
                </c:pt>
                <c:pt idx="643">
                  <c:v>41557</c:v>
                </c:pt>
                <c:pt idx="644">
                  <c:v>41568</c:v>
                </c:pt>
                <c:pt idx="645">
                  <c:v>41569</c:v>
                </c:pt>
                <c:pt idx="646">
                  <c:v>41570</c:v>
                </c:pt>
                <c:pt idx="647">
                  <c:v>41572</c:v>
                </c:pt>
                <c:pt idx="648">
                  <c:v>41575</c:v>
                </c:pt>
                <c:pt idx="649">
                  <c:v>41576</c:v>
                </c:pt>
                <c:pt idx="650">
                  <c:v>41577</c:v>
                </c:pt>
                <c:pt idx="651">
                  <c:v>41578</c:v>
                </c:pt>
                <c:pt idx="652">
                  <c:v>41579</c:v>
                </c:pt>
                <c:pt idx="653">
                  <c:v>41582</c:v>
                </c:pt>
                <c:pt idx="654">
                  <c:v>41583</c:v>
                </c:pt>
                <c:pt idx="655">
                  <c:v>41584</c:v>
                </c:pt>
                <c:pt idx="656">
                  <c:v>41585</c:v>
                </c:pt>
                <c:pt idx="657">
                  <c:v>41590</c:v>
                </c:pt>
                <c:pt idx="658">
                  <c:v>41591</c:v>
                </c:pt>
                <c:pt idx="659">
                  <c:v>41592</c:v>
                </c:pt>
                <c:pt idx="660">
                  <c:v>41593</c:v>
                </c:pt>
                <c:pt idx="661">
                  <c:v>41596</c:v>
                </c:pt>
                <c:pt idx="662">
                  <c:v>41597</c:v>
                </c:pt>
                <c:pt idx="663">
                  <c:v>41598</c:v>
                </c:pt>
                <c:pt idx="664">
                  <c:v>41599</c:v>
                </c:pt>
                <c:pt idx="665">
                  <c:v>41600</c:v>
                </c:pt>
                <c:pt idx="666">
                  <c:v>41603</c:v>
                </c:pt>
                <c:pt idx="667">
                  <c:v>41604</c:v>
                </c:pt>
                <c:pt idx="668">
                  <c:v>41607</c:v>
                </c:pt>
                <c:pt idx="669">
                  <c:v>41610</c:v>
                </c:pt>
                <c:pt idx="670">
                  <c:v>41611</c:v>
                </c:pt>
                <c:pt idx="671">
                  <c:v>41612</c:v>
                </c:pt>
                <c:pt idx="672">
                  <c:v>41613</c:v>
                </c:pt>
                <c:pt idx="673">
                  <c:v>41614</c:v>
                </c:pt>
                <c:pt idx="674">
                  <c:v>41617</c:v>
                </c:pt>
                <c:pt idx="675">
                  <c:v>41618</c:v>
                </c:pt>
                <c:pt idx="676">
                  <c:v>41619</c:v>
                </c:pt>
                <c:pt idx="677">
                  <c:v>41620</c:v>
                </c:pt>
                <c:pt idx="678">
                  <c:v>41621</c:v>
                </c:pt>
                <c:pt idx="679">
                  <c:v>41624</c:v>
                </c:pt>
                <c:pt idx="680">
                  <c:v>41625</c:v>
                </c:pt>
                <c:pt idx="681">
                  <c:v>41626</c:v>
                </c:pt>
                <c:pt idx="682">
                  <c:v>41627</c:v>
                </c:pt>
                <c:pt idx="683">
                  <c:v>41628</c:v>
                </c:pt>
                <c:pt idx="684">
                  <c:v>41631</c:v>
                </c:pt>
                <c:pt idx="685">
                  <c:v>41635</c:v>
                </c:pt>
                <c:pt idx="686">
                  <c:v>41638</c:v>
                </c:pt>
                <c:pt idx="687">
                  <c:v>41641</c:v>
                </c:pt>
                <c:pt idx="688">
                  <c:v>41642</c:v>
                </c:pt>
                <c:pt idx="689">
                  <c:v>41645</c:v>
                </c:pt>
                <c:pt idx="690">
                  <c:v>41646</c:v>
                </c:pt>
                <c:pt idx="691">
                  <c:v>41647</c:v>
                </c:pt>
                <c:pt idx="692">
                  <c:v>41648</c:v>
                </c:pt>
                <c:pt idx="693">
                  <c:v>41649</c:v>
                </c:pt>
                <c:pt idx="694">
                  <c:v>41652</c:v>
                </c:pt>
                <c:pt idx="695">
                  <c:v>41653</c:v>
                </c:pt>
                <c:pt idx="696">
                  <c:v>41654</c:v>
                </c:pt>
                <c:pt idx="697">
                  <c:v>41655</c:v>
                </c:pt>
                <c:pt idx="698">
                  <c:v>41660</c:v>
                </c:pt>
                <c:pt idx="699">
                  <c:v>41661</c:v>
                </c:pt>
                <c:pt idx="700">
                  <c:v>41662</c:v>
                </c:pt>
                <c:pt idx="701">
                  <c:v>41663</c:v>
                </c:pt>
                <c:pt idx="702">
                  <c:v>41666</c:v>
                </c:pt>
                <c:pt idx="703">
                  <c:v>41667</c:v>
                </c:pt>
                <c:pt idx="704">
                  <c:v>41668</c:v>
                </c:pt>
                <c:pt idx="705">
                  <c:v>41669</c:v>
                </c:pt>
                <c:pt idx="706">
                  <c:v>41676</c:v>
                </c:pt>
                <c:pt idx="707">
                  <c:v>41677</c:v>
                </c:pt>
                <c:pt idx="708">
                  <c:v>41680</c:v>
                </c:pt>
                <c:pt idx="709">
                  <c:v>41681</c:v>
                </c:pt>
                <c:pt idx="710">
                  <c:v>41682</c:v>
                </c:pt>
                <c:pt idx="711">
                  <c:v>41683</c:v>
                </c:pt>
                <c:pt idx="712">
                  <c:v>41688</c:v>
                </c:pt>
                <c:pt idx="713">
                  <c:v>41689</c:v>
                </c:pt>
                <c:pt idx="714">
                  <c:v>41690</c:v>
                </c:pt>
                <c:pt idx="715">
                  <c:v>41691</c:v>
                </c:pt>
                <c:pt idx="716">
                  <c:v>41694</c:v>
                </c:pt>
                <c:pt idx="717">
                  <c:v>41695</c:v>
                </c:pt>
                <c:pt idx="718">
                  <c:v>41696</c:v>
                </c:pt>
                <c:pt idx="719">
                  <c:v>41697</c:v>
                </c:pt>
                <c:pt idx="720">
                  <c:v>41698</c:v>
                </c:pt>
                <c:pt idx="721">
                  <c:v>41701</c:v>
                </c:pt>
                <c:pt idx="722">
                  <c:v>41702</c:v>
                </c:pt>
                <c:pt idx="723">
                  <c:v>41703</c:v>
                </c:pt>
                <c:pt idx="724">
                  <c:v>41704</c:v>
                </c:pt>
                <c:pt idx="725">
                  <c:v>41705</c:v>
                </c:pt>
                <c:pt idx="726">
                  <c:v>41708</c:v>
                </c:pt>
                <c:pt idx="727">
                  <c:v>41709</c:v>
                </c:pt>
                <c:pt idx="728">
                  <c:v>41710</c:v>
                </c:pt>
                <c:pt idx="729">
                  <c:v>41711</c:v>
                </c:pt>
                <c:pt idx="730">
                  <c:v>41712</c:v>
                </c:pt>
                <c:pt idx="731">
                  <c:v>41715</c:v>
                </c:pt>
                <c:pt idx="732">
                  <c:v>41716</c:v>
                </c:pt>
                <c:pt idx="733">
                  <c:v>41717</c:v>
                </c:pt>
                <c:pt idx="734">
                  <c:v>41718</c:v>
                </c:pt>
                <c:pt idx="735">
                  <c:v>41719</c:v>
                </c:pt>
                <c:pt idx="736">
                  <c:v>41722</c:v>
                </c:pt>
                <c:pt idx="737">
                  <c:v>41723</c:v>
                </c:pt>
                <c:pt idx="738">
                  <c:v>41724</c:v>
                </c:pt>
                <c:pt idx="739">
                  <c:v>41725</c:v>
                </c:pt>
                <c:pt idx="740">
                  <c:v>41726</c:v>
                </c:pt>
                <c:pt idx="741">
                  <c:v>41729</c:v>
                </c:pt>
                <c:pt idx="742">
                  <c:v>41730</c:v>
                </c:pt>
                <c:pt idx="743">
                  <c:v>41731</c:v>
                </c:pt>
                <c:pt idx="744">
                  <c:v>41732</c:v>
                </c:pt>
                <c:pt idx="745">
                  <c:v>41733</c:v>
                </c:pt>
                <c:pt idx="746">
                  <c:v>41736</c:v>
                </c:pt>
                <c:pt idx="747">
                  <c:v>41737</c:v>
                </c:pt>
                <c:pt idx="748">
                  <c:v>41738</c:v>
                </c:pt>
                <c:pt idx="749">
                  <c:v>41739</c:v>
                </c:pt>
                <c:pt idx="750">
                  <c:v>41740</c:v>
                </c:pt>
                <c:pt idx="751">
                  <c:v>41743</c:v>
                </c:pt>
                <c:pt idx="752">
                  <c:v>41744</c:v>
                </c:pt>
                <c:pt idx="753">
                  <c:v>41745</c:v>
                </c:pt>
                <c:pt idx="754">
                  <c:v>41751</c:v>
                </c:pt>
                <c:pt idx="755">
                  <c:v>41752</c:v>
                </c:pt>
                <c:pt idx="756">
                  <c:v>41753</c:v>
                </c:pt>
                <c:pt idx="757">
                  <c:v>41754</c:v>
                </c:pt>
                <c:pt idx="758">
                  <c:v>41757</c:v>
                </c:pt>
                <c:pt idx="759">
                  <c:v>41758</c:v>
                </c:pt>
                <c:pt idx="760">
                  <c:v>41759</c:v>
                </c:pt>
                <c:pt idx="761">
                  <c:v>41760</c:v>
                </c:pt>
                <c:pt idx="762">
                  <c:v>41761</c:v>
                </c:pt>
                <c:pt idx="763">
                  <c:v>41765</c:v>
                </c:pt>
                <c:pt idx="764">
                  <c:v>41766</c:v>
                </c:pt>
                <c:pt idx="765">
                  <c:v>41767</c:v>
                </c:pt>
                <c:pt idx="766">
                  <c:v>41768</c:v>
                </c:pt>
                <c:pt idx="767">
                  <c:v>41771</c:v>
                </c:pt>
                <c:pt idx="768">
                  <c:v>41772</c:v>
                </c:pt>
                <c:pt idx="769">
                  <c:v>41773</c:v>
                </c:pt>
                <c:pt idx="770">
                  <c:v>41774</c:v>
                </c:pt>
                <c:pt idx="771">
                  <c:v>41775</c:v>
                </c:pt>
                <c:pt idx="772">
                  <c:v>41778</c:v>
                </c:pt>
                <c:pt idx="773">
                  <c:v>41779</c:v>
                </c:pt>
                <c:pt idx="774">
                  <c:v>41780</c:v>
                </c:pt>
                <c:pt idx="775">
                  <c:v>41781</c:v>
                </c:pt>
                <c:pt idx="776">
                  <c:v>41786</c:v>
                </c:pt>
                <c:pt idx="777">
                  <c:v>41787</c:v>
                </c:pt>
                <c:pt idx="778">
                  <c:v>41788</c:v>
                </c:pt>
                <c:pt idx="779">
                  <c:v>41789</c:v>
                </c:pt>
                <c:pt idx="780">
                  <c:v>41792</c:v>
                </c:pt>
                <c:pt idx="781">
                  <c:v>41793</c:v>
                </c:pt>
                <c:pt idx="782">
                  <c:v>41794</c:v>
                </c:pt>
                <c:pt idx="783">
                  <c:v>41795</c:v>
                </c:pt>
                <c:pt idx="784">
                  <c:v>41796</c:v>
                </c:pt>
                <c:pt idx="785">
                  <c:v>41799</c:v>
                </c:pt>
                <c:pt idx="786">
                  <c:v>41800</c:v>
                </c:pt>
                <c:pt idx="787">
                  <c:v>41801</c:v>
                </c:pt>
                <c:pt idx="788">
                  <c:v>41802</c:v>
                </c:pt>
                <c:pt idx="789">
                  <c:v>41803</c:v>
                </c:pt>
                <c:pt idx="790">
                  <c:v>41806</c:v>
                </c:pt>
                <c:pt idx="791">
                  <c:v>41807</c:v>
                </c:pt>
                <c:pt idx="792">
                  <c:v>41808</c:v>
                </c:pt>
                <c:pt idx="793">
                  <c:v>41809</c:v>
                </c:pt>
                <c:pt idx="794">
                  <c:v>41810</c:v>
                </c:pt>
                <c:pt idx="795">
                  <c:v>41813</c:v>
                </c:pt>
                <c:pt idx="796">
                  <c:v>41814</c:v>
                </c:pt>
                <c:pt idx="797">
                  <c:v>41815</c:v>
                </c:pt>
                <c:pt idx="798">
                  <c:v>41816</c:v>
                </c:pt>
                <c:pt idx="799">
                  <c:v>41817</c:v>
                </c:pt>
                <c:pt idx="800">
                  <c:v>41820</c:v>
                </c:pt>
                <c:pt idx="801">
                  <c:v>41821</c:v>
                </c:pt>
                <c:pt idx="802">
                  <c:v>41822</c:v>
                </c:pt>
                <c:pt idx="803">
                  <c:v>41827</c:v>
                </c:pt>
                <c:pt idx="804">
                  <c:v>41828</c:v>
                </c:pt>
                <c:pt idx="805">
                  <c:v>41829</c:v>
                </c:pt>
                <c:pt idx="806">
                  <c:v>41830</c:v>
                </c:pt>
                <c:pt idx="807">
                  <c:v>41831</c:v>
                </c:pt>
                <c:pt idx="808">
                  <c:v>41834</c:v>
                </c:pt>
                <c:pt idx="809">
                  <c:v>41835</c:v>
                </c:pt>
                <c:pt idx="810">
                  <c:v>41836</c:v>
                </c:pt>
                <c:pt idx="811">
                  <c:v>41837</c:v>
                </c:pt>
                <c:pt idx="812">
                  <c:v>41838</c:v>
                </c:pt>
                <c:pt idx="813">
                  <c:v>41841</c:v>
                </c:pt>
                <c:pt idx="814">
                  <c:v>41842</c:v>
                </c:pt>
                <c:pt idx="815">
                  <c:v>41843</c:v>
                </c:pt>
                <c:pt idx="816">
                  <c:v>41844</c:v>
                </c:pt>
                <c:pt idx="817">
                  <c:v>41845</c:v>
                </c:pt>
                <c:pt idx="818">
                  <c:v>41848</c:v>
                </c:pt>
                <c:pt idx="819">
                  <c:v>41849</c:v>
                </c:pt>
                <c:pt idx="820">
                  <c:v>41850</c:v>
                </c:pt>
                <c:pt idx="821">
                  <c:v>41851</c:v>
                </c:pt>
                <c:pt idx="822">
                  <c:v>41852</c:v>
                </c:pt>
                <c:pt idx="823">
                  <c:v>41855</c:v>
                </c:pt>
                <c:pt idx="824">
                  <c:v>41856</c:v>
                </c:pt>
                <c:pt idx="825">
                  <c:v>41857</c:v>
                </c:pt>
                <c:pt idx="826">
                  <c:v>41858</c:v>
                </c:pt>
                <c:pt idx="827">
                  <c:v>41859</c:v>
                </c:pt>
                <c:pt idx="828">
                  <c:v>41862</c:v>
                </c:pt>
                <c:pt idx="829">
                  <c:v>41863</c:v>
                </c:pt>
                <c:pt idx="830">
                  <c:v>41864</c:v>
                </c:pt>
                <c:pt idx="831">
                  <c:v>41865</c:v>
                </c:pt>
                <c:pt idx="832">
                  <c:v>41866</c:v>
                </c:pt>
                <c:pt idx="833">
                  <c:v>41869</c:v>
                </c:pt>
                <c:pt idx="834">
                  <c:v>41870</c:v>
                </c:pt>
                <c:pt idx="835">
                  <c:v>41872</c:v>
                </c:pt>
                <c:pt idx="836">
                  <c:v>41873</c:v>
                </c:pt>
                <c:pt idx="837">
                  <c:v>41877</c:v>
                </c:pt>
                <c:pt idx="838">
                  <c:v>41878</c:v>
                </c:pt>
                <c:pt idx="839">
                  <c:v>41879</c:v>
                </c:pt>
                <c:pt idx="840">
                  <c:v>41884</c:v>
                </c:pt>
                <c:pt idx="841">
                  <c:v>41885</c:v>
                </c:pt>
                <c:pt idx="842">
                  <c:v>41886</c:v>
                </c:pt>
                <c:pt idx="843">
                  <c:v>41887</c:v>
                </c:pt>
                <c:pt idx="844">
                  <c:v>41890</c:v>
                </c:pt>
                <c:pt idx="845">
                  <c:v>41891</c:v>
                </c:pt>
                <c:pt idx="846">
                  <c:v>41892</c:v>
                </c:pt>
                <c:pt idx="847">
                  <c:v>41893</c:v>
                </c:pt>
                <c:pt idx="848">
                  <c:v>41894</c:v>
                </c:pt>
                <c:pt idx="849">
                  <c:v>41897</c:v>
                </c:pt>
                <c:pt idx="850">
                  <c:v>41898</c:v>
                </c:pt>
                <c:pt idx="851">
                  <c:v>41899</c:v>
                </c:pt>
                <c:pt idx="852">
                  <c:v>41900</c:v>
                </c:pt>
                <c:pt idx="853">
                  <c:v>41901</c:v>
                </c:pt>
                <c:pt idx="854">
                  <c:v>41904</c:v>
                </c:pt>
                <c:pt idx="855">
                  <c:v>41905</c:v>
                </c:pt>
                <c:pt idx="856">
                  <c:v>41906</c:v>
                </c:pt>
                <c:pt idx="857">
                  <c:v>41907</c:v>
                </c:pt>
                <c:pt idx="858">
                  <c:v>41908</c:v>
                </c:pt>
                <c:pt idx="859">
                  <c:v>41911</c:v>
                </c:pt>
                <c:pt idx="860">
                  <c:v>41912</c:v>
                </c:pt>
                <c:pt idx="861">
                  <c:v>41913</c:v>
                </c:pt>
                <c:pt idx="862">
                  <c:v>41914</c:v>
                </c:pt>
                <c:pt idx="863">
                  <c:v>41915</c:v>
                </c:pt>
                <c:pt idx="864">
                  <c:v>41918</c:v>
                </c:pt>
                <c:pt idx="865">
                  <c:v>41919</c:v>
                </c:pt>
                <c:pt idx="866">
                  <c:v>41920</c:v>
                </c:pt>
                <c:pt idx="867">
                  <c:v>41921</c:v>
                </c:pt>
                <c:pt idx="868">
                  <c:v>41926</c:v>
                </c:pt>
                <c:pt idx="869">
                  <c:v>41927</c:v>
                </c:pt>
                <c:pt idx="870">
                  <c:v>41928</c:v>
                </c:pt>
                <c:pt idx="871">
                  <c:v>41929</c:v>
                </c:pt>
                <c:pt idx="872">
                  <c:v>41932</c:v>
                </c:pt>
                <c:pt idx="873">
                  <c:v>41933</c:v>
                </c:pt>
                <c:pt idx="874">
                  <c:v>41934</c:v>
                </c:pt>
                <c:pt idx="875">
                  <c:v>41935</c:v>
                </c:pt>
                <c:pt idx="876">
                  <c:v>41936</c:v>
                </c:pt>
                <c:pt idx="877">
                  <c:v>41939</c:v>
                </c:pt>
                <c:pt idx="878">
                  <c:v>41940</c:v>
                </c:pt>
                <c:pt idx="879">
                  <c:v>41941</c:v>
                </c:pt>
                <c:pt idx="880">
                  <c:v>41942</c:v>
                </c:pt>
                <c:pt idx="881">
                  <c:v>41943</c:v>
                </c:pt>
                <c:pt idx="882">
                  <c:v>41946</c:v>
                </c:pt>
                <c:pt idx="883">
                  <c:v>41947</c:v>
                </c:pt>
                <c:pt idx="884">
                  <c:v>41948</c:v>
                </c:pt>
                <c:pt idx="885">
                  <c:v>41949</c:v>
                </c:pt>
                <c:pt idx="886">
                  <c:v>41950</c:v>
                </c:pt>
                <c:pt idx="887">
                  <c:v>41953</c:v>
                </c:pt>
                <c:pt idx="888">
                  <c:v>41955</c:v>
                </c:pt>
                <c:pt idx="889">
                  <c:v>41956</c:v>
                </c:pt>
                <c:pt idx="890">
                  <c:v>41957</c:v>
                </c:pt>
                <c:pt idx="891">
                  <c:v>41960</c:v>
                </c:pt>
                <c:pt idx="892">
                  <c:v>41961</c:v>
                </c:pt>
                <c:pt idx="893">
                  <c:v>41962</c:v>
                </c:pt>
                <c:pt idx="894">
                  <c:v>41963</c:v>
                </c:pt>
                <c:pt idx="895">
                  <c:v>41964</c:v>
                </c:pt>
                <c:pt idx="896">
                  <c:v>41967</c:v>
                </c:pt>
                <c:pt idx="897">
                  <c:v>41968</c:v>
                </c:pt>
                <c:pt idx="898">
                  <c:v>41971</c:v>
                </c:pt>
                <c:pt idx="899">
                  <c:v>41974</c:v>
                </c:pt>
                <c:pt idx="900">
                  <c:v>41975</c:v>
                </c:pt>
                <c:pt idx="901">
                  <c:v>41976</c:v>
                </c:pt>
                <c:pt idx="902">
                  <c:v>41977</c:v>
                </c:pt>
                <c:pt idx="903">
                  <c:v>41978</c:v>
                </c:pt>
                <c:pt idx="904">
                  <c:v>41981</c:v>
                </c:pt>
                <c:pt idx="905">
                  <c:v>41982</c:v>
                </c:pt>
                <c:pt idx="906">
                  <c:v>41983</c:v>
                </c:pt>
                <c:pt idx="907">
                  <c:v>41984</c:v>
                </c:pt>
                <c:pt idx="908">
                  <c:v>41985</c:v>
                </c:pt>
                <c:pt idx="909">
                  <c:v>41988</c:v>
                </c:pt>
                <c:pt idx="910">
                  <c:v>41989</c:v>
                </c:pt>
                <c:pt idx="911">
                  <c:v>41990</c:v>
                </c:pt>
                <c:pt idx="912">
                  <c:v>41991</c:v>
                </c:pt>
                <c:pt idx="913">
                  <c:v>41992</c:v>
                </c:pt>
                <c:pt idx="914">
                  <c:v>41995</c:v>
                </c:pt>
                <c:pt idx="915">
                  <c:v>41996</c:v>
                </c:pt>
                <c:pt idx="916">
                  <c:v>42002</c:v>
                </c:pt>
                <c:pt idx="917">
                  <c:v>42003</c:v>
                </c:pt>
                <c:pt idx="918">
                  <c:v>42006</c:v>
                </c:pt>
                <c:pt idx="919">
                  <c:v>42009</c:v>
                </c:pt>
                <c:pt idx="920">
                  <c:v>42010</c:v>
                </c:pt>
                <c:pt idx="921">
                  <c:v>42011</c:v>
                </c:pt>
                <c:pt idx="922">
                  <c:v>42012</c:v>
                </c:pt>
                <c:pt idx="923">
                  <c:v>42013</c:v>
                </c:pt>
                <c:pt idx="924">
                  <c:v>42016</c:v>
                </c:pt>
                <c:pt idx="925">
                  <c:v>42017</c:v>
                </c:pt>
                <c:pt idx="926">
                  <c:v>42018</c:v>
                </c:pt>
                <c:pt idx="927">
                  <c:v>42019</c:v>
                </c:pt>
                <c:pt idx="928">
                  <c:v>42024</c:v>
                </c:pt>
                <c:pt idx="929">
                  <c:v>42025</c:v>
                </c:pt>
                <c:pt idx="930">
                  <c:v>42026</c:v>
                </c:pt>
                <c:pt idx="931">
                  <c:v>42027</c:v>
                </c:pt>
                <c:pt idx="932">
                  <c:v>42030</c:v>
                </c:pt>
                <c:pt idx="933">
                  <c:v>42031</c:v>
                </c:pt>
                <c:pt idx="934">
                  <c:v>42032</c:v>
                </c:pt>
                <c:pt idx="935">
                  <c:v>42033</c:v>
                </c:pt>
                <c:pt idx="936">
                  <c:v>42034</c:v>
                </c:pt>
                <c:pt idx="937">
                  <c:v>42037</c:v>
                </c:pt>
                <c:pt idx="938">
                  <c:v>42038</c:v>
                </c:pt>
                <c:pt idx="939">
                  <c:v>42039</c:v>
                </c:pt>
                <c:pt idx="940">
                  <c:v>42040</c:v>
                </c:pt>
                <c:pt idx="941">
                  <c:v>42041</c:v>
                </c:pt>
                <c:pt idx="942">
                  <c:v>42044</c:v>
                </c:pt>
                <c:pt idx="943">
                  <c:v>42045</c:v>
                </c:pt>
                <c:pt idx="944">
                  <c:v>42046</c:v>
                </c:pt>
                <c:pt idx="945">
                  <c:v>42047</c:v>
                </c:pt>
                <c:pt idx="946">
                  <c:v>42052</c:v>
                </c:pt>
                <c:pt idx="947">
                  <c:v>42053</c:v>
                </c:pt>
                <c:pt idx="948">
                  <c:v>42054</c:v>
                </c:pt>
                <c:pt idx="949">
                  <c:v>42055</c:v>
                </c:pt>
                <c:pt idx="950">
                  <c:v>42058</c:v>
                </c:pt>
                <c:pt idx="951">
                  <c:v>42059</c:v>
                </c:pt>
                <c:pt idx="952">
                  <c:v>42060</c:v>
                </c:pt>
                <c:pt idx="953">
                  <c:v>42061</c:v>
                </c:pt>
                <c:pt idx="954">
                  <c:v>42062</c:v>
                </c:pt>
                <c:pt idx="955">
                  <c:v>42065</c:v>
                </c:pt>
                <c:pt idx="956">
                  <c:v>42066</c:v>
                </c:pt>
                <c:pt idx="957">
                  <c:v>42067</c:v>
                </c:pt>
                <c:pt idx="958">
                  <c:v>42068</c:v>
                </c:pt>
                <c:pt idx="959">
                  <c:v>42069</c:v>
                </c:pt>
                <c:pt idx="960">
                  <c:v>42072</c:v>
                </c:pt>
                <c:pt idx="961">
                  <c:v>42073</c:v>
                </c:pt>
                <c:pt idx="962">
                  <c:v>42074</c:v>
                </c:pt>
                <c:pt idx="963">
                  <c:v>42075</c:v>
                </c:pt>
                <c:pt idx="964">
                  <c:v>42076</c:v>
                </c:pt>
                <c:pt idx="965">
                  <c:v>42079</c:v>
                </c:pt>
                <c:pt idx="966">
                  <c:v>42080</c:v>
                </c:pt>
                <c:pt idx="967">
                  <c:v>42081</c:v>
                </c:pt>
                <c:pt idx="968">
                  <c:v>42082</c:v>
                </c:pt>
                <c:pt idx="969">
                  <c:v>42083</c:v>
                </c:pt>
                <c:pt idx="970">
                  <c:v>42086</c:v>
                </c:pt>
                <c:pt idx="971">
                  <c:v>42087</c:v>
                </c:pt>
                <c:pt idx="972">
                  <c:v>42088</c:v>
                </c:pt>
                <c:pt idx="973">
                  <c:v>42089</c:v>
                </c:pt>
                <c:pt idx="974">
                  <c:v>42090</c:v>
                </c:pt>
                <c:pt idx="975">
                  <c:v>42093</c:v>
                </c:pt>
                <c:pt idx="976">
                  <c:v>42094</c:v>
                </c:pt>
                <c:pt idx="977">
                  <c:v>42095</c:v>
                </c:pt>
                <c:pt idx="978">
                  <c:v>42096</c:v>
                </c:pt>
                <c:pt idx="979">
                  <c:v>42101</c:v>
                </c:pt>
                <c:pt idx="980">
                  <c:v>42102</c:v>
                </c:pt>
                <c:pt idx="981">
                  <c:v>42103</c:v>
                </c:pt>
                <c:pt idx="982">
                  <c:v>42104</c:v>
                </c:pt>
                <c:pt idx="983">
                  <c:v>42107</c:v>
                </c:pt>
                <c:pt idx="984">
                  <c:v>42108</c:v>
                </c:pt>
                <c:pt idx="985">
                  <c:v>42109</c:v>
                </c:pt>
                <c:pt idx="986">
                  <c:v>42110</c:v>
                </c:pt>
                <c:pt idx="987">
                  <c:v>42111</c:v>
                </c:pt>
                <c:pt idx="988">
                  <c:v>42115</c:v>
                </c:pt>
                <c:pt idx="989">
                  <c:v>42116</c:v>
                </c:pt>
                <c:pt idx="990">
                  <c:v>42117</c:v>
                </c:pt>
                <c:pt idx="991">
                  <c:v>42118</c:v>
                </c:pt>
                <c:pt idx="992">
                  <c:v>42121</c:v>
                </c:pt>
                <c:pt idx="993">
                  <c:v>42122</c:v>
                </c:pt>
                <c:pt idx="994">
                  <c:v>42129</c:v>
                </c:pt>
                <c:pt idx="995">
                  <c:v>42130</c:v>
                </c:pt>
                <c:pt idx="996">
                  <c:v>42131</c:v>
                </c:pt>
                <c:pt idx="997">
                  <c:v>42132</c:v>
                </c:pt>
                <c:pt idx="998">
                  <c:v>42135</c:v>
                </c:pt>
                <c:pt idx="999">
                  <c:v>42136</c:v>
                </c:pt>
                <c:pt idx="1000">
                  <c:v>42137</c:v>
                </c:pt>
                <c:pt idx="1001">
                  <c:v>42138</c:v>
                </c:pt>
                <c:pt idx="1002">
                  <c:v>42139</c:v>
                </c:pt>
                <c:pt idx="1003">
                  <c:v>42142</c:v>
                </c:pt>
                <c:pt idx="1004">
                  <c:v>42143</c:v>
                </c:pt>
                <c:pt idx="1005">
                  <c:v>42144</c:v>
                </c:pt>
                <c:pt idx="1006">
                  <c:v>42145</c:v>
                </c:pt>
                <c:pt idx="1007">
                  <c:v>42146</c:v>
                </c:pt>
                <c:pt idx="1008">
                  <c:v>42150</c:v>
                </c:pt>
                <c:pt idx="1009">
                  <c:v>42151</c:v>
                </c:pt>
                <c:pt idx="1010">
                  <c:v>42152</c:v>
                </c:pt>
                <c:pt idx="1011">
                  <c:v>42153</c:v>
                </c:pt>
                <c:pt idx="1012">
                  <c:v>42156</c:v>
                </c:pt>
                <c:pt idx="1013">
                  <c:v>42157</c:v>
                </c:pt>
                <c:pt idx="1014">
                  <c:v>42158</c:v>
                </c:pt>
                <c:pt idx="1015">
                  <c:v>42159</c:v>
                </c:pt>
                <c:pt idx="1016">
                  <c:v>42160</c:v>
                </c:pt>
                <c:pt idx="1017">
                  <c:v>42163</c:v>
                </c:pt>
                <c:pt idx="1018">
                  <c:v>42164</c:v>
                </c:pt>
                <c:pt idx="1019">
                  <c:v>42165</c:v>
                </c:pt>
                <c:pt idx="1020">
                  <c:v>42166</c:v>
                </c:pt>
                <c:pt idx="1021">
                  <c:v>42167</c:v>
                </c:pt>
                <c:pt idx="1022">
                  <c:v>42170</c:v>
                </c:pt>
                <c:pt idx="1023">
                  <c:v>42171</c:v>
                </c:pt>
                <c:pt idx="1024">
                  <c:v>42172</c:v>
                </c:pt>
                <c:pt idx="1025">
                  <c:v>42173</c:v>
                </c:pt>
                <c:pt idx="1026">
                  <c:v>42174</c:v>
                </c:pt>
                <c:pt idx="1027">
                  <c:v>42177</c:v>
                </c:pt>
                <c:pt idx="1028">
                  <c:v>42178</c:v>
                </c:pt>
                <c:pt idx="1029">
                  <c:v>42179</c:v>
                </c:pt>
                <c:pt idx="1030">
                  <c:v>42180</c:v>
                </c:pt>
                <c:pt idx="1031">
                  <c:v>42181</c:v>
                </c:pt>
                <c:pt idx="1032">
                  <c:v>42184</c:v>
                </c:pt>
                <c:pt idx="1033">
                  <c:v>42185</c:v>
                </c:pt>
                <c:pt idx="1034">
                  <c:v>42186</c:v>
                </c:pt>
                <c:pt idx="1035">
                  <c:v>42187</c:v>
                </c:pt>
                <c:pt idx="1036">
                  <c:v>42191</c:v>
                </c:pt>
                <c:pt idx="1037">
                  <c:v>42192</c:v>
                </c:pt>
                <c:pt idx="1038">
                  <c:v>42193</c:v>
                </c:pt>
                <c:pt idx="1039">
                  <c:v>42194</c:v>
                </c:pt>
                <c:pt idx="1040">
                  <c:v>42195</c:v>
                </c:pt>
                <c:pt idx="1041">
                  <c:v>42198</c:v>
                </c:pt>
                <c:pt idx="1042">
                  <c:v>42199</c:v>
                </c:pt>
                <c:pt idx="1043">
                  <c:v>42200</c:v>
                </c:pt>
                <c:pt idx="1044">
                  <c:v>42201</c:v>
                </c:pt>
                <c:pt idx="1045">
                  <c:v>42202</c:v>
                </c:pt>
                <c:pt idx="1046">
                  <c:v>42205</c:v>
                </c:pt>
                <c:pt idx="1047">
                  <c:v>42206</c:v>
                </c:pt>
                <c:pt idx="1048">
                  <c:v>42207</c:v>
                </c:pt>
                <c:pt idx="1049">
                  <c:v>42208</c:v>
                </c:pt>
                <c:pt idx="1050">
                  <c:v>42209</c:v>
                </c:pt>
                <c:pt idx="1051">
                  <c:v>42212</c:v>
                </c:pt>
                <c:pt idx="1052">
                  <c:v>42213</c:v>
                </c:pt>
                <c:pt idx="1053">
                  <c:v>42214</c:v>
                </c:pt>
                <c:pt idx="1054">
                  <c:v>42215</c:v>
                </c:pt>
                <c:pt idx="1055">
                  <c:v>42216</c:v>
                </c:pt>
                <c:pt idx="1056">
                  <c:v>42219</c:v>
                </c:pt>
                <c:pt idx="1057">
                  <c:v>42220</c:v>
                </c:pt>
                <c:pt idx="1058">
                  <c:v>42221</c:v>
                </c:pt>
                <c:pt idx="1059">
                  <c:v>42222</c:v>
                </c:pt>
                <c:pt idx="1060">
                  <c:v>42223</c:v>
                </c:pt>
                <c:pt idx="1061">
                  <c:v>42226</c:v>
                </c:pt>
                <c:pt idx="1062">
                  <c:v>42227</c:v>
                </c:pt>
                <c:pt idx="1063">
                  <c:v>42228</c:v>
                </c:pt>
                <c:pt idx="1064">
                  <c:v>42229</c:v>
                </c:pt>
                <c:pt idx="1065">
                  <c:v>42230</c:v>
                </c:pt>
                <c:pt idx="1066">
                  <c:v>42233</c:v>
                </c:pt>
                <c:pt idx="1067">
                  <c:v>42234</c:v>
                </c:pt>
                <c:pt idx="1068">
                  <c:v>42235</c:v>
                </c:pt>
                <c:pt idx="1069">
                  <c:v>42236</c:v>
                </c:pt>
                <c:pt idx="1070">
                  <c:v>42237</c:v>
                </c:pt>
                <c:pt idx="1071">
                  <c:v>42240</c:v>
                </c:pt>
                <c:pt idx="1072">
                  <c:v>42241</c:v>
                </c:pt>
                <c:pt idx="1073">
                  <c:v>42242</c:v>
                </c:pt>
                <c:pt idx="1074">
                  <c:v>42243</c:v>
                </c:pt>
                <c:pt idx="1075">
                  <c:v>42244</c:v>
                </c:pt>
                <c:pt idx="1076">
                  <c:v>42248</c:v>
                </c:pt>
                <c:pt idx="1077">
                  <c:v>42249</c:v>
                </c:pt>
                <c:pt idx="1078">
                  <c:v>42250</c:v>
                </c:pt>
                <c:pt idx="1079">
                  <c:v>42251</c:v>
                </c:pt>
                <c:pt idx="1080">
                  <c:v>42255</c:v>
                </c:pt>
                <c:pt idx="1081">
                  <c:v>42256</c:v>
                </c:pt>
                <c:pt idx="1082">
                  <c:v>42257</c:v>
                </c:pt>
                <c:pt idx="1083">
                  <c:v>42258</c:v>
                </c:pt>
                <c:pt idx="1084">
                  <c:v>42261</c:v>
                </c:pt>
                <c:pt idx="1085">
                  <c:v>42262</c:v>
                </c:pt>
                <c:pt idx="1086">
                  <c:v>42263</c:v>
                </c:pt>
                <c:pt idx="1087">
                  <c:v>42264</c:v>
                </c:pt>
                <c:pt idx="1088">
                  <c:v>42265</c:v>
                </c:pt>
                <c:pt idx="1089">
                  <c:v>42268</c:v>
                </c:pt>
                <c:pt idx="1090">
                  <c:v>42269</c:v>
                </c:pt>
                <c:pt idx="1091">
                  <c:v>42270</c:v>
                </c:pt>
                <c:pt idx="1092">
                  <c:v>42271</c:v>
                </c:pt>
                <c:pt idx="1093">
                  <c:v>42272</c:v>
                </c:pt>
                <c:pt idx="1094">
                  <c:v>42275</c:v>
                </c:pt>
                <c:pt idx="1095">
                  <c:v>42276</c:v>
                </c:pt>
                <c:pt idx="1096">
                  <c:v>42277</c:v>
                </c:pt>
                <c:pt idx="1097">
                  <c:v>42278</c:v>
                </c:pt>
                <c:pt idx="1098">
                  <c:v>42279</c:v>
                </c:pt>
                <c:pt idx="1099">
                  <c:v>42282</c:v>
                </c:pt>
                <c:pt idx="1100">
                  <c:v>42283</c:v>
                </c:pt>
                <c:pt idx="1101">
                  <c:v>42284</c:v>
                </c:pt>
                <c:pt idx="1102">
                  <c:v>42285</c:v>
                </c:pt>
                <c:pt idx="1103">
                  <c:v>42290</c:v>
                </c:pt>
                <c:pt idx="1104">
                  <c:v>42291</c:v>
                </c:pt>
                <c:pt idx="1105">
                  <c:v>42292</c:v>
                </c:pt>
                <c:pt idx="1106">
                  <c:v>42293</c:v>
                </c:pt>
                <c:pt idx="1107">
                  <c:v>42296</c:v>
                </c:pt>
                <c:pt idx="1108">
                  <c:v>42297</c:v>
                </c:pt>
                <c:pt idx="1109">
                  <c:v>42298</c:v>
                </c:pt>
                <c:pt idx="1110">
                  <c:v>42299</c:v>
                </c:pt>
                <c:pt idx="1111">
                  <c:v>42300</c:v>
                </c:pt>
                <c:pt idx="1112">
                  <c:v>42303</c:v>
                </c:pt>
                <c:pt idx="1113">
                  <c:v>42304</c:v>
                </c:pt>
                <c:pt idx="1114">
                  <c:v>42305</c:v>
                </c:pt>
                <c:pt idx="1115">
                  <c:v>42306</c:v>
                </c:pt>
                <c:pt idx="1116">
                  <c:v>42307</c:v>
                </c:pt>
                <c:pt idx="1117">
                  <c:v>42310</c:v>
                </c:pt>
                <c:pt idx="1118">
                  <c:v>42311</c:v>
                </c:pt>
                <c:pt idx="1119">
                  <c:v>42312</c:v>
                </c:pt>
              </c:numCache>
            </c:numRef>
          </c:cat>
          <c:val>
            <c:numRef>
              <c:f>'spot Repo vs libor'!$C$64:$C$1183</c:f>
              <c:numCache>
                <c:formatCode>#,##0.0</c:formatCode>
                <c:ptCount val="1120"/>
                <c:pt idx="0">
                  <c:v>19.893503865107604</c:v>
                </c:pt>
                <c:pt idx="1">
                  <c:v>18.400109889534406</c:v>
                </c:pt>
                <c:pt idx="2">
                  <c:v>19.691239849852408</c:v>
                </c:pt>
                <c:pt idx="3">
                  <c:v>19.408948352406895</c:v>
                </c:pt>
                <c:pt idx="4">
                  <c:v>22.681009388262495</c:v>
                </c:pt>
                <c:pt idx="5">
                  <c:v>20.276672004674992</c:v>
                </c:pt>
                <c:pt idx="6">
                  <c:v>20.652981078576204</c:v>
                </c:pt>
                <c:pt idx="7">
                  <c:v>20.97548206875301</c:v>
                </c:pt>
                <c:pt idx="8">
                  <c:v>22.055559119273298</c:v>
                </c:pt>
                <c:pt idx="9">
                  <c:v>22.186438638410593</c:v>
                </c:pt>
                <c:pt idx="10">
                  <c:v>21.308817919541411</c:v>
                </c:pt>
                <c:pt idx="11">
                  <c:v>21.076260470811903</c:v>
                </c:pt>
                <c:pt idx="12">
                  <c:v>22.480546300326694</c:v>
                </c:pt>
                <c:pt idx="13">
                  <c:v>21.268195541521607</c:v>
                </c:pt>
                <c:pt idx="14">
                  <c:v>20.085509708423402</c:v>
                </c:pt>
                <c:pt idx="15">
                  <c:v>19.323005165195994</c:v>
                </c:pt>
                <c:pt idx="16">
                  <c:v>20.688490928665402</c:v>
                </c:pt>
                <c:pt idx="17">
                  <c:v>20.264265034376493</c:v>
                </c:pt>
                <c:pt idx="18">
                  <c:v>20.340986755623504</c:v>
                </c:pt>
                <c:pt idx="19">
                  <c:v>19.350164341598997</c:v>
                </c:pt>
                <c:pt idx="20">
                  <c:v>20.190611904218592</c:v>
                </c:pt>
                <c:pt idx="21">
                  <c:v>20.700838948634598</c:v>
                </c:pt>
                <c:pt idx="22">
                  <c:v>20.283200945014904</c:v>
                </c:pt>
                <c:pt idx="23">
                  <c:v>19.090254250708995</c:v>
                </c:pt>
                <c:pt idx="24">
                  <c:v>19.096023473520503</c:v>
                </c:pt>
                <c:pt idx="25">
                  <c:v>19.315127076051397</c:v>
                </c:pt>
                <c:pt idx="26">
                  <c:v>19.061685191358009</c:v>
                </c:pt>
                <c:pt idx="27">
                  <c:v>17.73050628050531</c:v>
                </c:pt>
                <c:pt idx="28">
                  <c:v>18.281518177218601</c:v>
                </c:pt>
                <c:pt idx="29">
                  <c:v>17.292814569615999</c:v>
                </c:pt>
                <c:pt idx="30">
                  <c:v>18.247770612548493</c:v>
                </c:pt>
                <c:pt idx="31">
                  <c:v>17.916334348929198</c:v>
                </c:pt>
                <c:pt idx="32">
                  <c:v>18.808934833812302</c:v>
                </c:pt>
                <c:pt idx="33">
                  <c:v>18.878536925500399</c:v>
                </c:pt>
                <c:pt idx="34">
                  <c:v>17.962993418079705</c:v>
                </c:pt>
                <c:pt idx="35">
                  <c:v>16.947541632615</c:v>
                </c:pt>
                <c:pt idx="36">
                  <c:v>17.861732441107307</c:v>
                </c:pt>
                <c:pt idx="37">
                  <c:v>17.692946924337392</c:v>
                </c:pt>
                <c:pt idx="38">
                  <c:v>17.536710453455896</c:v>
                </c:pt>
                <c:pt idx="39">
                  <c:v>17.233552360985001</c:v>
                </c:pt>
                <c:pt idx="40">
                  <c:v>16.095749473263595</c:v>
                </c:pt>
                <c:pt idx="41">
                  <c:v>16.0889812916501</c:v>
                </c:pt>
                <c:pt idx="42">
                  <c:v>17.137779908691797</c:v>
                </c:pt>
                <c:pt idx="43">
                  <c:v>16.376126904970903</c:v>
                </c:pt>
                <c:pt idx="44">
                  <c:v>16.318266051075099</c:v>
                </c:pt>
                <c:pt idx="45">
                  <c:v>15.686481650972695</c:v>
                </c:pt>
                <c:pt idx="46">
                  <c:v>16.745207596355201</c:v>
                </c:pt>
                <c:pt idx="47">
                  <c:v>17.068555084174299</c:v>
                </c:pt>
                <c:pt idx="48">
                  <c:v>17.848937084968206</c:v>
                </c:pt>
                <c:pt idx="49">
                  <c:v>18.954116812601505</c:v>
                </c:pt>
                <c:pt idx="50">
                  <c:v>19.507515150077502</c:v>
                </c:pt>
                <c:pt idx="51">
                  <c:v>17.881007957867403</c:v>
                </c:pt>
                <c:pt idx="52">
                  <c:v>18.380037896446495</c:v>
                </c:pt>
                <c:pt idx="53">
                  <c:v>20.095961600099699</c:v>
                </c:pt>
                <c:pt idx="54">
                  <c:v>19.275758867280594</c:v>
                </c:pt>
                <c:pt idx="55">
                  <c:v>17.720515404022592</c:v>
                </c:pt>
                <c:pt idx="56">
                  <c:v>18.121059229973795</c:v>
                </c:pt>
                <c:pt idx="57">
                  <c:v>18.200725071641301</c:v>
                </c:pt>
                <c:pt idx="58">
                  <c:v>19.850893416625496</c:v>
                </c:pt>
                <c:pt idx="59">
                  <c:v>19.159220712027995</c:v>
                </c:pt>
                <c:pt idx="60">
                  <c:v>18.95418746914541</c:v>
                </c:pt>
                <c:pt idx="61">
                  <c:v>18.6740821599982</c:v>
                </c:pt>
                <c:pt idx="62">
                  <c:v>18.881571891521304</c:v>
                </c:pt>
                <c:pt idx="63">
                  <c:v>19.925201190936697</c:v>
                </c:pt>
                <c:pt idx="64">
                  <c:v>19.970511903123501</c:v>
                </c:pt>
                <c:pt idx="65">
                  <c:v>20.044330201014397</c:v>
                </c:pt>
                <c:pt idx="66">
                  <c:v>19.671729138334797</c:v>
                </c:pt>
                <c:pt idx="67">
                  <c:v>21.551044852019693</c:v>
                </c:pt>
                <c:pt idx="68">
                  <c:v>21.593712369110001</c:v>
                </c:pt>
                <c:pt idx="69">
                  <c:v>21.202915148322205</c:v>
                </c:pt>
                <c:pt idx="70">
                  <c:v>20.390630156400597</c:v>
                </c:pt>
                <c:pt idx="71">
                  <c:v>19.541029273699905</c:v>
                </c:pt>
                <c:pt idx="72">
                  <c:v>20.179754608623703</c:v>
                </c:pt>
                <c:pt idx="73">
                  <c:v>19.620109511425795</c:v>
                </c:pt>
                <c:pt idx="74">
                  <c:v>20.705217599169103</c:v>
                </c:pt>
                <c:pt idx="75">
                  <c:v>19.556640914887197</c:v>
                </c:pt>
                <c:pt idx="76">
                  <c:v>18.7472092221469</c:v>
                </c:pt>
                <c:pt idx="77">
                  <c:v>19.404066583879803</c:v>
                </c:pt>
                <c:pt idx="78">
                  <c:v>19.376832605095899</c:v>
                </c:pt>
                <c:pt idx="79">
                  <c:v>18.972361881348604</c:v>
                </c:pt>
                <c:pt idx="80">
                  <c:v>23.746658237771598</c:v>
                </c:pt>
                <c:pt idx="81">
                  <c:v>27.285781854928395</c:v>
                </c:pt>
                <c:pt idx="82">
                  <c:v>25.750845578452598</c:v>
                </c:pt>
                <c:pt idx="83">
                  <c:v>25.815616369138304</c:v>
                </c:pt>
                <c:pt idx="84">
                  <c:v>25.173232194520104</c:v>
                </c:pt>
                <c:pt idx="85">
                  <c:v>24.303786940538799</c:v>
                </c:pt>
                <c:pt idx="86">
                  <c:v>26.405726444389799</c:v>
                </c:pt>
                <c:pt idx="87">
                  <c:v>29.383199369415898</c:v>
                </c:pt>
                <c:pt idx="88">
                  <c:v>25.779565548761298</c:v>
                </c:pt>
                <c:pt idx="89">
                  <c:v>22.643290977475594</c:v>
                </c:pt>
                <c:pt idx="90">
                  <c:v>23.326045143431998</c:v>
                </c:pt>
                <c:pt idx="91">
                  <c:v>22.231561359492403</c:v>
                </c:pt>
                <c:pt idx="92">
                  <c:v>23.074003699052497</c:v>
                </c:pt>
                <c:pt idx="93">
                  <c:v>24.528569221196804</c:v>
                </c:pt>
                <c:pt idx="94">
                  <c:v>24.839352798850207</c:v>
                </c:pt>
                <c:pt idx="95">
                  <c:v>22.436332695483898</c:v>
                </c:pt>
                <c:pt idx="96">
                  <c:v>24.106539233022701</c:v>
                </c:pt>
                <c:pt idx="97">
                  <c:v>27.576802195154698</c:v>
                </c:pt>
                <c:pt idx="98">
                  <c:v>27.408956323249392</c:v>
                </c:pt>
                <c:pt idx="99">
                  <c:v>27.085900502947993</c:v>
                </c:pt>
                <c:pt idx="100">
                  <c:v>24.910272977602403</c:v>
                </c:pt>
                <c:pt idx="101">
                  <c:v>28.391460773797192</c:v>
                </c:pt>
                <c:pt idx="102">
                  <c:v>28.041122566593103</c:v>
                </c:pt>
                <c:pt idx="103">
                  <c:v>27.670370156814506</c:v>
                </c:pt>
                <c:pt idx="104">
                  <c:v>26.126076706329002</c:v>
                </c:pt>
                <c:pt idx="105">
                  <c:v>24.129512617247599</c:v>
                </c:pt>
                <c:pt idx="106">
                  <c:v>22.179241004303599</c:v>
                </c:pt>
                <c:pt idx="107">
                  <c:v>21.202746225667497</c:v>
                </c:pt>
                <c:pt idx="108">
                  <c:v>22.231025949327204</c:v>
                </c:pt>
                <c:pt idx="109">
                  <c:v>20.028699543990996</c:v>
                </c:pt>
                <c:pt idx="110">
                  <c:v>21.919142361829898</c:v>
                </c:pt>
                <c:pt idx="111">
                  <c:v>24.2508217368716</c:v>
                </c:pt>
                <c:pt idx="112">
                  <c:v>21.346952776207601</c:v>
                </c:pt>
                <c:pt idx="113">
                  <c:v>25.4285824456678</c:v>
                </c:pt>
                <c:pt idx="114">
                  <c:v>23.737537816963901</c:v>
                </c:pt>
                <c:pt idx="115">
                  <c:v>24.249874323074696</c:v>
                </c:pt>
                <c:pt idx="116">
                  <c:v>24.587359977486198</c:v>
                </c:pt>
                <c:pt idx="117">
                  <c:v>28.696114470717003</c:v>
                </c:pt>
                <c:pt idx="118">
                  <c:v>25.3726290124462</c:v>
                </c:pt>
                <c:pt idx="119">
                  <c:v>23.617611754418398</c:v>
                </c:pt>
                <c:pt idx="120">
                  <c:v>24.081382813835599</c:v>
                </c:pt>
                <c:pt idx="121">
                  <c:v>25.330337134575903</c:v>
                </c:pt>
                <c:pt idx="122">
                  <c:v>24.238024099030103</c:v>
                </c:pt>
                <c:pt idx="123">
                  <c:v>24.7437950847869</c:v>
                </c:pt>
                <c:pt idx="124">
                  <c:v>24.6435224292543</c:v>
                </c:pt>
                <c:pt idx="125">
                  <c:v>26.215804609216896</c:v>
                </c:pt>
                <c:pt idx="126">
                  <c:v>27.762557576293798</c:v>
                </c:pt>
                <c:pt idx="127">
                  <c:v>31.609476868317198</c:v>
                </c:pt>
                <c:pt idx="128">
                  <c:v>32.428443679591496</c:v>
                </c:pt>
                <c:pt idx="129">
                  <c:v>28.7019559525516</c:v>
                </c:pt>
                <c:pt idx="130">
                  <c:v>30.4012883991305</c:v>
                </c:pt>
                <c:pt idx="131">
                  <c:v>30.527799419667801</c:v>
                </c:pt>
                <c:pt idx="132">
                  <c:v>30.349752598252103</c:v>
                </c:pt>
                <c:pt idx="133">
                  <c:v>29.126502026241798</c:v>
                </c:pt>
                <c:pt idx="134">
                  <c:v>30.379003451659901</c:v>
                </c:pt>
                <c:pt idx="135">
                  <c:v>30.3507061694039</c:v>
                </c:pt>
                <c:pt idx="136">
                  <c:v>31.351821298470501</c:v>
                </c:pt>
                <c:pt idx="137">
                  <c:v>31.117362469497099</c:v>
                </c:pt>
                <c:pt idx="138">
                  <c:v>30.070939520786901</c:v>
                </c:pt>
                <c:pt idx="139">
                  <c:v>33.6470247909878</c:v>
                </c:pt>
                <c:pt idx="140">
                  <c:v>31.7179779817941</c:v>
                </c:pt>
                <c:pt idx="141">
                  <c:v>31.730170882091997</c:v>
                </c:pt>
                <c:pt idx="142">
                  <c:v>33.260761740110603</c:v>
                </c:pt>
                <c:pt idx="143">
                  <c:v>30.286812589311999</c:v>
                </c:pt>
                <c:pt idx="144">
                  <c:v>30.553750881387504</c:v>
                </c:pt>
                <c:pt idx="145">
                  <c:v>30.933244083562904</c:v>
                </c:pt>
                <c:pt idx="146">
                  <c:v>28.243462521759803</c:v>
                </c:pt>
                <c:pt idx="147">
                  <c:v>25.890625477828699</c:v>
                </c:pt>
                <c:pt idx="148">
                  <c:v>27.688829151845301</c:v>
                </c:pt>
                <c:pt idx="149">
                  <c:v>26.622868411983301</c:v>
                </c:pt>
                <c:pt idx="150">
                  <c:v>23.690346980559497</c:v>
                </c:pt>
                <c:pt idx="151">
                  <c:v>24.044585981327696</c:v>
                </c:pt>
                <c:pt idx="152">
                  <c:v>25.212344002209996</c:v>
                </c:pt>
                <c:pt idx="153">
                  <c:v>25.766524524801799</c:v>
                </c:pt>
                <c:pt idx="154">
                  <c:v>27.928030990089098</c:v>
                </c:pt>
                <c:pt idx="155">
                  <c:v>32.177833289802095</c:v>
                </c:pt>
                <c:pt idx="156">
                  <c:v>35.402797498184505</c:v>
                </c:pt>
                <c:pt idx="157">
                  <c:v>33.422124378804</c:v>
                </c:pt>
                <c:pt idx="158">
                  <c:v>33.481935626051808</c:v>
                </c:pt>
                <c:pt idx="159">
                  <c:v>34.536623308806703</c:v>
                </c:pt>
                <c:pt idx="160">
                  <c:v>33.384677551033597</c:v>
                </c:pt>
                <c:pt idx="161">
                  <c:v>32.703302038637695</c:v>
                </c:pt>
                <c:pt idx="162">
                  <c:v>35.307684656034802</c:v>
                </c:pt>
                <c:pt idx="163">
                  <c:v>36.871928728414503</c:v>
                </c:pt>
                <c:pt idx="164">
                  <c:v>36.065348351836903</c:v>
                </c:pt>
                <c:pt idx="165">
                  <c:v>35.3393391892061</c:v>
                </c:pt>
                <c:pt idx="166">
                  <c:v>34.761308599403101</c:v>
                </c:pt>
                <c:pt idx="167">
                  <c:v>34.627994114242604</c:v>
                </c:pt>
                <c:pt idx="168">
                  <c:v>35.605451151944102</c:v>
                </c:pt>
                <c:pt idx="169">
                  <c:v>33.881912400952196</c:v>
                </c:pt>
                <c:pt idx="170">
                  <c:v>34.508858735422905</c:v>
                </c:pt>
                <c:pt idx="171">
                  <c:v>34.507636321561009</c:v>
                </c:pt>
                <c:pt idx="172">
                  <c:v>30.610444497984204</c:v>
                </c:pt>
                <c:pt idx="173">
                  <c:v>27.862477647400901</c:v>
                </c:pt>
                <c:pt idx="174">
                  <c:v>28.844469197497201</c:v>
                </c:pt>
                <c:pt idx="175">
                  <c:v>32.741115465046398</c:v>
                </c:pt>
                <c:pt idx="176">
                  <c:v>32.121523351660699</c:v>
                </c:pt>
                <c:pt idx="177">
                  <c:v>32.235205487797501</c:v>
                </c:pt>
                <c:pt idx="178">
                  <c:v>33.618079183718706</c:v>
                </c:pt>
                <c:pt idx="179">
                  <c:v>34.730817454725702</c:v>
                </c:pt>
                <c:pt idx="180">
                  <c:v>35.034828985220301</c:v>
                </c:pt>
                <c:pt idx="181">
                  <c:v>40.678830038036402</c:v>
                </c:pt>
                <c:pt idx="182">
                  <c:v>43.319618751066201</c:v>
                </c:pt>
                <c:pt idx="183">
                  <c:v>45.612591318020691</c:v>
                </c:pt>
                <c:pt idx="184">
                  <c:v>44.695534905211801</c:v>
                </c:pt>
                <c:pt idx="185">
                  <c:v>47.339580387730706</c:v>
                </c:pt>
                <c:pt idx="186">
                  <c:v>51.75267154323771</c:v>
                </c:pt>
                <c:pt idx="187">
                  <c:v>47.221219916794901</c:v>
                </c:pt>
                <c:pt idx="188">
                  <c:v>51.486450209052492</c:v>
                </c:pt>
                <c:pt idx="189">
                  <c:v>50.070031018671195</c:v>
                </c:pt>
                <c:pt idx="190">
                  <c:v>52.695052693592302</c:v>
                </c:pt>
                <c:pt idx="191">
                  <c:v>53.159685967881906</c:v>
                </c:pt>
                <c:pt idx="192">
                  <c:v>53.580828652444396</c:v>
                </c:pt>
                <c:pt idx="193">
                  <c:v>50.749859743414206</c:v>
                </c:pt>
                <c:pt idx="194">
                  <c:v>39.348559483466801</c:v>
                </c:pt>
                <c:pt idx="195">
                  <c:v>40.135129704152803</c:v>
                </c:pt>
                <c:pt idx="196">
                  <c:v>43.4281690038096</c:v>
                </c:pt>
                <c:pt idx="197">
                  <c:v>41.121048678200097</c:v>
                </c:pt>
                <c:pt idx="198">
                  <c:v>41.373350352612405</c:v>
                </c:pt>
                <c:pt idx="199">
                  <c:v>40.256579126623294</c:v>
                </c:pt>
                <c:pt idx="200">
                  <c:v>40.276024015561106</c:v>
                </c:pt>
                <c:pt idx="201">
                  <c:v>39.970013857592903</c:v>
                </c:pt>
                <c:pt idx="202">
                  <c:v>42.953868743389293</c:v>
                </c:pt>
                <c:pt idx="203">
                  <c:v>43.252173246365693</c:v>
                </c:pt>
                <c:pt idx="204">
                  <c:v>45.792344236796694</c:v>
                </c:pt>
                <c:pt idx="205">
                  <c:v>45.877466310695105</c:v>
                </c:pt>
                <c:pt idx="206">
                  <c:v>47.579819673236997</c:v>
                </c:pt>
                <c:pt idx="207">
                  <c:v>48.426682964389997</c:v>
                </c:pt>
                <c:pt idx="208">
                  <c:v>46.551784812468995</c:v>
                </c:pt>
                <c:pt idx="209">
                  <c:v>44.962484490070203</c:v>
                </c:pt>
                <c:pt idx="210">
                  <c:v>46.522835706597597</c:v>
                </c:pt>
                <c:pt idx="211">
                  <c:v>47.126551945350002</c:v>
                </c:pt>
                <c:pt idx="212">
                  <c:v>49.204659738478</c:v>
                </c:pt>
                <c:pt idx="213">
                  <c:v>47.740355401398496</c:v>
                </c:pt>
                <c:pt idx="214">
                  <c:v>46.585953410259002</c:v>
                </c:pt>
                <c:pt idx="215">
                  <c:v>46.198372808060398</c:v>
                </c:pt>
                <c:pt idx="216">
                  <c:v>44.591817319817409</c:v>
                </c:pt>
                <c:pt idx="217">
                  <c:v>44.011872117988204</c:v>
                </c:pt>
                <c:pt idx="218">
                  <c:v>40.857937059408307</c:v>
                </c:pt>
                <c:pt idx="219">
                  <c:v>38.295845647668003</c:v>
                </c:pt>
                <c:pt idx="220">
                  <c:v>37.685390506257605</c:v>
                </c:pt>
                <c:pt idx="221">
                  <c:v>36.184380027664304</c:v>
                </c:pt>
                <c:pt idx="222">
                  <c:v>33.391381348302502</c:v>
                </c:pt>
                <c:pt idx="223">
                  <c:v>33.121313475525596</c:v>
                </c:pt>
                <c:pt idx="224">
                  <c:v>31.813800275813101</c:v>
                </c:pt>
                <c:pt idx="225">
                  <c:v>33.100589091325006</c:v>
                </c:pt>
                <c:pt idx="226">
                  <c:v>32.238698667549997</c:v>
                </c:pt>
                <c:pt idx="227">
                  <c:v>33.101614388016799</c:v>
                </c:pt>
                <c:pt idx="228">
                  <c:v>31.631648564086998</c:v>
                </c:pt>
                <c:pt idx="229">
                  <c:v>31.901085383935698</c:v>
                </c:pt>
                <c:pt idx="230">
                  <c:v>32.571876908193396</c:v>
                </c:pt>
                <c:pt idx="231">
                  <c:v>30.132189917886603</c:v>
                </c:pt>
                <c:pt idx="232">
                  <c:v>31.228110108119697</c:v>
                </c:pt>
                <c:pt idx="233">
                  <c:v>31.763410712222402</c:v>
                </c:pt>
                <c:pt idx="234">
                  <c:v>28.447947784241403</c:v>
                </c:pt>
                <c:pt idx="235">
                  <c:v>26.289461617710504</c:v>
                </c:pt>
                <c:pt idx="236">
                  <c:v>25.017494427540004</c:v>
                </c:pt>
                <c:pt idx="237">
                  <c:v>25.462520057241104</c:v>
                </c:pt>
                <c:pt idx="238">
                  <c:v>26.946715497298698</c:v>
                </c:pt>
                <c:pt idx="239">
                  <c:v>27.9839818991424</c:v>
                </c:pt>
                <c:pt idx="240">
                  <c:v>26.630326689542802</c:v>
                </c:pt>
                <c:pt idx="241">
                  <c:v>24.845880733115802</c:v>
                </c:pt>
                <c:pt idx="242">
                  <c:v>26.134054026978802</c:v>
                </c:pt>
                <c:pt idx="243">
                  <c:v>26.298378808600699</c:v>
                </c:pt>
                <c:pt idx="244">
                  <c:v>26.165710062852899</c:v>
                </c:pt>
                <c:pt idx="245">
                  <c:v>25.689565038256902</c:v>
                </c:pt>
                <c:pt idx="246">
                  <c:v>26.557275591464805</c:v>
                </c:pt>
                <c:pt idx="247">
                  <c:v>26.663200719364099</c:v>
                </c:pt>
                <c:pt idx="248">
                  <c:v>26.700267128290399</c:v>
                </c:pt>
                <c:pt idx="249">
                  <c:v>27.655123170396102</c:v>
                </c:pt>
                <c:pt idx="250">
                  <c:v>28.529584076534903</c:v>
                </c:pt>
                <c:pt idx="251">
                  <c:v>29.377529196408901</c:v>
                </c:pt>
                <c:pt idx="252">
                  <c:v>28.369996480575399</c:v>
                </c:pt>
                <c:pt idx="253">
                  <c:v>26.630924636339802</c:v>
                </c:pt>
                <c:pt idx="254">
                  <c:v>24.0168062866301</c:v>
                </c:pt>
                <c:pt idx="255">
                  <c:v>24.098034099885602</c:v>
                </c:pt>
                <c:pt idx="256">
                  <c:v>23.6193637048402</c:v>
                </c:pt>
                <c:pt idx="257">
                  <c:v>24.086118826054797</c:v>
                </c:pt>
                <c:pt idx="258">
                  <c:v>25.831992990504698</c:v>
                </c:pt>
                <c:pt idx="259">
                  <c:v>22.9903015355722</c:v>
                </c:pt>
                <c:pt idx="260">
                  <c:v>22.684926797161403</c:v>
                </c:pt>
                <c:pt idx="261">
                  <c:v>22.950612205387905</c:v>
                </c:pt>
                <c:pt idx="262">
                  <c:v>22.785892288829103</c:v>
                </c:pt>
                <c:pt idx="263">
                  <c:v>24.178755437709796</c:v>
                </c:pt>
                <c:pt idx="264">
                  <c:v>22.870608479553894</c:v>
                </c:pt>
                <c:pt idx="265">
                  <c:v>23.449164044743704</c:v>
                </c:pt>
                <c:pt idx="266">
                  <c:v>22.671319047998303</c:v>
                </c:pt>
                <c:pt idx="267">
                  <c:v>21.957966486896701</c:v>
                </c:pt>
                <c:pt idx="268">
                  <c:v>23.627731572212504</c:v>
                </c:pt>
                <c:pt idx="269">
                  <c:v>23.927220576249603</c:v>
                </c:pt>
                <c:pt idx="270">
                  <c:v>23.4289171738954</c:v>
                </c:pt>
                <c:pt idx="271">
                  <c:v>22.752005482029297</c:v>
                </c:pt>
                <c:pt idx="272">
                  <c:v>22.312089669033497</c:v>
                </c:pt>
                <c:pt idx="273">
                  <c:v>21.217639769157699</c:v>
                </c:pt>
                <c:pt idx="274">
                  <c:v>21.117855334027801</c:v>
                </c:pt>
                <c:pt idx="275">
                  <c:v>21.800040989863803</c:v>
                </c:pt>
                <c:pt idx="276">
                  <c:v>21.985861524077997</c:v>
                </c:pt>
                <c:pt idx="277">
                  <c:v>23.231530273093206</c:v>
                </c:pt>
                <c:pt idx="278">
                  <c:v>22.910746659276001</c:v>
                </c:pt>
                <c:pt idx="279">
                  <c:v>25.033817893000801</c:v>
                </c:pt>
                <c:pt idx="280">
                  <c:v>25.320396271666198</c:v>
                </c:pt>
                <c:pt idx="281">
                  <c:v>28.133456036045398</c:v>
                </c:pt>
                <c:pt idx="282">
                  <c:v>26.8605580138479</c:v>
                </c:pt>
                <c:pt idx="283">
                  <c:v>25.427488543280599</c:v>
                </c:pt>
                <c:pt idx="284">
                  <c:v>26.563156418751401</c:v>
                </c:pt>
                <c:pt idx="285">
                  <c:v>26.890932545437803</c:v>
                </c:pt>
                <c:pt idx="286">
                  <c:v>25.315940055932799</c:v>
                </c:pt>
                <c:pt idx="287">
                  <c:v>25.903964593239898</c:v>
                </c:pt>
                <c:pt idx="288">
                  <c:v>26.544604033798699</c:v>
                </c:pt>
                <c:pt idx="289">
                  <c:v>26.975553323175699</c:v>
                </c:pt>
                <c:pt idx="290">
                  <c:v>28.726846757060898</c:v>
                </c:pt>
                <c:pt idx="291">
                  <c:v>28.5771536812954</c:v>
                </c:pt>
                <c:pt idx="292">
                  <c:v>26.480457188595299</c:v>
                </c:pt>
                <c:pt idx="293">
                  <c:v>27.822369393551199</c:v>
                </c:pt>
                <c:pt idx="294">
                  <c:v>27.910922201368503</c:v>
                </c:pt>
                <c:pt idx="295">
                  <c:v>26.7782307679825</c:v>
                </c:pt>
                <c:pt idx="296">
                  <c:v>25.9152181923562</c:v>
                </c:pt>
                <c:pt idx="297">
                  <c:v>26.035206692707099</c:v>
                </c:pt>
                <c:pt idx="298">
                  <c:v>26.044552332453197</c:v>
                </c:pt>
                <c:pt idx="299">
                  <c:v>27.313968473041804</c:v>
                </c:pt>
                <c:pt idx="300">
                  <c:v>28.885876855244099</c:v>
                </c:pt>
                <c:pt idx="301">
                  <c:v>30.741019413027697</c:v>
                </c:pt>
                <c:pt idx="302">
                  <c:v>29.279891246198204</c:v>
                </c:pt>
                <c:pt idx="303">
                  <c:v>31.9609508433557</c:v>
                </c:pt>
                <c:pt idx="304">
                  <c:v>35.213186574053196</c:v>
                </c:pt>
                <c:pt idx="305">
                  <c:v>35.882432749523296</c:v>
                </c:pt>
                <c:pt idx="306">
                  <c:v>33.832633148787693</c:v>
                </c:pt>
                <c:pt idx="307">
                  <c:v>32.598736165368898</c:v>
                </c:pt>
                <c:pt idx="308">
                  <c:v>34.140051618128908</c:v>
                </c:pt>
                <c:pt idx="309">
                  <c:v>32.139293219671401</c:v>
                </c:pt>
                <c:pt idx="310">
                  <c:v>30.922266892053898</c:v>
                </c:pt>
                <c:pt idx="311">
                  <c:v>33.323858336005699</c:v>
                </c:pt>
                <c:pt idx="312">
                  <c:v>31.343656969639198</c:v>
                </c:pt>
                <c:pt idx="313">
                  <c:v>32.230626003389105</c:v>
                </c:pt>
                <c:pt idx="314">
                  <c:v>31.187457086250099</c:v>
                </c:pt>
                <c:pt idx="315">
                  <c:v>32.334408944272496</c:v>
                </c:pt>
                <c:pt idx="316">
                  <c:v>32.815330765385902</c:v>
                </c:pt>
                <c:pt idx="317">
                  <c:v>35.339472222679397</c:v>
                </c:pt>
                <c:pt idx="318">
                  <c:v>30.488938707154102</c:v>
                </c:pt>
                <c:pt idx="319">
                  <c:v>27.880808975979395</c:v>
                </c:pt>
                <c:pt idx="320">
                  <c:v>27.555108312285597</c:v>
                </c:pt>
                <c:pt idx="321">
                  <c:v>26.969598301726396</c:v>
                </c:pt>
                <c:pt idx="322">
                  <c:v>26.776394783658304</c:v>
                </c:pt>
                <c:pt idx="323">
                  <c:v>27.0516591328673</c:v>
                </c:pt>
                <c:pt idx="324">
                  <c:v>27.6824970959212</c:v>
                </c:pt>
                <c:pt idx="325">
                  <c:v>24.412862906407799</c:v>
                </c:pt>
                <c:pt idx="326">
                  <c:v>22.210062766972602</c:v>
                </c:pt>
                <c:pt idx="327">
                  <c:v>22.039517668752101</c:v>
                </c:pt>
                <c:pt idx="328">
                  <c:v>20.302496159271797</c:v>
                </c:pt>
                <c:pt idx="329">
                  <c:v>22.487016208159901</c:v>
                </c:pt>
                <c:pt idx="330">
                  <c:v>20.448376541217002</c:v>
                </c:pt>
                <c:pt idx="331">
                  <c:v>19.855516838478099</c:v>
                </c:pt>
                <c:pt idx="332">
                  <c:v>20.052807009316105</c:v>
                </c:pt>
                <c:pt idx="333">
                  <c:v>20.827420095764303</c:v>
                </c:pt>
                <c:pt idx="334">
                  <c:v>22.359730240835901</c:v>
                </c:pt>
                <c:pt idx="335">
                  <c:v>21.326017973452906</c:v>
                </c:pt>
                <c:pt idx="336">
                  <c:v>22.663891458297201</c:v>
                </c:pt>
                <c:pt idx="337">
                  <c:v>21.098936973330503</c:v>
                </c:pt>
                <c:pt idx="338">
                  <c:v>21.918425039686998</c:v>
                </c:pt>
                <c:pt idx="339">
                  <c:v>22.047162668565299</c:v>
                </c:pt>
                <c:pt idx="340">
                  <c:v>23.256618228709197</c:v>
                </c:pt>
                <c:pt idx="341">
                  <c:v>22.854768536055296</c:v>
                </c:pt>
                <c:pt idx="342">
                  <c:v>20.6888836611631</c:v>
                </c:pt>
                <c:pt idx="343">
                  <c:v>19.274851957246696</c:v>
                </c:pt>
                <c:pt idx="344">
                  <c:v>20.348927459275298</c:v>
                </c:pt>
                <c:pt idx="345">
                  <c:v>22.112719023595101</c:v>
                </c:pt>
                <c:pt idx="346">
                  <c:v>20.908834272780297</c:v>
                </c:pt>
                <c:pt idx="347">
                  <c:v>21.607092350958297</c:v>
                </c:pt>
                <c:pt idx="348">
                  <c:v>21.265344055443599</c:v>
                </c:pt>
                <c:pt idx="349">
                  <c:v>22.180592046369203</c:v>
                </c:pt>
                <c:pt idx="350">
                  <c:v>21.989091883154902</c:v>
                </c:pt>
                <c:pt idx="351">
                  <c:v>21.435100568839399</c:v>
                </c:pt>
                <c:pt idx="352">
                  <c:v>20.869638412081002</c:v>
                </c:pt>
                <c:pt idx="353">
                  <c:v>19.350413298983902</c:v>
                </c:pt>
                <c:pt idx="354">
                  <c:v>18.504800405582497</c:v>
                </c:pt>
                <c:pt idx="355">
                  <c:v>17.446790276051402</c:v>
                </c:pt>
                <c:pt idx="356">
                  <c:v>18.573566036784701</c:v>
                </c:pt>
                <c:pt idx="357">
                  <c:v>18.2178779332998</c:v>
                </c:pt>
                <c:pt idx="358">
                  <c:v>18.987359505885202</c:v>
                </c:pt>
                <c:pt idx="359">
                  <c:v>18.448951581339696</c:v>
                </c:pt>
                <c:pt idx="360">
                  <c:v>17.3634202672906</c:v>
                </c:pt>
                <c:pt idx="361">
                  <c:v>17.119468499761702</c:v>
                </c:pt>
                <c:pt idx="362">
                  <c:v>17.128612533625997</c:v>
                </c:pt>
                <c:pt idx="363">
                  <c:v>18.047842887530901</c:v>
                </c:pt>
                <c:pt idx="364">
                  <c:v>18.149878706624804</c:v>
                </c:pt>
                <c:pt idx="365">
                  <c:v>18.029694866010502</c:v>
                </c:pt>
                <c:pt idx="366">
                  <c:v>17.551389661799099</c:v>
                </c:pt>
                <c:pt idx="367">
                  <c:v>17.887261268157399</c:v>
                </c:pt>
                <c:pt idx="368">
                  <c:v>18.394530668471699</c:v>
                </c:pt>
                <c:pt idx="369">
                  <c:v>18.507678017983203</c:v>
                </c:pt>
                <c:pt idx="370">
                  <c:v>18.808448759559603</c:v>
                </c:pt>
                <c:pt idx="371">
                  <c:v>18.328678670765203</c:v>
                </c:pt>
                <c:pt idx="372">
                  <c:v>17.751548508376899</c:v>
                </c:pt>
                <c:pt idx="373">
                  <c:v>15.796043468804999</c:v>
                </c:pt>
                <c:pt idx="374">
                  <c:v>15.897408636184199</c:v>
                </c:pt>
                <c:pt idx="375">
                  <c:v>15.216378114359902</c:v>
                </c:pt>
                <c:pt idx="376">
                  <c:v>15.235094192417399</c:v>
                </c:pt>
                <c:pt idx="377">
                  <c:v>15.598043504181501</c:v>
                </c:pt>
                <c:pt idx="378">
                  <c:v>15.612357500817698</c:v>
                </c:pt>
                <c:pt idx="379">
                  <c:v>14.609912916817198</c:v>
                </c:pt>
                <c:pt idx="380">
                  <c:v>14.035008287723102</c:v>
                </c:pt>
                <c:pt idx="381">
                  <c:v>13.829179005210204</c:v>
                </c:pt>
                <c:pt idx="382">
                  <c:v>13.4951431795857</c:v>
                </c:pt>
                <c:pt idx="383">
                  <c:v>12.470569665561204</c:v>
                </c:pt>
                <c:pt idx="384">
                  <c:v>12.460931043417698</c:v>
                </c:pt>
                <c:pt idx="385">
                  <c:v>12.958937126236901</c:v>
                </c:pt>
                <c:pt idx="386">
                  <c:v>11.453341800784802</c:v>
                </c:pt>
                <c:pt idx="387">
                  <c:v>9.8590252191820973</c:v>
                </c:pt>
                <c:pt idx="388">
                  <c:v>10.444992634526098</c:v>
                </c:pt>
                <c:pt idx="389">
                  <c:v>11.346343058891502</c:v>
                </c:pt>
                <c:pt idx="390">
                  <c:v>10.485155687930899</c:v>
                </c:pt>
                <c:pt idx="391">
                  <c:v>11.290012335475502</c:v>
                </c:pt>
                <c:pt idx="392">
                  <c:v>11.051103917140598</c:v>
                </c:pt>
                <c:pt idx="393">
                  <c:v>10.880192855449497</c:v>
                </c:pt>
                <c:pt idx="394">
                  <c:v>11.6096425985934</c:v>
                </c:pt>
                <c:pt idx="395">
                  <c:v>13.701140579985395</c:v>
                </c:pt>
                <c:pt idx="396">
                  <c:v>12.564899785527999</c:v>
                </c:pt>
                <c:pt idx="397">
                  <c:v>11.014041219156802</c:v>
                </c:pt>
                <c:pt idx="398">
                  <c:v>11.155660192028101</c:v>
                </c:pt>
                <c:pt idx="399">
                  <c:v>11.607166900715196</c:v>
                </c:pt>
                <c:pt idx="400">
                  <c:v>11.713292654547597</c:v>
                </c:pt>
                <c:pt idx="401">
                  <c:v>10.986515039410001</c:v>
                </c:pt>
                <c:pt idx="402">
                  <c:v>11.288500714234601</c:v>
                </c:pt>
                <c:pt idx="403">
                  <c:v>9.8431557241396987</c:v>
                </c:pt>
                <c:pt idx="404">
                  <c:v>10.333516396170598</c:v>
                </c:pt>
                <c:pt idx="405">
                  <c:v>9.6775374654217998</c:v>
                </c:pt>
                <c:pt idx="406">
                  <c:v>9.3508223957708019</c:v>
                </c:pt>
                <c:pt idx="407">
                  <c:v>8.9792525442751021</c:v>
                </c:pt>
                <c:pt idx="408">
                  <c:v>6.8442433366184972</c:v>
                </c:pt>
                <c:pt idx="409">
                  <c:v>5.9368670858494994</c:v>
                </c:pt>
                <c:pt idx="410">
                  <c:v>6.8072205258903011</c:v>
                </c:pt>
                <c:pt idx="411">
                  <c:v>7.758827676158397</c:v>
                </c:pt>
                <c:pt idx="412">
                  <c:v>6.9225000999090014</c:v>
                </c:pt>
                <c:pt idx="413">
                  <c:v>7.8205287456136006</c:v>
                </c:pt>
                <c:pt idx="414">
                  <c:v>7.0021920950503009</c:v>
                </c:pt>
                <c:pt idx="415">
                  <c:v>7.2703403353048941</c:v>
                </c:pt>
                <c:pt idx="416">
                  <c:v>7.8552356834398012</c:v>
                </c:pt>
                <c:pt idx="417">
                  <c:v>8.1747813440043018</c:v>
                </c:pt>
                <c:pt idx="418">
                  <c:v>7.9392820853499977</c:v>
                </c:pt>
                <c:pt idx="419">
                  <c:v>7.4517929438799015</c:v>
                </c:pt>
                <c:pt idx="420">
                  <c:v>7.020867550925999</c:v>
                </c:pt>
                <c:pt idx="421">
                  <c:v>7.2005341807664003</c:v>
                </c:pt>
                <c:pt idx="422">
                  <c:v>8.101741991227005</c:v>
                </c:pt>
                <c:pt idx="423">
                  <c:v>8.2607906776171021</c:v>
                </c:pt>
                <c:pt idx="424">
                  <c:v>9.0544995106516986</c:v>
                </c:pt>
                <c:pt idx="425">
                  <c:v>9.5717117824356954</c:v>
                </c:pt>
                <c:pt idx="426">
                  <c:v>9.9265711588040979</c:v>
                </c:pt>
                <c:pt idx="427">
                  <c:v>9.4185480013901</c:v>
                </c:pt>
                <c:pt idx="428">
                  <c:v>10.994415497695801</c:v>
                </c:pt>
                <c:pt idx="429">
                  <c:v>11.678090413133102</c:v>
                </c:pt>
                <c:pt idx="430">
                  <c:v>10.786585324677798</c:v>
                </c:pt>
                <c:pt idx="431">
                  <c:v>9.5832013478864013</c:v>
                </c:pt>
                <c:pt idx="432">
                  <c:v>9.6931102606336026</c:v>
                </c:pt>
                <c:pt idx="433">
                  <c:v>10.035965985692702</c:v>
                </c:pt>
                <c:pt idx="434">
                  <c:v>10.5077167023809</c:v>
                </c:pt>
                <c:pt idx="435">
                  <c:v>9.9897250603699952</c:v>
                </c:pt>
                <c:pt idx="436">
                  <c:v>9.7025228719547982</c:v>
                </c:pt>
                <c:pt idx="437">
                  <c:v>9.7221751651029038</c:v>
                </c:pt>
                <c:pt idx="438">
                  <c:v>10.068226014863402</c:v>
                </c:pt>
                <c:pt idx="439">
                  <c:v>9.5178189883600979</c:v>
                </c:pt>
                <c:pt idx="440">
                  <c:v>9.8027312394989998</c:v>
                </c:pt>
                <c:pt idx="441">
                  <c:v>9.5982325964875983</c:v>
                </c:pt>
                <c:pt idx="442">
                  <c:v>9.0068768887106003</c:v>
                </c:pt>
                <c:pt idx="443">
                  <c:v>8.3776936956470998</c:v>
                </c:pt>
                <c:pt idx="444">
                  <c:v>8.9346859276202011</c:v>
                </c:pt>
                <c:pt idx="445">
                  <c:v>8.5124809227385008</c:v>
                </c:pt>
                <c:pt idx="446">
                  <c:v>8.5379093877296981</c:v>
                </c:pt>
                <c:pt idx="447">
                  <c:v>8.6373932966926006</c:v>
                </c:pt>
                <c:pt idx="448">
                  <c:v>9.7094935937613016</c:v>
                </c:pt>
                <c:pt idx="449">
                  <c:v>9.6566840642054999</c:v>
                </c:pt>
                <c:pt idx="450">
                  <c:v>9.2426864277262979</c:v>
                </c:pt>
                <c:pt idx="451">
                  <c:v>10.3545808623659</c:v>
                </c:pt>
                <c:pt idx="452">
                  <c:v>10.645791274614901</c:v>
                </c:pt>
                <c:pt idx="453">
                  <c:v>11.557818322435999</c:v>
                </c:pt>
                <c:pt idx="454">
                  <c:v>12.037369335278399</c:v>
                </c:pt>
                <c:pt idx="455">
                  <c:v>12.288208357035799</c:v>
                </c:pt>
                <c:pt idx="456">
                  <c:v>12.165866225361196</c:v>
                </c:pt>
                <c:pt idx="457">
                  <c:v>11.756091686320904</c:v>
                </c:pt>
                <c:pt idx="458">
                  <c:v>10.5287127224553</c:v>
                </c:pt>
                <c:pt idx="459">
                  <c:v>10.873767889240501</c:v>
                </c:pt>
                <c:pt idx="460">
                  <c:v>10.778494329010798</c:v>
                </c:pt>
                <c:pt idx="461">
                  <c:v>10.290590403192496</c:v>
                </c:pt>
                <c:pt idx="462">
                  <c:v>10.931607572438001</c:v>
                </c:pt>
                <c:pt idx="463">
                  <c:v>11.160220304318305</c:v>
                </c:pt>
                <c:pt idx="464">
                  <c:v>11.069445654573002</c:v>
                </c:pt>
                <c:pt idx="465">
                  <c:v>11.566187818552098</c:v>
                </c:pt>
                <c:pt idx="466">
                  <c:v>10.972395687658999</c:v>
                </c:pt>
                <c:pt idx="467">
                  <c:v>10.427099341941602</c:v>
                </c:pt>
                <c:pt idx="468">
                  <c:v>10.496470557467898</c:v>
                </c:pt>
                <c:pt idx="469">
                  <c:v>12.194696796137396</c:v>
                </c:pt>
                <c:pt idx="470">
                  <c:v>12.454640973085699</c:v>
                </c:pt>
                <c:pt idx="471">
                  <c:v>12.6690933475255</c:v>
                </c:pt>
                <c:pt idx="472">
                  <c:v>12.397265547328303</c:v>
                </c:pt>
                <c:pt idx="473">
                  <c:v>12.645796311221197</c:v>
                </c:pt>
                <c:pt idx="474">
                  <c:v>12.709684720224601</c:v>
                </c:pt>
                <c:pt idx="475">
                  <c:v>13.277650994377801</c:v>
                </c:pt>
                <c:pt idx="476">
                  <c:v>14.324095903695795</c:v>
                </c:pt>
                <c:pt idx="477">
                  <c:v>14.007960361258601</c:v>
                </c:pt>
                <c:pt idx="478">
                  <c:v>14.7156764191859</c:v>
                </c:pt>
                <c:pt idx="479">
                  <c:v>14.443960266300397</c:v>
                </c:pt>
                <c:pt idx="480">
                  <c:v>14.8712556812687</c:v>
                </c:pt>
                <c:pt idx="481">
                  <c:v>14.450231308382001</c:v>
                </c:pt>
                <c:pt idx="482">
                  <c:v>14.3402452851909</c:v>
                </c:pt>
                <c:pt idx="483">
                  <c:v>13.695863664749403</c:v>
                </c:pt>
                <c:pt idx="484">
                  <c:v>13.374522777846604</c:v>
                </c:pt>
                <c:pt idx="485">
                  <c:v>13.699313245896398</c:v>
                </c:pt>
                <c:pt idx="486">
                  <c:v>13.206619207647101</c:v>
                </c:pt>
                <c:pt idx="487">
                  <c:v>12.830158836636603</c:v>
                </c:pt>
                <c:pt idx="488">
                  <c:v>12.711616900743604</c:v>
                </c:pt>
                <c:pt idx="489">
                  <c:v>13.104835198119201</c:v>
                </c:pt>
                <c:pt idx="490">
                  <c:v>12.100308417118399</c:v>
                </c:pt>
                <c:pt idx="491">
                  <c:v>12.955113544052498</c:v>
                </c:pt>
                <c:pt idx="492">
                  <c:v>12.691554387899497</c:v>
                </c:pt>
                <c:pt idx="493">
                  <c:v>11.795055442290099</c:v>
                </c:pt>
                <c:pt idx="494">
                  <c:v>11.977364569899304</c:v>
                </c:pt>
                <c:pt idx="495">
                  <c:v>13.1095386147718</c:v>
                </c:pt>
                <c:pt idx="496">
                  <c:v>13.4783758712855</c:v>
                </c:pt>
                <c:pt idx="497">
                  <c:v>12.992418071343597</c:v>
                </c:pt>
                <c:pt idx="498">
                  <c:v>12.522517644496695</c:v>
                </c:pt>
                <c:pt idx="499">
                  <c:v>12.234606894610202</c:v>
                </c:pt>
                <c:pt idx="500">
                  <c:v>12.015470327317498</c:v>
                </c:pt>
                <c:pt idx="501">
                  <c:v>11.385776857321598</c:v>
                </c:pt>
                <c:pt idx="502">
                  <c:v>11.717557369895101</c:v>
                </c:pt>
                <c:pt idx="503">
                  <c:v>11.922831857340803</c:v>
                </c:pt>
                <c:pt idx="504">
                  <c:v>12.083313672251702</c:v>
                </c:pt>
                <c:pt idx="505">
                  <c:v>11.7960678483748</c:v>
                </c:pt>
                <c:pt idx="506">
                  <c:v>11.356448589982399</c:v>
                </c:pt>
                <c:pt idx="507">
                  <c:v>11.493784838978602</c:v>
                </c:pt>
                <c:pt idx="508">
                  <c:v>11.880480244682602</c:v>
                </c:pt>
                <c:pt idx="509">
                  <c:v>12.448349231927303</c:v>
                </c:pt>
                <c:pt idx="510">
                  <c:v>16.590436337821398</c:v>
                </c:pt>
                <c:pt idx="511">
                  <c:v>14.908010074536097</c:v>
                </c:pt>
                <c:pt idx="512">
                  <c:v>15.011086021558299</c:v>
                </c:pt>
                <c:pt idx="513">
                  <c:v>15.718447236138399</c:v>
                </c:pt>
                <c:pt idx="514">
                  <c:v>15.569514270244703</c:v>
                </c:pt>
                <c:pt idx="515">
                  <c:v>15.779118095589098</c:v>
                </c:pt>
                <c:pt idx="516">
                  <c:v>16.301275490606802</c:v>
                </c:pt>
                <c:pt idx="517">
                  <c:v>14.528179363489599</c:v>
                </c:pt>
                <c:pt idx="518">
                  <c:v>13.951109117892504</c:v>
                </c:pt>
                <c:pt idx="519">
                  <c:v>13.679618847710902</c:v>
                </c:pt>
                <c:pt idx="520">
                  <c:v>12.328359096956596</c:v>
                </c:pt>
                <c:pt idx="521">
                  <c:v>12.687211466004804</c:v>
                </c:pt>
                <c:pt idx="522">
                  <c:v>12.2804293120568</c:v>
                </c:pt>
                <c:pt idx="523">
                  <c:v>12.312153542179797</c:v>
                </c:pt>
                <c:pt idx="524">
                  <c:v>11.818564962102496</c:v>
                </c:pt>
                <c:pt idx="525">
                  <c:v>12.205959903898901</c:v>
                </c:pt>
                <c:pt idx="526">
                  <c:v>11.984855481730698</c:v>
                </c:pt>
                <c:pt idx="527">
                  <c:v>11.819549377693502</c:v>
                </c:pt>
                <c:pt idx="528">
                  <c:v>11.743929663878703</c:v>
                </c:pt>
                <c:pt idx="529">
                  <c:v>11.562820407209202</c:v>
                </c:pt>
                <c:pt idx="530">
                  <c:v>11.250661060634901</c:v>
                </c:pt>
                <c:pt idx="531">
                  <c:v>10.813611736801104</c:v>
                </c:pt>
                <c:pt idx="532">
                  <c:v>11.179106544702702</c:v>
                </c:pt>
                <c:pt idx="533">
                  <c:v>11.2561389104516</c:v>
                </c:pt>
                <c:pt idx="534">
                  <c:v>11.274150936863698</c:v>
                </c:pt>
                <c:pt idx="535">
                  <c:v>12.528949476475496</c:v>
                </c:pt>
                <c:pt idx="536">
                  <c:v>12.105092308400202</c:v>
                </c:pt>
                <c:pt idx="537">
                  <c:v>12.1688126505973</c:v>
                </c:pt>
                <c:pt idx="538">
                  <c:v>11.959318274473798</c:v>
                </c:pt>
                <c:pt idx="539">
                  <c:v>11.461086852791901</c:v>
                </c:pt>
                <c:pt idx="540">
                  <c:v>11.856811206081204</c:v>
                </c:pt>
                <c:pt idx="541">
                  <c:v>11.714612379188399</c:v>
                </c:pt>
                <c:pt idx="542">
                  <c:v>11.482065750627399</c:v>
                </c:pt>
                <c:pt idx="543">
                  <c:v>10.894819693275501</c:v>
                </c:pt>
                <c:pt idx="544">
                  <c:v>11.855800355281197</c:v>
                </c:pt>
                <c:pt idx="545">
                  <c:v>11.883588558200199</c:v>
                </c:pt>
                <c:pt idx="546">
                  <c:v>12.282697457382099</c:v>
                </c:pt>
                <c:pt idx="547">
                  <c:v>12.517975509399704</c:v>
                </c:pt>
                <c:pt idx="548">
                  <c:v>12.854106730230001</c:v>
                </c:pt>
                <c:pt idx="549">
                  <c:v>13.082240289311699</c:v>
                </c:pt>
                <c:pt idx="550">
                  <c:v>13.509833997959397</c:v>
                </c:pt>
                <c:pt idx="551">
                  <c:v>13.101227696861102</c:v>
                </c:pt>
                <c:pt idx="552">
                  <c:v>13.198025864983098</c:v>
                </c:pt>
                <c:pt idx="553">
                  <c:v>15.148207060028</c:v>
                </c:pt>
                <c:pt idx="554">
                  <c:v>16.056945300519097</c:v>
                </c:pt>
                <c:pt idx="555">
                  <c:v>15.522653792909395</c:v>
                </c:pt>
                <c:pt idx="556">
                  <c:v>15.787294426310503</c:v>
                </c:pt>
                <c:pt idx="557">
                  <c:v>15.816939505631403</c:v>
                </c:pt>
                <c:pt idx="558">
                  <c:v>15.739399645643001</c:v>
                </c:pt>
                <c:pt idx="559">
                  <c:v>15.949729118920601</c:v>
                </c:pt>
                <c:pt idx="560">
                  <c:v>15.607288101463897</c:v>
                </c:pt>
                <c:pt idx="561">
                  <c:v>16.277113129673097</c:v>
                </c:pt>
                <c:pt idx="562">
                  <c:v>16.391611252984198</c:v>
                </c:pt>
                <c:pt idx="563">
                  <c:v>16.052632267017501</c:v>
                </c:pt>
                <c:pt idx="564">
                  <c:v>15.7551150332947</c:v>
                </c:pt>
                <c:pt idx="565">
                  <c:v>14.457178637643501</c:v>
                </c:pt>
                <c:pt idx="566">
                  <c:v>14.719248083773</c:v>
                </c:pt>
                <c:pt idx="567">
                  <c:v>14.286554758885497</c:v>
                </c:pt>
                <c:pt idx="568">
                  <c:v>14.075416299515499</c:v>
                </c:pt>
                <c:pt idx="569">
                  <c:v>12.901055402478804</c:v>
                </c:pt>
                <c:pt idx="570">
                  <c:v>15.259637296671499</c:v>
                </c:pt>
                <c:pt idx="571">
                  <c:v>15.327449609520897</c:v>
                </c:pt>
                <c:pt idx="572">
                  <c:v>13.572123837570295</c:v>
                </c:pt>
                <c:pt idx="573">
                  <c:v>14.364674664708403</c:v>
                </c:pt>
                <c:pt idx="574">
                  <c:v>14.185225137243897</c:v>
                </c:pt>
                <c:pt idx="575">
                  <c:v>14.707078246725501</c:v>
                </c:pt>
                <c:pt idx="576">
                  <c:v>14.4551832897263</c:v>
                </c:pt>
                <c:pt idx="577">
                  <c:v>15.854820859997204</c:v>
                </c:pt>
                <c:pt idx="578">
                  <c:v>16.613110613959201</c:v>
                </c:pt>
                <c:pt idx="579">
                  <c:v>15.532257575963598</c:v>
                </c:pt>
                <c:pt idx="580">
                  <c:v>15.056810491425402</c:v>
                </c:pt>
                <c:pt idx="581">
                  <c:v>14.997311578307695</c:v>
                </c:pt>
                <c:pt idx="582">
                  <c:v>14.674776554952999</c:v>
                </c:pt>
                <c:pt idx="583">
                  <c:v>15.640472033153401</c:v>
                </c:pt>
                <c:pt idx="584">
                  <c:v>15.605602417022396</c:v>
                </c:pt>
                <c:pt idx="585">
                  <c:v>14.605696438645005</c:v>
                </c:pt>
                <c:pt idx="586">
                  <c:v>15.101005563276097</c:v>
                </c:pt>
                <c:pt idx="587">
                  <c:v>14.589957012479502</c:v>
                </c:pt>
                <c:pt idx="588">
                  <c:v>15.421762114644402</c:v>
                </c:pt>
                <c:pt idx="589">
                  <c:v>15.190890681655105</c:v>
                </c:pt>
                <c:pt idx="590">
                  <c:v>14.959840652024894</c:v>
                </c:pt>
                <c:pt idx="591">
                  <c:v>14.941809305623998</c:v>
                </c:pt>
                <c:pt idx="592">
                  <c:v>15.0784698374055</c:v>
                </c:pt>
                <c:pt idx="593">
                  <c:v>15.704288459235698</c:v>
                </c:pt>
                <c:pt idx="594">
                  <c:v>15.132890039815599</c:v>
                </c:pt>
                <c:pt idx="595">
                  <c:v>15.689858012939503</c:v>
                </c:pt>
                <c:pt idx="596">
                  <c:v>15.978255808258002</c:v>
                </c:pt>
                <c:pt idx="597">
                  <c:v>15.524947239600294</c:v>
                </c:pt>
                <c:pt idx="598">
                  <c:v>16.187898866361099</c:v>
                </c:pt>
                <c:pt idx="599">
                  <c:v>16.731527006516</c:v>
                </c:pt>
                <c:pt idx="600">
                  <c:v>16.256781099907101</c:v>
                </c:pt>
                <c:pt idx="601">
                  <c:v>16.522020972085603</c:v>
                </c:pt>
                <c:pt idx="602">
                  <c:v>15.8258490167925</c:v>
                </c:pt>
                <c:pt idx="603">
                  <c:v>15.847340634305901</c:v>
                </c:pt>
                <c:pt idx="604">
                  <c:v>15.464187071571303</c:v>
                </c:pt>
                <c:pt idx="605">
                  <c:v>15.7164734600358</c:v>
                </c:pt>
                <c:pt idx="606">
                  <c:v>15.6409809671011</c:v>
                </c:pt>
                <c:pt idx="607">
                  <c:v>15.970143686583398</c:v>
                </c:pt>
                <c:pt idx="608">
                  <c:v>16.059311405141301</c:v>
                </c:pt>
                <c:pt idx="609">
                  <c:v>16.541250261657503</c:v>
                </c:pt>
                <c:pt idx="610">
                  <c:v>16.364374522876105</c:v>
                </c:pt>
                <c:pt idx="611">
                  <c:v>15.646222120152295</c:v>
                </c:pt>
                <c:pt idx="612">
                  <c:v>15.319063053563504</c:v>
                </c:pt>
                <c:pt idx="613">
                  <c:v>16.307691293932898</c:v>
                </c:pt>
                <c:pt idx="614">
                  <c:v>15.513375716244099</c:v>
                </c:pt>
                <c:pt idx="615">
                  <c:v>15.486172139070398</c:v>
                </c:pt>
                <c:pt idx="616">
                  <c:v>15.875718426135606</c:v>
                </c:pt>
                <c:pt idx="617">
                  <c:v>16.271577577743798</c:v>
                </c:pt>
                <c:pt idx="618">
                  <c:v>13.827986462066598</c:v>
                </c:pt>
                <c:pt idx="619">
                  <c:v>13.271891472630891</c:v>
                </c:pt>
                <c:pt idx="620">
                  <c:v>14.059718763039299</c:v>
                </c:pt>
                <c:pt idx="621">
                  <c:v>13.484905942733498</c:v>
                </c:pt>
                <c:pt idx="622">
                  <c:v>12.902355526357695</c:v>
                </c:pt>
                <c:pt idx="623">
                  <c:v>13.751397242226702</c:v>
                </c:pt>
                <c:pt idx="624">
                  <c:v>13.595172626745104</c:v>
                </c:pt>
                <c:pt idx="625">
                  <c:v>14.049773036831503</c:v>
                </c:pt>
                <c:pt idx="626">
                  <c:v>13.992918326697797</c:v>
                </c:pt>
                <c:pt idx="627">
                  <c:v>13.885891715875296</c:v>
                </c:pt>
                <c:pt idx="628">
                  <c:v>14.250870678589102</c:v>
                </c:pt>
                <c:pt idx="629">
                  <c:v>13.608524189168101</c:v>
                </c:pt>
                <c:pt idx="630">
                  <c:v>13.4940257784409</c:v>
                </c:pt>
                <c:pt idx="631">
                  <c:v>12.399161622192196</c:v>
                </c:pt>
                <c:pt idx="632">
                  <c:v>13.080033610237898</c:v>
                </c:pt>
                <c:pt idx="633">
                  <c:v>13.289347310077005</c:v>
                </c:pt>
                <c:pt idx="634">
                  <c:v>12.980386586123402</c:v>
                </c:pt>
                <c:pt idx="635">
                  <c:v>13.672143727788203</c:v>
                </c:pt>
                <c:pt idx="636">
                  <c:v>13.704116784597801</c:v>
                </c:pt>
                <c:pt idx="637">
                  <c:v>13.720600472578703</c:v>
                </c:pt>
                <c:pt idx="638">
                  <c:v>13.578451087472498</c:v>
                </c:pt>
                <c:pt idx="639">
                  <c:v>12.461263729342498</c:v>
                </c:pt>
                <c:pt idx="640">
                  <c:v>12.2431126685712</c:v>
                </c:pt>
                <c:pt idx="641">
                  <c:v>10.4881670474849</c:v>
                </c:pt>
                <c:pt idx="642">
                  <c:v>11.972278403594601</c:v>
                </c:pt>
                <c:pt idx="643">
                  <c:v>12.493160746822902</c:v>
                </c:pt>
                <c:pt idx="644">
                  <c:v>12.2524683055127</c:v>
                </c:pt>
                <c:pt idx="645">
                  <c:v>12.620414630585</c:v>
                </c:pt>
                <c:pt idx="646">
                  <c:v>12.226361037002999</c:v>
                </c:pt>
                <c:pt idx="647">
                  <c:v>11.8893703481762</c:v>
                </c:pt>
                <c:pt idx="648">
                  <c:v>11.892692088133497</c:v>
                </c:pt>
                <c:pt idx="649">
                  <c:v>12.138116075080802</c:v>
                </c:pt>
                <c:pt idx="650">
                  <c:v>12.577362187729197</c:v>
                </c:pt>
                <c:pt idx="651">
                  <c:v>11.940328997353898</c:v>
                </c:pt>
                <c:pt idx="652">
                  <c:v>12.043444581513402</c:v>
                </c:pt>
                <c:pt idx="653">
                  <c:v>12.005342745877702</c:v>
                </c:pt>
                <c:pt idx="654">
                  <c:v>12.148796133878598</c:v>
                </c:pt>
                <c:pt idx="655">
                  <c:v>12.345425881031797</c:v>
                </c:pt>
                <c:pt idx="656">
                  <c:v>11.988855734628803</c:v>
                </c:pt>
                <c:pt idx="657">
                  <c:v>10.558416095443</c:v>
                </c:pt>
                <c:pt idx="658">
                  <c:v>10.274898716336999</c:v>
                </c:pt>
                <c:pt idx="659">
                  <c:v>10.485465468198303</c:v>
                </c:pt>
                <c:pt idx="660">
                  <c:v>9.8173670544131966</c:v>
                </c:pt>
                <c:pt idx="661">
                  <c:v>10.332127342112599</c:v>
                </c:pt>
                <c:pt idx="662">
                  <c:v>9.9352367662565015</c:v>
                </c:pt>
                <c:pt idx="663">
                  <c:v>9.973424157669502</c:v>
                </c:pt>
                <c:pt idx="664">
                  <c:v>9.8125839638981027</c:v>
                </c:pt>
                <c:pt idx="665">
                  <c:v>9.0503139609862018</c:v>
                </c:pt>
                <c:pt idx="666">
                  <c:v>8.6018571492803027</c:v>
                </c:pt>
                <c:pt idx="667">
                  <c:v>8.9474364211730979</c:v>
                </c:pt>
                <c:pt idx="668">
                  <c:v>10.348101436878004</c:v>
                </c:pt>
                <c:pt idx="669">
                  <c:v>9.7745155524866014</c:v>
                </c:pt>
                <c:pt idx="670">
                  <c:v>10.343697287820099</c:v>
                </c:pt>
                <c:pt idx="671">
                  <c:v>9.4318547798073986</c:v>
                </c:pt>
                <c:pt idx="672">
                  <c:v>8.5246971972331025</c:v>
                </c:pt>
                <c:pt idx="673">
                  <c:v>8.8624185343961983</c:v>
                </c:pt>
                <c:pt idx="674">
                  <c:v>8.7335909637848985</c:v>
                </c:pt>
                <c:pt idx="675">
                  <c:v>8.9326649468716042</c:v>
                </c:pt>
                <c:pt idx="676">
                  <c:v>9.2301263003111025</c:v>
                </c:pt>
                <c:pt idx="677">
                  <c:v>8.584844009225499</c:v>
                </c:pt>
                <c:pt idx="678">
                  <c:v>9.5677183872903058</c:v>
                </c:pt>
                <c:pt idx="679">
                  <c:v>8.8060885791497014</c:v>
                </c:pt>
                <c:pt idx="680">
                  <c:v>7.4593963209789038</c:v>
                </c:pt>
                <c:pt idx="681">
                  <c:v>8.2770750800488031</c:v>
                </c:pt>
                <c:pt idx="682">
                  <c:v>9.317100779061704</c:v>
                </c:pt>
                <c:pt idx="683">
                  <c:v>9.5708263806254976</c:v>
                </c:pt>
                <c:pt idx="684">
                  <c:v>10.765609045306697</c:v>
                </c:pt>
                <c:pt idx="685">
                  <c:v>10.106750630532098</c:v>
                </c:pt>
                <c:pt idx="686">
                  <c:v>10.809755865684998</c:v>
                </c:pt>
                <c:pt idx="687">
                  <c:v>11.008444596705196</c:v>
                </c:pt>
                <c:pt idx="688">
                  <c:v>11.1632626927736</c:v>
                </c:pt>
                <c:pt idx="689">
                  <c:v>10.698014501846906</c:v>
                </c:pt>
                <c:pt idx="690">
                  <c:v>10.839003149278795</c:v>
                </c:pt>
                <c:pt idx="691">
                  <c:v>10.287599409588701</c:v>
                </c:pt>
                <c:pt idx="692">
                  <c:v>10.715337321359598</c:v>
                </c:pt>
                <c:pt idx="693">
                  <c:v>11.9319647269377</c:v>
                </c:pt>
                <c:pt idx="694">
                  <c:v>11.417583145144199</c:v>
                </c:pt>
                <c:pt idx="695">
                  <c:v>11.054112583620295</c:v>
                </c:pt>
                <c:pt idx="696">
                  <c:v>11.369502786687598</c:v>
                </c:pt>
                <c:pt idx="697">
                  <c:v>11.316401260396695</c:v>
                </c:pt>
                <c:pt idx="698">
                  <c:v>11.513278124509604</c:v>
                </c:pt>
                <c:pt idx="699">
                  <c:v>11.647474534560899</c:v>
                </c:pt>
                <c:pt idx="700">
                  <c:v>12.4910363512505</c:v>
                </c:pt>
                <c:pt idx="701">
                  <c:v>12.920835848900502</c:v>
                </c:pt>
                <c:pt idx="702">
                  <c:v>12.343488478621502</c:v>
                </c:pt>
                <c:pt idx="703">
                  <c:v>12.145954879858799</c:v>
                </c:pt>
                <c:pt idx="704">
                  <c:v>13.464084366736301</c:v>
                </c:pt>
                <c:pt idx="705">
                  <c:v>13.195920717643503</c:v>
                </c:pt>
                <c:pt idx="706">
                  <c:v>12.271696623415004</c:v>
                </c:pt>
                <c:pt idx="707">
                  <c:v>11.367003825177498</c:v>
                </c:pt>
                <c:pt idx="708">
                  <c:v>10.968066978327798</c:v>
                </c:pt>
                <c:pt idx="709">
                  <c:v>10.403626612273399</c:v>
                </c:pt>
                <c:pt idx="710">
                  <c:v>10.067439930596201</c:v>
                </c:pt>
                <c:pt idx="711">
                  <c:v>11.064709807646196</c:v>
                </c:pt>
                <c:pt idx="712">
                  <c:v>11.696861834309402</c:v>
                </c:pt>
                <c:pt idx="713">
                  <c:v>10.848684276230401</c:v>
                </c:pt>
                <c:pt idx="714">
                  <c:v>11.270379655695599</c:v>
                </c:pt>
                <c:pt idx="715">
                  <c:v>11.380020124905499</c:v>
                </c:pt>
                <c:pt idx="716">
                  <c:v>10.6859963505756</c:v>
                </c:pt>
                <c:pt idx="717">
                  <c:v>10.709471264528602</c:v>
                </c:pt>
                <c:pt idx="718">
                  <c:v>11.619052384170899</c:v>
                </c:pt>
                <c:pt idx="719">
                  <c:v>12.2892838245733</c:v>
                </c:pt>
                <c:pt idx="720">
                  <c:v>12.803430661470003</c:v>
                </c:pt>
                <c:pt idx="721">
                  <c:v>13.734745005083298</c:v>
                </c:pt>
                <c:pt idx="722">
                  <c:v>12.574000338523902</c:v>
                </c:pt>
                <c:pt idx="723">
                  <c:v>12.471204750393596</c:v>
                </c:pt>
                <c:pt idx="724">
                  <c:v>12.7532399021174</c:v>
                </c:pt>
                <c:pt idx="725">
                  <c:v>12.931318517068306</c:v>
                </c:pt>
                <c:pt idx="726">
                  <c:v>12.518731802767796</c:v>
                </c:pt>
                <c:pt idx="727">
                  <c:v>12.825903188382703</c:v>
                </c:pt>
                <c:pt idx="728">
                  <c:v>12.259396882932201</c:v>
                </c:pt>
                <c:pt idx="729">
                  <c:v>13.173553435028097</c:v>
                </c:pt>
                <c:pt idx="730">
                  <c:v>12.893685728182703</c:v>
                </c:pt>
                <c:pt idx="731">
                  <c:v>11.768146472575602</c:v>
                </c:pt>
                <c:pt idx="732">
                  <c:v>11.841852977353106</c:v>
                </c:pt>
                <c:pt idx="733">
                  <c:v>9.1161063313764998</c:v>
                </c:pt>
                <c:pt idx="734">
                  <c:v>10.075504396327702</c:v>
                </c:pt>
                <c:pt idx="735">
                  <c:v>11.023935171470001</c:v>
                </c:pt>
                <c:pt idx="736">
                  <c:v>10.5272141429041</c:v>
                </c:pt>
                <c:pt idx="737">
                  <c:v>10.341892451000895</c:v>
                </c:pt>
                <c:pt idx="738">
                  <c:v>11.667699392222204</c:v>
                </c:pt>
                <c:pt idx="739">
                  <c:v>11.979151868620001</c:v>
                </c:pt>
                <c:pt idx="740">
                  <c:v>12.762114801110904</c:v>
                </c:pt>
                <c:pt idx="741">
                  <c:v>13.091967586030705</c:v>
                </c:pt>
                <c:pt idx="742">
                  <c:v>11.962722185862305</c:v>
                </c:pt>
                <c:pt idx="743">
                  <c:v>10.7588910742423</c:v>
                </c:pt>
                <c:pt idx="744">
                  <c:v>11.508899385771699</c:v>
                </c:pt>
                <c:pt idx="745">
                  <c:v>12.137307660082399</c:v>
                </c:pt>
                <c:pt idx="746">
                  <c:v>12.250433556289302</c:v>
                </c:pt>
                <c:pt idx="747">
                  <c:v>12.553812055326404</c:v>
                </c:pt>
                <c:pt idx="748">
                  <c:v>12.5230683272192</c:v>
                </c:pt>
                <c:pt idx="749">
                  <c:v>12.470948878855602</c:v>
                </c:pt>
                <c:pt idx="750">
                  <c:v>12.721403641546104</c:v>
                </c:pt>
                <c:pt idx="751">
                  <c:v>12.300996808953698</c:v>
                </c:pt>
                <c:pt idx="752">
                  <c:v>12.050359314155102</c:v>
                </c:pt>
                <c:pt idx="753">
                  <c:v>12.049820922880997</c:v>
                </c:pt>
                <c:pt idx="754">
                  <c:v>10.597579210056203</c:v>
                </c:pt>
                <c:pt idx="755">
                  <c:v>10.780550413316597</c:v>
                </c:pt>
                <c:pt idx="756">
                  <c:v>11.563456600237899</c:v>
                </c:pt>
                <c:pt idx="757">
                  <c:v>12.402040032546601</c:v>
                </c:pt>
                <c:pt idx="758">
                  <c:v>11.901143910116197</c:v>
                </c:pt>
                <c:pt idx="759">
                  <c:v>11.728670568968397</c:v>
                </c:pt>
                <c:pt idx="760">
                  <c:v>11.928504030565797</c:v>
                </c:pt>
                <c:pt idx="761">
                  <c:v>12.790541643370496</c:v>
                </c:pt>
                <c:pt idx="762">
                  <c:v>13.3953836302992</c:v>
                </c:pt>
                <c:pt idx="763">
                  <c:v>13.4404939588768</c:v>
                </c:pt>
                <c:pt idx="764">
                  <c:v>12.815482983856398</c:v>
                </c:pt>
                <c:pt idx="765">
                  <c:v>13.2947477887773</c:v>
                </c:pt>
                <c:pt idx="766">
                  <c:v>13.667186380333099</c:v>
                </c:pt>
                <c:pt idx="767">
                  <c:v>12.8686377377051</c:v>
                </c:pt>
                <c:pt idx="768">
                  <c:v>12.715047752823295</c:v>
                </c:pt>
                <c:pt idx="769">
                  <c:v>12.474085967311801</c:v>
                </c:pt>
                <c:pt idx="770">
                  <c:v>12.915524540569201</c:v>
                </c:pt>
                <c:pt idx="771">
                  <c:v>14.049839889873397</c:v>
                </c:pt>
                <c:pt idx="772">
                  <c:v>14.298013655436002</c:v>
                </c:pt>
                <c:pt idx="773">
                  <c:v>14.506041876259602</c:v>
                </c:pt>
                <c:pt idx="774">
                  <c:v>13.689993734007494</c:v>
                </c:pt>
                <c:pt idx="775">
                  <c:v>13.614374457359304</c:v>
                </c:pt>
                <c:pt idx="776">
                  <c:v>14.085984464258502</c:v>
                </c:pt>
                <c:pt idx="777">
                  <c:v>13.845745784595998</c:v>
                </c:pt>
                <c:pt idx="778">
                  <c:v>14.5282241644884</c:v>
                </c:pt>
                <c:pt idx="779">
                  <c:v>14.916561051008401</c:v>
                </c:pt>
                <c:pt idx="780">
                  <c:v>13.952409859793903</c:v>
                </c:pt>
                <c:pt idx="781">
                  <c:v>13.625673512864999</c:v>
                </c:pt>
                <c:pt idx="782">
                  <c:v>13.706894582921699</c:v>
                </c:pt>
                <c:pt idx="783">
                  <c:v>14.128857148176699</c:v>
                </c:pt>
                <c:pt idx="784">
                  <c:v>14.072608003225604</c:v>
                </c:pt>
                <c:pt idx="785">
                  <c:v>13.753625648748198</c:v>
                </c:pt>
                <c:pt idx="786">
                  <c:v>13.337322594531202</c:v>
                </c:pt>
                <c:pt idx="787">
                  <c:v>13.320765893864703</c:v>
                </c:pt>
                <c:pt idx="788">
                  <c:v>14.333983407224096</c:v>
                </c:pt>
                <c:pt idx="789">
                  <c:v>13.352385562296895</c:v>
                </c:pt>
                <c:pt idx="790">
                  <c:v>13.109936117221203</c:v>
                </c:pt>
                <c:pt idx="791">
                  <c:v>12.577231899304799</c:v>
                </c:pt>
                <c:pt idx="792">
                  <c:v>12.989344270606999</c:v>
                </c:pt>
                <c:pt idx="793">
                  <c:v>13.629676357763195</c:v>
                </c:pt>
                <c:pt idx="794">
                  <c:v>13.393849124348101</c:v>
                </c:pt>
                <c:pt idx="795">
                  <c:v>13.323474450754098</c:v>
                </c:pt>
                <c:pt idx="796">
                  <c:v>13.125611314638306</c:v>
                </c:pt>
                <c:pt idx="797">
                  <c:v>13.653433389919904</c:v>
                </c:pt>
                <c:pt idx="798">
                  <c:v>13.863387513758703</c:v>
                </c:pt>
                <c:pt idx="799">
                  <c:v>14.174602815578297</c:v>
                </c:pt>
                <c:pt idx="800">
                  <c:v>13.523157780943997</c:v>
                </c:pt>
                <c:pt idx="801">
                  <c:v>13.5934003149288</c:v>
                </c:pt>
                <c:pt idx="802">
                  <c:v>12.6459106732731</c:v>
                </c:pt>
                <c:pt idx="803">
                  <c:v>13.386858445026796</c:v>
                </c:pt>
                <c:pt idx="804">
                  <c:v>13.580031973901896</c:v>
                </c:pt>
                <c:pt idx="805">
                  <c:v>12.567619933548499</c:v>
                </c:pt>
                <c:pt idx="806">
                  <c:v>15.153561373971201</c:v>
                </c:pt>
                <c:pt idx="807">
                  <c:v>16.046798731795</c:v>
                </c:pt>
                <c:pt idx="808">
                  <c:v>15.156605923210002</c:v>
                </c:pt>
                <c:pt idx="809">
                  <c:v>16.068070978328997</c:v>
                </c:pt>
                <c:pt idx="810">
                  <c:v>14.835319592565696</c:v>
                </c:pt>
                <c:pt idx="811">
                  <c:v>16.871550242594203</c:v>
                </c:pt>
                <c:pt idx="812">
                  <c:v>16.313111803457709</c:v>
                </c:pt>
                <c:pt idx="813">
                  <c:v>16.219540901723107</c:v>
                </c:pt>
                <c:pt idx="814">
                  <c:v>16.417325732482993</c:v>
                </c:pt>
                <c:pt idx="815">
                  <c:v>16.148767160221695</c:v>
                </c:pt>
                <c:pt idx="816">
                  <c:v>16.418440816312</c:v>
                </c:pt>
                <c:pt idx="817">
                  <c:v>16.608903962390201</c:v>
                </c:pt>
                <c:pt idx="818">
                  <c:v>16.415057167891398</c:v>
                </c:pt>
                <c:pt idx="819">
                  <c:v>16.606160290733399</c:v>
                </c:pt>
                <c:pt idx="820">
                  <c:v>17.025143356775203</c:v>
                </c:pt>
                <c:pt idx="821">
                  <c:v>18.864120745138003</c:v>
                </c:pt>
                <c:pt idx="822">
                  <c:v>21.239155200940409</c:v>
                </c:pt>
                <c:pt idx="823">
                  <c:v>20.157630664784598</c:v>
                </c:pt>
                <c:pt idx="824">
                  <c:v>20.618236916679294</c:v>
                </c:pt>
                <c:pt idx="825">
                  <c:v>19.748954001351699</c:v>
                </c:pt>
                <c:pt idx="826">
                  <c:v>20.609257704335896</c:v>
                </c:pt>
                <c:pt idx="827">
                  <c:v>20.095224071853401</c:v>
                </c:pt>
                <c:pt idx="828">
                  <c:v>19.41988855635141</c:v>
                </c:pt>
                <c:pt idx="829">
                  <c:v>18.045935528313692</c:v>
                </c:pt>
                <c:pt idx="830">
                  <c:v>17.490917788846701</c:v>
                </c:pt>
                <c:pt idx="831">
                  <c:v>17.981567248927</c:v>
                </c:pt>
                <c:pt idx="832">
                  <c:v>17.187239796468695</c:v>
                </c:pt>
                <c:pt idx="833">
                  <c:v>17.621346164185702</c:v>
                </c:pt>
                <c:pt idx="834">
                  <c:v>16.944951650357396</c:v>
                </c:pt>
                <c:pt idx="835">
                  <c:v>16.060193823396503</c:v>
                </c:pt>
                <c:pt idx="836">
                  <c:v>16.427725517813705</c:v>
                </c:pt>
                <c:pt idx="837">
                  <c:v>15.963856217456296</c:v>
                </c:pt>
                <c:pt idx="838">
                  <c:v>16.515037441378297</c:v>
                </c:pt>
                <c:pt idx="839">
                  <c:v>17.991174059902207</c:v>
                </c:pt>
                <c:pt idx="840">
                  <c:v>17.79157257460389</c:v>
                </c:pt>
                <c:pt idx="841">
                  <c:v>17.391235716066497</c:v>
                </c:pt>
                <c:pt idx="842">
                  <c:v>17.435965499818003</c:v>
                </c:pt>
                <c:pt idx="843">
                  <c:v>17.584584118540604</c:v>
                </c:pt>
                <c:pt idx="844">
                  <c:v>17.792378373060501</c:v>
                </c:pt>
                <c:pt idx="845">
                  <c:v>16.967762015851804</c:v>
                </c:pt>
                <c:pt idx="846">
                  <c:v>17.2384824527173</c:v>
                </c:pt>
                <c:pt idx="847">
                  <c:v>18.921954223209802</c:v>
                </c:pt>
                <c:pt idx="848">
                  <c:v>18.599653122906297</c:v>
                </c:pt>
                <c:pt idx="849">
                  <c:v>18.979220326980304</c:v>
                </c:pt>
                <c:pt idx="850">
                  <c:v>18.692406603868207</c:v>
                </c:pt>
                <c:pt idx="851">
                  <c:v>17.745829660725796</c:v>
                </c:pt>
                <c:pt idx="852">
                  <c:v>18.351479102653094</c:v>
                </c:pt>
                <c:pt idx="853">
                  <c:v>18.300411898038099</c:v>
                </c:pt>
                <c:pt idx="854">
                  <c:v>18.802196742117097</c:v>
                </c:pt>
                <c:pt idx="855">
                  <c:v>18.862107946716606</c:v>
                </c:pt>
                <c:pt idx="856">
                  <c:v>18.904044856023894</c:v>
                </c:pt>
                <c:pt idx="857">
                  <c:v>20.277282054109101</c:v>
                </c:pt>
                <c:pt idx="858">
                  <c:v>21.114273301939598</c:v>
                </c:pt>
                <c:pt idx="859">
                  <c:v>22.105223306032705</c:v>
                </c:pt>
                <c:pt idx="860">
                  <c:v>21.810891341726297</c:v>
                </c:pt>
                <c:pt idx="861">
                  <c:v>23.470600291880707</c:v>
                </c:pt>
                <c:pt idx="862">
                  <c:v>23.028892690294903</c:v>
                </c:pt>
                <c:pt idx="863">
                  <c:v>22.120200693460497</c:v>
                </c:pt>
                <c:pt idx="864">
                  <c:v>23.709230199801404</c:v>
                </c:pt>
                <c:pt idx="865">
                  <c:v>22.949399592788495</c:v>
                </c:pt>
                <c:pt idx="866">
                  <c:v>22.061846632722002</c:v>
                </c:pt>
                <c:pt idx="867">
                  <c:v>23.297207203603804</c:v>
                </c:pt>
                <c:pt idx="868">
                  <c:v>23.953430579038205</c:v>
                </c:pt>
                <c:pt idx="869">
                  <c:v>24.207510495480896</c:v>
                </c:pt>
                <c:pt idx="870">
                  <c:v>23.9266660452925</c:v>
                </c:pt>
                <c:pt idx="871">
                  <c:v>22.663000920948399</c:v>
                </c:pt>
                <c:pt idx="872">
                  <c:v>22.743184681322596</c:v>
                </c:pt>
                <c:pt idx="873">
                  <c:v>22.049644130352704</c:v>
                </c:pt>
                <c:pt idx="874">
                  <c:v>20.510036546274804</c:v>
                </c:pt>
                <c:pt idx="875">
                  <c:v>20.976717359437501</c:v>
                </c:pt>
                <c:pt idx="876">
                  <c:v>21.707482091957992</c:v>
                </c:pt>
                <c:pt idx="877">
                  <c:v>21.275130834050394</c:v>
                </c:pt>
                <c:pt idx="878">
                  <c:v>20.398669579807397</c:v>
                </c:pt>
                <c:pt idx="879">
                  <c:v>19.005055315301099</c:v>
                </c:pt>
                <c:pt idx="880">
                  <c:v>19.261641413034205</c:v>
                </c:pt>
                <c:pt idx="881">
                  <c:v>18.829015912105298</c:v>
                </c:pt>
                <c:pt idx="882">
                  <c:v>17.855784695144507</c:v>
                </c:pt>
                <c:pt idx="883">
                  <c:v>18.029025243861</c:v>
                </c:pt>
                <c:pt idx="884">
                  <c:v>17.806652895734494</c:v>
                </c:pt>
                <c:pt idx="885">
                  <c:v>18.539381024336798</c:v>
                </c:pt>
                <c:pt idx="886">
                  <c:v>19.448356109682393</c:v>
                </c:pt>
                <c:pt idx="887">
                  <c:v>17.710508771102603</c:v>
                </c:pt>
                <c:pt idx="888">
                  <c:v>17.342731105422097</c:v>
                </c:pt>
                <c:pt idx="889">
                  <c:v>17.879218948126095</c:v>
                </c:pt>
                <c:pt idx="890">
                  <c:v>18.334898256811897</c:v>
                </c:pt>
                <c:pt idx="891">
                  <c:v>17.206718939479899</c:v>
                </c:pt>
                <c:pt idx="892">
                  <c:v>17.072899304700606</c:v>
                </c:pt>
                <c:pt idx="893">
                  <c:v>16.177689927555797</c:v>
                </c:pt>
                <c:pt idx="894">
                  <c:v>17.585630041433397</c:v>
                </c:pt>
                <c:pt idx="895">
                  <c:v>17.839629862802504</c:v>
                </c:pt>
                <c:pt idx="896">
                  <c:v>18.237457124607296</c:v>
                </c:pt>
                <c:pt idx="897">
                  <c:v>18.535242815613508</c:v>
                </c:pt>
                <c:pt idx="898">
                  <c:v>19.991173172549701</c:v>
                </c:pt>
                <c:pt idx="899">
                  <c:v>19.361224639277097</c:v>
                </c:pt>
                <c:pt idx="900">
                  <c:v>19.087774428205897</c:v>
                </c:pt>
                <c:pt idx="901">
                  <c:v>18.873594998100209</c:v>
                </c:pt>
                <c:pt idx="902">
                  <c:v>19.781399461788595</c:v>
                </c:pt>
                <c:pt idx="903">
                  <c:v>18.853734087710095</c:v>
                </c:pt>
                <c:pt idx="904">
                  <c:v>19.892981110213597</c:v>
                </c:pt>
                <c:pt idx="905">
                  <c:v>19.963914959512806</c:v>
                </c:pt>
                <c:pt idx="906">
                  <c:v>20.055785190199906</c:v>
                </c:pt>
                <c:pt idx="907">
                  <c:v>20.280005574194192</c:v>
                </c:pt>
                <c:pt idx="908">
                  <c:v>21.414222602006802</c:v>
                </c:pt>
                <c:pt idx="909">
                  <c:v>20.693281051663298</c:v>
                </c:pt>
                <c:pt idx="910">
                  <c:v>19.605041226493995</c:v>
                </c:pt>
                <c:pt idx="911">
                  <c:v>16.541499918871907</c:v>
                </c:pt>
                <c:pt idx="912">
                  <c:v>17.231433049625196</c:v>
                </c:pt>
                <c:pt idx="913">
                  <c:v>18.333016017842212</c:v>
                </c:pt>
                <c:pt idx="914">
                  <c:v>18.229069496487199</c:v>
                </c:pt>
                <c:pt idx="915">
                  <c:v>18.097055845323993</c:v>
                </c:pt>
                <c:pt idx="916">
                  <c:v>18.2085205579139</c:v>
                </c:pt>
                <c:pt idx="917">
                  <c:v>19.834195456048008</c:v>
                </c:pt>
                <c:pt idx="918">
                  <c:v>21.120134679901</c:v>
                </c:pt>
                <c:pt idx="919">
                  <c:v>20.866735971284101</c:v>
                </c:pt>
                <c:pt idx="920">
                  <c:v>20.505941017851498</c:v>
                </c:pt>
                <c:pt idx="921">
                  <c:v>20.290273845874609</c:v>
                </c:pt>
                <c:pt idx="922">
                  <c:v>20.502653930116303</c:v>
                </c:pt>
                <c:pt idx="923">
                  <c:v>20.163278840558505</c:v>
                </c:pt>
                <c:pt idx="924">
                  <c:v>19.637845292787695</c:v>
                </c:pt>
                <c:pt idx="925">
                  <c:v>19.717860640562904</c:v>
                </c:pt>
                <c:pt idx="926">
                  <c:v>19.347354793929995</c:v>
                </c:pt>
                <c:pt idx="927">
                  <c:v>21.606364673083299</c:v>
                </c:pt>
                <c:pt idx="928">
                  <c:v>21.343009281097601</c:v>
                </c:pt>
                <c:pt idx="929">
                  <c:v>20.509923815265303</c:v>
                </c:pt>
                <c:pt idx="930">
                  <c:v>20.980357112006295</c:v>
                </c:pt>
                <c:pt idx="931">
                  <c:v>22.294963774886895</c:v>
                </c:pt>
                <c:pt idx="932">
                  <c:v>21.388607633118404</c:v>
                </c:pt>
                <c:pt idx="933">
                  <c:v>21.490997709148296</c:v>
                </c:pt>
                <c:pt idx="934">
                  <c:v>21.467379385835095</c:v>
                </c:pt>
                <c:pt idx="935">
                  <c:v>21.3476057444989</c:v>
                </c:pt>
                <c:pt idx="936">
                  <c:v>23.589446900202596</c:v>
                </c:pt>
                <c:pt idx="937">
                  <c:v>23.399547261950097</c:v>
                </c:pt>
                <c:pt idx="938">
                  <c:v>24.340017172355601</c:v>
                </c:pt>
                <c:pt idx="939">
                  <c:v>23.614886711253803</c:v>
                </c:pt>
                <c:pt idx="940">
                  <c:v>24.189783858524507</c:v>
                </c:pt>
                <c:pt idx="941">
                  <c:v>23.951338061885409</c:v>
                </c:pt>
                <c:pt idx="942">
                  <c:v>23.972383716442707</c:v>
                </c:pt>
                <c:pt idx="943">
                  <c:v>23.464668926844098</c:v>
                </c:pt>
                <c:pt idx="944">
                  <c:v>23.018393930538295</c:v>
                </c:pt>
                <c:pt idx="945">
                  <c:v>23.609255016706896</c:v>
                </c:pt>
                <c:pt idx="946">
                  <c:v>23.691624868480901</c:v>
                </c:pt>
                <c:pt idx="947">
                  <c:v>23.598257852749811</c:v>
                </c:pt>
                <c:pt idx="948">
                  <c:v>23.969453969636689</c:v>
                </c:pt>
                <c:pt idx="949">
                  <c:v>23.874050809898193</c:v>
                </c:pt>
                <c:pt idx="950">
                  <c:v>24.709387615738905</c:v>
                </c:pt>
                <c:pt idx="951">
                  <c:v>24.076098031328897</c:v>
                </c:pt>
                <c:pt idx="952">
                  <c:v>23.529794984045296</c:v>
                </c:pt>
                <c:pt idx="953">
                  <c:v>23.135196948054798</c:v>
                </c:pt>
                <c:pt idx="954">
                  <c:v>23.990276165659395</c:v>
                </c:pt>
                <c:pt idx="955">
                  <c:v>23.254712283636295</c:v>
                </c:pt>
                <c:pt idx="956">
                  <c:v>22.613550461366202</c:v>
                </c:pt>
                <c:pt idx="957">
                  <c:v>22.318915237044394</c:v>
                </c:pt>
                <c:pt idx="958">
                  <c:v>23.25990023979891</c:v>
                </c:pt>
                <c:pt idx="959">
                  <c:v>23.592676503779487</c:v>
                </c:pt>
                <c:pt idx="960">
                  <c:v>24.106526318529106</c:v>
                </c:pt>
                <c:pt idx="961">
                  <c:v>24.290629014171103</c:v>
                </c:pt>
                <c:pt idx="962">
                  <c:v>23.433434970846903</c:v>
                </c:pt>
                <c:pt idx="963">
                  <c:v>24.684535584533904</c:v>
                </c:pt>
                <c:pt idx="964">
                  <c:v>25.149361406115801</c:v>
                </c:pt>
                <c:pt idx="965">
                  <c:v>23.717999577707701</c:v>
                </c:pt>
                <c:pt idx="966">
                  <c:v>23.426511900344394</c:v>
                </c:pt>
                <c:pt idx="967">
                  <c:v>22.653891240872497</c:v>
                </c:pt>
                <c:pt idx="968">
                  <c:v>22.244513705304499</c:v>
                </c:pt>
                <c:pt idx="969">
                  <c:v>23.675484234557203</c:v>
                </c:pt>
                <c:pt idx="970">
                  <c:v>24.133401979780302</c:v>
                </c:pt>
                <c:pt idx="971">
                  <c:v>23.626636659252696</c:v>
                </c:pt>
                <c:pt idx="972">
                  <c:v>22.503360665954098</c:v>
                </c:pt>
                <c:pt idx="973">
                  <c:v>22.647683100788598</c:v>
                </c:pt>
                <c:pt idx="974">
                  <c:v>23.189039336406097</c:v>
                </c:pt>
                <c:pt idx="975">
                  <c:v>22.852904422316499</c:v>
                </c:pt>
                <c:pt idx="976">
                  <c:v>23.836787490548097</c:v>
                </c:pt>
                <c:pt idx="977">
                  <c:v>23.914276334004199</c:v>
                </c:pt>
                <c:pt idx="978">
                  <c:v>23.709877232891692</c:v>
                </c:pt>
                <c:pt idx="979">
                  <c:v>23.327730051427707</c:v>
                </c:pt>
                <c:pt idx="980">
                  <c:v>22.358950497497801</c:v>
                </c:pt>
                <c:pt idx="981">
                  <c:v>23.368937564414303</c:v>
                </c:pt>
                <c:pt idx="982">
                  <c:v>23.319011023639895</c:v>
                </c:pt>
                <c:pt idx="983">
                  <c:v>23.080903037311607</c:v>
                </c:pt>
                <c:pt idx="984">
                  <c:v>22.800672032221094</c:v>
                </c:pt>
                <c:pt idx="985">
                  <c:v>22.615974387019897</c:v>
                </c:pt>
                <c:pt idx="986">
                  <c:v>22.700075316367901</c:v>
                </c:pt>
                <c:pt idx="987">
                  <c:v>22.606727310204001</c:v>
                </c:pt>
                <c:pt idx="988">
                  <c:v>23.43199569849839</c:v>
                </c:pt>
                <c:pt idx="989">
                  <c:v>21.855195506141392</c:v>
                </c:pt>
                <c:pt idx="990">
                  <c:v>22.144334408623095</c:v>
                </c:pt>
                <c:pt idx="991">
                  <c:v>22.389820047120502</c:v>
                </c:pt>
                <c:pt idx="992">
                  <c:v>21.527721608427193</c:v>
                </c:pt>
                <c:pt idx="993">
                  <c:v>21.211307640372098</c:v>
                </c:pt>
                <c:pt idx="994">
                  <c:v>22.527167294651406</c:v>
                </c:pt>
                <c:pt idx="995">
                  <c:v>22.286114229648305</c:v>
                </c:pt>
                <c:pt idx="996">
                  <c:v>23.268770816087297</c:v>
                </c:pt>
                <c:pt idx="997">
                  <c:v>23.860899778672099</c:v>
                </c:pt>
                <c:pt idx="998">
                  <c:v>23.334455477796595</c:v>
                </c:pt>
                <c:pt idx="999">
                  <c:v>23.5408788134094</c:v>
                </c:pt>
                <c:pt idx="1000">
                  <c:v>22.845755192616096</c:v>
                </c:pt>
                <c:pt idx="1001">
                  <c:v>23.201510602364699</c:v>
                </c:pt>
                <c:pt idx="1002">
                  <c:v>22.8132939939035</c:v>
                </c:pt>
                <c:pt idx="1003">
                  <c:v>21.960961039372798</c:v>
                </c:pt>
                <c:pt idx="1004">
                  <c:v>21.243638017729793</c:v>
                </c:pt>
                <c:pt idx="1005">
                  <c:v>21.520712230470302</c:v>
                </c:pt>
                <c:pt idx="1006">
                  <c:v>22.510223397352398</c:v>
                </c:pt>
                <c:pt idx="1007">
                  <c:v>22.185086093864896</c:v>
                </c:pt>
                <c:pt idx="1008">
                  <c:v>22.096074845011401</c:v>
                </c:pt>
                <c:pt idx="1009">
                  <c:v>21.689655155664695</c:v>
                </c:pt>
                <c:pt idx="1010">
                  <c:v>22.795411097303905</c:v>
                </c:pt>
                <c:pt idx="1011">
                  <c:v>23.463897898700594</c:v>
                </c:pt>
                <c:pt idx="1012">
                  <c:v>22.981667785346602</c:v>
                </c:pt>
                <c:pt idx="1013">
                  <c:v>22.597028005961008</c:v>
                </c:pt>
                <c:pt idx="1014">
                  <c:v>22.206317438705796</c:v>
                </c:pt>
                <c:pt idx="1015">
                  <c:v>23.181824986187905</c:v>
                </c:pt>
                <c:pt idx="1016">
                  <c:v>23.487233177838192</c:v>
                </c:pt>
                <c:pt idx="1017">
                  <c:v>23.777256529526895</c:v>
                </c:pt>
                <c:pt idx="1018">
                  <c:v>23.722071820595602</c:v>
                </c:pt>
                <c:pt idx="1019">
                  <c:v>22.957125625390304</c:v>
                </c:pt>
                <c:pt idx="1020">
                  <c:v>23.803313873615011</c:v>
                </c:pt>
                <c:pt idx="1021">
                  <c:v>24.682494288751201</c:v>
                </c:pt>
                <c:pt idx="1022">
                  <c:v>24.587505612730709</c:v>
                </c:pt>
                <c:pt idx="1023">
                  <c:v>23.971487178208889</c:v>
                </c:pt>
                <c:pt idx="1024">
                  <c:v>23.048748277442897</c:v>
                </c:pt>
                <c:pt idx="1025">
                  <c:v>23.388172442321903</c:v>
                </c:pt>
                <c:pt idx="1026">
                  <c:v>22.756055914847792</c:v>
                </c:pt>
                <c:pt idx="1027">
                  <c:v>21.529391078955499</c:v>
                </c:pt>
                <c:pt idx="1028">
                  <c:v>21.320813395161096</c:v>
                </c:pt>
                <c:pt idx="1029">
                  <c:v>20.897275465972896</c:v>
                </c:pt>
                <c:pt idx="1030">
                  <c:v>21.820094216442499</c:v>
                </c:pt>
                <c:pt idx="1031">
                  <c:v>22.469341023538306</c:v>
                </c:pt>
                <c:pt idx="1032">
                  <c:v>24.209372877661707</c:v>
                </c:pt>
                <c:pt idx="1033">
                  <c:v>24.623012221025903</c:v>
                </c:pt>
                <c:pt idx="1034">
                  <c:v>25.326480571957603</c:v>
                </c:pt>
                <c:pt idx="1035">
                  <c:v>25.945364402069302</c:v>
                </c:pt>
                <c:pt idx="1036">
                  <c:v>25.400035378782995</c:v>
                </c:pt>
                <c:pt idx="1037">
                  <c:v>24.254409574018503</c:v>
                </c:pt>
                <c:pt idx="1038">
                  <c:v>24.127090587373097</c:v>
                </c:pt>
                <c:pt idx="1039">
                  <c:v>24.172680999110199</c:v>
                </c:pt>
                <c:pt idx="1040">
                  <c:v>24.354585439652595</c:v>
                </c:pt>
                <c:pt idx="1041">
                  <c:v>23.200453426965893</c:v>
                </c:pt>
                <c:pt idx="1042">
                  <c:v>23.354984448441996</c:v>
                </c:pt>
                <c:pt idx="1043">
                  <c:v>22.899333047020903</c:v>
                </c:pt>
                <c:pt idx="1044">
                  <c:v>22.7290265961675</c:v>
                </c:pt>
                <c:pt idx="1045">
                  <c:v>24.285849398638703</c:v>
                </c:pt>
                <c:pt idx="1046">
                  <c:v>23.638554367229105</c:v>
                </c:pt>
                <c:pt idx="1047">
                  <c:v>23.560903896579902</c:v>
                </c:pt>
                <c:pt idx="1048">
                  <c:v>21.967071429895611</c:v>
                </c:pt>
                <c:pt idx="1049">
                  <c:v>21.910653017753205</c:v>
                </c:pt>
                <c:pt idx="1050">
                  <c:v>22.083335722014297</c:v>
                </c:pt>
                <c:pt idx="1051">
                  <c:v>22.526761820276704</c:v>
                </c:pt>
                <c:pt idx="1052">
                  <c:v>21.751483669392996</c:v>
                </c:pt>
                <c:pt idx="1053">
                  <c:v>21.148012313450891</c:v>
                </c:pt>
                <c:pt idx="1054">
                  <c:v>22.282975680880895</c:v>
                </c:pt>
                <c:pt idx="1055">
                  <c:v>22.6924734377573</c:v>
                </c:pt>
                <c:pt idx="1056">
                  <c:v>22.389431569665192</c:v>
                </c:pt>
                <c:pt idx="1057">
                  <c:v>21.479681744587992</c:v>
                </c:pt>
                <c:pt idx="1058">
                  <c:v>21.994839174747412</c:v>
                </c:pt>
                <c:pt idx="1059">
                  <c:v>22.473612132520401</c:v>
                </c:pt>
                <c:pt idx="1060">
                  <c:v>22.510832851374701</c:v>
                </c:pt>
                <c:pt idx="1061">
                  <c:v>22.428076134910398</c:v>
                </c:pt>
                <c:pt idx="1062">
                  <c:v>21.975780389261303</c:v>
                </c:pt>
                <c:pt idx="1063">
                  <c:v>21.772911409262292</c:v>
                </c:pt>
                <c:pt idx="1064">
                  <c:v>20.680193772143198</c:v>
                </c:pt>
                <c:pt idx="1065">
                  <c:v>20.545481792953098</c:v>
                </c:pt>
                <c:pt idx="1066">
                  <c:v>19.826741888853903</c:v>
                </c:pt>
                <c:pt idx="1067">
                  <c:v>19.123779409004811</c:v>
                </c:pt>
                <c:pt idx="1068">
                  <c:v>18.584464634719907</c:v>
                </c:pt>
                <c:pt idx="1069">
                  <c:v>17.502202550816108</c:v>
                </c:pt>
                <c:pt idx="1070">
                  <c:v>17.654999924746505</c:v>
                </c:pt>
                <c:pt idx="1071">
                  <c:v>15.928940878458306</c:v>
                </c:pt>
                <c:pt idx="1072">
                  <c:v>13.735968093483393</c:v>
                </c:pt>
                <c:pt idx="1073">
                  <c:v>11.381504520166899</c:v>
                </c:pt>
                <c:pt idx="1074">
                  <c:v>11.820161796107499</c:v>
                </c:pt>
                <c:pt idx="1075">
                  <c:v>12.379889765008699</c:v>
                </c:pt>
                <c:pt idx="1076">
                  <c:v>9.9529500066204974</c:v>
                </c:pt>
                <c:pt idx="1077">
                  <c:v>9.231444659277301</c:v>
                </c:pt>
                <c:pt idx="1078">
                  <c:v>10.530577560925295</c:v>
                </c:pt>
                <c:pt idx="1079">
                  <c:v>10.115905739809705</c:v>
                </c:pt>
                <c:pt idx="1080">
                  <c:v>8.305253416540495</c:v>
                </c:pt>
                <c:pt idx="1081">
                  <c:v>8.1518100777505964</c:v>
                </c:pt>
                <c:pt idx="1082">
                  <c:v>10.246461798398897</c:v>
                </c:pt>
                <c:pt idx="1083">
                  <c:v>11.291059102630499</c:v>
                </c:pt>
                <c:pt idx="1084">
                  <c:v>10.197815977739907</c:v>
                </c:pt>
                <c:pt idx="1085">
                  <c:v>7.9090792534604049</c:v>
                </c:pt>
                <c:pt idx="1086">
                  <c:v>6.2779024361445011</c:v>
                </c:pt>
                <c:pt idx="1087">
                  <c:v>8.7108178181462961</c:v>
                </c:pt>
                <c:pt idx="1088">
                  <c:v>8.31158402958431</c:v>
                </c:pt>
                <c:pt idx="1089">
                  <c:v>6.8050822327865035</c:v>
                </c:pt>
                <c:pt idx="1090">
                  <c:v>7.0729679500985014</c:v>
                </c:pt>
                <c:pt idx="1091">
                  <c:v>7.3541895613755912</c:v>
                </c:pt>
                <c:pt idx="1092">
                  <c:v>7.8969255296325969</c:v>
                </c:pt>
                <c:pt idx="1093">
                  <c:v>8.8201587976827085</c:v>
                </c:pt>
                <c:pt idx="1094">
                  <c:v>7.6028080430115068</c:v>
                </c:pt>
                <c:pt idx="1095">
                  <c:v>8.6281285777658923</c:v>
                </c:pt>
                <c:pt idx="1096">
                  <c:v>10.13282881400599</c:v>
                </c:pt>
                <c:pt idx="1097">
                  <c:v>11.088631823408406</c:v>
                </c:pt>
                <c:pt idx="1098">
                  <c:v>11.541761960381905</c:v>
                </c:pt>
                <c:pt idx="1099">
                  <c:v>11.183220485923499</c:v>
                </c:pt>
                <c:pt idx="1100">
                  <c:v>10.492713841811302</c:v>
                </c:pt>
                <c:pt idx="1101">
                  <c:v>9.5144162096226097</c:v>
                </c:pt>
                <c:pt idx="1102">
                  <c:v>9.5761144725998975</c:v>
                </c:pt>
                <c:pt idx="1103">
                  <c:v>9.1860469838282057</c:v>
                </c:pt>
                <c:pt idx="1104">
                  <c:v>8.2513766501759989</c:v>
                </c:pt>
                <c:pt idx="1105">
                  <c:v>8.6415152024394004</c:v>
                </c:pt>
                <c:pt idx="1106">
                  <c:v>9.3366350128484967</c:v>
                </c:pt>
                <c:pt idx="1107">
                  <c:v>8.6227169547154006</c:v>
                </c:pt>
                <c:pt idx="1108">
                  <c:v>7.7006627847974016</c:v>
                </c:pt>
                <c:pt idx="1109">
                  <c:v>7.305529962777797</c:v>
                </c:pt>
                <c:pt idx="1110">
                  <c:v>9.2988569738568927</c:v>
                </c:pt>
                <c:pt idx="1111">
                  <c:v>9.0240836996675995</c:v>
                </c:pt>
                <c:pt idx="1112">
                  <c:v>7.8512724119041053</c:v>
                </c:pt>
                <c:pt idx="1113">
                  <c:v>8.5532234604801971</c:v>
                </c:pt>
                <c:pt idx="1114">
                  <c:v>6.4548685822037015</c:v>
                </c:pt>
                <c:pt idx="1115">
                  <c:v>8.3509752129438084</c:v>
                </c:pt>
                <c:pt idx="1116">
                  <c:v>8.36400367379089</c:v>
                </c:pt>
                <c:pt idx="1117">
                  <c:v>8.151870982371392</c:v>
                </c:pt>
                <c:pt idx="1118">
                  <c:v>7.3612230416291879</c:v>
                </c:pt>
                <c:pt idx="1119">
                  <c:v>5.2823195712623914</c:v>
                </c:pt>
              </c:numCache>
            </c:numRef>
          </c:val>
          <c:smooth val="0"/>
        </c:ser>
        <c:dLbls>
          <c:showLegendKey val="0"/>
          <c:showVal val="0"/>
          <c:showCatName val="0"/>
          <c:showSerName val="0"/>
          <c:showPercent val="0"/>
          <c:showBubbleSize val="0"/>
        </c:dLbls>
        <c:marker val="1"/>
        <c:smooth val="0"/>
        <c:axId val="52254592"/>
        <c:axId val="52256128"/>
      </c:lineChart>
      <c:lineChart>
        <c:grouping val="standard"/>
        <c:varyColors val="0"/>
        <c:ser>
          <c:idx val="4"/>
          <c:order val="0"/>
          <c:tx>
            <c:v>60-day Correl</c:v>
          </c:tx>
          <c:spPr>
            <a:ln>
              <a:solidFill>
                <a:schemeClr val="bg2">
                  <a:lumMod val="50000"/>
                  <a:alpha val="23000"/>
                </a:schemeClr>
              </a:solidFill>
            </a:ln>
          </c:spPr>
          <c:marker>
            <c:symbol val="none"/>
          </c:marker>
          <c:cat>
            <c:numRef>
              <c:f>'spot Repo vs libor'!$A$64:$A$1183</c:f>
              <c:numCache>
                <c:formatCode>d\-mmm\-yy</c:formatCode>
                <c:ptCount val="1120"/>
                <c:pt idx="0">
                  <c:v>40589</c:v>
                </c:pt>
                <c:pt idx="1">
                  <c:v>40590</c:v>
                </c:pt>
                <c:pt idx="2">
                  <c:v>40591</c:v>
                </c:pt>
                <c:pt idx="3">
                  <c:v>40592</c:v>
                </c:pt>
                <c:pt idx="4">
                  <c:v>40596</c:v>
                </c:pt>
                <c:pt idx="5">
                  <c:v>40597</c:v>
                </c:pt>
                <c:pt idx="6">
                  <c:v>40598</c:v>
                </c:pt>
                <c:pt idx="7">
                  <c:v>40599</c:v>
                </c:pt>
                <c:pt idx="8">
                  <c:v>40602</c:v>
                </c:pt>
                <c:pt idx="9">
                  <c:v>40603</c:v>
                </c:pt>
                <c:pt idx="10">
                  <c:v>40604</c:v>
                </c:pt>
                <c:pt idx="11">
                  <c:v>40605</c:v>
                </c:pt>
                <c:pt idx="12">
                  <c:v>40606</c:v>
                </c:pt>
                <c:pt idx="13">
                  <c:v>40609</c:v>
                </c:pt>
                <c:pt idx="14">
                  <c:v>40610</c:v>
                </c:pt>
                <c:pt idx="15">
                  <c:v>40611</c:v>
                </c:pt>
                <c:pt idx="16">
                  <c:v>40612</c:v>
                </c:pt>
                <c:pt idx="17">
                  <c:v>40613</c:v>
                </c:pt>
                <c:pt idx="18">
                  <c:v>40616</c:v>
                </c:pt>
                <c:pt idx="19">
                  <c:v>40617</c:v>
                </c:pt>
                <c:pt idx="20">
                  <c:v>40618</c:v>
                </c:pt>
                <c:pt idx="21">
                  <c:v>40619</c:v>
                </c:pt>
                <c:pt idx="22">
                  <c:v>40620</c:v>
                </c:pt>
                <c:pt idx="23">
                  <c:v>40623</c:v>
                </c:pt>
                <c:pt idx="24">
                  <c:v>40624</c:v>
                </c:pt>
                <c:pt idx="25">
                  <c:v>40625</c:v>
                </c:pt>
                <c:pt idx="26">
                  <c:v>40626</c:v>
                </c:pt>
                <c:pt idx="27">
                  <c:v>40627</c:v>
                </c:pt>
                <c:pt idx="28">
                  <c:v>40630</c:v>
                </c:pt>
                <c:pt idx="29">
                  <c:v>40631</c:v>
                </c:pt>
                <c:pt idx="30">
                  <c:v>40632</c:v>
                </c:pt>
                <c:pt idx="31">
                  <c:v>40633</c:v>
                </c:pt>
                <c:pt idx="32">
                  <c:v>40634</c:v>
                </c:pt>
                <c:pt idx="33">
                  <c:v>40637</c:v>
                </c:pt>
                <c:pt idx="34">
                  <c:v>40638</c:v>
                </c:pt>
                <c:pt idx="35">
                  <c:v>40639</c:v>
                </c:pt>
                <c:pt idx="36">
                  <c:v>40640</c:v>
                </c:pt>
                <c:pt idx="37">
                  <c:v>40641</c:v>
                </c:pt>
                <c:pt idx="38">
                  <c:v>40644</c:v>
                </c:pt>
                <c:pt idx="39">
                  <c:v>40645</c:v>
                </c:pt>
                <c:pt idx="40">
                  <c:v>40646</c:v>
                </c:pt>
                <c:pt idx="41">
                  <c:v>40647</c:v>
                </c:pt>
                <c:pt idx="42">
                  <c:v>40648</c:v>
                </c:pt>
                <c:pt idx="43">
                  <c:v>40651</c:v>
                </c:pt>
                <c:pt idx="44">
                  <c:v>40652</c:v>
                </c:pt>
                <c:pt idx="45">
                  <c:v>40653</c:v>
                </c:pt>
                <c:pt idx="46">
                  <c:v>40654</c:v>
                </c:pt>
                <c:pt idx="47">
                  <c:v>40659</c:v>
                </c:pt>
                <c:pt idx="48">
                  <c:v>40660</c:v>
                </c:pt>
                <c:pt idx="49">
                  <c:v>40661</c:v>
                </c:pt>
                <c:pt idx="50">
                  <c:v>40666</c:v>
                </c:pt>
                <c:pt idx="51">
                  <c:v>40667</c:v>
                </c:pt>
                <c:pt idx="52">
                  <c:v>40668</c:v>
                </c:pt>
                <c:pt idx="53">
                  <c:v>40669</c:v>
                </c:pt>
                <c:pt idx="54">
                  <c:v>40672</c:v>
                </c:pt>
                <c:pt idx="55">
                  <c:v>40673</c:v>
                </c:pt>
                <c:pt idx="56">
                  <c:v>40674</c:v>
                </c:pt>
                <c:pt idx="57">
                  <c:v>40675</c:v>
                </c:pt>
                <c:pt idx="58">
                  <c:v>40676</c:v>
                </c:pt>
                <c:pt idx="59">
                  <c:v>40679</c:v>
                </c:pt>
                <c:pt idx="60">
                  <c:v>40680</c:v>
                </c:pt>
                <c:pt idx="61">
                  <c:v>40681</c:v>
                </c:pt>
                <c:pt idx="62">
                  <c:v>40682</c:v>
                </c:pt>
                <c:pt idx="63">
                  <c:v>40683</c:v>
                </c:pt>
                <c:pt idx="64">
                  <c:v>40686</c:v>
                </c:pt>
                <c:pt idx="65">
                  <c:v>40687</c:v>
                </c:pt>
                <c:pt idx="66">
                  <c:v>40688</c:v>
                </c:pt>
                <c:pt idx="67">
                  <c:v>40689</c:v>
                </c:pt>
                <c:pt idx="68">
                  <c:v>40690</c:v>
                </c:pt>
                <c:pt idx="69">
                  <c:v>40694</c:v>
                </c:pt>
                <c:pt idx="70">
                  <c:v>40695</c:v>
                </c:pt>
                <c:pt idx="71">
                  <c:v>40696</c:v>
                </c:pt>
                <c:pt idx="72">
                  <c:v>40697</c:v>
                </c:pt>
                <c:pt idx="73">
                  <c:v>40700</c:v>
                </c:pt>
                <c:pt idx="74">
                  <c:v>40701</c:v>
                </c:pt>
                <c:pt idx="75">
                  <c:v>40702</c:v>
                </c:pt>
                <c:pt idx="76">
                  <c:v>40703</c:v>
                </c:pt>
                <c:pt idx="77">
                  <c:v>40704</c:v>
                </c:pt>
                <c:pt idx="78">
                  <c:v>40707</c:v>
                </c:pt>
                <c:pt idx="79">
                  <c:v>40708</c:v>
                </c:pt>
                <c:pt idx="80">
                  <c:v>40709</c:v>
                </c:pt>
                <c:pt idx="81">
                  <c:v>40710</c:v>
                </c:pt>
                <c:pt idx="82">
                  <c:v>40711</c:v>
                </c:pt>
                <c:pt idx="83">
                  <c:v>40714</c:v>
                </c:pt>
                <c:pt idx="84">
                  <c:v>40715</c:v>
                </c:pt>
                <c:pt idx="85">
                  <c:v>40716</c:v>
                </c:pt>
                <c:pt idx="86">
                  <c:v>40717</c:v>
                </c:pt>
                <c:pt idx="87">
                  <c:v>40718</c:v>
                </c:pt>
                <c:pt idx="88">
                  <c:v>40721</c:v>
                </c:pt>
                <c:pt idx="89">
                  <c:v>40722</c:v>
                </c:pt>
                <c:pt idx="90">
                  <c:v>40723</c:v>
                </c:pt>
                <c:pt idx="91">
                  <c:v>40724</c:v>
                </c:pt>
                <c:pt idx="92">
                  <c:v>40725</c:v>
                </c:pt>
                <c:pt idx="93">
                  <c:v>40729</c:v>
                </c:pt>
                <c:pt idx="94">
                  <c:v>40730</c:v>
                </c:pt>
                <c:pt idx="95">
                  <c:v>40731</c:v>
                </c:pt>
                <c:pt idx="96">
                  <c:v>40732</c:v>
                </c:pt>
                <c:pt idx="97">
                  <c:v>40735</c:v>
                </c:pt>
                <c:pt idx="98">
                  <c:v>40736</c:v>
                </c:pt>
                <c:pt idx="99">
                  <c:v>40737</c:v>
                </c:pt>
                <c:pt idx="100">
                  <c:v>40738</c:v>
                </c:pt>
                <c:pt idx="101">
                  <c:v>40739</c:v>
                </c:pt>
                <c:pt idx="102">
                  <c:v>40742</c:v>
                </c:pt>
                <c:pt idx="103">
                  <c:v>40743</c:v>
                </c:pt>
                <c:pt idx="104">
                  <c:v>40744</c:v>
                </c:pt>
                <c:pt idx="105">
                  <c:v>40745</c:v>
                </c:pt>
                <c:pt idx="106">
                  <c:v>40746</c:v>
                </c:pt>
                <c:pt idx="107">
                  <c:v>40749</c:v>
                </c:pt>
                <c:pt idx="108">
                  <c:v>40750</c:v>
                </c:pt>
                <c:pt idx="109">
                  <c:v>40751</c:v>
                </c:pt>
                <c:pt idx="110">
                  <c:v>40752</c:v>
                </c:pt>
                <c:pt idx="111">
                  <c:v>40753</c:v>
                </c:pt>
                <c:pt idx="112">
                  <c:v>40756</c:v>
                </c:pt>
                <c:pt idx="113">
                  <c:v>40757</c:v>
                </c:pt>
                <c:pt idx="114">
                  <c:v>40758</c:v>
                </c:pt>
                <c:pt idx="115">
                  <c:v>40759</c:v>
                </c:pt>
                <c:pt idx="116">
                  <c:v>40760</c:v>
                </c:pt>
                <c:pt idx="117">
                  <c:v>40763</c:v>
                </c:pt>
                <c:pt idx="118">
                  <c:v>40764</c:v>
                </c:pt>
                <c:pt idx="119">
                  <c:v>40765</c:v>
                </c:pt>
                <c:pt idx="120">
                  <c:v>40766</c:v>
                </c:pt>
                <c:pt idx="121">
                  <c:v>40767</c:v>
                </c:pt>
                <c:pt idx="122">
                  <c:v>40770</c:v>
                </c:pt>
                <c:pt idx="123">
                  <c:v>40771</c:v>
                </c:pt>
                <c:pt idx="124">
                  <c:v>40772</c:v>
                </c:pt>
                <c:pt idx="125">
                  <c:v>40773</c:v>
                </c:pt>
                <c:pt idx="126">
                  <c:v>40774</c:v>
                </c:pt>
                <c:pt idx="127">
                  <c:v>40777</c:v>
                </c:pt>
                <c:pt idx="128">
                  <c:v>40778</c:v>
                </c:pt>
                <c:pt idx="129">
                  <c:v>40779</c:v>
                </c:pt>
                <c:pt idx="130">
                  <c:v>40780</c:v>
                </c:pt>
                <c:pt idx="131">
                  <c:v>40781</c:v>
                </c:pt>
                <c:pt idx="132">
                  <c:v>40785</c:v>
                </c:pt>
                <c:pt idx="133">
                  <c:v>40786</c:v>
                </c:pt>
                <c:pt idx="134">
                  <c:v>40787</c:v>
                </c:pt>
                <c:pt idx="135">
                  <c:v>40788</c:v>
                </c:pt>
                <c:pt idx="136">
                  <c:v>40792</c:v>
                </c:pt>
                <c:pt idx="137">
                  <c:v>40793</c:v>
                </c:pt>
                <c:pt idx="138">
                  <c:v>40794</c:v>
                </c:pt>
                <c:pt idx="139">
                  <c:v>40795</c:v>
                </c:pt>
                <c:pt idx="140">
                  <c:v>40798</c:v>
                </c:pt>
                <c:pt idx="141">
                  <c:v>40799</c:v>
                </c:pt>
                <c:pt idx="142">
                  <c:v>40800</c:v>
                </c:pt>
                <c:pt idx="143">
                  <c:v>40801</c:v>
                </c:pt>
                <c:pt idx="144">
                  <c:v>40802</c:v>
                </c:pt>
                <c:pt idx="145">
                  <c:v>40805</c:v>
                </c:pt>
                <c:pt idx="146">
                  <c:v>40806</c:v>
                </c:pt>
                <c:pt idx="147">
                  <c:v>40807</c:v>
                </c:pt>
                <c:pt idx="148">
                  <c:v>40808</c:v>
                </c:pt>
                <c:pt idx="149">
                  <c:v>40809</c:v>
                </c:pt>
                <c:pt idx="150">
                  <c:v>40812</c:v>
                </c:pt>
                <c:pt idx="151">
                  <c:v>40813</c:v>
                </c:pt>
                <c:pt idx="152">
                  <c:v>40814</c:v>
                </c:pt>
                <c:pt idx="153">
                  <c:v>40815</c:v>
                </c:pt>
                <c:pt idx="154">
                  <c:v>40816</c:v>
                </c:pt>
                <c:pt idx="155">
                  <c:v>40819</c:v>
                </c:pt>
                <c:pt idx="156">
                  <c:v>40820</c:v>
                </c:pt>
                <c:pt idx="157">
                  <c:v>40821</c:v>
                </c:pt>
                <c:pt idx="158">
                  <c:v>40822</c:v>
                </c:pt>
                <c:pt idx="159">
                  <c:v>40823</c:v>
                </c:pt>
                <c:pt idx="160">
                  <c:v>40827</c:v>
                </c:pt>
                <c:pt idx="161">
                  <c:v>40828</c:v>
                </c:pt>
                <c:pt idx="162">
                  <c:v>40829</c:v>
                </c:pt>
                <c:pt idx="163">
                  <c:v>40830</c:v>
                </c:pt>
                <c:pt idx="164">
                  <c:v>40833</c:v>
                </c:pt>
                <c:pt idx="165">
                  <c:v>40834</c:v>
                </c:pt>
                <c:pt idx="166">
                  <c:v>40835</c:v>
                </c:pt>
                <c:pt idx="167">
                  <c:v>40836</c:v>
                </c:pt>
                <c:pt idx="168">
                  <c:v>40837</c:v>
                </c:pt>
                <c:pt idx="169">
                  <c:v>40840</c:v>
                </c:pt>
                <c:pt idx="170">
                  <c:v>40841</c:v>
                </c:pt>
                <c:pt idx="171">
                  <c:v>40842</c:v>
                </c:pt>
                <c:pt idx="172">
                  <c:v>40843</c:v>
                </c:pt>
                <c:pt idx="173">
                  <c:v>40844</c:v>
                </c:pt>
                <c:pt idx="174">
                  <c:v>40847</c:v>
                </c:pt>
                <c:pt idx="175">
                  <c:v>40848</c:v>
                </c:pt>
                <c:pt idx="176">
                  <c:v>40849</c:v>
                </c:pt>
                <c:pt idx="177">
                  <c:v>40850</c:v>
                </c:pt>
                <c:pt idx="178">
                  <c:v>40851</c:v>
                </c:pt>
                <c:pt idx="179">
                  <c:v>40854</c:v>
                </c:pt>
                <c:pt idx="180">
                  <c:v>40855</c:v>
                </c:pt>
                <c:pt idx="181">
                  <c:v>40856</c:v>
                </c:pt>
                <c:pt idx="182">
                  <c:v>40857</c:v>
                </c:pt>
                <c:pt idx="183">
                  <c:v>40861</c:v>
                </c:pt>
                <c:pt idx="184">
                  <c:v>40862</c:v>
                </c:pt>
                <c:pt idx="185">
                  <c:v>40863</c:v>
                </c:pt>
                <c:pt idx="186">
                  <c:v>40864</c:v>
                </c:pt>
                <c:pt idx="187">
                  <c:v>40865</c:v>
                </c:pt>
                <c:pt idx="188">
                  <c:v>40868</c:v>
                </c:pt>
                <c:pt idx="189">
                  <c:v>40869</c:v>
                </c:pt>
                <c:pt idx="190">
                  <c:v>40870</c:v>
                </c:pt>
                <c:pt idx="191">
                  <c:v>40872</c:v>
                </c:pt>
                <c:pt idx="192">
                  <c:v>40875</c:v>
                </c:pt>
                <c:pt idx="193">
                  <c:v>40876</c:v>
                </c:pt>
                <c:pt idx="194">
                  <c:v>40877</c:v>
                </c:pt>
                <c:pt idx="195">
                  <c:v>40878</c:v>
                </c:pt>
                <c:pt idx="196">
                  <c:v>40879</c:v>
                </c:pt>
                <c:pt idx="197">
                  <c:v>40882</c:v>
                </c:pt>
                <c:pt idx="198">
                  <c:v>40883</c:v>
                </c:pt>
                <c:pt idx="199">
                  <c:v>40884</c:v>
                </c:pt>
                <c:pt idx="200">
                  <c:v>40885</c:v>
                </c:pt>
                <c:pt idx="201">
                  <c:v>40886</c:v>
                </c:pt>
                <c:pt idx="202">
                  <c:v>40889</c:v>
                </c:pt>
                <c:pt idx="203">
                  <c:v>40890</c:v>
                </c:pt>
                <c:pt idx="204">
                  <c:v>40891</c:v>
                </c:pt>
                <c:pt idx="205">
                  <c:v>40892</c:v>
                </c:pt>
                <c:pt idx="206">
                  <c:v>40893</c:v>
                </c:pt>
                <c:pt idx="207">
                  <c:v>40896</c:v>
                </c:pt>
                <c:pt idx="208">
                  <c:v>40897</c:v>
                </c:pt>
                <c:pt idx="209">
                  <c:v>40898</c:v>
                </c:pt>
                <c:pt idx="210">
                  <c:v>40899</c:v>
                </c:pt>
                <c:pt idx="211">
                  <c:v>40900</c:v>
                </c:pt>
                <c:pt idx="212">
                  <c:v>40905</c:v>
                </c:pt>
                <c:pt idx="213">
                  <c:v>40906</c:v>
                </c:pt>
                <c:pt idx="214">
                  <c:v>40907</c:v>
                </c:pt>
                <c:pt idx="215">
                  <c:v>40911</c:v>
                </c:pt>
                <c:pt idx="216">
                  <c:v>40912</c:v>
                </c:pt>
                <c:pt idx="217">
                  <c:v>40913</c:v>
                </c:pt>
                <c:pt idx="218">
                  <c:v>40914</c:v>
                </c:pt>
                <c:pt idx="219">
                  <c:v>40917</c:v>
                </c:pt>
                <c:pt idx="220">
                  <c:v>40918</c:v>
                </c:pt>
                <c:pt idx="221">
                  <c:v>40919</c:v>
                </c:pt>
                <c:pt idx="222">
                  <c:v>40920</c:v>
                </c:pt>
                <c:pt idx="223">
                  <c:v>40921</c:v>
                </c:pt>
                <c:pt idx="224">
                  <c:v>40925</c:v>
                </c:pt>
                <c:pt idx="225">
                  <c:v>40926</c:v>
                </c:pt>
                <c:pt idx="226">
                  <c:v>40927</c:v>
                </c:pt>
                <c:pt idx="227">
                  <c:v>40928</c:v>
                </c:pt>
                <c:pt idx="228">
                  <c:v>40931</c:v>
                </c:pt>
                <c:pt idx="229">
                  <c:v>40932</c:v>
                </c:pt>
                <c:pt idx="230">
                  <c:v>40933</c:v>
                </c:pt>
                <c:pt idx="231">
                  <c:v>40934</c:v>
                </c:pt>
                <c:pt idx="232">
                  <c:v>40935</c:v>
                </c:pt>
                <c:pt idx="233">
                  <c:v>40938</c:v>
                </c:pt>
                <c:pt idx="234">
                  <c:v>40939</c:v>
                </c:pt>
                <c:pt idx="235">
                  <c:v>40940</c:v>
                </c:pt>
                <c:pt idx="236">
                  <c:v>40941</c:v>
                </c:pt>
                <c:pt idx="237">
                  <c:v>40942</c:v>
                </c:pt>
                <c:pt idx="238">
                  <c:v>40945</c:v>
                </c:pt>
                <c:pt idx="239">
                  <c:v>40946</c:v>
                </c:pt>
                <c:pt idx="240">
                  <c:v>40947</c:v>
                </c:pt>
                <c:pt idx="241">
                  <c:v>40948</c:v>
                </c:pt>
                <c:pt idx="242">
                  <c:v>40949</c:v>
                </c:pt>
                <c:pt idx="243">
                  <c:v>40952</c:v>
                </c:pt>
                <c:pt idx="244">
                  <c:v>40953</c:v>
                </c:pt>
                <c:pt idx="245">
                  <c:v>40954</c:v>
                </c:pt>
                <c:pt idx="246">
                  <c:v>40955</c:v>
                </c:pt>
                <c:pt idx="247">
                  <c:v>40956</c:v>
                </c:pt>
                <c:pt idx="248">
                  <c:v>40960</c:v>
                </c:pt>
                <c:pt idx="249">
                  <c:v>40961</c:v>
                </c:pt>
                <c:pt idx="250">
                  <c:v>40962</c:v>
                </c:pt>
                <c:pt idx="251">
                  <c:v>40963</c:v>
                </c:pt>
                <c:pt idx="252">
                  <c:v>40966</c:v>
                </c:pt>
                <c:pt idx="253">
                  <c:v>40967</c:v>
                </c:pt>
                <c:pt idx="254">
                  <c:v>40968</c:v>
                </c:pt>
                <c:pt idx="255">
                  <c:v>40969</c:v>
                </c:pt>
                <c:pt idx="256">
                  <c:v>40970</c:v>
                </c:pt>
                <c:pt idx="257">
                  <c:v>40973</c:v>
                </c:pt>
                <c:pt idx="258">
                  <c:v>40974</c:v>
                </c:pt>
                <c:pt idx="259">
                  <c:v>40975</c:v>
                </c:pt>
                <c:pt idx="260">
                  <c:v>40976</c:v>
                </c:pt>
                <c:pt idx="261">
                  <c:v>40977</c:v>
                </c:pt>
                <c:pt idx="262">
                  <c:v>40980</c:v>
                </c:pt>
                <c:pt idx="263">
                  <c:v>40981</c:v>
                </c:pt>
                <c:pt idx="264">
                  <c:v>40982</c:v>
                </c:pt>
                <c:pt idx="265">
                  <c:v>40983</c:v>
                </c:pt>
                <c:pt idx="266">
                  <c:v>40984</c:v>
                </c:pt>
                <c:pt idx="267">
                  <c:v>40987</c:v>
                </c:pt>
                <c:pt idx="268">
                  <c:v>40988</c:v>
                </c:pt>
                <c:pt idx="269">
                  <c:v>40989</c:v>
                </c:pt>
                <c:pt idx="270">
                  <c:v>40990</c:v>
                </c:pt>
                <c:pt idx="271">
                  <c:v>40991</c:v>
                </c:pt>
                <c:pt idx="272">
                  <c:v>40994</c:v>
                </c:pt>
                <c:pt idx="273">
                  <c:v>40995</c:v>
                </c:pt>
                <c:pt idx="274">
                  <c:v>40996</c:v>
                </c:pt>
                <c:pt idx="275">
                  <c:v>40997</c:v>
                </c:pt>
                <c:pt idx="276">
                  <c:v>40998</c:v>
                </c:pt>
                <c:pt idx="277">
                  <c:v>41001</c:v>
                </c:pt>
                <c:pt idx="278">
                  <c:v>41002</c:v>
                </c:pt>
                <c:pt idx="279">
                  <c:v>41003</c:v>
                </c:pt>
                <c:pt idx="280">
                  <c:v>41004</c:v>
                </c:pt>
                <c:pt idx="281">
                  <c:v>41009</c:v>
                </c:pt>
                <c:pt idx="282">
                  <c:v>41010</c:v>
                </c:pt>
                <c:pt idx="283">
                  <c:v>41011</c:v>
                </c:pt>
                <c:pt idx="284">
                  <c:v>41012</c:v>
                </c:pt>
                <c:pt idx="285">
                  <c:v>41015</c:v>
                </c:pt>
                <c:pt idx="286">
                  <c:v>41016</c:v>
                </c:pt>
                <c:pt idx="287">
                  <c:v>41017</c:v>
                </c:pt>
                <c:pt idx="288">
                  <c:v>41018</c:v>
                </c:pt>
                <c:pt idx="289">
                  <c:v>41019</c:v>
                </c:pt>
                <c:pt idx="290">
                  <c:v>41022</c:v>
                </c:pt>
                <c:pt idx="291">
                  <c:v>41023</c:v>
                </c:pt>
                <c:pt idx="292">
                  <c:v>41024</c:v>
                </c:pt>
                <c:pt idx="293">
                  <c:v>41025</c:v>
                </c:pt>
                <c:pt idx="294">
                  <c:v>41026</c:v>
                </c:pt>
                <c:pt idx="295">
                  <c:v>41029</c:v>
                </c:pt>
                <c:pt idx="296">
                  <c:v>41030</c:v>
                </c:pt>
                <c:pt idx="297">
                  <c:v>41031</c:v>
                </c:pt>
                <c:pt idx="298">
                  <c:v>41032</c:v>
                </c:pt>
                <c:pt idx="299">
                  <c:v>41033</c:v>
                </c:pt>
                <c:pt idx="300">
                  <c:v>41037</c:v>
                </c:pt>
                <c:pt idx="301">
                  <c:v>41038</c:v>
                </c:pt>
                <c:pt idx="302">
                  <c:v>41039</c:v>
                </c:pt>
                <c:pt idx="303">
                  <c:v>41040</c:v>
                </c:pt>
                <c:pt idx="304">
                  <c:v>41043</c:v>
                </c:pt>
                <c:pt idx="305">
                  <c:v>41044</c:v>
                </c:pt>
                <c:pt idx="306">
                  <c:v>41045</c:v>
                </c:pt>
                <c:pt idx="307">
                  <c:v>41046</c:v>
                </c:pt>
                <c:pt idx="308">
                  <c:v>41047</c:v>
                </c:pt>
                <c:pt idx="309">
                  <c:v>41050</c:v>
                </c:pt>
                <c:pt idx="310">
                  <c:v>41051</c:v>
                </c:pt>
                <c:pt idx="311">
                  <c:v>41052</c:v>
                </c:pt>
                <c:pt idx="312">
                  <c:v>41053</c:v>
                </c:pt>
                <c:pt idx="313">
                  <c:v>41054</c:v>
                </c:pt>
                <c:pt idx="314">
                  <c:v>41058</c:v>
                </c:pt>
                <c:pt idx="315">
                  <c:v>41059</c:v>
                </c:pt>
                <c:pt idx="316">
                  <c:v>41060</c:v>
                </c:pt>
                <c:pt idx="317">
                  <c:v>41061</c:v>
                </c:pt>
                <c:pt idx="318">
                  <c:v>41066</c:v>
                </c:pt>
                <c:pt idx="319">
                  <c:v>41067</c:v>
                </c:pt>
                <c:pt idx="320">
                  <c:v>41068</c:v>
                </c:pt>
                <c:pt idx="321">
                  <c:v>41071</c:v>
                </c:pt>
                <c:pt idx="322">
                  <c:v>41072</c:v>
                </c:pt>
                <c:pt idx="323">
                  <c:v>41073</c:v>
                </c:pt>
                <c:pt idx="324">
                  <c:v>41074</c:v>
                </c:pt>
                <c:pt idx="325">
                  <c:v>41075</c:v>
                </c:pt>
                <c:pt idx="326">
                  <c:v>41078</c:v>
                </c:pt>
                <c:pt idx="327">
                  <c:v>41079</c:v>
                </c:pt>
                <c:pt idx="328">
                  <c:v>41080</c:v>
                </c:pt>
                <c:pt idx="329">
                  <c:v>41081</c:v>
                </c:pt>
                <c:pt idx="330">
                  <c:v>41082</c:v>
                </c:pt>
                <c:pt idx="331">
                  <c:v>41085</c:v>
                </c:pt>
                <c:pt idx="332">
                  <c:v>41086</c:v>
                </c:pt>
                <c:pt idx="333">
                  <c:v>41087</c:v>
                </c:pt>
                <c:pt idx="334">
                  <c:v>41088</c:v>
                </c:pt>
                <c:pt idx="335">
                  <c:v>41089</c:v>
                </c:pt>
                <c:pt idx="336">
                  <c:v>41092</c:v>
                </c:pt>
                <c:pt idx="337">
                  <c:v>41093</c:v>
                </c:pt>
                <c:pt idx="338">
                  <c:v>41095</c:v>
                </c:pt>
                <c:pt idx="339">
                  <c:v>41096</c:v>
                </c:pt>
                <c:pt idx="340">
                  <c:v>41099</c:v>
                </c:pt>
                <c:pt idx="341">
                  <c:v>41100</c:v>
                </c:pt>
                <c:pt idx="342">
                  <c:v>41101</c:v>
                </c:pt>
                <c:pt idx="343">
                  <c:v>41102</c:v>
                </c:pt>
                <c:pt idx="344">
                  <c:v>41103</c:v>
                </c:pt>
                <c:pt idx="345">
                  <c:v>41106</c:v>
                </c:pt>
                <c:pt idx="346">
                  <c:v>41107</c:v>
                </c:pt>
                <c:pt idx="347">
                  <c:v>41108</c:v>
                </c:pt>
                <c:pt idx="348">
                  <c:v>41109</c:v>
                </c:pt>
                <c:pt idx="349">
                  <c:v>41110</c:v>
                </c:pt>
                <c:pt idx="350">
                  <c:v>41113</c:v>
                </c:pt>
                <c:pt idx="351">
                  <c:v>41114</c:v>
                </c:pt>
                <c:pt idx="352">
                  <c:v>41115</c:v>
                </c:pt>
                <c:pt idx="353">
                  <c:v>41116</c:v>
                </c:pt>
                <c:pt idx="354">
                  <c:v>41117</c:v>
                </c:pt>
                <c:pt idx="355">
                  <c:v>41120</c:v>
                </c:pt>
                <c:pt idx="356">
                  <c:v>41121</c:v>
                </c:pt>
                <c:pt idx="357">
                  <c:v>41122</c:v>
                </c:pt>
                <c:pt idx="358">
                  <c:v>41123</c:v>
                </c:pt>
                <c:pt idx="359">
                  <c:v>41124</c:v>
                </c:pt>
                <c:pt idx="360">
                  <c:v>41127</c:v>
                </c:pt>
                <c:pt idx="361">
                  <c:v>41128</c:v>
                </c:pt>
                <c:pt idx="362">
                  <c:v>41129</c:v>
                </c:pt>
                <c:pt idx="363">
                  <c:v>41130</c:v>
                </c:pt>
                <c:pt idx="364">
                  <c:v>41131</c:v>
                </c:pt>
                <c:pt idx="365">
                  <c:v>41134</c:v>
                </c:pt>
                <c:pt idx="366">
                  <c:v>41135</c:v>
                </c:pt>
                <c:pt idx="367">
                  <c:v>41136</c:v>
                </c:pt>
                <c:pt idx="368">
                  <c:v>41137</c:v>
                </c:pt>
                <c:pt idx="369">
                  <c:v>41138</c:v>
                </c:pt>
                <c:pt idx="370">
                  <c:v>41141</c:v>
                </c:pt>
                <c:pt idx="371">
                  <c:v>41142</c:v>
                </c:pt>
                <c:pt idx="372">
                  <c:v>41143</c:v>
                </c:pt>
                <c:pt idx="373">
                  <c:v>41144</c:v>
                </c:pt>
                <c:pt idx="374">
                  <c:v>41145</c:v>
                </c:pt>
                <c:pt idx="375">
                  <c:v>41149</c:v>
                </c:pt>
                <c:pt idx="376">
                  <c:v>41150</c:v>
                </c:pt>
                <c:pt idx="377">
                  <c:v>41151</c:v>
                </c:pt>
                <c:pt idx="378">
                  <c:v>41152</c:v>
                </c:pt>
                <c:pt idx="379">
                  <c:v>41156</c:v>
                </c:pt>
                <c:pt idx="380">
                  <c:v>41157</c:v>
                </c:pt>
                <c:pt idx="381">
                  <c:v>41158</c:v>
                </c:pt>
                <c:pt idx="382">
                  <c:v>41159</c:v>
                </c:pt>
                <c:pt idx="383">
                  <c:v>41162</c:v>
                </c:pt>
                <c:pt idx="384">
                  <c:v>41163</c:v>
                </c:pt>
                <c:pt idx="385">
                  <c:v>41164</c:v>
                </c:pt>
                <c:pt idx="386">
                  <c:v>41165</c:v>
                </c:pt>
                <c:pt idx="387">
                  <c:v>41166</c:v>
                </c:pt>
                <c:pt idx="388">
                  <c:v>41169</c:v>
                </c:pt>
                <c:pt idx="389">
                  <c:v>41170</c:v>
                </c:pt>
                <c:pt idx="390">
                  <c:v>41171</c:v>
                </c:pt>
                <c:pt idx="391">
                  <c:v>41172</c:v>
                </c:pt>
                <c:pt idx="392">
                  <c:v>41173</c:v>
                </c:pt>
                <c:pt idx="393">
                  <c:v>41176</c:v>
                </c:pt>
                <c:pt idx="394">
                  <c:v>41177</c:v>
                </c:pt>
                <c:pt idx="395">
                  <c:v>41178</c:v>
                </c:pt>
                <c:pt idx="396">
                  <c:v>41179</c:v>
                </c:pt>
                <c:pt idx="397">
                  <c:v>41180</c:v>
                </c:pt>
                <c:pt idx="398">
                  <c:v>41183</c:v>
                </c:pt>
                <c:pt idx="399">
                  <c:v>41184</c:v>
                </c:pt>
                <c:pt idx="400">
                  <c:v>41185</c:v>
                </c:pt>
                <c:pt idx="401">
                  <c:v>41186</c:v>
                </c:pt>
                <c:pt idx="402">
                  <c:v>41187</c:v>
                </c:pt>
                <c:pt idx="403">
                  <c:v>41191</c:v>
                </c:pt>
                <c:pt idx="404">
                  <c:v>41192</c:v>
                </c:pt>
                <c:pt idx="405">
                  <c:v>41193</c:v>
                </c:pt>
                <c:pt idx="406">
                  <c:v>41194</c:v>
                </c:pt>
                <c:pt idx="407">
                  <c:v>41197</c:v>
                </c:pt>
                <c:pt idx="408">
                  <c:v>41198</c:v>
                </c:pt>
                <c:pt idx="409">
                  <c:v>41199</c:v>
                </c:pt>
                <c:pt idx="410">
                  <c:v>41200</c:v>
                </c:pt>
                <c:pt idx="411">
                  <c:v>41201</c:v>
                </c:pt>
                <c:pt idx="412">
                  <c:v>41204</c:v>
                </c:pt>
                <c:pt idx="413">
                  <c:v>41205</c:v>
                </c:pt>
                <c:pt idx="414">
                  <c:v>41206</c:v>
                </c:pt>
                <c:pt idx="415">
                  <c:v>41207</c:v>
                </c:pt>
                <c:pt idx="416">
                  <c:v>41208</c:v>
                </c:pt>
                <c:pt idx="417">
                  <c:v>41211</c:v>
                </c:pt>
                <c:pt idx="418">
                  <c:v>41213</c:v>
                </c:pt>
                <c:pt idx="419">
                  <c:v>41214</c:v>
                </c:pt>
                <c:pt idx="420">
                  <c:v>41215</c:v>
                </c:pt>
                <c:pt idx="421">
                  <c:v>41218</c:v>
                </c:pt>
                <c:pt idx="422">
                  <c:v>41219</c:v>
                </c:pt>
                <c:pt idx="423">
                  <c:v>41220</c:v>
                </c:pt>
                <c:pt idx="424">
                  <c:v>41221</c:v>
                </c:pt>
                <c:pt idx="425">
                  <c:v>41222</c:v>
                </c:pt>
                <c:pt idx="426">
                  <c:v>41226</c:v>
                </c:pt>
                <c:pt idx="427">
                  <c:v>41227</c:v>
                </c:pt>
                <c:pt idx="428">
                  <c:v>41228</c:v>
                </c:pt>
                <c:pt idx="429">
                  <c:v>41229</c:v>
                </c:pt>
                <c:pt idx="430">
                  <c:v>41232</c:v>
                </c:pt>
                <c:pt idx="431">
                  <c:v>41233</c:v>
                </c:pt>
                <c:pt idx="432">
                  <c:v>41234</c:v>
                </c:pt>
                <c:pt idx="433">
                  <c:v>41236</c:v>
                </c:pt>
                <c:pt idx="434">
                  <c:v>41239</c:v>
                </c:pt>
                <c:pt idx="435">
                  <c:v>41240</c:v>
                </c:pt>
                <c:pt idx="436">
                  <c:v>41241</c:v>
                </c:pt>
                <c:pt idx="437">
                  <c:v>41242</c:v>
                </c:pt>
                <c:pt idx="438">
                  <c:v>41243</c:v>
                </c:pt>
                <c:pt idx="439">
                  <c:v>41246</c:v>
                </c:pt>
                <c:pt idx="440">
                  <c:v>41247</c:v>
                </c:pt>
                <c:pt idx="441">
                  <c:v>41248</c:v>
                </c:pt>
                <c:pt idx="442">
                  <c:v>41249</c:v>
                </c:pt>
                <c:pt idx="443">
                  <c:v>41250</c:v>
                </c:pt>
                <c:pt idx="444">
                  <c:v>41253</c:v>
                </c:pt>
                <c:pt idx="445">
                  <c:v>41254</c:v>
                </c:pt>
                <c:pt idx="446">
                  <c:v>41255</c:v>
                </c:pt>
                <c:pt idx="447">
                  <c:v>41256</c:v>
                </c:pt>
                <c:pt idx="448">
                  <c:v>41257</c:v>
                </c:pt>
                <c:pt idx="449">
                  <c:v>41260</c:v>
                </c:pt>
                <c:pt idx="450">
                  <c:v>41261</c:v>
                </c:pt>
                <c:pt idx="451">
                  <c:v>41262</c:v>
                </c:pt>
                <c:pt idx="452">
                  <c:v>41263</c:v>
                </c:pt>
                <c:pt idx="453">
                  <c:v>41264</c:v>
                </c:pt>
                <c:pt idx="454">
                  <c:v>41267</c:v>
                </c:pt>
                <c:pt idx="455">
                  <c:v>41270</c:v>
                </c:pt>
                <c:pt idx="456">
                  <c:v>41271</c:v>
                </c:pt>
                <c:pt idx="457">
                  <c:v>41274</c:v>
                </c:pt>
                <c:pt idx="458">
                  <c:v>41276</c:v>
                </c:pt>
                <c:pt idx="459">
                  <c:v>41277</c:v>
                </c:pt>
                <c:pt idx="460">
                  <c:v>41278</c:v>
                </c:pt>
                <c:pt idx="461">
                  <c:v>41281</c:v>
                </c:pt>
                <c:pt idx="462">
                  <c:v>41282</c:v>
                </c:pt>
                <c:pt idx="463">
                  <c:v>41283</c:v>
                </c:pt>
                <c:pt idx="464">
                  <c:v>41284</c:v>
                </c:pt>
                <c:pt idx="465">
                  <c:v>41285</c:v>
                </c:pt>
                <c:pt idx="466">
                  <c:v>41288</c:v>
                </c:pt>
                <c:pt idx="467">
                  <c:v>41289</c:v>
                </c:pt>
                <c:pt idx="468">
                  <c:v>41290</c:v>
                </c:pt>
                <c:pt idx="469">
                  <c:v>41291</c:v>
                </c:pt>
                <c:pt idx="470">
                  <c:v>41292</c:v>
                </c:pt>
                <c:pt idx="471">
                  <c:v>41296</c:v>
                </c:pt>
                <c:pt idx="472">
                  <c:v>41297</c:v>
                </c:pt>
                <c:pt idx="473">
                  <c:v>41298</c:v>
                </c:pt>
                <c:pt idx="474">
                  <c:v>41299</c:v>
                </c:pt>
                <c:pt idx="475">
                  <c:v>41302</c:v>
                </c:pt>
                <c:pt idx="476">
                  <c:v>41303</c:v>
                </c:pt>
                <c:pt idx="477">
                  <c:v>41304</c:v>
                </c:pt>
                <c:pt idx="478">
                  <c:v>41305</c:v>
                </c:pt>
                <c:pt idx="479">
                  <c:v>41306</c:v>
                </c:pt>
                <c:pt idx="480">
                  <c:v>41309</c:v>
                </c:pt>
                <c:pt idx="481">
                  <c:v>41310</c:v>
                </c:pt>
                <c:pt idx="482">
                  <c:v>41311</c:v>
                </c:pt>
                <c:pt idx="483">
                  <c:v>41312</c:v>
                </c:pt>
                <c:pt idx="484">
                  <c:v>41313</c:v>
                </c:pt>
                <c:pt idx="485">
                  <c:v>41316</c:v>
                </c:pt>
                <c:pt idx="486">
                  <c:v>41317</c:v>
                </c:pt>
                <c:pt idx="487">
                  <c:v>41318</c:v>
                </c:pt>
                <c:pt idx="488">
                  <c:v>41319</c:v>
                </c:pt>
                <c:pt idx="489">
                  <c:v>41320</c:v>
                </c:pt>
                <c:pt idx="490">
                  <c:v>41324</c:v>
                </c:pt>
                <c:pt idx="491">
                  <c:v>41325</c:v>
                </c:pt>
                <c:pt idx="492">
                  <c:v>41326</c:v>
                </c:pt>
                <c:pt idx="493">
                  <c:v>41327</c:v>
                </c:pt>
                <c:pt idx="494">
                  <c:v>41330</c:v>
                </c:pt>
                <c:pt idx="495">
                  <c:v>41331</c:v>
                </c:pt>
                <c:pt idx="496">
                  <c:v>41332</c:v>
                </c:pt>
                <c:pt idx="497">
                  <c:v>41333</c:v>
                </c:pt>
                <c:pt idx="498">
                  <c:v>41334</c:v>
                </c:pt>
                <c:pt idx="499">
                  <c:v>41337</c:v>
                </c:pt>
                <c:pt idx="500">
                  <c:v>41338</c:v>
                </c:pt>
                <c:pt idx="501">
                  <c:v>41339</c:v>
                </c:pt>
                <c:pt idx="502">
                  <c:v>41340</c:v>
                </c:pt>
                <c:pt idx="503">
                  <c:v>41341</c:v>
                </c:pt>
                <c:pt idx="504">
                  <c:v>41344</c:v>
                </c:pt>
                <c:pt idx="505">
                  <c:v>41345</c:v>
                </c:pt>
                <c:pt idx="506">
                  <c:v>41346</c:v>
                </c:pt>
                <c:pt idx="507">
                  <c:v>41347</c:v>
                </c:pt>
                <c:pt idx="508">
                  <c:v>41348</c:v>
                </c:pt>
                <c:pt idx="509">
                  <c:v>41351</c:v>
                </c:pt>
                <c:pt idx="510">
                  <c:v>41352</c:v>
                </c:pt>
                <c:pt idx="511">
                  <c:v>41353</c:v>
                </c:pt>
                <c:pt idx="512">
                  <c:v>41354</c:v>
                </c:pt>
                <c:pt idx="513">
                  <c:v>41355</c:v>
                </c:pt>
                <c:pt idx="514">
                  <c:v>41358</c:v>
                </c:pt>
                <c:pt idx="515">
                  <c:v>41359</c:v>
                </c:pt>
                <c:pt idx="516">
                  <c:v>41360</c:v>
                </c:pt>
                <c:pt idx="517">
                  <c:v>41366</c:v>
                </c:pt>
                <c:pt idx="518">
                  <c:v>41367</c:v>
                </c:pt>
                <c:pt idx="519">
                  <c:v>41368</c:v>
                </c:pt>
                <c:pt idx="520">
                  <c:v>41369</c:v>
                </c:pt>
                <c:pt idx="521">
                  <c:v>41372</c:v>
                </c:pt>
                <c:pt idx="522">
                  <c:v>41373</c:v>
                </c:pt>
                <c:pt idx="523">
                  <c:v>41374</c:v>
                </c:pt>
                <c:pt idx="524">
                  <c:v>41375</c:v>
                </c:pt>
                <c:pt idx="525">
                  <c:v>41376</c:v>
                </c:pt>
                <c:pt idx="526">
                  <c:v>41379</c:v>
                </c:pt>
                <c:pt idx="527">
                  <c:v>41380</c:v>
                </c:pt>
                <c:pt idx="528">
                  <c:v>41381</c:v>
                </c:pt>
                <c:pt idx="529">
                  <c:v>41382</c:v>
                </c:pt>
                <c:pt idx="530">
                  <c:v>41383</c:v>
                </c:pt>
                <c:pt idx="531">
                  <c:v>41386</c:v>
                </c:pt>
                <c:pt idx="532">
                  <c:v>41387</c:v>
                </c:pt>
                <c:pt idx="533">
                  <c:v>41388</c:v>
                </c:pt>
                <c:pt idx="534">
                  <c:v>41389</c:v>
                </c:pt>
                <c:pt idx="535">
                  <c:v>41390</c:v>
                </c:pt>
                <c:pt idx="536">
                  <c:v>41393</c:v>
                </c:pt>
                <c:pt idx="537">
                  <c:v>41394</c:v>
                </c:pt>
                <c:pt idx="538">
                  <c:v>41396</c:v>
                </c:pt>
                <c:pt idx="539">
                  <c:v>41397</c:v>
                </c:pt>
                <c:pt idx="540">
                  <c:v>41401</c:v>
                </c:pt>
                <c:pt idx="541">
                  <c:v>41402</c:v>
                </c:pt>
                <c:pt idx="542">
                  <c:v>41403</c:v>
                </c:pt>
                <c:pt idx="543">
                  <c:v>41404</c:v>
                </c:pt>
                <c:pt idx="544">
                  <c:v>41407</c:v>
                </c:pt>
                <c:pt idx="545">
                  <c:v>41408</c:v>
                </c:pt>
                <c:pt idx="546">
                  <c:v>41409</c:v>
                </c:pt>
                <c:pt idx="547">
                  <c:v>41410</c:v>
                </c:pt>
                <c:pt idx="548">
                  <c:v>41411</c:v>
                </c:pt>
                <c:pt idx="549">
                  <c:v>41414</c:v>
                </c:pt>
                <c:pt idx="550">
                  <c:v>41415</c:v>
                </c:pt>
                <c:pt idx="551">
                  <c:v>41416</c:v>
                </c:pt>
                <c:pt idx="552">
                  <c:v>41417</c:v>
                </c:pt>
                <c:pt idx="553">
                  <c:v>41422</c:v>
                </c:pt>
                <c:pt idx="554">
                  <c:v>41423</c:v>
                </c:pt>
                <c:pt idx="555">
                  <c:v>41424</c:v>
                </c:pt>
                <c:pt idx="556">
                  <c:v>41425</c:v>
                </c:pt>
                <c:pt idx="557">
                  <c:v>41428</c:v>
                </c:pt>
                <c:pt idx="558">
                  <c:v>41429</c:v>
                </c:pt>
                <c:pt idx="559">
                  <c:v>41430</c:v>
                </c:pt>
                <c:pt idx="560">
                  <c:v>41431</c:v>
                </c:pt>
                <c:pt idx="561">
                  <c:v>41432</c:v>
                </c:pt>
                <c:pt idx="562">
                  <c:v>41435</c:v>
                </c:pt>
                <c:pt idx="563">
                  <c:v>41436</c:v>
                </c:pt>
                <c:pt idx="564">
                  <c:v>41437</c:v>
                </c:pt>
                <c:pt idx="565">
                  <c:v>41438</c:v>
                </c:pt>
                <c:pt idx="566">
                  <c:v>41439</c:v>
                </c:pt>
                <c:pt idx="567">
                  <c:v>41442</c:v>
                </c:pt>
                <c:pt idx="568">
                  <c:v>41443</c:v>
                </c:pt>
                <c:pt idx="569">
                  <c:v>41444</c:v>
                </c:pt>
                <c:pt idx="570">
                  <c:v>41445</c:v>
                </c:pt>
                <c:pt idx="571">
                  <c:v>41449</c:v>
                </c:pt>
                <c:pt idx="572">
                  <c:v>41450</c:v>
                </c:pt>
                <c:pt idx="573">
                  <c:v>41451</c:v>
                </c:pt>
                <c:pt idx="574">
                  <c:v>41452</c:v>
                </c:pt>
                <c:pt idx="575">
                  <c:v>41453</c:v>
                </c:pt>
                <c:pt idx="576">
                  <c:v>41456</c:v>
                </c:pt>
                <c:pt idx="577">
                  <c:v>41457</c:v>
                </c:pt>
                <c:pt idx="578">
                  <c:v>41460</c:v>
                </c:pt>
                <c:pt idx="579">
                  <c:v>41463</c:v>
                </c:pt>
                <c:pt idx="580">
                  <c:v>41464</c:v>
                </c:pt>
                <c:pt idx="581">
                  <c:v>41465</c:v>
                </c:pt>
                <c:pt idx="582">
                  <c:v>41466</c:v>
                </c:pt>
                <c:pt idx="583">
                  <c:v>41467</c:v>
                </c:pt>
                <c:pt idx="584">
                  <c:v>41470</c:v>
                </c:pt>
                <c:pt idx="585">
                  <c:v>41471</c:v>
                </c:pt>
                <c:pt idx="586">
                  <c:v>41472</c:v>
                </c:pt>
                <c:pt idx="587">
                  <c:v>41473</c:v>
                </c:pt>
                <c:pt idx="588">
                  <c:v>41474</c:v>
                </c:pt>
                <c:pt idx="589">
                  <c:v>41477</c:v>
                </c:pt>
                <c:pt idx="590">
                  <c:v>41478</c:v>
                </c:pt>
                <c:pt idx="591">
                  <c:v>41479</c:v>
                </c:pt>
                <c:pt idx="592">
                  <c:v>41480</c:v>
                </c:pt>
                <c:pt idx="593">
                  <c:v>41481</c:v>
                </c:pt>
                <c:pt idx="594">
                  <c:v>41484</c:v>
                </c:pt>
                <c:pt idx="595">
                  <c:v>41485</c:v>
                </c:pt>
                <c:pt idx="596">
                  <c:v>41486</c:v>
                </c:pt>
                <c:pt idx="597">
                  <c:v>41487</c:v>
                </c:pt>
                <c:pt idx="598">
                  <c:v>41488</c:v>
                </c:pt>
                <c:pt idx="599">
                  <c:v>41491</c:v>
                </c:pt>
                <c:pt idx="600">
                  <c:v>41492</c:v>
                </c:pt>
                <c:pt idx="601">
                  <c:v>41493</c:v>
                </c:pt>
                <c:pt idx="602">
                  <c:v>41494</c:v>
                </c:pt>
                <c:pt idx="603">
                  <c:v>41495</c:v>
                </c:pt>
                <c:pt idx="604">
                  <c:v>41498</c:v>
                </c:pt>
                <c:pt idx="605">
                  <c:v>41499</c:v>
                </c:pt>
                <c:pt idx="606">
                  <c:v>41500</c:v>
                </c:pt>
                <c:pt idx="607">
                  <c:v>41501</c:v>
                </c:pt>
                <c:pt idx="608">
                  <c:v>41502</c:v>
                </c:pt>
                <c:pt idx="609">
                  <c:v>41505</c:v>
                </c:pt>
                <c:pt idx="610">
                  <c:v>41506</c:v>
                </c:pt>
                <c:pt idx="611">
                  <c:v>41507</c:v>
                </c:pt>
                <c:pt idx="612">
                  <c:v>41508</c:v>
                </c:pt>
                <c:pt idx="613">
                  <c:v>41509</c:v>
                </c:pt>
                <c:pt idx="614">
                  <c:v>41513</c:v>
                </c:pt>
                <c:pt idx="615">
                  <c:v>41514</c:v>
                </c:pt>
                <c:pt idx="616">
                  <c:v>41515</c:v>
                </c:pt>
                <c:pt idx="617">
                  <c:v>41520</c:v>
                </c:pt>
                <c:pt idx="618">
                  <c:v>41521</c:v>
                </c:pt>
                <c:pt idx="619">
                  <c:v>41522</c:v>
                </c:pt>
                <c:pt idx="620">
                  <c:v>41523</c:v>
                </c:pt>
                <c:pt idx="621">
                  <c:v>41526</c:v>
                </c:pt>
                <c:pt idx="622">
                  <c:v>41527</c:v>
                </c:pt>
                <c:pt idx="623">
                  <c:v>41528</c:v>
                </c:pt>
                <c:pt idx="624">
                  <c:v>41529</c:v>
                </c:pt>
                <c:pt idx="625">
                  <c:v>41530</c:v>
                </c:pt>
                <c:pt idx="626">
                  <c:v>41533</c:v>
                </c:pt>
                <c:pt idx="627">
                  <c:v>41534</c:v>
                </c:pt>
                <c:pt idx="628">
                  <c:v>41535</c:v>
                </c:pt>
                <c:pt idx="629">
                  <c:v>41536</c:v>
                </c:pt>
                <c:pt idx="630">
                  <c:v>41537</c:v>
                </c:pt>
                <c:pt idx="631">
                  <c:v>41540</c:v>
                </c:pt>
                <c:pt idx="632">
                  <c:v>41541</c:v>
                </c:pt>
                <c:pt idx="633">
                  <c:v>41542</c:v>
                </c:pt>
                <c:pt idx="634">
                  <c:v>41543</c:v>
                </c:pt>
                <c:pt idx="635">
                  <c:v>41544</c:v>
                </c:pt>
                <c:pt idx="636">
                  <c:v>41547</c:v>
                </c:pt>
                <c:pt idx="637">
                  <c:v>41549</c:v>
                </c:pt>
                <c:pt idx="638">
                  <c:v>41550</c:v>
                </c:pt>
                <c:pt idx="639">
                  <c:v>41551</c:v>
                </c:pt>
                <c:pt idx="640">
                  <c:v>41554</c:v>
                </c:pt>
                <c:pt idx="641">
                  <c:v>41555</c:v>
                </c:pt>
                <c:pt idx="642">
                  <c:v>41556</c:v>
                </c:pt>
                <c:pt idx="643">
                  <c:v>41557</c:v>
                </c:pt>
                <c:pt idx="644">
                  <c:v>41568</c:v>
                </c:pt>
                <c:pt idx="645">
                  <c:v>41569</c:v>
                </c:pt>
                <c:pt idx="646">
                  <c:v>41570</c:v>
                </c:pt>
                <c:pt idx="647">
                  <c:v>41572</c:v>
                </c:pt>
                <c:pt idx="648">
                  <c:v>41575</c:v>
                </c:pt>
                <c:pt idx="649">
                  <c:v>41576</c:v>
                </c:pt>
                <c:pt idx="650">
                  <c:v>41577</c:v>
                </c:pt>
                <c:pt idx="651">
                  <c:v>41578</c:v>
                </c:pt>
                <c:pt idx="652">
                  <c:v>41579</c:v>
                </c:pt>
                <c:pt idx="653">
                  <c:v>41582</c:v>
                </c:pt>
                <c:pt idx="654">
                  <c:v>41583</c:v>
                </c:pt>
                <c:pt idx="655">
                  <c:v>41584</c:v>
                </c:pt>
                <c:pt idx="656">
                  <c:v>41585</c:v>
                </c:pt>
                <c:pt idx="657">
                  <c:v>41590</c:v>
                </c:pt>
                <c:pt idx="658">
                  <c:v>41591</c:v>
                </c:pt>
                <c:pt idx="659">
                  <c:v>41592</c:v>
                </c:pt>
                <c:pt idx="660">
                  <c:v>41593</c:v>
                </c:pt>
                <c:pt idx="661">
                  <c:v>41596</c:v>
                </c:pt>
                <c:pt idx="662">
                  <c:v>41597</c:v>
                </c:pt>
                <c:pt idx="663">
                  <c:v>41598</c:v>
                </c:pt>
                <c:pt idx="664">
                  <c:v>41599</c:v>
                </c:pt>
                <c:pt idx="665">
                  <c:v>41600</c:v>
                </c:pt>
                <c:pt idx="666">
                  <c:v>41603</c:v>
                </c:pt>
                <c:pt idx="667">
                  <c:v>41604</c:v>
                </c:pt>
                <c:pt idx="668">
                  <c:v>41607</c:v>
                </c:pt>
                <c:pt idx="669">
                  <c:v>41610</c:v>
                </c:pt>
                <c:pt idx="670">
                  <c:v>41611</c:v>
                </c:pt>
                <c:pt idx="671">
                  <c:v>41612</c:v>
                </c:pt>
                <c:pt idx="672">
                  <c:v>41613</c:v>
                </c:pt>
                <c:pt idx="673">
                  <c:v>41614</c:v>
                </c:pt>
                <c:pt idx="674">
                  <c:v>41617</c:v>
                </c:pt>
                <c:pt idx="675">
                  <c:v>41618</c:v>
                </c:pt>
                <c:pt idx="676">
                  <c:v>41619</c:v>
                </c:pt>
                <c:pt idx="677">
                  <c:v>41620</c:v>
                </c:pt>
                <c:pt idx="678">
                  <c:v>41621</c:v>
                </c:pt>
                <c:pt idx="679">
                  <c:v>41624</c:v>
                </c:pt>
                <c:pt idx="680">
                  <c:v>41625</c:v>
                </c:pt>
                <c:pt idx="681">
                  <c:v>41626</c:v>
                </c:pt>
                <c:pt idx="682">
                  <c:v>41627</c:v>
                </c:pt>
                <c:pt idx="683">
                  <c:v>41628</c:v>
                </c:pt>
                <c:pt idx="684">
                  <c:v>41631</c:v>
                </c:pt>
                <c:pt idx="685">
                  <c:v>41635</c:v>
                </c:pt>
                <c:pt idx="686">
                  <c:v>41638</c:v>
                </c:pt>
                <c:pt idx="687">
                  <c:v>41641</c:v>
                </c:pt>
                <c:pt idx="688">
                  <c:v>41642</c:v>
                </c:pt>
                <c:pt idx="689">
                  <c:v>41645</c:v>
                </c:pt>
                <c:pt idx="690">
                  <c:v>41646</c:v>
                </c:pt>
                <c:pt idx="691">
                  <c:v>41647</c:v>
                </c:pt>
                <c:pt idx="692">
                  <c:v>41648</c:v>
                </c:pt>
                <c:pt idx="693">
                  <c:v>41649</c:v>
                </c:pt>
                <c:pt idx="694">
                  <c:v>41652</c:v>
                </c:pt>
                <c:pt idx="695">
                  <c:v>41653</c:v>
                </c:pt>
                <c:pt idx="696">
                  <c:v>41654</c:v>
                </c:pt>
                <c:pt idx="697">
                  <c:v>41655</c:v>
                </c:pt>
                <c:pt idx="698">
                  <c:v>41660</c:v>
                </c:pt>
                <c:pt idx="699">
                  <c:v>41661</c:v>
                </c:pt>
                <c:pt idx="700">
                  <c:v>41662</c:v>
                </c:pt>
                <c:pt idx="701">
                  <c:v>41663</c:v>
                </c:pt>
                <c:pt idx="702">
                  <c:v>41666</c:v>
                </c:pt>
                <c:pt idx="703">
                  <c:v>41667</c:v>
                </c:pt>
                <c:pt idx="704">
                  <c:v>41668</c:v>
                </c:pt>
                <c:pt idx="705">
                  <c:v>41669</c:v>
                </c:pt>
                <c:pt idx="706">
                  <c:v>41676</c:v>
                </c:pt>
                <c:pt idx="707">
                  <c:v>41677</c:v>
                </c:pt>
                <c:pt idx="708">
                  <c:v>41680</c:v>
                </c:pt>
                <c:pt idx="709">
                  <c:v>41681</c:v>
                </c:pt>
                <c:pt idx="710">
                  <c:v>41682</c:v>
                </c:pt>
                <c:pt idx="711">
                  <c:v>41683</c:v>
                </c:pt>
                <c:pt idx="712">
                  <c:v>41688</c:v>
                </c:pt>
                <c:pt idx="713">
                  <c:v>41689</c:v>
                </c:pt>
                <c:pt idx="714">
                  <c:v>41690</c:v>
                </c:pt>
                <c:pt idx="715">
                  <c:v>41691</c:v>
                </c:pt>
                <c:pt idx="716">
                  <c:v>41694</c:v>
                </c:pt>
                <c:pt idx="717">
                  <c:v>41695</c:v>
                </c:pt>
                <c:pt idx="718">
                  <c:v>41696</c:v>
                </c:pt>
                <c:pt idx="719">
                  <c:v>41697</c:v>
                </c:pt>
                <c:pt idx="720">
                  <c:v>41698</c:v>
                </c:pt>
                <c:pt idx="721">
                  <c:v>41701</c:v>
                </c:pt>
                <c:pt idx="722">
                  <c:v>41702</c:v>
                </c:pt>
                <c:pt idx="723">
                  <c:v>41703</c:v>
                </c:pt>
                <c:pt idx="724">
                  <c:v>41704</c:v>
                </c:pt>
                <c:pt idx="725">
                  <c:v>41705</c:v>
                </c:pt>
                <c:pt idx="726">
                  <c:v>41708</c:v>
                </c:pt>
                <c:pt idx="727">
                  <c:v>41709</c:v>
                </c:pt>
                <c:pt idx="728">
                  <c:v>41710</c:v>
                </c:pt>
                <c:pt idx="729">
                  <c:v>41711</c:v>
                </c:pt>
                <c:pt idx="730">
                  <c:v>41712</c:v>
                </c:pt>
                <c:pt idx="731">
                  <c:v>41715</c:v>
                </c:pt>
                <c:pt idx="732">
                  <c:v>41716</c:v>
                </c:pt>
                <c:pt idx="733">
                  <c:v>41717</c:v>
                </c:pt>
                <c:pt idx="734">
                  <c:v>41718</c:v>
                </c:pt>
                <c:pt idx="735">
                  <c:v>41719</c:v>
                </c:pt>
                <c:pt idx="736">
                  <c:v>41722</c:v>
                </c:pt>
                <c:pt idx="737">
                  <c:v>41723</c:v>
                </c:pt>
                <c:pt idx="738">
                  <c:v>41724</c:v>
                </c:pt>
                <c:pt idx="739">
                  <c:v>41725</c:v>
                </c:pt>
                <c:pt idx="740">
                  <c:v>41726</c:v>
                </c:pt>
                <c:pt idx="741">
                  <c:v>41729</c:v>
                </c:pt>
                <c:pt idx="742">
                  <c:v>41730</c:v>
                </c:pt>
                <c:pt idx="743">
                  <c:v>41731</c:v>
                </c:pt>
                <c:pt idx="744">
                  <c:v>41732</c:v>
                </c:pt>
                <c:pt idx="745">
                  <c:v>41733</c:v>
                </c:pt>
                <c:pt idx="746">
                  <c:v>41736</c:v>
                </c:pt>
                <c:pt idx="747">
                  <c:v>41737</c:v>
                </c:pt>
                <c:pt idx="748">
                  <c:v>41738</c:v>
                </c:pt>
                <c:pt idx="749">
                  <c:v>41739</c:v>
                </c:pt>
                <c:pt idx="750">
                  <c:v>41740</c:v>
                </c:pt>
                <c:pt idx="751">
                  <c:v>41743</c:v>
                </c:pt>
                <c:pt idx="752">
                  <c:v>41744</c:v>
                </c:pt>
                <c:pt idx="753">
                  <c:v>41745</c:v>
                </c:pt>
                <c:pt idx="754">
                  <c:v>41751</c:v>
                </c:pt>
                <c:pt idx="755">
                  <c:v>41752</c:v>
                </c:pt>
                <c:pt idx="756">
                  <c:v>41753</c:v>
                </c:pt>
                <c:pt idx="757">
                  <c:v>41754</c:v>
                </c:pt>
                <c:pt idx="758">
                  <c:v>41757</c:v>
                </c:pt>
                <c:pt idx="759">
                  <c:v>41758</c:v>
                </c:pt>
                <c:pt idx="760">
                  <c:v>41759</c:v>
                </c:pt>
                <c:pt idx="761">
                  <c:v>41760</c:v>
                </c:pt>
                <c:pt idx="762">
                  <c:v>41761</c:v>
                </c:pt>
                <c:pt idx="763">
                  <c:v>41765</c:v>
                </c:pt>
                <c:pt idx="764">
                  <c:v>41766</c:v>
                </c:pt>
                <c:pt idx="765">
                  <c:v>41767</c:v>
                </c:pt>
                <c:pt idx="766">
                  <c:v>41768</c:v>
                </c:pt>
                <c:pt idx="767">
                  <c:v>41771</c:v>
                </c:pt>
                <c:pt idx="768">
                  <c:v>41772</c:v>
                </c:pt>
                <c:pt idx="769">
                  <c:v>41773</c:v>
                </c:pt>
                <c:pt idx="770">
                  <c:v>41774</c:v>
                </c:pt>
                <c:pt idx="771">
                  <c:v>41775</c:v>
                </c:pt>
                <c:pt idx="772">
                  <c:v>41778</c:v>
                </c:pt>
                <c:pt idx="773">
                  <c:v>41779</c:v>
                </c:pt>
                <c:pt idx="774">
                  <c:v>41780</c:v>
                </c:pt>
                <c:pt idx="775">
                  <c:v>41781</c:v>
                </c:pt>
                <c:pt idx="776">
                  <c:v>41786</c:v>
                </c:pt>
                <c:pt idx="777">
                  <c:v>41787</c:v>
                </c:pt>
                <c:pt idx="778">
                  <c:v>41788</c:v>
                </c:pt>
                <c:pt idx="779">
                  <c:v>41789</c:v>
                </c:pt>
                <c:pt idx="780">
                  <c:v>41792</c:v>
                </c:pt>
                <c:pt idx="781">
                  <c:v>41793</c:v>
                </c:pt>
                <c:pt idx="782">
                  <c:v>41794</c:v>
                </c:pt>
                <c:pt idx="783">
                  <c:v>41795</c:v>
                </c:pt>
                <c:pt idx="784">
                  <c:v>41796</c:v>
                </c:pt>
                <c:pt idx="785">
                  <c:v>41799</c:v>
                </c:pt>
                <c:pt idx="786">
                  <c:v>41800</c:v>
                </c:pt>
                <c:pt idx="787">
                  <c:v>41801</c:v>
                </c:pt>
                <c:pt idx="788">
                  <c:v>41802</c:v>
                </c:pt>
                <c:pt idx="789">
                  <c:v>41803</c:v>
                </c:pt>
                <c:pt idx="790">
                  <c:v>41806</c:v>
                </c:pt>
                <c:pt idx="791">
                  <c:v>41807</c:v>
                </c:pt>
                <c:pt idx="792">
                  <c:v>41808</c:v>
                </c:pt>
                <c:pt idx="793">
                  <c:v>41809</c:v>
                </c:pt>
                <c:pt idx="794">
                  <c:v>41810</c:v>
                </c:pt>
                <c:pt idx="795">
                  <c:v>41813</c:v>
                </c:pt>
                <c:pt idx="796">
                  <c:v>41814</c:v>
                </c:pt>
                <c:pt idx="797">
                  <c:v>41815</c:v>
                </c:pt>
                <c:pt idx="798">
                  <c:v>41816</c:v>
                </c:pt>
                <c:pt idx="799">
                  <c:v>41817</c:v>
                </c:pt>
                <c:pt idx="800">
                  <c:v>41820</c:v>
                </c:pt>
                <c:pt idx="801">
                  <c:v>41821</c:v>
                </c:pt>
                <c:pt idx="802">
                  <c:v>41822</c:v>
                </c:pt>
                <c:pt idx="803">
                  <c:v>41827</c:v>
                </c:pt>
                <c:pt idx="804">
                  <c:v>41828</c:v>
                </c:pt>
                <c:pt idx="805">
                  <c:v>41829</c:v>
                </c:pt>
                <c:pt idx="806">
                  <c:v>41830</c:v>
                </c:pt>
                <c:pt idx="807">
                  <c:v>41831</c:v>
                </c:pt>
                <c:pt idx="808">
                  <c:v>41834</c:v>
                </c:pt>
                <c:pt idx="809">
                  <c:v>41835</c:v>
                </c:pt>
                <c:pt idx="810">
                  <c:v>41836</c:v>
                </c:pt>
                <c:pt idx="811">
                  <c:v>41837</c:v>
                </c:pt>
                <c:pt idx="812">
                  <c:v>41838</c:v>
                </c:pt>
                <c:pt idx="813">
                  <c:v>41841</c:v>
                </c:pt>
                <c:pt idx="814">
                  <c:v>41842</c:v>
                </c:pt>
                <c:pt idx="815">
                  <c:v>41843</c:v>
                </c:pt>
                <c:pt idx="816">
                  <c:v>41844</c:v>
                </c:pt>
                <c:pt idx="817">
                  <c:v>41845</c:v>
                </c:pt>
                <c:pt idx="818">
                  <c:v>41848</c:v>
                </c:pt>
                <c:pt idx="819">
                  <c:v>41849</c:v>
                </c:pt>
                <c:pt idx="820">
                  <c:v>41850</c:v>
                </c:pt>
                <c:pt idx="821">
                  <c:v>41851</c:v>
                </c:pt>
                <c:pt idx="822">
                  <c:v>41852</c:v>
                </c:pt>
                <c:pt idx="823">
                  <c:v>41855</c:v>
                </c:pt>
                <c:pt idx="824">
                  <c:v>41856</c:v>
                </c:pt>
                <c:pt idx="825">
                  <c:v>41857</c:v>
                </c:pt>
                <c:pt idx="826">
                  <c:v>41858</c:v>
                </c:pt>
                <c:pt idx="827">
                  <c:v>41859</c:v>
                </c:pt>
                <c:pt idx="828">
                  <c:v>41862</c:v>
                </c:pt>
                <c:pt idx="829">
                  <c:v>41863</c:v>
                </c:pt>
                <c:pt idx="830">
                  <c:v>41864</c:v>
                </c:pt>
                <c:pt idx="831">
                  <c:v>41865</c:v>
                </c:pt>
                <c:pt idx="832">
                  <c:v>41866</c:v>
                </c:pt>
                <c:pt idx="833">
                  <c:v>41869</c:v>
                </c:pt>
                <c:pt idx="834">
                  <c:v>41870</c:v>
                </c:pt>
                <c:pt idx="835">
                  <c:v>41872</c:v>
                </c:pt>
                <c:pt idx="836">
                  <c:v>41873</c:v>
                </c:pt>
                <c:pt idx="837">
                  <c:v>41877</c:v>
                </c:pt>
                <c:pt idx="838">
                  <c:v>41878</c:v>
                </c:pt>
                <c:pt idx="839">
                  <c:v>41879</c:v>
                </c:pt>
                <c:pt idx="840">
                  <c:v>41884</c:v>
                </c:pt>
                <c:pt idx="841">
                  <c:v>41885</c:v>
                </c:pt>
                <c:pt idx="842">
                  <c:v>41886</c:v>
                </c:pt>
                <c:pt idx="843">
                  <c:v>41887</c:v>
                </c:pt>
                <c:pt idx="844">
                  <c:v>41890</c:v>
                </c:pt>
                <c:pt idx="845">
                  <c:v>41891</c:v>
                </c:pt>
                <c:pt idx="846">
                  <c:v>41892</c:v>
                </c:pt>
                <c:pt idx="847">
                  <c:v>41893</c:v>
                </c:pt>
                <c:pt idx="848">
                  <c:v>41894</c:v>
                </c:pt>
                <c:pt idx="849">
                  <c:v>41897</c:v>
                </c:pt>
                <c:pt idx="850">
                  <c:v>41898</c:v>
                </c:pt>
                <c:pt idx="851">
                  <c:v>41899</c:v>
                </c:pt>
                <c:pt idx="852">
                  <c:v>41900</c:v>
                </c:pt>
                <c:pt idx="853">
                  <c:v>41901</c:v>
                </c:pt>
                <c:pt idx="854">
                  <c:v>41904</c:v>
                </c:pt>
                <c:pt idx="855">
                  <c:v>41905</c:v>
                </c:pt>
                <c:pt idx="856">
                  <c:v>41906</c:v>
                </c:pt>
                <c:pt idx="857">
                  <c:v>41907</c:v>
                </c:pt>
                <c:pt idx="858">
                  <c:v>41908</c:v>
                </c:pt>
                <c:pt idx="859">
                  <c:v>41911</c:v>
                </c:pt>
                <c:pt idx="860">
                  <c:v>41912</c:v>
                </c:pt>
                <c:pt idx="861">
                  <c:v>41913</c:v>
                </c:pt>
                <c:pt idx="862">
                  <c:v>41914</c:v>
                </c:pt>
                <c:pt idx="863">
                  <c:v>41915</c:v>
                </c:pt>
                <c:pt idx="864">
                  <c:v>41918</c:v>
                </c:pt>
                <c:pt idx="865">
                  <c:v>41919</c:v>
                </c:pt>
                <c:pt idx="866">
                  <c:v>41920</c:v>
                </c:pt>
                <c:pt idx="867">
                  <c:v>41921</c:v>
                </c:pt>
                <c:pt idx="868">
                  <c:v>41926</c:v>
                </c:pt>
                <c:pt idx="869">
                  <c:v>41927</c:v>
                </c:pt>
                <c:pt idx="870">
                  <c:v>41928</c:v>
                </c:pt>
                <c:pt idx="871">
                  <c:v>41929</c:v>
                </c:pt>
                <c:pt idx="872">
                  <c:v>41932</c:v>
                </c:pt>
                <c:pt idx="873">
                  <c:v>41933</c:v>
                </c:pt>
                <c:pt idx="874">
                  <c:v>41934</c:v>
                </c:pt>
                <c:pt idx="875">
                  <c:v>41935</c:v>
                </c:pt>
                <c:pt idx="876">
                  <c:v>41936</c:v>
                </c:pt>
                <c:pt idx="877">
                  <c:v>41939</c:v>
                </c:pt>
                <c:pt idx="878">
                  <c:v>41940</c:v>
                </c:pt>
                <c:pt idx="879">
                  <c:v>41941</c:v>
                </c:pt>
                <c:pt idx="880">
                  <c:v>41942</c:v>
                </c:pt>
                <c:pt idx="881">
                  <c:v>41943</c:v>
                </c:pt>
                <c:pt idx="882">
                  <c:v>41946</c:v>
                </c:pt>
                <c:pt idx="883">
                  <c:v>41947</c:v>
                </c:pt>
                <c:pt idx="884">
                  <c:v>41948</c:v>
                </c:pt>
                <c:pt idx="885">
                  <c:v>41949</c:v>
                </c:pt>
                <c:pt idx="886">
                  <c:v>41950</c:v>
                </c:pt>
                <c:pt idx="887">
                  <c:v>41953</c:v>
                </c:pt>
                <c:pt idx="888">
                  <c:v>41955</c:v>
                </c:pt>
                <c:pt idx="889">
                  <c:v>41956</c:v>
                </c:pt>
                <c:pt idx="890">
                  <c:v>41957</c:v>
                </c:pt>
                <c:pt idx="891">
                  <c:v>41960</c:v>
                </c:pt>
                <c:pt idx="892">
                  <c:v>41961</c:v>
                </c:pt>
                <c:pt idx="893">
                  <c:v>41962</c:v>
                </c:pt>
                <c:pt idx="894">
                  <c:v>41963</c:v>
                </c:pt>
                <c:pt idx="895">
                  <c:v>41964</c:v>
                </c:pt>
                <c:pt idx="896">
                  <c:v>41967</c:v>
                </c:pt>
                <c:pt idx="897">
                  <c:v>41968</c:v>
                </c:pt>
                <c:pt idx="898">
                  <c:v>41971</c:v>
                </c:pt>
                <c:pt idx="899">
                  <c:v>41974</c:v>
                </c:pt>
                <c:pt idx="900">
                  <c:v>41975</c:v>
                </c:pt>
                <c:pt idx="901">
                  <c:v>41976</c:v>
                </c:pt>
                <c:pt idx="902">
                  <c:v>41977</c:v>
                </c:pt>
                <c:pt idx="903">
                  <c:v>41978</c:v>
                </c:pt>
                <c:pt idx="904">
                  <c:v>41981</c:v>
                </c:pt>
                <c:pt idx="905">
                  <c:v>41982</c:v>
                </c:pt>
                <c:pt idx="906">
                  <c:v>41983</c:v>
                </c:pt>
                <c:pt idx="907">
                  <c:v>41984</c:v>
                </c:pt>
                <c:pt idx="908">
                  <c:v>41985</c:v>
                </c:pt>
                <c:pt idx="909">
                  <c:v>41988</c:v>
                </c:pt>
                <c:pt idx="910">
                  <c:v>41989</c:v>
                </c:pt>
                <c:pt idx="911">
                  <c:v>41990</c:v>
                </c:pt>
                <c:pt idx="912">
                  <c:v>41991</c:v>
                </c:pt>
                <c:pt idx="913">
                  <c:v>41992</c:v>
                </c:pt>
                <c:pt idx="914">
                  <c:v>41995</c:v>
                </c:pt>
                <c:pt idx="915">
                  <c:v>41996</c:v>
                </c:pt>
                <c:pt idx="916">
                  <c:v>42002</c:v>
                </c:pt>
                <c:pt idx="917">
                  <c:v>42003</c:v>
                </c:pt>
                <c:pt idx="918">
                  <c:v>42006</c:v>
                </c:pt>
                <c:pt idx="919">
                  <c:v>42009</c:v>
                </c:pt>
                <c:pt idx="920">
                  <c:v>42010</c:v>
                </c:pt>
                <c:pt idx="921">
                  <c:v>42011</c:v>
                </c:pt>
                <c:pt idx="922">
                  <c:v>42012</c:v>
                </c:pt>
                <c:pt idx="923">
                  <c:v>42013</c:v>
                </c:pt>
                <c:pt idx="924">
                  <c:v>42016</c:v>
                </c:pt>
                <c:pt idx="925">
                  <c:v>42017</c:v>
                </c:pt>
                <c:pt idx="926">
                  <c:v>42018</c:v>
                </c:pt>
                <c:pt idx="927">
                  <c:v>42019</c:v>
                </c:pt>
                <c:pt idx="928">
                  <c:v>42024</c:v>
                </c:pt>
                <c:pt idx="929">
                  <c:v>42025</c:v>
                </c:pt>
                <c:pt idx="930">
                  <c:v>42026</c:v>
                </c:pt>
                <c:pt idx="931">
                  <c:v>42027</c:v>
                </c:pt>
                <c:pt idx="932">
                  <c:v>42030</c:v>
                </c:pt>
                <c:pt idx="933">
                  <c:v>42031</c:v>
                </c:pt>
                <c:pt idx="934">
                  <c:v>42032</c:v>
                </c:pt>
                <c:pt idx="935">
                  <c:v>42033</c:v>
                </c:pt>
                <c:pt idx="936">
                  <c:v>42034</c:v>
                </c:pt>
                <c:pt idx="937">
                  <c:v>42037</c:v>
                </c:pt>
                <c:pt idx="938">
                  <c:v>42038</c:v>
                </c:pt>
                <c:pt idx="939">
                  <c:v>42039</c:v>
                </c:pt>
                <c:pt idx="940">
                  <c:v>42040</c:v>
                </c:pt>
                <c:pt idx="941">
                  <c:v>42041</c:v>
                </c:pt>
                <c:pt idx="942">
                  <c:v>42044</c:v>
                </c:pt>
                <c:pt idx="943">
                  <c:v>42045</c:v>
                </c:pt>
                <c:pt idx="944">
                  <c:v>42046</c:v>
                </c:pt>
                <c:pt idx="945">
                  <c:v>42047</c:v>
                </c:pt>
                <c:pt idx="946">
                  <c:v>42052</c:v>
                </c:pt>
                <c:pt idx="947">
                  <c:v>42053</c:v>
                </c:pt>
                <c:pt idx="948">
                  <c:v>42054</c:v>
                </c:pt>
                <c:pt idx="949">
                  <c:v>42055</c:v>
                </c:pt>
                <c:pt idx="950">
                  <c:v>42058</c:v>
                </c:pt>
                <c:pt idx="951">
                  <c:v>42059</c:v>
                </c:pt>
                <c:pt idx="952">
                  <c:v>42060</c:v>
                </c:pt>
                <c:pt idx="953">
                  <c:v>42061</c:v>
                </c:pt>
                <c:pt idx="954">
                  <c:v>42062</c:v>
                </c:pt>
                <c:pt idx="955">
                  <c:v>42065</c:v>
                </c:pt>
                <c:pt idx="956">
                  <c:v>42066</c:v>
                </c:pt>
                <c:pt idx="957">
                  <c:v>42067</c:v>
                </c:pt>
                <c:pt idx="958">
                  <c:v>42068</c:v>
                </c:pt>
                <c:pt idx="959">
                  <c:v>42069</c:v>
                </c:pt>
                <c:pt idx="960">
                  <c:v>42072</c:v>
                </c:pt>
                <c:pt idx="961">
                  <c:v>42073</c:v>
                </c:pt>
                <c:pt idx="962">
                  <c:v>42074</c:v>
                </c:pt>
                <c:pt idx="963">
                  <c:v>42075</c:v>
                </c:pt>
                <c:pt idx="964">
                  <c:v>42076</c:v>
                </c:pt>
                <c:pt idx="965">
                  <c:v>42079</c:v>
                </c:pt>
                <c:pt idx="966">
                  <c:v>42080</c:v>
                </c:pt>
                <c:pt idx="967">
                  <c:v>42081</c:v>
                </c:pt>
                <c:pt idx="968">
                  <c:v>42082</c:v>
                </c:pt>
                <c:pt idx="969">
                  <c:v>42083</c:v>
                </c:pt>
                <c:pt idx="970">
                  <c:v>42086</c:v>
                </c:pt>
                <c:pt idx="971">
                  <c:v>42087</c:v>
                </c:pt>
                <c:pt idx="972">
                  <c:v>42088</c:v>
                </c:pt>
                <c:pt idx="973">
                  <c:v>42089</c:v>
                </c:pt>
                <c:pt idx="974">
                  <c:v>42090</c:v>
                </c:pt>
                <c:pt idx="975">
                  <c:v>42093</c:v>
                </c:pt>
                <c:pt idx="976">
                  <c:v>42094</c:v>
                </c:pt>
                <c:pt idx="977">
                  <c:v>42095</c:v>
                </c:pt>
                <c:pt idx="978">
                  <c:v>42096</c:v>
                </c:pt>
                <c:pt idx="979">
                  <c:v>42101</c:v>
                </c:pt>
                <c:pt idx="980">
                  <c:v>42102</c:v>
                </c:pt>
                <c:pt idx="981">
                  <c:v>42103</c:v>
                </c:pt>
                <c:pt idx="982">
                  <c:v>42104</c:v>
                </c:pt>
                <c:pt idx="983">
                  <c:v>42107</c:v>
                </c:pt>
                <c:pt idx="984">
                  <c:v>42108</c:v>
                </c:pt>
                <c:pt idx="985">
                  <c:v>42109</c:v>
                </c:pt>
                <c:pt idx="986">
                  <c:v>42110</c:v>
                </c:pt>
                <c:pt idx="987">
                  <c:v>42111</c:v>
                </c:pt>
                <c:pt idx="988">
                  <c:v>42115</c:v>
                </c:pt>
                <c:pt idx="989">
                  <c:v>42116</c:v>
                </c:pt>
                <c:pt idx="990">
                  <c:v>42117</c:v>
                </c:pt>
                <c:pt idx="991">
                  <c:v>42118</c:v>
                </c:pt>
                <c:pt idx="992">
                  <c:v>42121</c:v>
                </c:pt>
                <c:pt idx="993">
                  <c:v>42122</c:v>
                </c:pt>
                <c:pt idx="994">
                  <c:v>42129</c:v>
                </c:pt>
                <c:pt idx="995">
                  <c:v>42130</c:v>
                </c:pt>
                <c:pt idx="996">
                  <c:v>42131</c:v>
                </c:pt>
                <c:pt idx="997">
                  <c:v>42132</c:v>
                </c:pt>
                <c:pt idx="998">
                  <c:v>42135</c:v>
                </c:pt>
                <c:pt idx="999">
                  <c:v>42136</c:v>
                </c:pt>
                <c:pt idx="1000">
                  <c:v>42137</c:v>
                </c:pt>
                <c:pt idx="1001">
                  <c:v>42138</c:v>
                </c:pt>
                <c:pt idx="1002">
                  <c:v>42139</c:v>
                </c:pt>
                <c:pt idx="1003">
                  <c:v>42142</c:v>
                </c:pt>
                <c:pt idx="1004">
                  <c:v>42143</c:v>
                </c:pt>
                <c:pt idx="1005">
                  <c:v>42144</c:v>
                </c:pt>
                <c:pt idx="1006">
                  <c:v>42145</c:v>
                </c:pt>
                <c:pt idx="1007">
                  <c:v>42146</c:v>
                </c:pt>
                <c:pt idx="1008">
                  <c:v>42150</c:v>
                </c:pt>
                <c:pt idx="1009">
                  <c:v>42151</c:v>
                </c:pt>
                <c:pt idx="1010">
                  <c:v>42152</c:v>
                </c:pt>
                <c:pt idx="1011">
                  <c:v>42153</c:v>
                </c:pt>
                <c:pt idx="1012">
                  <c:v>42156</c:v>
                </c:pt>
                <c:pt idx="1013">
                  <c:v>42157</c:v>
                </c:pt>
                <c:pt idx="1014">
                  <c:v>42158</c:v>
                </c:pt>
                <c:pt idx="1015">
                  <c:v>42159</c:v>
                </c:pt>
                <c:pt idx="1016">
                  <c:v>42160</c:v>
                </c:pt>
                <c:pt idx="1017">
                  <c:v>42163</c:v>
                </c:pt>
                <c:pt idx="1018">
                  <c:v>42164</c:v>
                </c:pt>
                <c:pt idx="1019">
                  <c:v>42165</c:v>
                </c:pt>
                <c:pt idx="1020">
                  <c:v>42166</c:v>
                </c:pt>
                <c:pt idx="1021">
                  <c:v>42167</c:v>
                </c:pt>
                <c:pt idx="1022">
                  <c:v>42170</c:v>
                </c:pt>
                <c:pt idx="1023">
                  <c:v>42171</c:v>
                </c:pt>
                <c:pt idx="1024">
                  <c:v>42172</c:v>
                </c:pt>
                <c:pt idx="1025">
                  <c:v>42173</c:v>
                </c:pt>
                <c:pt idx="1026">
                  <c:v>42174</c:v>
                </c:pt>
                <c:pt idx="1027">
                  <c:v>42177</c:v>
                </c:pt>
                <c:pt idx="1028">
                  <c:v>42178</c:v>
                </c:pt>
                <c:pt idx="1029">
                  <c:v>42179</c:v>
                </c:pt>
                <c:pt idx="1030">
                  <c:v>42180</c:v>
                </c:pt>
                <c:pt idx="1031">
                  <c:v>42181</c:v>
                </c:pt>
                <c:pt idx="1032">
                  <c:v>42184</c:v>
                </c:pt>
                <c:pt idx="1033">
                  <c:v>42185</c:v>
                </c:pt>
                <c:pt idx="1034">
                  <c:v>42186</c:v>
                </c:pt>
                <c:pt idx="1035">
                  <c:v>42187</c:v>
                </c:pt>
                <c:pt idx="1036">
                  <c:v>42191</c:v>
                </c:pt>
                <c:pt idx="1037">
                  <c:v>42192</c:v>
                </c:pt>
                <c:pt idx="1038">
                  <c:v>42193</c:v>
                </c:pt>
                <c:pt idx="1039">
                  <c:v>42194</c:v>
                </c:pt>
                <c:pt idx="1040">
                  <c:v>42195</c:v>
                </c:pt>
                <c:pt idx="1041">
                  <c:v>42198</c:v>
                </c:pt>
                <c:pt idx="1042">
                  <c:v>42199</c:v>
                </c:pt>
                <c:pt idx="1043">
                  <c:v>42200</c:v>
                </c:pt>
                <c:pt idx="1044">
                  <c:v>42201</c:v>
                </c:pt>
                <c:pt idx="1045">
                  <c:v>42202</c:v>
                </c:pt>
                <c:pt idx="1046">
                  <c:v>42205</c:v>
                </c:pt>
                <c:pt idx="1047">
                  <c:v>42206</c:v>
                </c:pt>
                <c:pt idx="1048">
                  <c:v>42207</c:v>
                </c:pt>
                <c:pt idx="1049">
                  <c:v>42208</c:v>
                </c:pt>
                <c:pt idx="1050">
                  <c:v>42209</c:v>
                </c:pt>
                <c:pt idx="1051">
                  <c:v>42212</c:v>
                </c:pt>
                <c:pt idx="1052">
                  <c:v>42213</c:v>
                </c:pt>
                <c:pt idx="1053">
                  <c:v>42214</c:v>
                </c:pt>
                <c:pt idx="1054">
                  <c:v>42215</c:v>
                </c:pt>
                <c:pt idx="1055">
                  <c:v>42216</c:v>
                </c:pt>
                <c:pt idx="1056">
                  <c:v>42219</c:v>
                </c:pt>
                <c:pt idx="1057">
                  <c:v>42220</c:v>
                </c:pt>
                <c:pt idx="1058">
                  <c:v>42221</c:v>
                </c:pt>
                <c:pt idx="1059">
                  <c:v>42222</c:v>
                </c:pt>
                <c:pt idx="1060">
                  <c:v>42223</c:v>
                </c:pt>
                <c:pt idx="1061">
                  <c:v>42226</c:v>
                </c:pt>
                <c:pt idx="1062">
                  <c:v>42227</c:v>
                </c:pt>
                <c:pt idx="1063">
                  <c:v>42228</c:v>
                </c:pt>
                <c:pt idx="1064">
                  <c:v>42229</c:v>
                </c:pt>
                <c:pt idx="1065">
                  <c:v>42230</c:v>
                </c:pt>
                <c:pt idx="1066">
                  <c:v>42233</c:v>
                </c:pt>
                <c:pt idx="1067">
                  <c:v>42234</c:v>
                </c:pt>
                <c:pt idx="1068">
                  <c:v>42235</c:v>
                </c:pt>
                <c:pt idx="1069">
                  <c:v>42236</c:v>
                </c:pt>
                <c:pt idx="1070">
                  <c:v>42237</c:v>
                </c:pt>
                <c:pt idx="1071">
                  <c:v>42240</c:v>
                </c:pt>
                <c:pt idx="1072">
                  <c:v>42241</c:v>
                </c:pt>
                <c:pt idx="1073">
                  <c:v>42242</c:v>
                </c:pt>
                <c:pt idx="1074">
                  <c:v>42243</c:v>
                </c:pt>
                <c:pt idx="1075">
                  <c:v>42244</c:v>
                </c:pt>
                <c:pt idx="1076">
                  <c:v>42248</c:v>
                </c:pt>
                <c:pt idx="1077">
                  <c:v>42249</c:v>
                </c:pt>
                <c:pt idx="1078">
                  <c:v>42250</c:v>
                </c:pt>
                <c:pt idx="1079">
                  <c:v>42251</c:v>
                </c:pt>
                <c:pt idx="1080">
                  <c:v>42255</c:v>
                </c:pt>
                <c:pt idx="1081">
                  <c:v>42256</c:v>
                </c:pt>
                <c:pt idx="1082">
                  <c:v>42257</c:v>
                </c:pt>
                <c:pt idx="1083">
                  <c:v>42258</c:v>
                </c:pt>
                <c:pt idx="1084">
                  <c:v>42261</c:v>
                </c:pt>
                <c:pt idx="1085">
                  <c:v>42262</c:v>
                </c:pt>
                <c:pt idx="1086">
                  <c:v>42263</c:v>
                </c:pt>
                <c:pt idx="1087">
                  <c:v>42264</c:v>
                </c:pt>
                <c:pt idx="1088">
                  <c:v>42265</c:v>
                </c:pt>
                <c:pt idx="1089">
                  <c:v>42268</c:v>
                </c:pt>
                <c:pt idx="1090">
                  <c:v>42269</c:v>
                </c:pt>
                <c:pt idx="1091">
                  <c:v>42270</c:v>
                </c:pt>
                <c:pt idx="1092">
                  <c:v>42271</c:v>
                </c:pt>
                <c:pt idx="1093">
                  <c:v>42272</c:v>
                </c:pt>
                <c:pt idx="1094">
                  <c:v>42275</c:v>
                </c:pt>
                <c:pt idx="1095">
                  <c:v>42276</c:v>
                </c:pt>
                <c:pt idx="1096">
                  <c:v>42277</c:v>
                </c:pt>
                <c:pt idx="1097">
                  <c:v>42278</c:v>
                </c:pt>
                <c:pt idx="1098">
                  <c:v>42279</c:v>
                </c:pt>
                <c:pt idx="1099">
                  <c:v>42282</c:v>
                </c:pt>
                <c:pt idx="1100">
                  <c:v>42283</c:v>
                </c:pt>
                <c:pt idx="1101">
                  <c:v>42284</c:v>
                </c:pt>
                <c:pt idx="1102">
                  <c:v>42285</c:v>
                </c:pt>
                <c:pt idx="1103">
                  <c:v>42290</c:v>
                </c:pt>
                <c:pt idx="1104">
                  <c:v>42291</c:v>
                </c:pt>
                <c:pt idx="1105">
                  <c:v>42292</c:v>
                </c:pt>
                <c:pt idx="1106">
                  <c:v>42293</c:v>
                </c:pt>
                <c:pt idx="1107">
                  <c:v>42296</c:v>
                </c:pt>
                <c:pt idx="1108">
                  <c:v>42297</c:v>
                </c:pt>
                <c:pt idx="1109">
                  <c:v>42298</c:v>
                </c:pt>
                <c:pt idx="1110">
                  <c:v>42299</c:v>
                </c:pt>
                <c:pt idx="1111">
                  <c:v>42300</c:v>
                </c:pt>
                <c:pt idx="1112">
                  <c:v>42303</c:v>
                </c:pt>
                <c:pt idx="1113">
                  <c:v>42304</c:v>
                </c:pt>
                <c:pt idx="1114">
                  <c:v>42305</c:v>
                </c:pt>
                <c:pt idx="1115">
                  <c:v>42306</c:v>
                </c:pt>
                <c:pt idx="1116">
                  <c:v>42307</c:v>
                </c:pt>
                <c:pt idx="1117">
                  <c:v>42310</c:v>
                </c:pt>
                <c:pt idx="1118">
                  <c:v>42311</c:v>
                </c:pt>
                <c:pt idx="1119">
                  <c:v>42312</c:v>
                </c:pt>
              </c:numCache>
            </c:numRef>
          </c:cat>
          <c:val>
            <c:numRef>
              <c:f>'spot Repo vs libor'!$F$64:$F$1183</c:f>
              <c:numCache>
                <c:formatCode>General</c:formatCode>
                <c:ptCount val="1120"/>
                <c:pt idx="0">
                  <c:v>-0.12065396408525308</c:v>
                </c:pt>
                <c:pt idx="1">
                  <c:v>-0.1303546543725756</c:v>
                </c:pt>
                <c:pt idx="2">
                  <c:v>-0.14539870251726561</c:v>
                </c:pt>
                <c:pt idx="3">
                  <c:v>-0.11441742150058831</c:v>
                </c:pt>
                <c:pt idx="4">
                  <c:v>-0.15163753797107307</c:v>
                </c:pt>
                <c:pt idx="5">
                  <c:v>-0.18192438474225742</c:v>
                </c:pt>
                <c:pt idx="6">
                  <c:v>-0.18580966742218666</c:v>
                </c:pt>
                <c:pt idx="7">
                  <c:v>-0.16957122019800422</c:v>
                </c:pt>
                <c:pt idx="8">
                  <c:v>-0.16285050395577599</c:v>
                </c:pt>
                <c:pt idx="9">
                  <c:v>-0.16487852430668823</c:v>
                </c:pt>
                <c:pt idx="10">
                  <c:v>-0.16478358209159566</c:v>
                </c:pt>
                <c:pt idx="11">
                  <c:v>-0.17548216917358994</c:v>
                </c:pt>
                <c:pt idx="12">
                  <c:v>-0.15045376670519481</c:v>
                </c:pt>
                <c:pt idx="13">
                  <c:v>-0.19322158146657348</c:v>
                </c:pt>
                <c:pt idx="14">
                  <c:v>-0.1909811955853194</c:v>
                </c:pt>
                <c:pt idx="15">
                  <c:v>-0.17165624240183164</c:v>
                </c:pt>
                <c:pt idx="16">
                  <c:v>-0.11413691100895977</c:v>
                </c:pt>
                <c:pt idx="17">
                  <c:v>-0.11098592749916952</c:v>
                </c:pt>
                <c:pt idx="18">
                  <c:v>-0.11348249710133275</c:v>
                </c:pt>
                <c:pt idx="19">
                  <c:v>-0.11393823916665739</c:v>
                </c:pt>
                <c:pt idx="20">
                  <c:v>-0.14099806828387676</c:v>
                </c:pt>
                <c:pt idx="21">
                  <c:v>-0.13339511588513586</c:v>
                </c:pt>
                <c:pt idx="22">
                  <c:v>-0.13117649134440604</c:v>
                </c:pt>
                <c:pt idx="23">
                  <c:v>-7.8740967940064188E-2</c:v>
                </c:pt>
                <c:pt idx="24">
                  <c:v>-7.9170179310044997E-2</c:v>
                </c:pt>
                <c:pt idx="25">
                  <c:v>-7.6042311767307399E-2</c:v>
                </c:pt>
                <c:pt idx="26">
                  <c:v>-2.8144727572218468E-2</c:v>
                </c:pt>
                <c:pt idx="27">
                  <c:v>-3.1109504025285208E-3</c:v>
                </c:pt>
                <c:pt idx="28">
                  <c:v>-4.9641454970054772E-3</c:v>
                </c:pt>
                <c:pt idx="29">
                  <c:v>-3.543967818334028E-3</c:v>
                </c:pt>
                <c:pt idx="30">
                  <c:v>-3.9296695185319773E-4</c:v>
                </c:pt>
                <c:pt idx="31">
                  <c:v>7.794306580949188E-3</c:v>
                </c:pt>
                <c:pt idx="32">
                  <c:v>1.2809736566146618E-2</c:v>
                </c:pt>
                <c:pt idx="33">
                  <c:v>8.763757412087677E-3</c:v>
                </c:pt>
                <c:pt idx="34">
                  <c:v>1.4260656876083914E-2</c:v>
                </c:pt>
                <c:pt idx="35">
                  <c:v>4.1588134004523984E-2</c:v>
                </c:pt>
                <c:pt idx="36">
                  <c:v>5.6301138690106424E-2</c:v>
                </c:pt>
                <c:pt idx="37">
                  <c:v>7.2837180254457179E-2</c:v>
                </c:pt>
                <c:pt idx="38">
                  <c:v>9.9677238290869843E-2</c:v>
                </c:pt>
                <c:pt idx="39">
                  <c:v>0.11265515848254873</c:v>
                </c:pt>
                <c:pt idx="40">
                  <c:v>0.12414419529330215</c:v>
                </c:pt>
                <c:pt idx="41">
                  <c:v>0.14293160186393458</c:v>
                </c:pt>
                <c:pt idx="42">
                  <c:v>9.3283106391198994E-2</c:v>
                </c:pt>
                <c:pt idx="43">
                  <c:v>9.5978997480324124E-2</c:v>
                </c:pt>
                <c:pt idx="44">
                  <c:v>9.5188359933704669E-2</c:v>
                </c:pt>
                <c:pt idx="45">
                  <c:v>0.100553084484806</c:v>
                </c:pt>
                <c:pt idx="46">
                  <c:v>9.5500761000299916E-2</c:v>
                </c:pt>
                <c:pt idx="47">
                  <c:v>0.10370831460208338</c:v>
                </c:pt>
                <c:pt idx="48">
                  <c:v>8.5680629940084838E-2</c:v>
                </c:pt>
                <c:pt idx="49">
                  <c:v>8.343423531759353E-2</c:v>
                </c:pt>
                <c:pt idx="50">
                  <c:v>3.2575163123673027E-2</c:v>
                </c:pt>
                <c:pt idx="51">
                  <c:v>-3.6052129067397451E-2</c:v>
                </c:pt>
                <c:pt idx="52">
                  <c:v>-3.8341831462708767E-2</c:v>
                </c:pt>
                <c:pt idx="53">
                  <c:v>-5.1794782482350345E-2</c:v>
                </c:pt>
                <c:pt idx="54">
                  <c:v>-0.14485772151971124</c:v>
                </c:pt>
                <c:pt idx="55">
                  <c:v>-0.12392918870185403</c:v>
                </c:pt>
                <c:pt idx="56">
                  <c:v>-0.13865504249478081</c:v>
                </c:pt>
                <c:pt idx="57">
                  <c:v>-0.13882232955707077</c:v>
                </c:pt>
                <c:pt idx="58">
                  <c:v>-0.15201795938509385</c:v>
                </c:pt>
                <c:pt idx="59">
                  <c:v>-0.15070945829393084</c:v>
                </c:pt>
                <c:pt idx="60">
                  <c:v>-0.15273418118083257</c:v>
                </c:pt>
                <c:pt idx="61">
                  <c:v>-0.11013198269586841</c:v>
                </c:pt>
                <c:pt idx="62">
                  <c:v>-0.11078599714140984</c:v>
                </c:pt>
                <c:pt idx="63">
                  <c:v>-5.0327864307892697E-2</c:v>
                </c:pt>
                <c:pt idx="64">
                  <c:v>-4.985598098277727E-2</c:v>
                </c:pt>
                <c:pt idx="65">
                  <c:v>-5.5191471034975376E-2</c:v>
                </c:pt>
                <c:pt idx="66">
                  <c:v>-2.1637996979273426E-2</c:v>
                </c:pt>
                <c:pt idx="67">
                  <c:v>-4.9687815145684877E-2</c:v>
                </c:pt>
                <c:pt idx="68">
                  <c:v>-4.3636217101178015E-2</c:v>
                </c:pt>
                <c:pt idx="69">
                  <c:v>-4.95490642573111E-2</c:v>
                </c:pt>
                <c:pt idx="70">
                  <c:v>-3.4671030604363412E-2</c:v>
                </c:pt>
                <c:pt idx="71">
                  <c:v>-3.354874567207379E-2</c:v>
                </c:pt>
                <c:pt idx="72">
                  <c:v>-1.8923563665153256E-2</c:v>
                </c:pt>
                <c:pt idx="73">
                  <c:v>-2.0625968068285472E-2</c:v>
                </c:pt>
                <c:pt idx="74">
                  <c:v>-1.4174032215367463E-2</c:v>
                </c:pt>
                <c:pt idx="75">
                  <c:v>4.2888844535503422E-2</c:v>
                </c:pt>
                <c:pt idx="76">
                  <c:v>4.4624970483535892E-2</c:v>
                </c:pt>
                <c:pt idx="77">
                  <c:v>4.5291551013517242E-2</c:v>
                </c:pt>
                <c:pt idx="78">
                  <c:v>2.1745349623707007E-2</c:v>
                </c:pt>
                <c:pt idx="79">
                  <c:v>9.9095104128994489E-3</c:v>
                </c:pt>
                <c:pt idx="80">
                  <c:v>-0.11339483143897468</c:v>
                </c:pt>
                <c:pt idx="81">
                  <c:v>-3.9985441914499993E-2</c:v>
                </c:pt>
                <c:pt idx="82">
                  <c:v>-4.1569493905385099E-2</c:v>
                </c:pt>
                <c:pt idx="83">
                  <c:v>-4.1976313886084242E-2</c:v>
                </c:pt>
                <c:pt idx="84">
                  <c:v>-4.7270329278042686E-2</c:v>
                </c:pt>
                <c:pt idx="85">
                  <c:v>-4.7316714719163711E-2</c:v>
                </c:pt>
                <c:pt idx="86">
                  <c:v>4.3610142983773782E-3</c:v>
                </c:pt>
                <c:pt idx="87">
                  <c:v>-2.6757556121337209E-2</c:v>
                </c:pt>
                <c:pt idx="88">
                  <c:v>4.8851296572773512E-2</c:v>
                </c:pt>
                <c:pt idx="89">
                  <c:v>4.4025062052487858E-2</c:v>
                </c:pt>
                <c:pt idx="90">
                  <c:v>4.4332068407041833E-2</c:v>
                </c:pt>
                <c:pt idx="91">
                  <c:v>5.508263087585636E-2</c:v>
                </c:pt>
                <c:pt idx="92">
                  <c:v>4.8988093981873052E-2</c:v>
                </c:pt>
                <c:pt idx="93">
                  <c:v>6.2283403330661076E-2</c:v>
                </c:pt>
                <c:pt idx="94">
                  <c:v>5.6165474316540696E-2</c:v>
                </c:pt>
                <c:pt idx="95">
                  <c:v>2.8746225801348342E-2</c:v>
                </c:pt>
                <c:pt idx="96">
                  <c:v>3.8489065265101687E-2</c:v>
                </c:pt>
                <c:pt idx="97">
                  <c:v>1.882992297503264E-2</c:v>
                </c:pt>
                <c:pt idx="98">
                  <c:v>9.951204218445843E-3</c:v>
                </c:pt>
                <c:pt idx="99">
                  <c:v>1.4339233351827466E-2</c:v>
                </c:pt>
                <c:pt idx="100">
                  <c:v>1.1038607932669305E-2</c:v>
                </c:pt>
                <c:pt idx="101">
                  <c:v>1.2246684699755999E-2</c:v>
                </c:pt>
                <c:pt idx="102">
                  <c:v>-2.0521298541898922E-3</c:v>
                </c:pt>
                <c:pt idx="103">
                  <c:v>-2.9644245361183158E-3</c:v>
                </c:pt>
                <c:pt idx="104">
                  <c:v>1.0512927681948976E-2</c:v>
                </c:pt>
                <c:pt idx="105">
                  <c:v>2.7413086841653101E-2</c:v>
                </c:pt>
                <c:pt idx="106">
                  <c:v>2.6600724055257839E-2</c:v>
                </c:pt>
                <c:pt idx="107">
                  <c:v>1.5722181770063581E-2</c:v>
                </c:pt>
                <c:pt idx="108">
                  <c:v>1.6121725324859615E-2</c:v>
                </c:pt>
                <c:pt idx="109">
                  <c:v>3.0279579762262643E-2</c:v>
                </c:pt>
                <c:pt idx="110">
                  <c:v>2.2523836066063941E-2</c:v>
                </c:pt>
                <c:pt idx="111">
                  <c:v>-5.9570751710902314E-2</c:v>
                </c:pt>
                <c:pt idx="112">
                  <c:v>-8.2957496604868342E-2</c:v>
                </c:pt>
                <c:pt idx="113">
                  <c:v>3.1182085430110251E-2</c:v>
                </c:pt>
                <c:pt idx="114">
                  <c:v>2.5466070973742323E-2</c:v>
                </c:pt>
                <c:pt idx="115">
                  <c:v>3.7788238278327016E-2</c:v>
                </c:pt>
                <c:pt idx="116">
                  <c:v>4.0295326348718984E-2</c:v>
                </c:pt>
                <c:pt idx="117">
                  <c:v>1.5850666002645002E-2</c:v>
                </c:pt>
                <c:pt idx="118">
                  <c:v>8.4889289174920977E-3</c:v>
                </c:pt>
                <c:pt idx="119">
                  <c:v>-1.4857931024434799E-2</c:v>
                </c:pt>
                <c:pt idx="120">
                  <c:v>-8.7525648005910891E-3</c:v>
                </c:pt>
                <c:pt idx="121">
                  <c:v>-2.5758911353240516E-2</c:v>
                </c:pt>
                <c:pt idx="122">
                  <c:v>-2.3604945825536221E-2</c:v>
                </c:pt>
                <c:pt idx="123">
                  <c:v>-2.411548736459972E-2</c:v>
                </c:pt>
                <c:pt idx="124">
                  <c:v>-2.4203150081542425E-2</c:v>
                </c:pt>
                <c:pt idx="125">
                  <c:v>-3.3253239734566377E-2</c:v>
                </c:pt>
                <c:pt idx="126">
                  <c:v>-3.197859448823475E-2</c:v>
                </c:pt>
                <c:pt idx="127">
                  <c:v>-2.2475556796469828E-2</c:v>
                </c:pt>
                <c:pt idx="128">
                  <c:v>-5.6638648579946608E-3</c:v>
                </c:pt>
                <c:pt idx="129">
                  <c:v>1.3484655789029772E-2</c:v>
                </c:pt>
                <c:pt idx="130">
                  <c:v>-1.5799640938245888E-3</c:v>
                </c:pt>
                <c:pt idx="131">
                  <c:v>7.040875026923612E-4</c:v>
                </c:pt>
                <c:pt idx="132">
                  <c:v>-7.6721978383170273E-3</c:v>
                </c:pt>
                <c:pt idx="133">
                  <c:v>-9.0954689746582558E-3</c:v>
                </c:pt>
                <c:pt idx="134">
                  <c:v>-8.3076888116427119E-3</c:v>
                </c:pt>
                <c:pt idx="135">
                  <c:v>-6.6920764732024771E-3</c:v>
                </c:pt>
                <c:pt idx="136">
                  <c:v>-9.3844435792716594E-3</c:v>
                </c:pt>
                <c:pt idx="137">
                  <c:v>-3.5283084497081743E-2</c:v>
                </c:pt>
                <c:pt idx="138">
                  <c:v>-3.5423581076280429E-2</c:v>
                </c:pt>
                <c:pt idx="139">
                  <c:v>-1.6385376283487695E-2</c:v>
                </c:pt>
                <c:pt idx="140">
                  <c:v>-1.8872669048196716E-2</c:v>
                </c:pt>
                <c:pt idx="141">
                  <c:v>-1.7013160292646372E-2</c:v>
                </c:pt>
                <c:pt idx="142">
                  <c:v>3.492346219706495E-2</c:v>
                </c:pt>
                <c:pt idx="143">
                  <c:v>1.7581803030607735E-2</c:v>
                </c:pt>
                <c:pt idx="144">
                  <c:v>1.3106838043639889E-2</c:v>
                </c:pt>
                <c:pt idx="145">
                  <c:v>1.3138726549057693E-2</c:v>
                </c:pt>
                <c:pt idx="146">
                  <c:v>-5.617539985708163E-3</c:v>
                </c:pt>
                <c:pt idx="147">
                  <c:v>-3.1809375336601498E-2</c:v>
                </c:pt>
                <c:pt idx="148">
                  <c:v>-7.4166070808520335E-2</c:v>
                </c:pt>
                <c:pt idx="149">
                  <c:v>-4.2996438806821455E-2</c:v>
                </c:pt>
                <c:pt idx="150">
                  <c:v>-9.2384580592053178E-2</c:v>
                </c:pt>
                <c:pt idx="151">
                  <c:v>-9.5048326401522443E-2</c:v>
                </c:pt>
                <c:pt idx="152">
                  <c:v>-9.3157747250288095E-2</c:v>
                </c:pt>
                <c:pt idx="153">
                  <c:v>-9.8275601108148758E-2</c:v>
                </c:pt>
                <c:pt idx="154">
                  <c:v>-0.10855529836204046</c:v>
                </c:pt>
                <c:pt idx="155">
                  <c:v>-0.10883844820474604</c:v>
                </c:pt>
                <c:pt idx="156">
                  <c:v>-8.6868308614858683E-2</c:v>
                </c:pt>
                <c:pt idx="157">
                  <c:v>-7.6206245349946328E-2</c:v>
                </c:pt>
                <c:pt idx="158">
                  <c:v>-9.3226592001304995E-2</c:v>
                </c:pt>
                <c:pt idx="159">
                  <c:v>-7.1218950097378664E-2</c:v>
                </c:pt>
                <c:pt idx="160">
                  <c:v>-5.7385884642285917E-2</c:v>
                </c:pt>
                <c:pt idx="161">
                  <c:v>-6.6227751402401933E-2</c:v>
                </c:pt>
                <c:pt idx="162">
                  <c:v>-6.8159430042425695E-2</c:v>
                </c:pt>
                <c:pt idx="163">
                  <c:v>-7.3719122122684597E-2</c:v>
                </c:pt>
                <c:pt idx="164">
                  <c:v>-7.846974150503222E-2</c:v>
                </c:pt>
                <c:pt idx="165">
                  <c:v>-8.3906522215186033E-2</c:v>
                </c:pt>
                <c:pt idx="166">
                  <c:v>-8.5721114299199985E-2</c:v>
                </c:pt>
                <c:pt idx="167">
                  <c:v>-0.10320523573814119</c:v>
                </c:pt>
                <c:pt idx="168">
                  <c:v>-0.117012491545448</c:v>
                </c:pt>
                <c:pt idx="169">
                  <c:v>-0.11828046868858341</c:v>
                </c:pt>
                <c:pt idx="170">
                  <c:v>-0.11767251092606019</c:v>
                </c:pt>
                <c:pt idx="171">
                  <c:v>-0.13782600280030105</c:v>
                </c:pt>
                <c:pt idx="172">
                  <c:v>-7.7737437191089914E-2</c:v>
                </c:pt>
                <c:pt idx="173">
                  <c:v>-4.6470860023461097E-2</c:v>
                </c:pt>
                <c:pt idx="174">
                  <c:v>-4.3771801098289147E-2</c:v>
                </c:pt>
                <c:pt idx="175">
                  <c:v>-8.2987938964644278E-2</c:v>
                </c:pt>
                <c:pt idx="176">
                  <c:v>-8.1667380991813102E-2</c:v>
                </c:pt>
                <c:pt idx="177">
                  <c:v>-0.10455777171500652</c:v>
                </c:pt>
                <c:pt idx="178">
                  <c:v>-0.11203203025093328</c:v>
                </c:pt>
                <c:pt idx="179">
                  <c:v>-8.1359925138513339E-2</c:v>
                </c:pt>
                <c:pt idx="180">
                  <c:v>-8.1191102409694335E-2</c:v>
                </c:pt>
                <c:pt idx="181">
                  <c:v>-6.1129066703126595E-4</c:v>
                </c:pt>
                <c:pt idx="182">
                  <c:v>-3.0293068004065213E-2</c:v>
                </c:pt>
                <c:pt idx="183">
                  <c:v>8.9305876914221108E-3</c:v>
                </c:pt>
                <c:pt idx="184">
                  <c:v>9.6677400855358885E-3</c:v>
                </c:pt>
                <c:pt idx="185">
                  <c:v>1.2612080738821892E-2</c:v>
                </c:pt>
                <c:pt idx="186">
                  <c:v>2.9710871418483269E-2</c:v>
                </c:pt>
                <c:pt idx="187">
                  <c:v>2.4864081808603545E-2</c:v>
                </c:pt>
                <c:pt idx="188">
                  <c:v>-2.9158238115360555E-3</c:v>
                </c:pt>
                <c:pt idx="189">
                  <c:v>-3.516542022522814E-3</c:v>
                </c:pt>
                <c:pt idx="190">
                  <c:v>-4.4746415631516734E-3</c:v>
                </c:pt>
                <c:pt idx="191">
                  <c:v>-1.3487984650645778E-3</c:v>
                </c:pt>
                <c:pt idx="192">
                  <c:v>1.4297511662997779E-2</c:v>
                </c:pt>
                <c:pt idx="193">
                  <c:v>-2.1578800126760889E-2</c:v>
                </c:pt>
                <c:pt idx="194">
                  <c:v>-4.589522177376517E-2</c:v>
                </c:pt>
                <c:pt idx="195">
                  <c:v>-4.7602625337710987E-2</c:v>
                </c:pt>
                <c:pt idx="196">
                  <c:v>-3.1849394592891121E-2</c:v>
                </c:pt>
                <c:pt idx="197">
                  <c:v>-3.9488125471321654E-2</c:v>
                </c:pt>
                <c:pt idx="198">
                  <c:v>-3.9771753529177126E-2</c:v>
                </c:pt>
                <c:pt idx="199">
                  <c:v>-3.9670061676202496E-2</c:v>
                </c:pt>
                <c:pt idx="200">
                  <c:v>-4.1378287621136718E-2</c:v>
                </c:pt>
                <c:pt idx="201">
                  <c:v>-6.1301848877938631E-2</c:v>
                </c:pt>
                <c:pt idx="202">
                  <c:v>-7.53535649018892E-2</c:v>
                </c:pt>
                <c:pt idx="203">
                  <c:v>-7.5383181237217309E-2</c:v>
                </c:pt>
                <c:pt idx="204">
                  <c:v>-4.6734012327957798E-2</c:v>
                </c:pt>
                <c:pt idx="205">
                  <c:v>-4.5805481265773274E-2</c:v>
                </c:pt>
                <c:pt idx="206">
                  <c:v>-3.0122778475017525E-2</c:v>
                </c:pt>
                <c:pt idx="207">
                  <c:v>-2.9855889996952396E-2</c:v>
                </c:pt>
                <c:pt idx="208">
                  <c:v>-4.0511598652066255E-3</c:v>
                </c:pt>
                <c:pt idx="209">
                  <c:v>1.9586484780835241E-3</c:v>
                </c:pt>
                <c:pt idx="210">
                  <c:v>2.4456382576270468E-2</c:v>
                </c:pt>
                <c:pt idx="211">
                  <c:v>8.7860821400095896E-3</c:v>
                </c:pt>
                <c:pt idx="212">
                  <c:v>-2.7943922923272702E-3</c:v>
                </c:pt>
                <c:pt idx="213">
                  <c:v>-7.4541904714902404E-4</c:v>
                </c:pt>
                <c:pt idx="214">
                  <c:v>-5.9836687063704094E-3</c:v>
                </c:pt>
                <c:pt idx="215">
                  <c:v>-1.0293774584872607E-2</c:v>
                </c:pt>
                <c:pt idx="216">
                  <c:v>-5.230159713250475E-3</c:v>
                </c:pt>
                <c:pt idx="217">
                  <c:v>-2.411687840088602E-3</c:v>
                </c:pt>
                <c:pt idx="218">
                  <c:v>-1.0460866544651485E-2</c:v>
                </c:pt>
                <c:pt idx="219">
                  <c:v>9.8213918631425909E-3</c:v>
                </c:pt>
                <c:pt idx="220">
                  <c:v>7.6960489755030087E-3</c:v>
                </c:pt>
                <c:pt idx="221">
                  <c:v>1.3060590925085831E-2</c:v>
                </c:pt>
                <c:pt idx="222">
                  <c:v>4.3910724167571843E-2</c:v>
                </c:pt>
                <c:pt idx="223">
                  <c:v>5.3435788934308344E-2</c:v>
                </c:pt>
                <c:pt idx="224">
                  <c:v>7.4074485048120434E-2</c:v>
                </c:pt>
                <c:pt idx="225">
                  <c:v>8.0911719770546897E-2</c:v>
                </c:pt>
                <c:pt idx="226">
                  <c:v>7.062291482786881E-2</c:v>
                </c:pt>
                <c:pt idx="227">
                  <c:v>6.8599977056570088E-2</c:v>
                </c:pt>
                <c:pt idx="228">
                  <c:v>7.700342912727795E-2</c:v>
                </c:pt>
                <c:pt idx="229">
                  <c:v>7.7987645300037906E-2</c:v>
                </c:pt>
                <c:pt idx="230">
                  <c:v>9.0188087603954289E-2</c:v>
                </c:pt>
                <c:pt idx="231">
                  <c:v>8.452369703133765E-2</c:v>
                </c:pt>
                <c:pt idx="232">
                  <c:v>6.8835551752422217E-2</c:v>
                </c:pt>
                <c:pt idx="233">
                  <c:v>6.711257070579181E-2</c:v>
                </c:pt>
                <c:pt idx="234">
                  <c:v>5.906936879781749E-2</c:v>
                </c:pt>
                <c:pt idx="235">
                  <c:v>8.379017976235989E-2</c:v>
                </c:pt>
                <c:pt idx="236">
                  <c:v>0.10159223856805835</c:v>
                </c:pt>
                <c:pt idx="237">
                  <c:v>8.3435423571382228E-2</c:v>
                </c:pt>
                <c:pt idx="238">
                  <c:v>6.991693532652242E-2</c:v>
                </c:pt>
                <c:pt idx="239">
                  <c:v>6.6564467812238168E-2</c:v>
                </c:pt>
                <c:pt idx="240">
                  <c:v>7.8213593048843552E-2</c:v>
                </c:pt>
                <c:pt idx="241">
                  <c:v>8.1540695166641711E-2</c:v>
                </c:pt>
                <c:pt idx="242">
                  <c:v>7.5969278944292604E-2</c:v>
                </c:pt>
                <c:pt idx="243">
                  <c:v>3.0038154384816194E-2</c:v>
                </c:pt>
                <c:pt idx="244">
                  <c:v>5.7328454255927822E-2</c:v>
                </c:pt>
                <c:pt idx="245">
                  <c:v>3.2707220858035166E-2</c:v>
                </c:pt>
                <c:pt idx="246">
                  <c:v>3.5798442043729901E-2</c:v>
                </c:pt>
                <c:pt idx="247">
                  <c:v>2.5017478879954511E-2</c:v>
                </c:pt>
                <c:pt idx="248">
                  <c:v>5.5266149743009455E-3</c:v>
                </c:pt>
                <c:pt idx="249">
                  <c:v>1.2627653602405793E-2</c:v>
                </c:pt>
                <c:pt idx="250">
                  <c:v>2.7132678245364895E-2</c:v>
                </c:pt>
                <c:pt idx="251">
                  <c:v>2.3871343265465049E-2</c:v>
                </c:pt>
                <c:pt idx="252">
                  <c:v>1.7955511222672839E-2</c:v>
                </c:pt>
                <c:pt idx="253">
                  <c:v>8.4085002108812354E-3</c:v>
                </c:pt>
                <c:pt idx="254">
                  <c:v>2.8922474051274866E-2</c:v>
                </c:pt>
                <c:pt idx="255">
                  <c:v>6.3712729559938827E-2</c:v>
                </c:pt>
                <c:pt idx="256">
                  <c:v>0.16135258431809243</c:v>
                </c:pt>
                <c:pt idx="257">
                  <c:v>0.16210638011082754</c:v>
                </c:pt>
                <c:pt idx="258">
                  <c:v>0.15702724215575026</c:v>
                </c:pt>
                <c:pt idx="259">
                  <c:v>0.13061825096986293</c:v>
                </c:pt>
                <c:pt idx="260">
                  <c:v>0.12512842137128294</c:v>
                </c:pt>
                <c:pt idx="261">
                  <c:v>0.10650928710177424</c:v>
                </c:pt>
                <c:pt idx="262">
                  <c:v>0.10661323918896298</c:v>
                </c:pt>
                <c:pt idx="263">
                  <c:v>0.13008283429513803</c:v>
                </c:pt>
                <c:pt idx="264">
                  <c:v>0.15995072121686943</c:v>
                </c:pt>
                <c:pt idx="265">
                  <c:v>0.13676205277530085</c:v>
                </c:pt>
                <c:pt idx="266">
                  <c:v>9.1025033623853377E-2</c:v>
                </c:pt>
                <c:pt idx="267">
                  <c:v>0.10229967569600164</c:v>
                </c:pt>
                <c:pt idx="268">
                  <c:v>6.0941453025667204E-2</c:v>
                </c:pt>
                <c:pt idx="269">
                  <c:v>5.5804285624948054E-2</c:v>
                </c:pt>
                <c:pt idx="270">
                  <c:v>5.0620569189373271E-2</c:v>
                </c:pt>
                <c:pt idx="271">
                  <c:v>7.6382845012789316E-2</c:v>
                </c:pt>
                <c:pt idx="272">
                  <c:v>4.959480691187567E-2</c:v>
                </c:pt>
                <c:pt idx="273">
                  <c:v>4.4255762221187676E-2</c:v>
                </c:pt>
                <c:pt idx="274">
                  <c:v>6.100660151408345E-2</c:v>
                </c:pt>
                <c:pt idx="275">
                  <c:v>6.6619938756872596E-2</c:v>
                </c:pt>
                <c:pt idx="276">
                  <c:v>7.821596245093787E-2</c:v>
                </c:pt>
                <c:pt idx="277">
                  <c:v>9.7891576998741292E-2</c:v>
                </c:pt>
                <c:pt idx="278">
                  <c:v>0.11555880892188941</c:v>
                </c:pt>
                <c:pt idx="279">
                  <c:v>9.6299892694761052E-2</c:v>
                </c:pt>
                <c:pt idx="280">
                  <c:v>0.1023681812666786</c:v>
                </c:pt>
                <c:pt idx="281">
                  <c:v>9.2080186175855575E-2</c:v>
                </c:pt>
                <c:pt idx="282">
                  <c:v>0.10532151169554953</c:v>
                </c:pt>
                <c:pt idx="283">
                  <c:v>7.753771913767013E-2</c:v>
                </c:pt>
                <c:pt idx="284">
                  <c:v>3.7338927380236933E-2</c:v>
                </c:pt>
                <c:pt idx="285">
                  <c:v>2.8737153759890922E-2</c:v>
                </c:pt>
                <c:pt idx="286">
                  <c:v>-4.3746937790313786E-2</c:v>
                </c:pt>
                <c:pt idx="287">
                  <c:v>-3.6364226230029134E-2</c:v>
                </c:pt>
                <c:pt idx="288">
                  <c:v>-1.079786156918915E-2</c:v>
                </c:pt>
                <c:pt idx="289">
                  <c:v>-1.2625756201343059E-2</c:v>
                </c:pt>
                <c:pt idx="290">
                  <c:v>-2.1170489583878904E-2</c:v>
                </c:pt>
                <c:pt idx="291">
                  <c:v>-2.5417454043167614E-2</c:v>
                </c:pt>
                <c:pt idx="292">
                  <c:v>-2.1715881605145562E-2</c:v>
                </c:pt>
                <c:pt idx="293">
                  <c:v>3.2429185688385618E-3</c:v>
                </c:pt>
                <c:pt idx="294">
                  <c:v>3.0293828649836253E-2</c:v>
                </c:pt>
                <c:pt idx="295">
                  <c:v>7.4317848909109543E-2</c:v>
                </c:pt>
                <c:pt idx="296">
                  <c:v>4.3436684198957728E-2</c:v>
                </c:pt>
                <c:pt idx="297">
                  <c:v>6.2664600870521975E-2</c:v>
                </c:pt>
                <c:pt idx="298">
                  <c:v>5.6689617464021153E-2</c:v>
                </c:pt>
                <c:pt idx="299">
                  <c:v>1.5495634022266058E-2</c:v>
                </c:pt>
                <c:pt idx="300">
                  <c:v>6.6138082725015063E-2</c:v>
                </c:pt>
                <c:pt idx="301">
                  <c:v>7.1571453239187968E-2</c:v>
                </c:pt>
                <c:pt idx="302">
                  <c:v>6.2065917161093782E-2</c:v>
                </c:pt>
                <c:pt idx="303">
                  <c:v>4.3562466078669475E-2</c:v>
                </c:pt>
                <c:pt idx="304">
                  <c:v>7.475625085611089E-3</c:v>
                </c:pt>
                <c:pt idx="305">
                  <c:v>8.4064241220664932E-3</c:v>
                </c:pt>
                <c:pt idx="306">
                  <c:v>-4.4976985087076607E-3</c:v>
                </c:pt>
                <c:pt idx="307">
                  <c:v>-1.2735457749668028E-3</c:v>
                </c:pt>
                <c:pt idx="308">
                  <c:v>-1.862416437329887E-2</c:v>
                </c:pt>
                <c:pt idx="309">
                  <c:v>-4.8177160755523439E-2</c:v>
                </c:pt>
                <c:pt idx="310">
                  <c:v>-3.7727180139552348E-2</c:v>
                </c:pt>
                <c:pt idx="311">
                  <c:v>-4.4233927391811138E-2</c:v>
                </c:pt>
                <c:pt idx="312">
                  <c:v>-3.9732349547483621E-2</c:v>
                </c:pt>
                <c:pt idx="313">
                  <c:v>-3.9677326296927135E-2</c:v>
                </c:pt>
                <c:pt idx="314">
                  <c:v>-5.0100086603811433E-2</c:v>
                </c:pt>
                <c:pt idx="315">
                  <c:v>-4.2417976842336183E-2</c:v>
                </c:pt>
                <c:pt idx="316">
                  <c:v>-8.5847507532054723E-2</c:v>
                </c:pt>
                <c:pt idx="317">
                  <c:v>-7.9326856131011217E-2</c:v>
                </c:pt>
                <c:pt idx="318">
                  <c:v>-0.12939797683235457</c:v>
                </c:pt>
                <c:pt idx="319">
                  <c:v>-0.12733297270573432</c:v>
                </c:pt>
                <c:pt idx="320">
                  <c:v>-0.14849420984683911</c:v>
                </c:pt>
                <c:pt idx="321">
                  <c:v>-0.12083697368341231</c:v>
                </c:pt>
                <c:pt idx="322">
                  <c:v>-0.112671737900551</c:v>
                </c:pt>
                <c:pt idx="323">
                  <c:v>-0.11451494730659147</c:v>
                </c:pt>
                <c:pt idx="324">
                  <c:v>-9.7263329958333547E-2</c:v>
                </c:pt>
                <c:pt idx="325">
                  <c:v>-0.10265525280267428</c:v>
                </c:pt>
                <c:pt idx="326">
                  <c:v>-0.12181083330167031</c:v>
                </c:pt>
                <c:pt idx="327">
                  <c:v>-0.10828812882315771</c:v>
                </c:pt>
                <c:pt idx="328">
                  <c:v>-0.1077974745053592</c:v>
                </c:pt>
                <c:pt idx="329">
                  <c:v>-0.11280222482901518</c:v>
                </c:pt>
                <c:pt idx="330">
                  <c:v>-0.11438994364060948</c:v>
                </c:pt>
                <c:pt idx="331">
                  <c:v>-0.11463549835853454</c:v>
                </c:pt>
                <c:pt idx="332">
                  <c:v>-0.11567800363507191</c:v>
                </c:pt>
                <c:pt idx="333">
                  <c:v>-9.5565639089318255E-2</c:v>
                </c:pt>
                <c:pt idx="334">
                  <c:v>-0.11103276235698099</c:v>
                </c:pt>
                <c:pt idx="335">
                  <c:v>-0.11273675710415718</c:v>
                </c:pt>
                <c:pt idx="336">
                  <c:v>-0.11664290404240546</c:v>
                </c:pt>
                <c:pt idx="337">
                  <c:v>-0.11704515531415831</c:v>
                </c:pt>
                <c:pt idx="338">
                  <c:v>-0.11003261965954363</c:v>
                </c:pt>
                <c:pt idx="339">
                  <c:v>-0.12210964802277294</c:v>
                </c:pt>
                <c:pt idx="340">
                  <c:v>-0.12000788131229984</c:v>
                </c:pt>
                <c:pt idx="341">
                  <c:v>-0.10741268832444417</c:v>
                </c:pt>
                <c:pt idx="342">
                  <c:v>-0.11886915408517247</c:v>
                </c:pt>
                <c:pt idx="343">
                  <c:v>-0.12277087387205235</c:v>
                </c:pt>
                <c:pt idx="344">
                  <c:v>-0.13635709991954936</c:v>
                </c:pt>
                <c:pt idx="345">
                  <c:v>-0.11643801544954205</c:v>
                </c:pt>
                <c:pt idx="346">
                  <c:v>-0.13657630645704938</c:v>
                </c:pt>
                <c:pt idx="347">
                  <c:v>-0.13195359076687796</c:v>
                </c:pt>
                <c:pt idx="348">
                  <c:v>-0.10932675414030005</c:v>
                </c:pt>
                <c:pt idx="349">
                  <c:v>-0.1236458895440203</c:v>
                </c:pt>
                <c:pt idx="350">
                  <c:v>-0.12464509668664044</c:v>
                </c:pt>
                <c:pt idx="351">
                  <c:v>-0.11806463997985883</c:v>
                </c:pt>
                <c:pt idx="352">
                  <c:v>-0.12615465624636502</c:v>
                </c:pt>
                <c:pt idx="353">
                  <c:v>-0.11277014708739147</c:v>
                </c:pt>
                <c:pt idx="354">
                  <c:v>-0.11287848278928377</c:v>
                </c:pt>
                <c:pt idx="355">
                  <c:v>-0.11350346343626427</c:v>
                </c:pt>
                <c:pt idx="356">
                  <c:v>-0.11709844654498595</c:v>
                </c:pt>
                <c:pt idx="357">
                  <c:v>-0.17557391935614325</c:v>
                </c:pt>
                <c:pt idx="358">
                  <c:v>-0.18339174859709326</c:v>
                </c:pt>
                <c:pt idx="359">
                  <c:v>-0.19694032867894534</c:v>
                </c:pt>
                <c:pt idx="360">
                  <c:v>-0.19953790485305511</c:v>
                </c:pt>
                <c:pt idx="361">
                  <c:v>-0.16992179181853947</c:v>
                </c:pt>
                <c:pt idx="362">
                  <c:v>-0.2193235536498693</c:v>
                </c:pt>
                <c:pt idx="363">
                  <c:v>-0.23488612221253038</c:v>
                </c:pt>
                <c:pt idx="364">
                  <c:v>-0.23523727217529644</c:v>
                </c:pt>
                <c:pt idx="365">
                  <c:v>-0.23611155851373278</c:v>
                </c:pt>
                <c:pt idx="366">
                  <c:v>-0.18126018823385492</c:v>
                </c:pt>
                <c:pt idx="367">
                  <c:v>-0.17475332535602572</c:v>
                </c:pt>
                <c:pt idx="368">
                  <c:v>-0.14088996045022434</c:v>
                </c:pt>
                <c:pt idx="369">
                  <c:v>-0.14449787361732336</c:v>
                </c:pt>
                <c:pt idx="370">
                  <c:v>-0.12748176766465849</c:v>
                </c:pt>
                <c:pt idx="371">
                  <c:v>-9.4699420983397051E-2</c:v>
                </c:pt>
                <c:pt idx="372">
                  <c:v>-0.10629620269076852</c:v>
                </c:pt>
                <c:pt idx="373">
                  <c:v>-8.6574778033270405E-2</c:v>
                </c:pt>
                <c:pt idx="374">
                  <c:v>-8.7121211288679015E-2</c:v>
                </c:pt>
                <c:pt idx="375">
                  <c:v>-8.7696118567377468E-2</c:v>
                </c:pt>
                <c:pt idx="376">
                  <c:v>-8.7418365425653219E-2</c:v>
                </c:pt>
                <c:pt idx="377">
                  <c:v>-8.9583121398478724E-2</c:v>
                </c:pt>
                <c:pt idx="378">
                  <c:v>-9.1122753578724416E-2</c:v>
                </c:pt>
                <c:pt idx="379">
                  <c:v>-0.11229638710003124</c:v>
                </c:pt>
                <c:pt idx="380">
                  <c:v>-5.7216909838882092E-2</c:v>
                </c:pt>
                <c:pt idx="381">
                  <c:v>-5.7308378644830717E-2</c:v>
                </c:pt>
                <c:pt idx="382">
                  <c:v>-6.0641654533022553E-2</c:v>
                </c:pt>
                <c:pt idx="383">
                  <c:v>-5.1314229723430721E-2</c:v>
                </c:pt>
                <c:pt idx="384">
                  <c:v>-5.6786927088429709E-2</c:v>
                </c:pt>
                <c:pt idx="385">
                  <c:v>-6.7789758843377124E-2</c:v>
                </c:pt>
                <c:pt idx="386">
                  <c:v>-0.11924881508807175</c:v>
                </c:pt>
                <c:pt idx="387">
                  <c:v>-0.15435462633105221</c:v>
                </c:pt>
                <c:pt idx="388">
                  <c:v>-0.14365143536132866</c:v>
                </c:pt>
                <c:pt idx="389">
                  <c:v>-0.15908205090617952</c:v>
                </c:pt>
                <c:pt idx="390">
                  <c:v>-0.16409519068040868</c:v>
                </c:pt>
                <c:pt idx="391">
                  <c:v>-0.18515601852501432</c:v>
                </c:pt>
                <c:pt idx="392">
                  <c:v>-0.19153521460652659</c:v>
                </c:pt>
                <c:pt idx="393">
                  <c:v>-0.19104594050769727</c:v>
                </c:pt>
                <c:pt idx="394">
                  <c:v>-0.20363061133484167</c:v>
                </c:pt>
                <c:pt idx="395">
                  <c:v>-0.2416005233822989</c:v>
                </c:pt>
                <c:pt idx="396">
                  <c:v>-0.18156601277342629</c:v>
                </c:pt>
                <c:pt idx="397">
                  <c:v>-0.21290509700243371</c:v>
                </c:pt>
                <c:pt idx="398">
                  <c:v>-0.2001525346309691</c:v>
                </c:pt>
                <c:pt idx="399">
                  <c:v>-0.21778485295405722</c:v>
                </c:pt>
                <c:pt idx="400">
                  <c:v>-0.23887280901819566</c:v>
                </c:pt>
                <c:pt idx="401">
                  <c:v>-0.23955621737272351</c:v>
                </c:pt>
                <c:pt idx="402">
                  <c:v>-0.23582178552526614</c:v>
                </c:pt>
                <c:pt idx="403">
                  <c:v>-0.21148052243080392</c:v>
                </c:pt>
                <c:pt idx="404">
                  <c:v>-0.18430333114368908</c:v>
                </c:pt>
                <c:pt idx="405">
                  <c:v>-0.18434002193780899</c:v>
                </c:pt>
                <c:pt idx="406">
                  <c:v>-0.16855904933785093</c:v>
                </c:pt>
                <c:pt idx="407">
                  <c:v>-0.18655042036155983</c:v>
                </c:pt>
                <c:pt idx="408">
                  <c:v>-0.14484909925650652</c:v>
                </c:pt>
                <c:pt idx="409">
                  <c:v>-0.14802734252746341</c:v>
                </c:pt>
                <c:pt idx="410">
                  <c:v>-0.17525713335187898</c:v>
                </c:pt>
                <c:pt idx="411">
                  <c:v>-0.1541893515550993</c:v>
                </c:pt>
                <c:pt idx="412">
                  <c:v>-0.15487676779665729</c:v>
                </c:pt>
                <c:pt idx="413">
                  <c:v>-0.14861920425879505</c:v>
                </c:pt>
                <c:pt idx="414">
                  <c:v>-0.14068717109813275</c:v>
                </c:pt>
                <c:pt idx="415">
                  <c:v>-0.15963452376132536</c:v>
                </c:pt>
                <c:pt idx="416">
                  <c:v>-0.14321216285304902</c:v>
                </c:pt>
                <c:pt idx="417">
                  <c:v>-0.14102430302406227</c:v>
                </c:pt>
                <c:pt idx="418">
                  <c:v>-0.14571417410345361</c:v>
                </c:pt>
                <c:pt idx="419">
                  <c:v>-0.14447590388148993</c:v>
                </c:pt>
                <c:pt idx="420">
                  <c:v>-0.14854276617476786</c:v>
                </c:pt>
                <c:pt idx="421">
                  <c:v>-0.15977634780662267</c:v>
                </c:pt>
                <c:pt idx="422">
                  <c:v>-0.16963067169061474</c:v>
                </c:pt>
                <c:pt idx="423">
                  <c:v>-0.16878012126198355</c:v>
                </c:pt>
                <c:pt idx="424">
                  <c:v>-0.16321181810829302</c:v>
                </c:pt>
                <c:pt idx="425">
                  <c:v>-0.16539353620980649</c:v>
                </c:pt>
                <c:pt idx="426">
                  <c:v>-0.14924961580656559</c:v>
                </c:pt>
                <c:pt idx="427">
                  <c:v>-0.15465047520048236</c:v>
                </c:pt>
                <c:pt idx="428">
                  <c:v>-0.1471008027219613</c:v>
                </c:pt>
                <c:pt idx="429">
                  <c:v>-0.15127372610087728</c:v>
                </c:pt>
                <c:pt idx="430">
                  <c:v>-0.18885268489334114</c:v>
                </c:pt>
                <c:pt idx="431">
                  <c:v>-0.17654397696168575</c:v>
                </c:pt>
                <c:pt idx="432">
                  <c:v>-0.16584531958175014</c:v>
                </c:pt>
                <c:pt idx="433">
                  <c:v>-0.16909020355761581</c:v>
                </c:pt>
                <c:pt idx="434">
                  <c:v>-0.17672167226874338</c:v>
                </c:pt>
                <c:pt idx="435">
                  <c:v>-0.18275122527061699</c:v>
                </c:pt>
                <c:pt idx="436">
                  <c:v>-0.18511523161253784</c:v>
                </c:pt>
                <c:pt idx="437">
                  <c:v>-0.18543208970149236</c:v>
                </c:pt>
                <c:pt idx="438">
                  <c:v>-0.19052333884919273</c:v>
                </c:pt>
                <c:pt idx="439">
                  <c:v>-0.19660284997099398</c:v>
                </c:pt>
                <c:pt idx="440">
                  <c:v>-0.19476155487058239</c:v>
                </c:pt>
                <c:pt idx="441">
                  <c:v>-0.1749065696244988</c:v>
                </c:pt>
                <c:pt idx="442">
                  <c:v>-0.16792161787970619</c:v>
                </c:pt>
                <c:pt idx="443">
                  <c:v>-0.17795996905730163</c:v>
                </c:pt>
                <c:pt idx="444">
                  <c:v>-0.18002761572934062</c:v>
                </c:pt>
                <c:pt idx="445">
                  <c:v>-0.18732648109779354</c:v>
                </c:pt>
                <c:pt idx="446">
                  <c:v>-0.18443946647978599</c:v>
                </c:pt>
                <c:pt idx="447">
                  <c:v>-0.16876486797862839</c:v>
                </c:pt>
                <c:pt idx="448">
                  <c:v>-0.15034747946770857</c:v>
                </c:pt>
                <c:pt idx="449">
                  <c:v>-0.1450786107657773</c:v>
                </c:pt>
                <c:pt idx="450">
                  <c:v>-0.1467048855977803</c:v>
                </c:pt>
                <c:pt idx="451">
                  <c:v>-0.14179966822462117</c:v>
                </c:pt>
                <c:pt idx="452">
                  <c:v>-0.14168231964327438</c:v>
                </c:pt>
                <c:pt idx="453">
                  <c:v>-0.10897317855965602</c:v>
                </c:pt>
                <c:pt idx="454">
                  <c:v>-0.10899834020925571</c:v>
                </c:pt>
                <c:pt idx="455">
                  <c:v>-0.10158079063103041</c:v>
                </c:pt>
                <c:pt idx="456">
                  <c:v>-8.9203549288575767E-2</c:v>
                </c:pt>
                <c:pt idx="457">
                  <c:v>-9.3469873121108368E-2</c:v>
                </c:pt>
                <c:pt idx="458">
                  <c:v>-0.11889856822458879</c:v>
                </c:pt>
                <c:pt idx="459">
                  <c:v>-3.8026000310867648E-2</c:v>
                </c:pt>
                <c:pt idx="460">
                  <c:v>-4.0216240788134558E-2</c:v>
                </c:pt>
                <c:pt idx="461">
                  <c:v>-1.339504637336769E-2</c:v>
                </c:pt>
                <c:pt idx="462">
                  <c:v>-1.1007713928835778E-3</c:v>
                </c:pt>
                <c:pt idx="463">
                  <c:v>-1.3932960577962058E-3</c:v>
                </c:pt>
                <c:pt idx="464">
                  <c:v>-6.8885539564027881E-3</c:v>
                </c:pt>
                <c:pt idx="465">
                  <c:v>-3.6264828526070852E-2</c:v>
                </c:pt>
                <c:pt idx="466">
                  <c:v>-3.8506917766174119E-2</c:v>
                </c:pt>
                <c:pt idx="467">
                  <c:v>-3.5112361559216113E-2</c:v>
                </c:pt>
                <c:pt idx="468">
                  <c:v>-5.2271991723523113E-2</c:v>
                </c:pt>
                <c:pt idx="469">
                  <c:v>-3.636710914600284E-3</c:v>
                </c:pt>
                <c:pt idx="470">
                  <c:v>-3.631143411809426E-2</c:v>
                </c:pt>
                <c:pt idx="471">
                  <c:v>-4.4390278029423524E-2</c:v>
                </c:pt>
                <c:pt idx="472">
                  <c:v>-2.1455984726766818E-2</c:v>
                </c:pt>
                <c:pt idx="473">
                  <c:v>-1.9277765514056276E-2</c:v>
                </c:pt>
                <c:pt idx="474">
                  <c:v>-2.4861012848003048E-2</c:v>
                </c:pt>
                <c:pt idx="475">
                  <c:v>-2.2280843204768475E-2</c:v>
                </c:pt>
                <c:pt idx="476">
                  <c:v>-9.1436347348648871E-3</c:v>
                </c:pt>
                <c:pt idx="477">
                  <c:v>-7.0521729040783163E-3</c:v>
                </c:pt>
                <c:pt idx="478">
                  <c:v>-1.3542374330768679E-2</c:v>
                </c:pt>
                <c:pt idx="479">
                  <c:v>-9.7705625610645542E-3</c:v>
                </c:pt>
                <c:pt idx="480">
                  <c:v>-1.1205041923663624E-2</c:v>
                </c:pt>
                <c:pt idx="481">
                  <c:v>-1.7552026131634056E-2</c:v>
                </c:pt>
                <c:pt idx="482">
                  <c:v>4.6301845480704984E-2</c:v>
                </c:pt>
                <c:pt idx="483">
                  <c:v>5.2664622780532449E-3</c:v>
                </c:pt>
                <c:pt idx="484">
                  <c:v>4.2858938767124946E-2</c:v>
                </c:pt>
                <c:pt idx="485">
                  <c:v>4.0031895777939946E-2</c:v>
                </c:pt>
                <c:pt idx="486">
                  <c:v>4.5642397809850167E-2</c:v>
                </c:pt>
                <c:pt idx="487">
                  <c:v>7.1470870319482668E-2</c:v>
                </c:pt>
                <c:pt idx="488">
                  <c:v>7.0393576969161278E-2</c:v>
                </c:pt>
                <c:pt idx="489">
                  <c:v>6.847700755976352E-2</c:v>
                </c:pt>
                <c:pt idx="490">
                  <c:v>7.5654177799733047E-2</c:v>
                </c:pt>
                <c:pt idx="491">
                  <c:v>7.3803911517873369E-2</c:v>
                </c:pt>
                <c:pt idx="492">
                  <c:v>8.8083200214595925E-2</c:v>
                </c:pt>
                <c:pt idx="493">
                  <c:v>6.707630376973267E-2</c:v>
                </c:pt>
                <c:pt idx="494">
                  <c:v>6.61690036499432E-2</c:v>
                </c:pt>
                <c:pt idx="495">
                  <c:v>3.0508178057988725E-2</c:v>
                </c:pt>
                <c:pt idx="496">
                  <c:v>5.7237545490942419E-2</c:v>
                </c:pt>
                <c:pt idx="497">
                  <c:v>4.1131922222779435E-2</c:v>
                </c:pt>
                <c:pt idx="498">
                  <c:v>5.5076802007897538E-2</c:v>
                </c:pt>
                <c:pt idx="499">
                  <c:v>6.5526273969556889E-2</c:v>
                </c:pt>
                <c:pt idx="500">
                  <c:v>7.0415086519753409E-2</c:v>
                </c:pt>
                <c:pt idx="501">
                  <c:v>9.1113738071402217E-2</c:v>
                </c:pt>
                <c:pt idx="502">
                  <c:v>8.7292150815363553E-2</c:v>
                </c:pt>
                <c:pt idx="503">
                  <c:v>8.9882401284744326E-2</c:v>
                </c:pt>
                <c:pt idx="504">
                  <c:v>8.0179506127034936E-2</c:v>
                </c:pt>
                <c:pt idx="505">
                  <c:v>9.7985769141283027E-2</c:v>
                </c:pt>
                <c:pt idx="506">
                  <c:v>0.11604907533845123</c:v>
                </c:pt>
                <c:pt idx="507">
                  <c:v>0.12125362910681221</c:v>
                </c:pt>
                <c:pt idx="508">
                  <c:v>0.12201107653315514</c:v>
                </c:pt>
                <c:pt idx="509">
                  <c:v>0.12179987196443057</c:v>
                </c:pt>
                <c:pt idx="510">
                  <c:v>0.19465945917230035</c:v>
                </c:pt>
                <c:pt idx="511">
                  <c:v>0.18666442171266728</c:v>
                </c:pt>
                <c:pt idx="512">
                  <c:v>0.19240785424239853</c:v>
                </c:pt>
                <c:pt idx="513">
                  <c:v>0.19740242673530684</c:v>
                </c:pt>
                <c:pt idx="514">
                  <c:v>0.20700821640977371</c:v>
                </c:pt>
                <c:pt idx="515">
                  <c:v>0.21118315842800836</c:v>
                </c:pt>
                <c:pt idx="516">
                  <c:v>0.21101066780479458</c:v>
                </c:pt>
                <c:pt idx="517">
                  <c:v>0.14667610558122496</c:v>
                </c:pt>
                <c:pt idx="518">
                  <c:v>0.12590964213811004</c:v>
                </c:pt>
                <c:pt idx="519">
                  <c:v>0.13075879744642213</c:v>
                </c:pt>
                <c:pt idx="520">
                  <c:v>0.13077765013172482</c:v>
                </c:pt>
                <c:pt idx="521">
                  <c:v>0.13343967599204901</c:v>
                </c:pt>
                <c:pt idx="522">
                  <c:v>0.14376578795146602</c:v>
                </c:pt>
                <c:pt idx="523">
                  <c:v>0.13511721203534802</c:v>
                </c:pt>
                <c:pt idx="524">
                  <c:v>0.12118720666996184</c:v>
                </c:pt>
                <c:pt idx="525">
                  <c:v>0.13187838489187231</c:v>
                </c:pt>
                <c:pt idx="526">
                  <c:v>0.13190018008286258</c:v>
                </c:pt>
                <c:pt idx="527">
                  <c:v>0.13636348337348778</c:v>
                </c:pt>
                <c:pt idx="528">
                  <c:v>0.14511253471089924</c:v>
                </c:pt>
                <c:pt idx="529">
                  <c:v>0.13487208345818633</c:v>
                </c:pt>
                <c:pt idx="530">
                  <c:v>0.13807544503042948</c:v>
                </c:pt>
                <c:pt idx="531">
                  <c:v>8.4404270736448253E-2</c:v>
                </c:pt>
                <c:pt idx="532">
                  <c:v>9.3713866593854056E-2</c:v>
                </c:pt>
                <c:pt idx="533">
                  <c:v>8.9643892670558306E-2</c:v>
                </c:pt>
                <c:pt idx="534">
                  <c:v>9.6190539108217912E-2</c:v>
                </c:pt>
                <c:pt idx="535">
                  <c:v>6.3268982891440145E-2</c:v>
                </c:pt>
                <c:pt idx="536">
                  <c:v>3.4052904816313477E-2</c:v>
                </c:pt>
                <c:pt idx="537">
                  <c:v>3.1619593021987892E-2</c:v>
                </c:pt>
                <c:pt idx="538">
                  <c:v>9.7883540334042195E-3</c:v>
                </c:pt>
                <c:pt idx="539">
                  <c:v>5.9607157077326669E-3</c:v>
                </c:pt>
                <c:pt idx="540">
                  <c:v>2.8332909781829934E-2</c:v>
                </c:pt>
                <c:pt idx="541">
                  <c:v>2.6883814759421226E-2</c:v>
                </c:pt>
                <c:pt idx="542">
                  <c:v>2.7469275351200809E-2</c:v>
                </c:pt>
                <c:pt idx="543">
                  <c:v>3.2104482174406708E-2</c:v>
                </c:pt>
                <c:pt idx="544">
                  <c:v>3.0658790419773443E-2</c:v>
                </c:pt>
                <c:pt idx="545">
                  <c:v>7.1162259345771847E-2</c:v>
                </c:pt>
                <c:pt idx="546">
                  <c:v>6.4181939795776008E-2</c:v>
                </c:pt>
                <c:pt idx="547">
                  <c:v>6.7945237762382926E-2</c:v>
                </c:pt>
                <c:pt idx="548">
                  <c:v>6.6080928770257244E-2</c:v>
                </c:pt>
                <c:pt idx="549">
                  <c:v>6.3690841569045101E-2</c:v>
                </c:pt>
                <c:pt idx="550">
                  <c:v>6.1151147695671836E-2</c:v>
                </c:pt>
                <c:pt idx="551">
                  <c:v>6.2378480079421331E-2</c:v>
                </c:pt>
                <c:pt idx="552">
                  <c:v>5.8989189948405164E-2</c:v>
                </c:pt>
                <c:pt idx="553">
                  <c:v>5.5584422787025557E-2</c:v>
                </c:pt>
                <c:pt idx="554">
                  <c:v>5.9883487585888621E-2</c:v>
                </c:pt>
                <c:pt idx="555">
                  <c:v>5.3569129916823201E-2</c:v>
                </c:pt>
                <c:pt idx="556">
                  <c:v>5.2701872609620885E-2</c:v>
                </c:pt>
                <c:pt idx="557">
                  <c:v>8.5830464621838951E-2</c:v>
                </c:pt>
                <c:pt idx="558">
                  <c:v>7.4736404197628017E-2</c:v>
                </c:pt>
                <c:pt idx="559">
                  <c:v>7.4510784886333725E-2</c:v>
                </c:pt>
                <c:pt idx="560">
                  <c:v>9.4129850858021766E-2</c:v>
                </c:pt>
                <c:pt idx="561">
                  <c:v>9.0522690220613392E-2</c:v>
                </c:pt>
                <c:pt idx="562">
                  <c:v>9.6782391411484245E-2</c:v>
                </c:pt>
                <c:pt idx="563">
                  <c:v>9.1484190632026938E-2</c:v>
                </c:pt>
                <c:pt idx="564">
                  <c:v>9.2996069384097838E-2</c:v>
                </c:pt>
                <c:pt idx="565">
                  <c:v>5.9483360696105998E-2</c:v>
                </c:pt>
                <c:pt idx="566">
                  <c:v>5.8666677066382497E-2</c:v>
                </c:pt>
                <c:pt idx="567">
                  <c:v>7.8076868924876322E-2</c:v>
                </c:pt>
                <c:pt idx="568">
                  <c:v>7.5572725520046166E-2</c:v>
                </c:pt>
                <c:pt idx="569">
                  <c:v>8.2593659987864318E-2</c:v>
                </c:pt>
                <c:pt idx="570">
                  <c:v>5.4500707391874695E-2</c:v>
                </c:pt>
                <c:pt idx="571">
                  <c:v>5.4099922074095357E-2</c:v>
                </c:pt>
                <c:pt idx="572">
                  <c:v>-7.2909146388424204E-2</c:v>
                </c:pt>
                <c:pt idx="573">
                  <c:v>-5.6291403647815937E-2</c:v>
                </c:pt>
                <c:pt idx="574">
                  <c:v>-5.7220891050406793E-2</c:v>
                </c:pt>
                <c:pt idx="575">
                  <c:v>-4.7978403145271117E-2</c:v>
                </c:pt>
                <c:pt idx="576">
                  <c:v>-5.3238487724641743E-2</c:v>
                </c:pt>
                <c:pt idx="577">
                  <c:v>-5.116639627215757E-2</c:v>
                </c:pt>
                <c:pt idx="578">
                  <c:v>-6.3450058034887444E-2</c:v>
                </c:pt>
                <c:pt idx="579">
                  <c:v>-3.088188278156332E-2</c:v>
                </c:pt>
                <c:pt idx="580">
                  <c:v>-7.8016372078182168E-3</c:v>
                </c:pt>
                <c:pt idx="581">
                  <c:v>-2.1285342319878747E-2</c:v>
                </c:pt>
                <c:pt idx="582">
                  <c:v>-2.9601274733297694E-2</c:v>
                </c:pt>
                <c:pt idx="583">
                  <c:v>-3.6362555468817441E-2</c:v>
                </c:pt>
                <c:pt idx="584">
                  <c:v>-5.0998243752185535E-2</c:v>
                </c:pt>
                <c:pt idx="585">
                  <c:v>-4.7534664386318329E-2</c:v>
                </c:pt>
                <c:pt idx="586">
                  <c:v>-4.4918140452397122E-2</c:v>
                </c:pt>
                <c:pt idx="587">
                  <c:v>-6.1548598669099369E-2</c:v>
                </c:pt>
                <c:pt idx="588">
                  <c:v>-6.1211925812608703E-2</c:v>
                </c:pt>
                <c:pt idx="589">
                  <c:v>-7.4514697217622425E-2</c:v>
                </c:pt>
                <c:pt idx="590">
                  <c:v>-7.7340319656858766E-2</c:v>
                </c:pt>
                <c:pt idx="591">
                  <c:v>-7.3100224544178971E-2</c:v>
                </c:pt>
                <c:pt idx="592">
                  <c:v>-7.3221598904106372E-2</c:v>
                </c:pt>
                <c:pt idx="593">
                  <c:v>-7.0769327529613055E-2</c:v>
                </c:pt>
                <c:pt idx="594">
                  <c:v>-7.4623150335933114E-2</c:v>
                </c:pt>
                <c:pt idx="595">
                  <c:v>-7.5991066598023418E-2</c:v>
                </c:pt>
                <c:pt idx="596">
                  <c:v>-8.1324457682104626E-2</c:v>
                </c:pt>
                <c:pt idx="597">
                  <c:v>-6.0677561985057679E-2</c:v>
                </c:pt>
                <c:pt idx="598">
                  <c:v>-1.6190128341937445E-2</c:v>
                </c:pt>
                <c:pt idx="599">
                  <c:v>-2.0820352007309702E-2</c:v>
                </c:pt>
                <c:pt idx="600">
                  <c:v>-3.2001539517708691E-2</c:v>
                </c:pt>
                <c:pt idx="601">
                  <c:v>-2.682895735232415E-2</c:v>
                </c:pt>
                <c:pt idx="602">
                  <c:v>-5.0953576563378504E-2</c:v>
                </c:pt>
                <c:pt idx="603">
                  <c:v>-5.0971827369305896E-2</c:v>
                </c:pt>
                <c:pt idx="604">
                  <c:v>-5.1010535465237414E-2</c:v>
                </c:pt>
                <c:pt idx="605">
                  <c:v>-4.7813876615502786E-2</c:v>
                </c:pt>
                <c:pt idx="606">
                  <c:v>-4.9101184279220653E-2</c:v>
                </c:pt>
                <c:pt idx="607">
                  <c:v>-6.0659886952731196E-2</c:v>
                </c:pt>
                <c:pt idx="608">
                  <c:v>-6.1111721073639623E-2</c:v>
                </c:pt>
                <c:pt idx="609">
                  <c:v>-6.197063193831033E-2</c:v>
                </c:pt>
                <c:pt idx="610">
                  <c:v>-6.9669744643314976E-2</c:v>
                </c:pt>
                <c:pt idx="611">
                  <c:v>-8.5369093372708205E-2</c:v>
                </c:pt>
                <c:pt idx="612">
                  <c:v>-8.5801606909196623E-2</c:v>
                </c:pt>
                <c:pt idx="613">
                  <c:v>-6.1169409985995501E-2</c:v>
                </c:pt>
                <c:pt idx="614">
                  <c:v>-6.6038829966765078E-2</c:v>
                </c:pt>
                <c:pt idx="615">
                  <c:v>-6.9917755797705497E-2</c:v>
                </c:pt>
                <c:pt idx="616">
                  <c:v>-6.3594914707144665E-2</c:v>
                </c:pt>
                <c:pt idx="617">
                  <c:v>-6.1991428581744785E-2</c:v>
                </c:pt>
                <c:pt idx="618">
                  <c:v>-4.5931918885039467E-2</c:v>
                </c:pt>
                <c:pt idx="619">
                  <c:v>-4.696914455139594E-2</c:v>
                </c:pt>
                <c:pt idx="620">
                  <c:v>-4.3531104030992439E-2</c:v>
                </c:pt>
                <c:pt idx="621">
                  <c:v>-4.5841652625467223E-2</c:v>
                </c:pt>
                <c:pt idx="622">
                  <c:v>-0.11491044687666593</c:v>
                </c:pt>
                <c:pt idx="623">
                  <c:v>-0.13182903627083339</c:v>
                </c:pt>
                <c:pt idx="624">
                  <c:v>-0.13219445698304222</c:v>
                </c:pt>
                <c:pt idx="625">
                  <c:v>-0.14025914512145315</c:v>
                </c:pt>
                <c:pt idx="626">
                  <c:v>-0.13982126305369952</c:v>
                </c:pt>
                <c:pt idx="627">
                  <c:v>-9.7163691929544188E-2</c:v>
                </c:pt>
                <c:pt idx="628">
                  <c:v>-9.4976462244131477E-2</c:v>
                </c:pt>
                <c:pt idx="629">
                  <c:v>-0.14791084035200147</c:v>
                </c:pt>
                <c:pt idx="630">
                  <c:v>-0.13927830361755303</c:v>
                </c:pt>
                <c:pt idx="631">
                  <c:v>-0.18099300796341983</c:v>
                </c:pt>
                <c:pt idx="632">
                  <c:v>-0.13750626032916949</c:v>
                </c:pt>
                <c:pt idx="633">
                  <c:v>-0.13677074819959606</c:v>
                </c:pt>
                <c:pt idx="634">
                  <c:v>-0.12695676120582799</c:v>
                </c:pt>
                <c:pt idx="635">
                  <c:v>-0.15309706042799948</c:v>
                </c:pt>
                <c:pt idx="636">
                  <c:v>-0.12484470502489885</c:v>
                </c:pt>
                <c:pt idx="637">
                  <c:v>-0.12053778932777391</c:v>
                </c:pt>
                <c:pt idx="638">
                  <c:v>-0.11325746445486835</c:v>
                </c:pt>
                <c:pt idx="639">
                  <c:v>-7.7601210792608705E-2</c:v>
                </c:pt>
                <c:pt idx="640">
                  <c:v>-5.1235433436643538E-2</c:v>
                </c:pt>
                <c:pt idx="641">
                  <c:v>4.0523044020446923E-2</c:v>
                </c:pt>
                <c:pt idx="642">
                  <c:v>-4.4167010147209772E-2</c:v>
                </c:pt>
                <c:pt idx="643">
                  <c:v>-2.8975496622910192E-2</c:v>
                </c:pt>
                <c:pt idx="644">
                  <c:v>-1.9898616719242646E-2</c:v>
                </c:pt>
                <c:pt idx="645">
                  <c:v>-2.158301852703038E-2</c:v>
                </c:pt>
                <c:pt idx="646">
                  <c:v>-4.1276840580780245E-2</c:v>
                </c:pt>
                <c:pt idx="647">
                  <c:v>-4.0690297010588156E-2</c:v>
                </c:pt>
                <c:pt idx="648">
                  <c:v>-4.5459501261067264E-2</c:v>
                </c:pt>
                <c:pt idx="649">
                  <c:v>-4.3502017620655059E-2</c:v>
                </c:pt>
                <c:pt idx="650">
                  <c:v>-2.2230234040810024E-2</c:v>
                </c:pt>
                <c:pt idx="651">
                  <c:v>-2.0822894229672307E-2</c:v>
                </c:pt>
                <c:pt idx="652">
                  <c:v>-2.4108054050237988E-2</c:v>
                </c:pt>
                <c:pt idx="653">
                  <c:v>-2.3470462289921057E-2</c:v>
                </c:pt>
                <c:pt idx="654">
                  <c:v>-3.1123183875745451E-2</c:v>
                </c:pt>
                <c:pt idx="655">
                  <c:v>-2.9561261276892407E-2</c:v>
                </c:pt>
                <c:pt idx="656">
                  <c:v>-2.6096788172769021E-2</c:v>
                </c:pt>
                <c:pt idx="657">
                  <c:v>-6.6067900584484487E-3</c:v>
                </c:pt>
                <c:pt idx="658">
                  <c:v>7.0805839032473251E-4</c:v>
                </c:pt>
                <c:pt idx="659">
                  <c:v>1.7361474714705866E-2</c:v>
                </c:pt>
                <c:pt idx="660">
                  <c:v>-3.1136152622175443E-3</c:v>
                </c:pt>
                <c:pt idx="661">
                  <c:v>-6.0793223123172445E-2</c:v>
                </c:pt>
                <c:pt idx="662">
                  <c:v>-5.416645333682147E-2</c:v>
                </c:pt>
                <c:pt idx="663">
                  <c:v>-5.5337067042761777E-2</c:v>
                </c:pt>
                <c:pt idx="664">
                  <c:v>-5.4374974259520543E-2</c:v>
                </c:pt>
                <c:pt idx="665">
                  <c:v>-4.9749317325643319E-2</c:v>
                </c:pt>
                <c:pt idx="666">
                  <c:v>-4.4802607535555594E-2</c:v>
                </c:pt>
                <c:pt idx="667">
                  <c:v>-3.2566413508745291E-2</c:v>
                </c:pt>
                <c:pt idx="668">
                  <c:v>-4.6946448539953896E-3</c:v>
                </c:pt>
                <c:pt idx="669">
                  <c:v>1.5909908645599581E-2</c:v>
                </c:pt>
                <c:pt idx="670">
                  <c:v>1.0762765035300829E-2</c:v>
                </c:pt>
                <c:pt idx="671">
                  <c:v>-4.3773424427369723E-3</c:v>
                </c:pt>
                <c:pt idx="672">
                  <c:v>-1.4046974162487678E-2</c:v>
                </c:pt>
                <c:pt idx="673">
                  <c:v>-5.3706161281885205E-3</c:v>
                </c:pt>
                <c:pt idx="674">
                  <c:v>-6.2343401151232387E-3</c:v>
                </c:pt>
                <c:pt idx="675">
                  <c:v>-3.1876909630201157E-2</c:v>
                </c:pt>
                <c:pt idx="676">
                  <c:v>-9.7227887496845258E-3</c:v>
                </c:pt>
                <c:pt idx="677">
                  <c:v>-8.4189956884168082E-3</c:v>
                </c:pt>
                <c:pt idx="678">
                  <c:v>-2.4906721075938019E-2</c:v>
                </c:pt>
                <c:pt idx="679">
                  <c:v>-7.6040036505749193E-3</c:v>
                </c:pt>
                <c:pt idx="680">
                  <c:v>-1.5417093243289557E-2</c:v>
                </c:pt>
                <c:pt idx="681">
                  <c:v>-2.0441042750713768E-2</c:v>
                </c:pt>
                <c:pt idx="682">
                  <c:v>-4.1264875018205228E-2</c:v>
                </c:pt>
                <c:pt idx="683">
                  <c:v>-2.8607450537029382E-2</c:v>
                </c:pt>
                <c:pt idx="684">
                  <c:v>-4.4892117661604211E-2</c:v>
                </c:pt>
                <c:pt idx="685">
                  <c:v>-4.8168547758275886E-2</c:v>
                </c:pt>
                <c:pt idx="686">
                  <c:v>-4.3655038064253214E-2</c:v>
                </c:pt>
                <c:pt idx="687">
                  <c:v>-4.6287894966003156E-2</c:v>
                </c:pt>
                <c:pt idx="688">
                  <c:v>-4.7660148838072784E-2</c:v>
                </c:pt>
                <c:pt idx="689">
                  <c:v>-4.8502223661151457E-2</c:v>
                </c:pt>
                <c:pt idx="690">
                  <c:v>-4.8648230742479141E-2</c:v>
                </c:pt>
                <c:pt idx="691">
                  <c:v>-4.9715895139301518E-2</c:v>
                </c:pt>
                <c:pt idx="692">
                  <c:v>-4.2502316820254474E-2</c:v>
                </c:pt>
                <c:pt idx="693">
                  <c:v>-2.999127245993382E-2</c:v>
                </c:pt>
                <c:pt idx="694">
                  <c:v>-2.2356116832449743E-2</c:v>
                </c:pt>
                <c:pt idx="695">
                  <c:v>-2.1391376188066059E-2</c:v>
                </c:pt>
                <c:pt idx="696">
                  <c:v>-1.9484694786173672E-2</c:v>
                </c:pt>
                <c:pt idx="697">
                  <c:v>-1.4829031945584147E-2</c:v>
                </c:pt>
                <c:pt idx="698">
                  <c:v>-8.3084176126455318E-3</c:v>
                </c:pt>
                <c:pt idx="699">
                  <c:v>-9.4196423762841677E-3</c:v>
                </c:pt>
                <c:pt idx="700">
                  <c:v>-9.3729381754234977E-3</c:v>
                </c:pt>
                <c:pt idx="701">
                  <c:v>-4.9327694480471564E-2</c:v>
                </c:pt>
                <c:pt idx="702">
                  <c:v>-5.4439621571481939E-2</c:v>
                </c:pt>
                <c:pt idx="703">
                  <c:v>-0.1040948755997976</c:v>
                </c:pt>
                <c:pt idx="704">
                  <c:v>-2.3751401126361097E-2</c:v>
                </c:pt>
                <c:pt idx="705">
                  <c:v>-3.744143538048967E-2</c:v>
                </c:pt>
                <c:pt idx="706">
                  <c:v>-4.4465137785089447E-2</c:v>
                </c:pt>
                <c:pt idx="707">
                  <c:v>-2.9419803508289103E-2</c:v>
                </c:pt>
                <c:pt idx="708">
                  <c:v>-1.0437546329870023E-2</c:v>
                </c:pt>
                <c:pt idx="709">
                  <c:v>-2.6924257849607162E-2</c:v>
                </c:pt>
                <c:pt idx="710">
                  <c:v>-3.0421158401898862E-2</c:v>
                </c:pt>
                <c:pt idx="711">
                  <c:v>-2.973390602484817E-2</c:v>
                </c:pt>
                <c:pt idx="712">
                  <c:v>-4.4533292044489151E-2</c:v>
                </c:pt>
                <c:pt idx="713">
                  <c:v>-4.0798579372034564E-2</c:v>
                </c:pt>
                <c:pt idx="714">
                  <c:v>-4.2248810216185699E-2</c:v>
                </c:pt>
                <c:pt idx="715">
                  <c:v>-4.2890338833101026E-2</c:v>
                </c:pt>
                <c:pt idx="716">
                  <c:v>-4.1582353197750416E-2</c:v>
                </c:pt>
                <c:pt idx="717">
                  <c:v>-4.9583543898627437E-2</c:v>
                </c:pt>
                <c:pt idx="718">
                  <c:v>-4.756096395409827E-2</c:v>
                </c:pt>
                <c:pt idx="719">
                  <c:v>-7.7056276251914371E-2</c:v>
                </c:pt>
                <c:pt idx="720">
                  <c:v>-6.4165130578055243E-2</c:v>
                </c:pt>
                <c:pt idx="721">
                  <c:v>-7.9131318806913375E-2</c:v>
                </c:pt>
                <c:pt idx="722">
                  <c:v>-2.0108914945471665E-2</c:v>
                </c:pt>
                <c:pt idx="723">
                  <c:v>6.1644453705998692E-2</c:v>
                </c:pt>
                <c:pt idx="724">
                  <c:v>5.2588078389430623E-2</c:v>
                </c:pt>
                <c:pt idx="725">
                  <c:v>5.6122904618869138E-2</c:v>
                </c:pt>
                <c:pt idx="726">
                  <c:v>6.6481306332608583E-2</c:v>
                </c:pt>
                <c:pt idx="727">
                  <c:v>5.3509742406929947E-2</c:v>
                </c:pt>
                <c:pt idx="728">
                  <c:v>5.1744240333836337E-2</c:v>
                </c:pt>
                <c:pt idx="729">
                  <c:v>2.410291126715983E-2</c:v>
                </c:pt>
                <c:pt idx="730">
                  <c:v>-2.0906293072813029E-2</c:v>
                </c:pt>
                <c:pt idx="731">
                  <c:v>1.3795934338854461E-2</c:v>
                </c:pt>
                <c:pt idx="732">
                  <c:v>2.2802120326198841E-2</c:v>
                </c:pt>
                <c:pt idx="733">
                  <c:v>4.1189892234957108E-2</c:v>
                </c:pt>
                <c:pt idx="734">
                  <c:v>5.8405782889405608E-2</c:v>
                </c:pt>
                <c:pt idx="735">
                  <c:v>4.4866469153404927E-2</c:v>
                </c:pt>
                <c:pt idx="736">
                  <c:v>3.8175741648798479E-2</c:v>
                </c:pt>
                <c:pt idx="737">
                  <c:v>3.8014347765905364E-2</c:v>
                </c:pt>
                <c:pt idx="738">
                  <c:v>5.0425558078186685E-3</c:v>
                </c:pt>
                <c:pt idx="739">
                  <c:v>7.726285047925747E-3</c:v>
                </c:pt>
                <c:pt idx="740">
                  <c:v>1.0865142146342989E-2</c:v>
                </c:pt>
                <c:pt idx="741">
                  <c:v>-1.909979063684028E-2</c:v>
                </c:pt>
                <c:pt idx="742">
                  <c:v>3.5065262300402874E-3</c:v>
                </c:pt>
                <c:pt idx="743">
                  <c:v>2.6056681594457638E-2</c:v>
                </c:pt>
                <c:pt idx="744">
                  <c:v>4.8070233883776237E-2</c:v>
                </c:pt>
                <c:pt idx="745">
                  <c:v>4.3428792811148288E-2</c:v>
                </c:pt>
                <c:pt idx="746">
                  <c:v>9.0934436374020586E-2</c:v>
                </c:pt>
                <c:pt idx="747">
                  <c:v>0.11016806424022454</c:v>
                </c:pt>
                <c:pt idx="748">
                  <c:v>0.10459582998638968</c:v>
                </c:pt>
                <c:pt idx="749">
                  <c:v>0.10582814220680391</c:v>
                </c:pt>
                <c:pt idx="750">
                  <c:v>0.10852652872523803</c:v>
                </c:pt>
                <c:pt idx="751">
                  <c:v>0.10633220270263624</c:v>
                </c:pt>
                <c:pt idx="752">
                  <c:v>0.1117126865179016</c:v>
                </c:pt>
                <c:pt idx="753">
                  <c:v>0.10925213875701004</c:v>
                </c:pt>
                <c:pt idx="754">
                  <c:v>9.3898903200581502E-2</c:v>
                </c:pt>
                <c:pt idx="755">
                  <c:v>9.6833410479657558E-2</c:v>
                </c:pt>
                <c:pt idx="756">
                  <c:v>6.8719551362832185E-2</c:v>
                </c:pt>
                <c:pt idx="757">
                  <c:v>5.7207839235054396E-2</c:v>
                </c:pt>
                <c:pt idx="758">
                  <c:v>5.7588723073442205E-2</c:v>
                </c:pt>
                <c:pt idx="759">
                  <c:v>5.7438304405048414E-2</c:v>
                </c:pt>
                <c:pt idx="760">
                  <c:v>5.1731038415591769E-2</c:v>
                </c:pt>
                <c:pt idx="761">
                  <c:v>5.4605952416780117E-2</c:v>
                </c:pt>
                <c:pt idx="762">
                  <c:v>5.1138549293157573E-2</c:v>
                </c:pt>
                <c:pt idx="763">
                  <c:v>7.0004980610609668E-2</c:v>
                </c:pt>
                <c:pt idx="764">
                  <c:v>9.0179035786377329E-2</c:v>
                </c:pt>
                <c:pt idx="765">
                  <c:v>9.6201312344460069E-2</c:v>
                </c:pt>
                <c:pt idx="766">
                  <c:v>6.9125887112004542E-2</c:v>
                </c:pt>
                <c:pt idx="767">
                  <c:v>4.7071718159710632E-2</c:v>
                </c:pt>
                <c:pt idx="768">
                  <c:v>5.6003481457353135E-2</c:v>
                </c:pt>
                <c:pt idx="769">
                  <c:v>3.0373484145607216E-2</c:v>
                </c:pt>
                <c:pt idx="770">
                  <c:v>4.3205411001076749E-2</c:v>
                </c:pt>
                <c:pt idx="771">
                  <c:v>9.14376637037978E-2</c:v>
                </c:pt>
                <c:pt idx="772">
                  <c:v>9.7029040162136398E-2</c:v>
                </c:pt>
                <c:pt idx="773">
                  <c:v>9.0542638546183968E-2</c:v>
                </c:pt>
                <c:pt idx="774">
                  <c:v>8.8864277259692648E-2</c:v>
                </c:pt>
                <c:pt idx="775">
                  <c:v>8.5534125524612994E-2</c:v>
                </c:pt>
                <c:pt idx="776">
                  <c:v>9.7113165066999102E-2</c:v>
                </c:pt>
                <c:pt idx="777">
                  <c:v>0.1032301723182649</c:v>
                </c:pt>
                <c:pt idx="778">
                  <c:v>0.10189414965546445</c:v>
                </c:pt>
                <c:pt idx="779">
                  <c:v>8.9113359272898762E-2</c:v>
                </c:pt>
                <c:pt idx="780">
                  <c:v>0.10013411907697138</c:v>
                </c:pt>
                <c:pt idx="781">
                  <c:v>0.11686289315042443</c:v>
                </c:pt>
                <c:pt idx="782">
                  <c:v>0.1040002417740309</c:v>
                </c:pt>
                <c:pt idx="783">
                  <c:v>0.12051513745571554</c:v>
                </c:pt>
                <c:pt idx="784">
                  <c:v>3.0670708208150769E-2</c:v>
                </c:pt>
                <c:pt idx="785">
                  <c:v>3.8195959253402564E-2</c:v>
                </c:pt>
                <c:pt idx="786">
                  <c:v>3.1088059571336681E-2</c:v>
                </c:pt>
                <c:pt idx="787">
                  <c:v>2.473182619715272E-2</c:v>
                </c:pt>
                <c:pt idx="788">
                  <c:v>1.8681480978700156E-2</c:v>
                </c:pt>
                <c:pt idx="789">
                  <c:v>5.1604298773896204E-2</c:v>
                </c:pt>
                <c:pt idx="790">
                  <c:v>4.7575183939934838E-2</c:v>
                </c:pt>
                <c:pt idx="791">
                  <c:v>5.4870398499315097E-2</c:v>
                </c:pt>
                <c:pt idx="792">
                  <c:v>6.2879634593465933E-2</c:v>
                </c:pt>
                <c:pt idx="793">
                  <c:v>4.1316223197843872E-2</c:v>
                </c:pt>
                <c:pt idx="794">
                  <c:v>3.7553868857389087E-2</c:v>
                </c:pt>
                <c:pt idx="795">
                  <c:v>8.1521076685628122E-2</c:v>
                </c:pt>
                <c:pt idx="796">
                  <c:v>8.765112335618562E-2</c:v>
                </c:pt>
                <c:pt idx="797">
                  <c:v>0.13181689119489198</c:v>
                </c:pt>
                <c:pt idx="798">
                  <c:v>0.15362221773078041</c:v>
                </c:pt>
                <c:pt idx="799">
                  <c:v>0.15372793945822399</c:v>
                </c:pt>
                <c:pt idx="800">
                  <c:v>0.19220897112498406</c:v>
                </c:pt>
                <c:pt idx="801">
                  <c:v>0.18401650172961687</c:v>
                </c:pt>
                <c:pt idx="802">
                  <c:v>8.1481298129577898E-2</c:v>
                </c:pt>
                <c:pt idx="803">
                  <c:v>0.10343066530629719</c:v>
                </c:pt>
                <c:pt idx="804">
                  <c:v>8.0887144512730311E-2</c:v>
                </c:pt>
                <c:pt idx="805">
                  <c:v>3.7702189722913226E-2</c:v>
                </c:pt>
                <c:pt idx="806">
                  <c:v>5.5192218824877204E-3</c:v>
                </c:pt>
                <c:pt idx="807">
                  <c:v>1.1170204560315184E-3</c:v>
                </c:pt>
                <c:pt idx="808">
                  <c:v>1.80229589070232E-4</c:v>
                </c:pt>
                <c:pt idx="809">
                  <c:v>-4.5287545796931242E-4</c:v>
                </c:pt>
                <c:pt idx="810">
                  <c:v>-4.4602401022154122E-3</c:v>
                </c:pt>
                <c:pt idx="811">
                  <c:v>9.2286172184169787E-3</c:v>
                </c:pt>
                <c:pt idx="812">
                  <c:v>1.6150959764031282E-2</c:v>
                </c:pt>
                <c:pt idx="813">
                  <c:v>1.8390022424055311E-2</c:v>
                </c:pt>
                <c:pt idx="814">
                  <c:v>1.0756173981787872E-2</c:v>
                </c:pt>
                <c:pt idx="815">
                  <c:v>4.5460671438693019E-3</c:v>
                </c:pt>
                <c:pt idx="816">
                  <c:v>4.9492053742408275E-3</c:v>
                </c:pt>
                <c:pt idx="817">
                  <c:v>6.9962644052688084E-3</c:v>
                </c:pt>
                <c:pt idx="818">
                  <c:v>2.0500924635435465E-2</c:v>
                </c:pt>
                <c:pt idx="819">
                  <c:v>2.709115775819694E-2</c:v>
                </c:pt>
                <c:pt idx="820">
                  <c:v>2.1149437442990478E-2</c:v>
                </c:pt>
                <c:pt idx="821">
                  <c:v>-2.575006483571151E-2</c:v>
                </c:pt>
                <c:pt idx="822">
                  <c:v>-3.6663447104159662E-2</c:v>
                </c:pt>
                <c:pt idx="823">
                  <c:v>-3.6710423905937914E-2</c:v>
                </c:pt>
                <c:pt idx="824">
                  <c:v>-3.4853306008913683E-2</c:v>
                </c:pt>
                <c:pt idx="825">
                  <c:v>-1.7463576782585439E-2</c:v>
                </c:pt>
                <c:pt idx="826">
                  <c:v>-3.3260269932365187E-2</c:v>
                </c:pt>
                <c:pt idx="827">
                  <c:v>-4.3503597611893069E-2</c:v>
                </c:pt>
                <c:pt idx="828">
                  <c:v>-7.5134878703244827E-3</c:v>
                </c:pt>
                <c:pt idx="829">
                  <c:v>7.8440524253808978E-3</c:v>
                </c:pt>
                <c:pt idx="830">
                  <c:v>1.4323683165978899E-2</c:v>
                </c:pt>
                <c:pt idx="831">
                  <c:v>1.0709695757714256E-2</c:v>
                </c:pt>
                <c:pt idx="832">
                  <c:v>2.3229447757739203E-3</c:v>
                </c:pt>
                <c:pt idx="833">
                  <c:v>-9.4626234892566819E-3</c:v>
                </c:pt>
                <c:pt idx="834">
                  <c:v>-2.1105824149057359E-2</c:v>
                </c:pt>
                <c:pt idx="835">
                  <c:v>-6.1307592703524087E-2</c:v>
                </c:pt>
                <c:pt idx="836">
                  <c:v>-6.3635717525212243E-2</c:v>
                </c:pt>
                <c:pt idx="837">
                  <c:v>-7.3195985436295782E-2</c:v>
                </c:pt>
                <c:pt idx="838">
                  <c:v>-7.8111947708085397E-2</c:v>
                </c:pt>
                <c:pt idx="839">
                  <c:v>-0.10767297115376229</c:v>
                </c:pt>
                <c:pt idx="840">
                  <c:v>-9.5468010453672925E-2</c:v>
                </c:pt>
                <c:pt idx="841">
                  <c:v>-9.1725005228784309E-2</c:v>
                </c:pt>
                <c:pt idx="842">
                  <c:v>-0.1102922382375086</c:v>
                </c:pt>
                <c:pt idx="843">
                  <c:v>-0.13022085581469539</c:v>
                </c:pt>
                <c:pt idx="844">
                  <c:v>-0.12270922751681228</c:v>
                </c:pt>
                <c:pt idx="845">
                  <c:v>-0.12526754101506976</c:v>
                </c:pt>
                <c:pt idx="846">
                  <c:v>-0.12779574820136783</c:v>
                </c:pt>
                <c:pt idx="847">
                  <c:v>-0.1464999566483447</c:v>
                </c:pt>
                <c:pt idx="848">
                  <c:v>-0.14569836597832003</c:v>
                </c:pt>
                <c:pt idx="849">
                  <c:v>-0.14574445822620047</c:v>
                </c:pt>
                <c:pt idx="850">
                  <c:v>-0.14184983260686274</c:v>
                </c:pt>
                <c:pt idx="851">
                  <c:v>-0.17066901963389691</c:v>
                </c:pt>
                <c:pt idx="852">
                  <c:v>-0.18269710324739155</c:v>
                </c:pt>
                <c:pt idx="853">
                  <c:v>-0.18629081605696052</c:v>
                </c:pt>
                <c:pt idx="854">
                  <c:v>-0.18138930708750969</c:v>
                </c:pt>
                <c:pt idx="855">
                  <c:v>-0.18986454235294117</c:v>
                </c:pt>
                <c:pt idx="856">
                  <c:v>-0.18949197348333446</c:v>
                </c:pt>
                <c:pt idx="857">
                  <c:v>-0.18014390669722927</c:v>
                </c:pt>
                <c:pt idx="858">
                  <c:v>-0.18448469861830605</c:v>
                </c:pt>
                <c:pt idx="859">
                  <c:v>-0.18106519806686372</c:v>
                </c:pt>
                <c:pt idx="860">
                  <c:v>-0.18581540653158291</c:v>
                </c:pt>
                <c:pt idx="861">
                  <c:v>-7.6417864524858631E-2</c:v>
                </c:pt>
                <c:pt idx="862">
                  <c:v>-4.907839121371909E-2</c:v>
                </c:pt>
                <c:pt idx="863">
                  <c:v>-4.278974278800951E-2</c:v>
                </c:pt>
                <c:pt idx="864">
                  <c:v>-1.7474609261247345E-2</c:v>
                </c:pt>
                <c:pt idx="865">
                  <c:v>-1.0440779351242905E-2</c:v>
                </c:pt>
                <c:pt idx="866">
                  <c:v>-1.9539708088675896E-2</c:v>
                </c:pt>
                <c:pt idx="867">
                  <c:v>1.2435072292343138E-2</c:v>
                </c:pt>
                <c:pt idx="868">
                  <c:v>5.0213859326789949E-2</c:v>
                </c:pt>
                <c:pt idx="869">
                  <c:v>4.948661840979364E-2</c:v>
                </c:pt>
                <c:pt idx="870">
                  <c:v>5.5850850605673324E-2</c:v>
                </c:pt>
                <c:pt idx="871">
                  <c:v>0.11334006464312285</c:v>
                </c:pt>
                <c:pt idx="872">
                  <c:v>0.11706305559990023</c:v>
                </c:pt>
                <c:pt idx="873">
                  <c:v>0.1267704474790359</c:v>
                </c:pt>
                <c:pt idx="874">
                  <c:v>0.10845474133142471</c:v>
                </c:pt>
                <c:pt idx="875">
                  <c:v>0.1107770971186437</c:v>
                </c:pt>
                <c:pt idx="876">
                  <c:v>9.8375063458822756E-2</c:v>
                </c:pt>
                <c:pt idx="877">
                  <c:v>0.1062109901722993</c:v>
                </c:pt>
                <c:pt idx="878">
                  <c:v>0.10354660413077238</c:v>
                </c:pt>
                <c:pt idx="879">
                  <c:v>0.14534501092718005</c:v>
                </c:pt>
                <c:pt idx="880">
                  <c:v>0.14118658335165449</c:v>
                </c:pt>
                <c:pt idx="881">
                  <c:v>0.13852614299265925</c:v>
                </c:pt>
                <c:pt idx="882">
                  <c:v>0.14270379885519544</c:v>
                </c:pt>
                <c:pt idx="883">
                  <c:v>0.18730094561117261</c:v>
                </c:pt>
                <c:pt idx="884">
                  <c:v>0.21250275609896571</c:v>
                </c:pt>
                <c:pt idx="885">
                  <c:v>0.21499154252320798</c:v>
                </c:pt>
                <c:pt idx="886">
                  <c:v>0.22442689247759359</c:v>
                </c:pt>
                <c:pt idx="887">
                  <c:v>0.23441934130039327</c:v>
                </c:pt>
                <c:pt idx="888">
                  <c:v>0.24004525175568123</c:v>
                </c:pt>
                <c:pt idx="889">
                  <c:v>0.23571094431288567</c:v>
                </c:pt>
                <c:pt idx="890">
                  <c:v>0.18504982034089865</c:v>
                </c:pt>
                <c:pt idx="891">
                  <c:v>0.20079263977598022</c:v>
                </c:pt>
                <c:pt idx="892">
                  <c:v>0.19957796057383975</c:v>
                </c:pt>
                <c:pt idx="893">
                  <c:v>0.21700068864299735</c:v>
                </c:pt>
                <c:pt idx="894">
                  <c:v>0.23926900444295288</c:v>
                </c:pt>
                <c:pt idx="895">
                  <c:v>0.23754292000295316</c:v>
                </c:pt>
                <c:pt idx="896">
                  <c:v>0.25463100824743501</c:v>
                </c:pt>
                <c:pt idx="897">
                  <c:v>0.3200980024245173</c:v>
                </c:pt>
                <c:pt idx="898">
                  <c:v>0.22429713182827837</c:v>
                </c:pt>
                <c:pt idx="899">
                  <c:v>0.23921937821867231</c:v>
                </c:pt>
                <c:pt idx="900">
                  <c:v>0.23262008116658223</c:v>
                </c:pt>
                <c:pt idx="901">
                  <c:v>0.25138597142592034</c:v>
                </c:pt>
                <c:pt idx="902">
                  <c:v>0.25995468214601986</c:v>
                </c:pt>
                <c:pt idx="903">
                  <c:v>0.25789024405002786</c:v>
                </c:pt>
                <c:pt idx="904">
                  <c:v>0.26754595282889937</c:v>
                </c:pt>
                <c:pt idx="905">
                  <c:v>0.26590189220068056</c:v>
                </c:pt>
                <c:pt idx="906">
                  <c:v>0.26484237271838679</c:v>
                </c:pt>
                <c:pt idx="907">
                  <c:v>0.2602222178755913</c:v>
                </c:pt>
                <c:pt idx="908">
                  <c:v>0.27390702206793383</c:v>
                </c:pt>
                <c:pt idx="909">
                  <c:v>0.27900748508501205</c:v>
                </c:pt>
                <c:pt idx="910">
                  <c:v>0.29600184361437415</c:v>
                </c:pt>
                <c:pt idx="911">
                  <c:v>0.20296471102540006</c:v>
                </c:pt>
                <c:pt idx="912">
                  <c:v>0.19495596982612579</c:v>
                </c:pt>
                <c:pt idx="913">
                  <c:v>0.24864474714102633</c:v>
                </c:pt>
                <c:pt idx="914">
                  <c:v>0.24811394111020077</c:v>
                </c:pt>
                <c:pt idx="915">
                  <c:v>0.24733886993715201</c:v>
                </c:pt>
                <c:pt idx="916">
                  <c:v>0.24258547381966053</c:v>
                </c:pt>
                <c:pt idx="917">
                  <c:v>0.23645296220679737</c:v>
                </c:pt>
                <c:pt idx="918">
                  <c:v>0.23610504731892909</c:v>
                </c:pt>
                <c:pt idx="919">
                  <c:v>0.23197861330979275</c:v>
                </c:pt>
                <c:pt idx="920">
                  <c:v>0.23165851926261666</c:v>
                </c:pt>
                <c:pt idx="921">
                  <c:v>0.22891861266372648</c:v>
                </c:pt>
                <c:pt idx="922">
                  <c:v>0.23156478954494711</c:v>
                </c:pt>
                <c:pt idx="923">
                  <c:v>0.18620833259620784</c:v>
                </c:pt>
                <c:pt idx="924">
                  <c:v>0.17377917799881779</c:v>
                </c:pt>
                <c:pt idx="925">
                  <c:v>0.17601517056047342</c:v>
                </c:pt>
                <c:pt idx="926">
                  <c:v>0.17478370660089296</c:v>
                </c:pt>
                <c:pt idx="927">
                  <c:v>0.14147574258488554</c:v>
                </c:pt>
                <c:pt idx="928">
                  <c:v>0.14060261000800184</c:v>
                </c:pt>
                <c:pt idx="929">
                  <c:v>0.1220836936605658</c:v>
                </c:pt>
                <c:pt idx="930">
                  <c:v>0.12756664186463726</c:v>
                </c:pt>
                <c:pt idx="931">
                  <c:v>0.13115360886132277</c:v>
                </c:pt>
                <c:pt idx="932">
                  <c:v>0.13512029991136007</c:v>
                </c:pt>
                <c:pt idx="933">
                  <c:v>0.11694683559966788</c:v>
                </c:pt>
                <c:pt idx="934">
                  <c:v>0.11601676948899312</c:v>
                </c:pt>
                <c:pt idx="935">
                  <c:v>0.11174163711353653</c:v>
                </c:pt>
                <c:pt idx="936">
                  <c:v>0.10350920211011647</c:v>
                </c:pt>
                <c:pt idx="937">
                  <c:v>9.9845016707942658E-2</c:v>
                </c:pt>
                <c:pt idx="938">
                  <c:v>0.11189692958581568</c:v>
                </c:pt>
                <c:pt idx="939">
                  <c:v>0.11404845153153589</c:v>
                </c:pt>
                <c:pt idx="940">
                  <c:v>0.11508723133581328</c:v>
                </c:pt>
                <c:pt idx="941">
                  <c:v>9.8801047250141938E-2</c:v>
                </c:pt>
                <c:pt idx="942">
                  <c:v>0.10029536049017854</c:v>
                </c:pt>
                <c:pt idx="943">
                  <c:v>0.10010803478371823</c:v>
                </c:pt>
                <c:pt idx="944">
                  <c:v>9.4665224013123855E-2</c:v>
                </c:pt>
                <c:pt idx="945">
                  <c:v>9.093257685403397E-2</c:v>
                </c:pt>
                <c:pt idx="946">
                  <c:v>8.656511040669429E-2</c:v>
                </c:pt>
                <c:pt idx="947">
                  <c:v>8.0950010486183041E-2</c:v>
                </c:pt>
                <c:pt idx="948">
                  <c:v>6.7272476979747059E-2</c:v>
                </c:pt>
                <c:pt idx="949">
                  <c:v>5.7525421522857841E-2</c:v>
                </c:pt>
                <c:pt idx="950">
                  <c:v>7.7190607817663751E-2</c:v>
                </c:pt>
                <c:pt idx="951">
                  <c:v>7.0909556843319552E-2</c:v>
                </c:pt>
                <c:pt idx="952">
                  <c:v>7.9886086368140527E-2</c:v>
                </c:pt>
                <c:pt idx="953">
                  <c:v>7.2904014146474669E-2</c:v>
                </c:pt>
                <c:pt idx="954">
                  <c:v>7.0430068998727571E-2</c:v>
                </c:pt>
                <c:pt idx="955">
                  <c:v>6.2548340057536109E-2</c:v>
                </c:pt>
                <c:pt idx="956">
                  <c:v>5.3286432762660971E-2</c:v>
                </c:pt>
                <c:pt idx="957">
                  <c:v>5.5116570320574626E-2</c:v>
                </c:pt>
                <c:pt idx="958">
                  <c:v>4.7831422455730528E-2</c:v>
                </c:pt>
                <c:pt idx="959">
                  <c:v>4.5821231078633902E-2</c:v>
                </c:pt>
                <c:pt idx="960">
                  <c:v>8.0198763944535054E-2</c:v>
                </c:pt>
                <c:pt idx="961">
                  <c:v>2.721645641439778E-2</c:v>
                </c:pt>
                <c:pt idx="962">
                  <c:v>3.654109710705037E-2</c:v>
                </c:pt>
                <c:pt idx="963">
                  <c:v>2.0916082525804833E-2</c:v>
                </c:pt>
                <c:pt idx="964">
                  <c:v>1.9040139394123464E-2</c:v>
                </c:pt>
                <c:pt idx="965">
                  <c:v>6.9464727905449469E-2</c:v>
                </c:pt>
                <c:pt idx="966">
                  <c:v>6.9542778981212958E-2</c:v>
                </c:pt>
                <c:pt idx="967">
                  <c:v>4.1850005340744394E-2</c:v>
                </c:pt>
                <c:pt idx="968">
                  <c:v>5.3606693052527854E-2</c:v>
                </c:pt>
                <c:pt idx="969">
                  <c:v>6.8433776032773092E-2</c:v>
                </c:pt>
                <c:pt idx="970">
                  <c:v>6.2631876338336542E-2</c:v>
                </c:pt>
                <c:pt idx="971">
                  <c:v>5.8559722129818081E-2</c:v>
                </c:pt>
                <c:pt idx="972">
                  <c:v>4.7822075939063159E-2</c:v>
                </c:pt>
                <c:pt idx="973">
                  <c:v>9.4903303980588175E-2</c:v>
                </c:pt>
                <c:pt idx="974">
                  <c:v>0.1084147808366604</c:v>
                </c:pt>
                <c:pt idx="975">
                  <c:v>-1.5660676347184568E-2</c:v>
                </c:pt>
                <c:pt idx="976">
                  <c:v>-4.7469837451525908E-2</c:v>
                </c:pt>
                <c:pt idx="977">
                  <c:v>-4.6508698654697408E-2</c:v>
                </c:pt>
                <c:pt idx="978">
                  <c:v>-4.8363824882143296E-2</c:v>
                </c:pt>
                <c:pt idx="979">
                  <c:v>-4.3238822319501338E-2</c:v>
                </c:pt>
                <c:pt idx="980">
                  <c:v>2.7794661990187319E-2</c:v>
                </c:pt>
                <c:pt idx="981">
                  <c:v>5.5179726470198733E-2</c:v>
                </c:pt>
                <c:pt idx="982">
                  <c:v>5.5789642227828465E-2</c:v>
                </c:pt>
                <c:pt idx="983">
                  <c:v>5.4806530099934254E-2</c:v>
                </c:pt>
                <c:pt idx="984">
                  <c:v>5.1900875457996674E-2</c:v>
                </c:pt>
                <c:pt idx="985">
                  <c:v>5.6983765724562846E-2</c:v>
                </c:pt>
                <c:pt idx="986">
                  <c:v>6.4885888180283319E-2</c:v>
                </c:pt>
                <c:pt idx="987">
                  <c:v>6.4951827659211314E-2</c:v>
                </c:pt>
                <c:pt idx="988">
                  <c:v>8.3815804308282976E-2</c:v>
                </c:pt>
                <c:pt idx="989">
                  <c:v>7.5227107280305197E-2</c:v>
                </c:pt>
                <c:pt idx="990">
                  <c:v>8.1929598730370284E-2</c:v>
                </c:pt>
                <c:pt idx="991">
                  <c:v>0.10720589323987927</c:v>
                </c:pt>
                <c:pt idx="992">
                  <c:v>9.9599080431184012E-2</c:v>
                </c:pt>
                <c:pt idx="993">
                  <c:v>9.8658797707314672E-2</c:v>
                </c:pt>
                <c:pt idx="994">
                  <c:v>-1.8406541862684464E-2</c:v>
                </c:pt>
                <c:pt idx="995">
                  <c:v>-1.9154922034168662E-2</c:v>
                </c:pt>
                <c:pt idx="996">
                  <c:v>-1.1448125288496969E-2</c:v>
                </c:pt>
                <c:pt idx="997">
                  <c:v>-4.6931008717804997E-3</c:v>
                </c:pt>
                <c:pt idx="998">
                  <c:v>2.1326980264253576E-2</c:v>
                </c:pt>
                <c:pt idx="999">
                  <c:v>2.5575330902468128E-2</c:v>
                </c:pt>
                <c:pt idx="1000">
                  <c:v>7.5345264172570958E-3</c:v>
                </c:pt>
                <c:pt idx="1001">
                  <c:v>9.1768207043826048E-3</c:v>
                </c:pt>
                <c:pt idx="1002">
                  <c:v>4.1416873057756459E-2</c:v>
                </c:pt>
                <c:pt idx="1003">
                  <c:v>6.1761037947518069E-2</c:v>
                </c:pt>
                <c:pt idx="1004">
                  <c:v>2.7699959339116016E-2</c:v>
                </c:pt>
                <c:pt idx="1005">
                  <c:v>3.9895356069214356E-2</c:v>
                </c:pt>
                <c:pt idx="1006">
                  <c:v>5.4580344503894269E-2</c:v>
                </c:pt>
                <c:pt idx="1007">
                  <c:v>5.8643159019691457E-2</c:v>
                </c:pt>
                <c:pt idx="1008">
                  <c:v>6.489961996073175E-2</c:v>
                </c:pt>
                <c:pt idx="1009">
                  <c:v>7.2674091778291733E-2</c:v>
                </c:pt>
                <c:pt idx="1010">
                  <c:v>8.3982077720986856E-2</c:v>
                </c:pt>
                <c:pt idx="1011">
                  <c:v>9.1696202018195214E-2</c:v>
                </c:pt>
                <c:pt idx="1012">
                  <c:v>5.9923775552282017E-2</c:v>
                </c:pt>
                <c:pt idx="1013">
                  <c:v>7.856284331703127E-2</c:v>
                </c:pt>
                <c:pt idx="1014">
                  <c:v>0.1050315047085487</c:v>
                </c:pt>
                <c:pt idx="1015">
                  <c:v>0.15272937458924896</c:v>
                </c:pt>
                <c:pt idx="1016">
                  <c:v>0.14951310009929983</c:v>
                </c:pt>
                <c:pt idx="1017">
                  <c:v>0.14649384645984498</c:v>
                </c:pt>
                <c:pt idx="1018">
                  <c:v>0.15300213518095263</c:v>
                </c:pt>
                <c:pt idx="1019">
                  <c:v>0.13965423968354057</c:v>
                </c:pt>
                <c:pt idx="1020">
                  <c:v>0.13420673832184002</c:v>
                </c:pt>
                <c:pt idx="1021">
                  <c:v>0.14149470370512282</c:v>
                </c:pt>
                <c:pt idx="1022">
                  <c:v>0.14220532873558081</c:v>
                </c:pt>
                <c:pt idx="1023">
                  <c:v>0.13099549443668909</c:v>
                </c:pt>
                <c:pt idx="1024">
                  <c:v>0.10964033671734627</c:v>
                </c:pt>
                <c:pt idx="1025">
                  <c:v>0.11647504821774893</c:v>
                </c:pt>
                <c:pt idx="1026">
                  <c:v>0.11067220278451734</c:v>
                </c:pt>
                <c:pt idx="1027">
                  <c:v>6.6309694690540252E-2</c:v>
                </c:pt>
                <c:pt idx="1028">
                  <c:v>6.1337330232665924E-2</c:v>
                </c:pt>
                <c:pt idx="1029">
                  <c:v>9.0380091644105862E-2</c:v>
                </c:pt>
                <c:pt idx="1030">
                  <c:v>8.355633522640217E-2</c:v>
                </c:pt>
                <c:pt idx="1031">
                  <c:v>6.6660600801449199E-2</c:v>
                </c:pt>
                <c:pt idx="1032">
                  <c:v>7.0624168427310702E-2</c:v>
                </c:pt>
                <c:pt idx="1033">
                  <c:v>6.8970971348068774E-2</c:v>
                </c:pt>
                <c:pt idx="1034">
                  <c:v>9.8621087355532475E-2</c:v>
                </c:pt>
                <c:pt idx="1035">
                  <c:v>9.2115024612728053E-2</c:v>
                </c:pt>
                <c:pt idx="1036">
                  <c:v>8.8311377147582082E-2</c:v>
                </c:pt>
                <c:pt idx="1037">
                  <c:v>7.1787600335482704E-2</c:v>
                </c:pt>
                <c:pt idx="1038">
                  <c:v>9.6073750787855822E-2</c:v>
                </c:pt>
                <c:pt idx="1039">
                  <c:v>9.5859103108454094E-2</c:v>
                </c:pt>
                <c:pt idx="1040">
                  <c:v>9.6490502941155437E-2</c:v>
                </c:pt>
                <c:pt idx="1041">
                  <c:v>0.11335657295678497</c:v>
                </c:pt>
                <c:pt idx="1042">
                  <c:v>7.6086140460669638E-2</c:v>
                </c:pt>
                <c:pt idx="1043">
                  <c:v>6.2132051996532482E-2</c:v>
                </c:pt>
                <c:pt idx="1044">
                  <c:v>6.504413355755298E-2</c:v>
                </c:pt>
                <c:pt idx="1045">
                  <c:v>9.6103431232247183E-2</c:v>
                </c:pt>
                <c:pt idx="1046">
                  <c:v>7.9798972344409774E-2</c:v>
                </c:pt>
                <c:pt idx="1047">
                  <c:v>7.845154912039827E-2</c:v>
                </c:pt>
                <c:pt idx="1048">
                  <c:v>9.384351364416707E-2</c:v>
                </c:pt>
                <c:pt idx="1049">
                  <c:v>9.4138440782815247E-2</c:v>
                </c:pt>
                <c:pt idx="1050">
                  <c:v>7.6225534336506542E-2</c:v>
                </c:pt>
                <c:pt idx="1051">
                  <c:v>0.12613500089018659</c:v>
                </c:pt>
                <c:pt idx="1052">
                  <c:v>0.13571266398589069</c:v>
                </c:pt>
                <c:pt idx="1053">
                  <c:v>0.14882777530124164</c:v>
                </c:pt>
                <c:pt idx="1054">
                  <c:v>0.15244682391220357</c:v>
                </c:pt>
                <c:pt idx="1055">
                  <c:v>0.15874485427041896</c:v>
                </c:pt>
                <c:pt idx="1056">
                  <c:v>0.2342274026898907</c:v>
                </c:pt>
                <c:pt idx="1057">
                  <c:v>0.27497917761010976</c:v>
                </c:pt>
                <c:pt idx="1058">
                  <c:v>0.27464940334424387</c:v>
                </c:pt>
                <c:pt idx="1059">
                  <c:v>0.25204724127684036</c:v>
                </c:pt>
                <c:pt idx="1060">
                  <c:v>0.24728605706621967</c:v>
                </c:pt>
                <c:pt idx="1061">
                  <c:v>0.24477941927825864</c:v>
                </c:pt>
                <c:pt idx="1062">
                  <c:v>0.2349534740927996</c:v>
                </c:pt>
                <c:pt idx="1063">
                  <c:v>0.23276084480875184</c:v>
                </c:pt>
                <c:pt idx="1064">
                  <c:v>0.282694066950538</c:v>
                </c:pt>
                <c:pt idx="1065">
                  <c:v>0.27364406183414264</c:v>
                </c:pt>
                <c:pt idx="1066">
                  <c:v>0.29227359314691076</c:v>
                </c:pt>
                <c:pt idx="1067">
                  <c:v>0.29226628300968693</c:v>
                </c:pt>
                <c:pt idx="1068">
                  <c:v>0.25828069502921641</c:v>
                </c:pt>
                <c:pt idx="1069">
                  <c:v>0.27629868885310715</c:v>
                </c:pt>
                <c:pt idx="1070">
                  <c:v>0.27798937283139913</c:v>
                </c:pt>
                <c:pt idx="1071">
                  <c:v>0.16705959287397276</c:v>
                </c:pt>
                <c:pt idx="1072">
                  <c:v>0.2394813954760906</c:v>
                </c:pt>
                <c:pt idx="1073">
                  <c:v>0.21599888398682862</c:v>
                </c:pt>
                <c:pt idx="1074">
                  <c:v>0.20378760190489925</c:v>
                </c:pt>
                <c:pt idx="1075">
                  <c:v>0.21793327595394257</c:v>
                </c:pt>
                <c:pt idx="1076">
                  <c:v>0.18277976100498108</c:v>
                </c:pt>
                <c:pt idx="1077">
                  <c:v>0.16159956833466155</c:v>
                </c:pt>
                <c:pt idx="1078">
                  <c:v>0.17761053953338052</c:v>
                </c:pt>
                <c:pt idx="1079">
                  <c:v>0.16777072034056362</c:v>
                </c:pt>
                <c:pt idx="1080">
                  <c:v>0.16707597844545327</c:v>
                </c:pt>
                <c:pt idx="1081">
                  <c:v>0.1648456920954546</c:v>
                </c:pt>
                <c:pt idx="1082">
                  <c:v>0.25907903321633546</c:v>
                </c:pt>
                <c:pt idx="1083">
                  <c:v>0.24903442201755699</c:v>
                </c:pt>
                <c:pt idx="1084">
                  <c:v>0.23872516100774335</c:v>
                </c:pt>
                <c:pt idx="1085">
                  <c:v>0.25219959952320498</c:v>
                </c:pt>
                <c:pt idx="1086">
                  <c:v>0.29876613357064874</c:v>
                </c:pt>
                <c:pt idx="1087">
                  <c:v>0.41821639915386138</c:v>
                </c:pt>
                <c:pt idx="1088">
                  <c:v>0.4179513284232757</c:v>
                </c:pt>
                <c:pt idx="1089">
                  <c:v>0.41088808617103445</c:v>
                </c:pt>
                <c:pt idx="1090">
                  <c:v>0.41466009502824158</c:v>
                </c:pt>
                <c:pt idx="1091">
                  <c:v>0.41512144285076774</c:v>
                </c:pt>
                <c:pt idx="1092">
                  <c:v>0.41114163114402447</c:v>
                </c:pt>
                <c:pt idx="1093">
                  <c:v>0.42301247182190388</c:v>
                </c:pt>
                <c:pt idx="1094">
                  <c:v>0.42883998121104167</c:v>
                </c:pt>
                <c:pt idx="1095">
                  <c:v>0.44563323788315395</c:v>
                </c:pt>
                <c:pt idx="1096">
                  <c:v>0.4208611500578579</c:v>
                </c:pt>
                <c:pt idx="1097">
                  <c:v>0.42750543454696349</c:v>
                </c:pt>
                <c:pt idx="1098">
                  <c:v>0.43117645858281939</c:v>
                </c:pt>
                <c:pt idx="1099">
                  <c:v>0.43746677058680966</c:v>
                </c:pt>
                <c:pt idx="1100">
                  <c:v>0.43689338068091454</c:v>
                </c:pt>
                <c:pt idx="1101">
                  <c:v>0.43841874047751739</c:v>
                </c:pt>
                <c:pt idx="1102">
                  <c:v>0.43556002406123928</c:v>
                </c:pt>
                <c:pt idx="1103">
                  <c:v>0.42833946810035789</c:v>
                </c:pt>
                <c:pt idx="1104">
                  <c:v>0.42939509895576977</c:v>
                </c:pt>
                <c:pt idx="1105">
                  <c:v>0.40259969960122211</c:v>
                </c:pt>
                <c:pt idx="1106">
                  <c:v>0.39524759743388005</c:v>
                </c:pt>
                <c:pt idx="1107">
                  <c:v>0.3722489602445942</c:v>
                </c:pt>
                <c:pt idx="1108">
                  <c:v>0.38449919908481284</c:v>
                </c:pt>
                <c:pt idx="1109">
                  <c:v>0.38423056704185188</c:v>
                </c:pt>
                <c:pt idx="1110">
                  <c:v>0.38843464025956798</c:v>
                </c:pt>
                <c:pt idx="1111">
                  <c:v>0.39032093362842818</c:v>
                </c:pt>
                <c:pt idx="1112">
                  <c:v>0.3842590908422534</c:v>
                </c:pt>
                <c:pt idx="1113">
                  <c:v>0.3825519160075011</c:v>
                </c:pt>
                <c:pt idx="1114">
                  <c:v>0.399659748894238</c:v>
                </c:pt>
                <c:pt idx="1115">
                  <c:v>0.397903609665825</c:v>
                </c:pt>
                <c:pt idx="1116">
                  <c:v>0.40303481568801919</c:v>
                </c:pt>
                <c:pt idx="1117">
                  <c:v>0.4012052323314198</c:v>
                </c:pt>
                <c:pt idx="1118">
                  <c:v>0.40170127615796647</c:v>
                </c:pt>
                <c:pt idx="1119">
                  <c:v>0.40463109323337537</c:v>
                </c:pt>
              </c:numCache>
            </c:numRef>
          </c:val>
          <c:smooth val="0"/>
        </c:ser>
        <c:dLbls>
          <c:showLegendKey val="0"/>
          <c:showVal val="0"/>
          <c:showCatName val="0"/>
          <c:showSerName val="0"/>
          <c:showPercent val="0"/>
          <c:showBubbleSize val="0"/>
        </c:dLbls>
        <c:marker val="1"/>
        <c:smooth val="0"/>
        <c:axId val="52260224"/>
        <c:axId val="52258304"/>
      </c:lineChart>
      <c:dateAx>
        <c:axId val="52254592"/>
        <c:scaling>
          <c:orientation val="minMax"/>
        </c:scaling>
        <c:delete val="0"/>
        <c:axPos val="b"/>
        <c:numFmt formatCode="d\-mmm\-yy" sourceLinked="1"/>
        <c:majorTickMark val="out"/>
        <c:minorTickMark val="none"/>
        <c:tickLblPos val="low"/>
        <c:crossAx val="52256128"/>
        <c:crosses val="autoZero"/>
        <c:auto val="1"/>
        <c:lblOffset val="100"/>
        <c:baseTimeUnit val="days"/>
      </c:dateAx>
      <c:valAx>
        <c:axId val="52256128"/>
        <c:scaling>
          <c:orientation val="minMax"/>
          <c:max val="55"/>
          <c:min val="-5"/>
        </c:scaling>
        <c:delete val="0"/>
        <c:axPos val="l"/>
        <c:title>
          <c:tx>
            <c:rich>
              <a:bodyPr rot="-5400000" vert="horz"/>
              <a:lstStyle/>
              <a:p>
                <a:pPr>
                  <a:defRPr/>
                </a:pPr>
                <a:r>
                  <a:rPr lang="en-US"/>
                  <a:t>Spreads (bps)</a:t>
                </a:r>
              </a:p>
            </c:rich>
          </c:tx>
          <c:layout/>
          <c:overlay val="0"/>
        </c:title>
        <c:numFmt formatCode="0" sourceLinked="0"/>
        <c:majorTickMark val="out"/>
        <c:minorTickMark val="none"/>
        <c:tickLblPos val="nextTo"/>
        <c:crossAx val="52254592"/>
        <c:crosses val="autoZero"/>
        <c:crossBetween val="between"/>
        <c:majorUnit val="10"/>
      </c:valAx>
      <c:valAx>
        <c:axId val="52258304"/>
        <c:scaling>
          <c:orientation val="minMax"/>
          <c:max val="0.5"/>
          <c:min val="-0.5"/>
        </c:scaling>
        <c:delete val="0"/>
        <c:axPos val="r"/>
        <c:title>
          <c:tx>
            <c:rich>
              <a:bodyPr rot="-5400000" vert="horz"/>
              <a:lstStyle/>
              <a:p>
                <a:pPr>
                  <a:defRPr/>
                </a:pPr>
                <a:r>
                  <a:rPr lang="en-US"/>
                  <a:t>Correlation (%)</a:t>
                </a:r>
              </a:p>
            </c:rich>
          </c:tx>
          <c:layout/>
          <c:overlay val="0"/>
        </c:title>
        <c:numFmt formatCode="0%" sourceLinked="0"/>
        <c:majorTickMark val="out"/>
        <c:minorTickMark val="none"/>
        <c:tickLblPos val="nextTo"/>
        <c:crossAx val="52260224"/>
        <c:crosses val="max"/>
        <c:crossBetween val="between"/>
        <c:majorUnit val="0.2"/>
      </c:valAx>
      <c:dateAx>
        <c:axId val="52260224"/>
        <c:scaling>
          <c:orientation val="minMax"/>
        </c:scaling>
        <c:delete val="1"/>
        <c:axPos val="b"/>
        <c:numFmt formatCode="d\-mmm\-yy" sourceLinked="1"/>
        <c:majorTickMark val="out"/>
        <c:minorTickMark val="none"/>
        <c:tickLblPos val="nextTo"/>
        <c:crossAx val="52258304"/>
        <c:crosses val="autoZero"/>
        <c:auto val="1"/>
        <c:lblOffset val="100"/>
        <c:baseTimeUnit val="days"/>
      </c:dateAx>
    </c:plotArea>
    <c:legend>
      <c:legendPos val="b"/>
      <c:layout/>
      <c:overlay val="0"/>
    </c:legend>
    <c:plotVisOnly val="1"/>
    <c:dispBlanksAs val="gap"/>
    <c:showDLblsOverMax val="0"/>
  </c:chart>
  <c:spPr>
    <a:noFill/>
    <a:ln>
      <a:noFill/>
    </a:ln>
  </c:sp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0.21843</cdr:x>
      <cdr:y>0.32223</cdr:y>
    </cdr:from>
    <cdr:to>
      <cdr:x>0.26876</cdr:x>
      <cdr:y>0.35877</cdr:y>
    </cdr:to>
    <cdr:cxnSp macro="">
      <cdr:nvCxnSpPr>
        <cdr:cNvPr id="3" name="Straight Arrow Connector 2"/>
        <cdr:cNvCxnSpPr/>
      </cdr:nvCxnSpPr>
      <cdr:spPr>
        <a:xfrm xmlns:a="http://schemas.openxmlformats.org/drawingml/2006/main">
          <a:off x="1558939" y="1521574"/>
          <a:ext cx="359208" cy="172529"/>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0.36787</cdr:x>
      <cdr:y>0.0957</cdr:y>
    </cdr:from>
    <cdr:to>
      <cdr:x>0.41017</cdr:x>
      <cdr:y>0.11945</cdr:y>
    </cdr:to>
    <cdr:cxnSp macro="">
      <cdr:nvCxnSpPr>
        <cdr:cNvPr id="5" name="Straight Arrow Connector 4"/>
        <cdr:cNvCxnSpPr/>
      </cdr:nvCxnSpPr>
      <cdr:spPr>
        <a:xfrm xmlns:a="http://schemas.openxmlformats.org/drawingml/2006/main" flipH="1">
          <a:off x="2625513" y="451899"/>
          <a:ext cx="301925" cy="112143"/>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0.40654</cdr:x>
      <cdr:y>0.07561</cdr:y>
    </cdr:from>
    <cdr:to>
      <cdr:x>0.55279</cdr:x>
      <cdr:y>0.2181</cdr:y>
    </cdr:to>
    <cdr:sp macro="" textlink="">
      <cdr:nvSpPr>
        <cdr:cNvPr id="6" name="TextBox 5"/>
        <cdr:cNvSpPr txBox="1"/>
      </cdr:nvSpPr>
      <cdr:spPr>
        <a:xfrm xmlns:a="http://schemas.openxmlformats.org/drawingml/2006/main">
          <a:off x="2901560" y="357007"/>
          <a:ext cx="1043796" cy="67286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dirty="0" smtClean="0"/>
            <a:t>Treasury buyback announcement</a:t>
          </a:r>
          <a:endParaRPr lang="en-US" sz="1100" dirty="0"/>
        </a:p>
      </cdr:txBody>
    </cdr:sp>
  </cdr:relSizeAnchor>
  <cdr:relSizeAnchor xmlns:cdr="http://schemas.openxmlformats.org/drawingml/2006/chartDrawing">
    <cdr:from>
      <cdr:x>0.27722</cdr:x>
      <cdr:y>0.17839</cdr:y>
    </cdr:from>
    <cdr:to>
      <cdr:x>0.30381</cdr:x>
      <cdr:y>0.2382</cdr:y>
    </cdr:to>
    <cdr:cxnSp macro="">
      <cdr:nvCxnSpPr>
        <cdr:cNvPr id="8" name="Straight Arrow Connector 7"/>
        <cdr:cNvCxnSpPr/>
      </cdr:nvCxnSpPr>
      <cdr:spPr>
        <a:xfrm xmlns:a="http://schemas.openxmlformats.org/drawingml/2006/main">
          <a:off x="1978532" y="842341"/>
          <a:ext cx="189781" cy="282418"/>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0.45006</cdr:x>
      <cdr:y>0.28593</cdr:y>
    </cdr:from>
    <cdr:to>
      <cdr:x>0.47665</cdr:x>
      <cdr:y>0.3131</cdr:y>
    </cdr:to>
    <cdr:cxnSp macro="">
      <cdr:nvCxnSpPr>
        <cdr:cNvPr id="14" name="Straight Arrow Connector 13"/>
        <cdr:cNvCxnSpPr/>
      </cdr:nvCxnSpPr>
      <cdr:spPr>
        <a:xfrm xmlns:a="http://schemas.openxmlformats.org/drawingml/2006/main" flipH="1">
          <a:off x="3212110" y="1350172"/>
          <a:ext cx="189781" cy="128270"/>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0.48269</cdr:x>
      <cdr:y>0.23672</cdr:y>
    </cdr:from>
    <cdr:to>
      <cdr:x>0.60235</cdr:x>
      <cdr:y>0.33515</cdr:y>
    </cdr:to>
    <cdr:sp macro="" textlink="">
      <cdr:nvSpPr>
        <cdr:cNvPr id="15" name="TextBox 14"/>
        <cdr:cNvSpPr txBox="1"/>
      </cdr:nvSpPr>
      <cdr:spPr>
        <a:xfrm xmlns:a="http://schemas.openxmlformats.org/drawingml/2006/main">
          <a:off x="3445022" y="1117776"/>
          <a:ext cx="854016" cy="46479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dirty="0" smtClean="0"/>
            <a:t>Monetary expansion</a:t>
          </a:r>
          <a:endParaRPr lang="en-US" sz="1100" dirty="0"/>
        </a:p>
      </cdr:txBody>
    </cdr:sp>
  </cdr:relSizeAnchor>
  <cdr:relSizeAnchor xmlns:cdr="http://schemas.openxmlformats.org/drawingml/2006/chartDrawing">
    <cdr:from>
      <cdr:x>0.48873</cdr:x>
      <cdr:y>0.41723</cdr:y>
    </cdr:from>
    <cdr:to>
      <cdr:x>0.52016</cdr:x>
      <cdr:y>0.45742</cdr:y>
    </cdr:to>
    <cdr:cxnSp macro="">
      <cdr:nvCxnSpPr>
        <cdr:cNvPr id="21" name="Straight Arrow Connector 20"/>
        <cdr:cNvCxnSpPr/>
      </cdr:nvCxnSpPr>
      <cdr:spPr>
        <a:xfrm xmlns:a="http://schemas.openxmlformats.org/drawingml/2006/main" flipH="1">
          <a:off x="3488155" y="1970148"/>
          <a:ext cx="224287" cy="189781"/>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0.50607</cdr:x>
      <cdr:y>0.33959</cdr:y>
    </cdr:from>
    <cdr:to>
      <cdr:x>0.66157</cdr:x>
      <cdr:y>0.44737</cdr:y>
    </cdr:to>
    <cdr:sp macro="" textlink="">
      <cdr:nvSpPr>
        <cdr:cNvPr id="22" name="TextBox 1"/>
        <cdr:cNvSpPr txBox="1"/>
      </cdr:nvSpPr>
      <cdr:spPr>
        <a:xfrm xmlns:a="http://schemas.openxmlformats.org/drawingml/2006/main">
          <a:off x="3611881" y="1603524"/>
          <a:ext cx="1109851" cy="508959"/>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dirty="0" smtClean="0"/>
            <a:t>MBS Convexity Hedging</a:t>
          </a:r>
          <a:endParaRPr lang="en-US" sz="11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2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7"/>
            <a:ext cx="5546725" cy="4147189"/>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268"/>
            <a:fld id="{1FE077EC-684A-4FD9-A6C3-9AE90D8B81D6}" type="slidenum">
              <a:rPr lang="en-US" smtClean="0"/>
              <a:pPr defTabSz="911268"/>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3</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4</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5</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6</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7</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8</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9</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3.jpeg"/><Relationship Id="rId1" Type="http://schemas.openxmlformats.org/officeDocument/2006/relationships/slideMaster" Target="../slideMasters/slideMaster20.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0.xml"/><Relationship Id="rId5" Type="http://schemas.openxmlformats.org/officeDocument/2006/relationships/image" Target="../media/image8.emf"/><Relationship Id="rId4" Type="http://schemas.openxmlformats.org/officeDocument/2006/relationships/image" Target="../media/image4.gif"/></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0.xml"/><Relationship Id="rId5" Type="http://schemas.openxmlformats.org/officeDocument/2006/relationships/image" Target="../media/image8.emf"/><Relationship Id="rId4" Type="http://schemas.openxmlformats.org/officeDocument/2006/relationships/image" Target="../media/image4.gif"/></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slideMaster" Target="../slideMasters/slideMaster20.xml"/><Relationship Id="rId4" Type="http://schemas.openxmlformats.org/officeDocument/2006/relationships/image" Target="../media/image8.emf"/></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5.jpeg"/><Relationship Id="rId1" Type="http://schemas.openxmlformats.org/officeDocument/2006/relationships/slideMaster" Target="../slideMasters/slideMaster20.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jpeg"/><Relationship Id="rId1" Type="http://schemas.openxmlformats.org/officeDocument/2006/relationships/slideMaster" Target="../slideMasters/slideMaster20.xml"/><Relationship Id="rId4" Type="http://schemas.openxmlformats.org/officeDocument/2006/relationships/image" Target="../media/image8.emf"/></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3.jpeg"/><Relationship Id="rId1" Type="http://schemas.openxmlformats.org/officeDocument/2006/relationships/slideMaster" Target="../slideMasters/slideMaster20.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17281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5719005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83693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8391447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5322527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3333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6878901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78607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31981658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315712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17509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0461596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83501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6436720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4013545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38293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95564" indent="-195564">
              <a:lnSpc>
                <a:spcPct val="100000"/>
              </a:lnSpc>
              <a:spcAft>
                <a:spcPts val="649"/>
              </a:spcAft>
              <a:buClr>
                <a:schemeClr val="bg2"/>
              </a:buClr>
              <a:buFont typeface="Arial" pitchFamily="34" charset="0"/>
              <a:buChar char="•"/>
              <a:defRPr>
                <a:latin typeface="Calisto MT" pitchFamily="18" charset="0"/>
                <a:cs typeface="Arial" pitchFamily="34" charset="0"/>
              </a:defRPr>
            </a:lvl1pPr>
            <a:lvl2pPr marL="478612" indent="-185270">
              <a:lnSpc>
                <a:spcPct val="100000"/>
              </a:lnSpc>
              <a:spcAft>
                <a:spcPts val="649"/>
              </a:spcAft>
              <a:buClr>
                <a:schemeClr val="bg2"/>
              </a:buClr>
              <a:buFont typeface="Arial" pitchFamily="34" charset="0"/>
              <a:buChar char="−"/>
              <a:tabLst>
                <a:tab pos="478612" algn="l"/>
              </a:tabLst>
              <a:defRPr sz="1262">
                <a:latin typeface="Calisto MT" pitchFamily="18" charset="0"/>
                <a:cs typeface="Arial" pitchFamily="34" charset="0"/>
              </a:defRPr>
            </a:lvl2pPr>
            <a:lvl3pPr marL="576396" indent="-97782">
              <a:lnSpc>
                <a:spcPct val="100000"/>
              </a:lnSpc>
              <a:buClr>
                <a:schemeClr val="bg2"/>
              </a:buClr>
              <a:buFont typeface="Arial" pitchFamily="34" charset="0"/>
              <a:buChar char="•"/>
              <a:defRPr>
                <a:latin typeface="Calisto MT" pitchFamily="18" charset="0"/>
                <a:cs typeface="Arial" pitchFamily="34" charset="0"/>
              </a:defRPr>
            </a:lvl3pPr>
            <a:lvl4pPr marL="773671" indent="-197277">
              <a:lnSpc>
                <a:spcPct val="100000"/>
              </a:lnSpc>
              <a:buClr>
                <a:schemeClr val="bg2"/>
              </a:buClr>
              <a:buFont typeface="Arial" pitchFamily="34" charset="0"/>
              <a:buChar char="•"/>
              <a:defRPr>
                <a:latin typeface="Calisto MT" pitchFamily="18" charset="0"/>
                <a:cs typeface="Arial" pitchFamily="34" charset="0"/>
              </a:defRPr>
            </a:lvl4pPr>
            <a:lvl5pPr marL="746224" indent="-130375">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8805" tIns="49403" rIns="98805" bIns="49403" numCol="1" anchor="t" anchorCtr="0" compatLnSpc="1">
            <a:prstTxWarp prst="textNoShape">
              <a:avLst/>
            </a:prstTxWarp>
          </a:bodyPr>
          <a:lstStyle/>
          <a:p>
            <a:pPr defTabSz="1005134" fontAlgn="auto">
              <a:spcBef>
                <a:spcPts val="0"/>
              </a:spcBef>
              <a:spcAft>
                <a:spcPts val="0"/>
              </a:spcAft>
            </a:pPr>
            <a:endParaRPr lang="en-US" sz="1747">
              <a:solidFill>
                <a:srgbClr val="FFFFFF"/>
              </a:solidFill>
              <a:latin typeface="Calibri"/>
            </a:endParaRPr>
          </a:p>
        </p:txBody>
      </p:sp>
      <p:sp>
        <p:nvSpPr>
          <p:cNvPr id="7" name="Rectangle 27"/>
          <p:cNvSpPr>
            <a:spLocks noGrp="1" noChangeArrowheads="1"/>
          </p:cNvSpPr>
          <p:nvPr>
            <p:ph type="sldNum" sz="quarter" idx="4"/>
          </p:nvPr>
        </p:nvSpPr>
        <p:spPr>
          <a:xfrm>
            <a:off x="8670716" y="7404219"/>
            <a:ext cx="975207" cy="256673"/>
          </a:xfrm>
          <a:prstGeom prst="rect">
            <a:avLst/>
          </a:prstGeom>
          <a:noFill/>
          <a:ln/>
        </p:spPr>
        <p:txBody>
          <a:bodyPr anchor="ctr" anchorCtr="0">
            <a:spAutoFit/>
          </a:bodyPr>
          <a:lstStyle>
            <a:lvl1pPr>
              <a:defRPr lang="en-US" sz="1068" cap="small" baseline="0" smtClean="0">
                <a:solidFill>
                  <a:schemeClr val="tx1"/>
                </a:solidFill>
                <a:latin typeface="Calisto MT" pitchFamily="18" charset="0"/>
              </a:defRPr>
            </a:lvl1pPr>
          </a:lstStyle>
          <a:p>
            <a:pPr defTabSz="1005134"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1005134"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53" baseline="0"/>
            </a:lvl1pPr>
          </a:lstStyle>
          <a:p>
            <a:pPr lvl="0"/>
            <a:endParaRPr lang="en-US" dirty="0" smtClean="0"/>
          </a:p>
        </p:txBody>
      </p:sp>
      <p:sp>
        <p:nvSpPr>
          <p:cNvPr id="6" name="Text Placeholder 8"/>
          <p:cNvSpPr>
            <a:spLocks noGrp="1"/>
          </p:cNvSpPr>
          <p:nvPr>
            <p:ph type="body" sz="quarter" idx="10" hasCustomPrompt="1"/>
          </p:nvPr>
        </p:nvSpPr>
        <p:spPr>
          <a:xfrm>
            <a:off x="187100" y="6981679"/>
            <a:ext cx="9629154" cy="226580"/>
          </a:xfrm>
        </p:spPr>
        <p:txBody>
          <a:bodyPr wrap="square" anchor="b" anchorCtr="0">
            <a:spAutoFit/>
          </a:bodyPr>
          <a:lstStyle>
            <a:lvl1pPr marL="0" indent="0">
              <a:buNone/>
              <a:defRPr sz="873"/>
            </a:lvl1pPr>
          </a:lstStyle>
          <a:p>
            <a:pPr lvl="0"/>
            <a:r>
              <a:rPr lang="en-US" dirty="0" smtClean="0"/>
              <a:t>Click to add footnote</a:t>
            </a:r>
            <a:endParaRPr lang="en-US" dirty="0"/>
          </a:p>
        </p:txBody>
      </p:sp>
    </p:spTree>
    <p:extLst>
      <p:ext uri="{BB962C8B-B14F-4D97-AF65-F5344CB8AC3E}">
        <p14:creationId xmlns:p14="http://schemas.microsoft.com/office/powerpoint/2010/main" val="1179749059"/>
      </p:ext>
    </p:extLst>
  </p:cSld>
  <p:clrMapOvr>
    <a:masterClrMapping/>
  </p:clrMapOvr>
  <p:transition>
    <p:fade/>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2630378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566843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4833213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2481901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3148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89823" indent="-189823">
              <a:lnSpc>
                <a:spcPct val="100000"/>
              </a:lnSpc>
              <a:spcAft>
                <a:spcPts val="630"/>
              </a:spcAft>
              <a:buClr>
                <a:schemeClr val="bg2"/>
              </a:buClr>
              <a:buFont typeface="Arial" pitchFamily="34" charset="0"/>
              <a:buChar char="•"/>
              <a:defRPr>
                <a:latin typeface="Calisto MT" pitchFamily="18" charset="0"/>
                <a:cs typeface="Arial" pitchFamily="34" charset="0"/>
              </a:defRPr>
            </a:lvl1pPr>
            <a:lvl2pPr marL="464560" indent="-179830">
              <a:lnSpc>
                <a:spcPct val="100000"/>
              </a:lnSpc>
              <a:spcAft>
                <a:spcPts val="630"/>
              </a:spcAft>
              <a:buClr>
                <a:schemeClr val="bg2"/>
              </a:buClr>
              <a:buFont typeface="Arial" pitchFamily="34" charset="0"/>
              <a:buChar char="−"/>
              <a:tabLst>
                <a:tab pos="464560" algn="l"/>
              </a:tabLst>
              <a:defRPr sz="1225">
                <a:latin typeface="Calisto MT" pitchFamily="18" charset="0"/>
                <a:cs typeface="Arial" pitchFamily="34" charset="0"/>
              </a:defRPr>
            </a:lvl2pPr>
            <a:lvl3pPr marL="559473" indent="-94911">
              <a:lnSpc>
                <a:spcPct val="100000"/>
              </a:lnSpc>
              <a:buClr>
                <a:schemeClr val="bg2"/>
              </a:buClr>
              <a:buFont typeface="Arial" pitchFamily="34" charset="0"/>
              <a:buChar char="•"/>
              <a:defRPr>
                <a:latin typeface="Calisto MT" pitchFamily="18" charset="0"/>
                <a:cs typeface="Arial" pitchFamily="34" charset="0"/>
              </a:defRPr>
            </a:lvl3pPr>
            <a:lvl4pPr marL="750956" indent="-191485">
              <a:lnSpc>
                <a:spcPct val="100000"/>
              </a:lnSpc>
              <a:buClr>
                <a:schemeClr val="bg2"/>
              </a:buClr>
              <a:buFont typeface="Arial" pitchFamily="34" charset="0"/>
              <a:buChar char="•"/>
              <a:defRPr>
                <a:latin typeface="Calisto MT" pitchFamily="18" charset="0"/>
                <a:cs typeface="Arial" pitchFamily="34" charset="0"/>
              </a:defRPr>
            </a:lvl4pPr>
            <a:lvl5pPr marL="724315" indent="-126547">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5899" tIns="47950" rIns="95899" bIns="47950" numCol="1" anchor="t" anchorCtr="0" compatLnSpc="1">
            <a:prstTxWarp prst="textNoShape">
              <a:avLst/>
            </a:prstTxWarp>
          </a:bodyPr>
          <a:lstStyle/>
          <a:p>
            <a:pPr defTabSz="975623" fontAlgn="auto">
              <a:spcBef>
                <a:spcPts val="0"/>
              </a:spcBef>
              <a:spcAft>
                <a:spcPts val="0"/>
              </a:spcAft>
            </a:pPr>
            <a:endParaRPr lang="en-US" sz="1696">
              <a:solidFill>
                <a:srgbClr val="FFFFFF"/>
              </a:solidFill>
              <a:latin typeface="Calibri"/>
            </a:endParaRPr>
          </a:p>
        </p:txBody>
      </p:sp>
      <p:sp>
        <p:nvSpPr>
          <p:cNvPr id="7" name="Rectangle 27"/>
          <p:cNvSpPr>
            <a:spLocks noGrp="1" noChangeArrowheads="1"/>
          </p:cNvSpPr>
          <p:nvPr>
            <p:ph type="sldNum" sz="quarter" idx="4"/>
          </p:nvPr>
        </p:nvSpPr>
        <p:spPr>
          <a:xfrm>
            <a:off x="8670716" y="7406689"/>
            <a:ext cx="975207" cy="251736"/>
          </a:xfrm>
          <a:prstGeom prst="rect">
            <a:avLst/>
          </a:prstGeom>
          <a:noFill/>
          <a:ln/>
        </p:spPr>
        <p:txBody>
          <a:bodyPr anchor="ctr" anchorCtr="0">
            <a:spAutoFit/>
          </a:bodyPr>
          <a:lstStyle>
            <a:lvl1pPr>
              <a:defRPr lang="en-US" sz="1036" cap="small" baseline="0" smtClean="0">
                <a:solidFill>
                  <a:schemeClr val="tx1"/>
                </a:solidFill>
                <a:latin typeface="Calisto MT" pitchFamily="18" charset="0"/>
              </a:defRPr>
            </a:lvl1pPr>
          </a:lstStyle>
          <a:p>
            <a:pPr defTabSz="975623"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975623"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07" baseline="0"/>
            </a:lvl1pPr>
          </a:lstStyle>
          <a:p>
            <a:pPr lvl="0"/>
            <a:endParaRPr lang="en-US" dirty="0" smtClean="0"/>
          </a:p>
        </p:txBody>
      </p:sp>
      <p:sp>
        <p:nvSpPr>
          <p:cNvPr id="6" name="Text Placeholder 8"/>
          <p:cNvSpPr>
            <a:spLocks noGrp="1"/>
          </p:cNvSpPr>
          <p:nvPr>
            <p:ph type="body" sz="quarter" idx="10" hasCustomPrompt="1"/>
          </p:nvPr>
        </p:nvSpPr>
        <p:spPr>
          <a:xfrm>
            <a:off x="187100" y="6985655"/>
            <a:ext cx="9629154" cy="222605"/>
          </a:xfrm>
        </p:spPr>
        <p:txBody>
          <a:bodyPr wrap="square" anchor="b" anchorCtr="0">
            <a:spAutoFit/>
          </a:bodyPr>
          <a:lstStyle>
            <a:lvl1pPr marL="0" indent="0">
              <a:buNone/>
              <a:defRPr sz="847"/>
            </a:lvl1pPr>
          </a:lstStyle>
          <a:p>
            <a:pPr lvl="0"/>
            <a:r>
              <a:rPr lang="en-US" dirty="0" smtClean="0"/>
              <a:t>Click to add footnote</a:t>
            </a:r>
            <a:endParaRPr lang="en-US" dirty="0"/>
          </a:p>
        </p:txBody>
      </p:sp>
    </p:spTree>
    <p:extLst>
      <p:ext uri="{BB962C8B-B14F-4D97-AF65-F5344CB8AC3E}">
        <p14:creationId xmlns:p14="http://schemas.microsoft.com/office/powerpoint/2010/main" val="2524172039"/>
      </p:ext>
    </p:extLst>
  </p:cSld>
  <p:clrMapOvr>
    <a:masterClrMapping/>
  </p:clrMapOvr>
  <p:transition>
    <p:fade/>
  </p:transition>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pPr defTabSz="1018824" fontAlgn="auto">
              <a:spcBef>
                <a:spcPts val="0"/>
              </a:spcBef>
              <a:spcAft>
                <a:spcPts val="0"/>
              </a:spcAft>
            </a:pPr>
            <a:endParaRPr lang="en-US" sz="2000" dirty="0">
              <a:solidFill>
                <a:srgbClr val="000000"/>
              </a:solidFill>
              <a:latin typeface="Calibri"/>
            </a:endParaRPr>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pPr defTabSz="1018824" fontAlgn="auto">
              <a:spcBef>
                <a:spcPts val="0"/>
              </a:spcBef>
              <a:spcAft>
                <a:spcPts val="0"/>
              </a:spcAft>
            </a:pPr>
            <a:endParaRPr lang="en-US" sz="2000" dirty="0">
              <a:solidFill>
                <a:srgbClr val="000000"/>
              </a:solidFill>
              <a:latin typeface="Calibri"/>
            </a:endParaRPr>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388438962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spTree>
    <p:extLst>
      <p:ext uri="{BB962C8B-B14F-4D97-AF65-F5344CB8AC3E}">
        <p14:creationId xmlns:p14="http://schemas.microsoft.com/office/powerpoint/2010/main" val="422931550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defTabSz="1018824" fontAlgn="auto">
              <a:spcBef>
                <a:spcPts val="0"/>
              </a:spcBef>
              <a:spcAft>
                <a:spcPts val="0"/>
              </a:spcAft>
            </a:pPr>
            <a:endParaRPr lang="en-US" sz="2000" dirty="0">
              <a:solidFill>
                <a:srgbClr val="FFFFFF"/>
              </a:solidFill>
            </a:endParaRPr>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63977453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defTabSz="1018824" fontAlgn="auto">
              <a:spcBef>
                <a:spcPts val="0"/>
              </a:spcBef>
              <a:spcAft>
                <a:spcPts val="0"/>
              </a:spcAft>
            </a:pPr>
            <a:endParaRPr lang="en-US" sz="2000" dirty="0">
              <a:solidFill>
                <a:srgbClr val="FFFFFF"/>
              </a:solidFill>
            </a:endParaRPr>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21772076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defTabSz="1018824" fontAlgn="auto">
              <a:spcBef>
                <a:spcPts val="0"/>
              </a:spcBef>
              <a:spcAft>
                <a:spcPts val="0"/>
              </a:spcAft>
            </a:pPr>
            <a:endParaRPr lang="en-US" sz="2000" dirty="0">
              <a:solidFill>
                <a:srgbClr val="FFFFFF"/>
              </a:solidFill>
            </a:endParaRPr>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32884271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29801602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146040236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00430601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2030932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defTabSz="1018824" fontAlgn="auto">
              <a:spcBef>
                <a:spcPts val="0"/>
              </a:spcBef>
              <a:spcAft>
                <a:spcPts val="0"/>
              </a:spcAft>
              <a:defRPr/>
            </a:pPr>
            <a:endParaRPr lang="en-US" sz="2000" dirty="0">
              <a:solidFill>
                <a:srgbClr val="000000"/>
              </a:solidFill>
              <a:latin typeface="Calibri"/>
            </a:endParaRPr>
          </a:p>
        </p:txBody>
      </p:sp>
    </p:spTree>
    <p:extLst>
      <p:ext uri="{BB962C8B-B14F-4D97-AF65-F5344CB8AC3E}">
        <p14:creationId xmlns:p14="http://schemas.microsoft.com/office/powerpoint/2010/main" val="35597470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71652458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59802461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03381405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defTabSz="1018824" fontAlgn="auto">
              <a:spcBef>
                <a:spcPts val="0"/>
              </a:spcBef>
              <a:spcAft>
                <a:spcPts val="0"/>
              </a:spcAft>
              <a:defRPr/>
            </a:pPr>
            <a:endParaRPr lang="en-US" sz="2000" dirty="0">
              <a:solidFill>
                <a:srgbClr val="000000"/>
              </a:solidFill>
              <a:latin typeface="Calibri"/>
            </a:endParaRPr>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96195670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defTabSz="1018824" fontAlgn="auto">
              <a:spcBef>
                <a:spcPts val="0"/>
              </a:spcBef>
              <a:spcAft>
                <a:spcPts val="0"/>
              </a:spcAft>
              <a:defRPr/>
            </a:pPr>
            <a:endParaRPr lang="en-US" sz="2000" dirty="0">
              <a:solidFill>
                <a:srgbClr val="000000"/>
              </a:solidFill>
              <a:latin typeface="Calibri"/>
            </a:endParaRPr>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78450009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83674045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719268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1.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4.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5.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6.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9.xml"/><Relationship Id="rId7" Type="http://schemas.openxmlformats.org/officeDocument/2006/relationships/image" Target="../media/image1.png"/><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heme" Target="../theme/theme14.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4.xml"/><Relationship Id="rId7" Type="http://schemas.openxmlformats.org/officeDocument/2006/relationships/image" Target="../media/image1.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15.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29.xml"/><Relationship Id="rId7" Type="http://schemas.openxmlformats.org/officeDocument/2006/relationships/image" Target="../media/image1.png"/><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theme" Target="../theme/theme16.xml"/><Relationship Id="rId5" Type="http://schemas.openxmlformats.org/officeDocument/2006/relationships/slideLayout" Target="../slideLayouts/slideLayout31.xml"/><Relationship Id="rId4" Type="http://schemas.openxmlformats.org/officeDocument/2006/relationships/slideLayout" Target="../slideLayouts/slideLayout30.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34.xml"/><Relationship Id="rId7" Type="http://schemas.openxmlformats.org/officeDocument/2006/relationships/image" Target="../media/image1.png"/><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theme" Target="../theme/theme17.xml"/><Relationship Id="rId5" Type="http://schemas.openxmlformats.org/officeDocument/2006/relationships/slideLayout" Target="../slideLayouts/slideLayout36.xml"/><Relationship Id="rId4" Type="http://schemas.openxmlformats.org/officeDocument/2006/relationships/slideLayout" Target="../slideLayouts/slideLayout35.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9.xml"/><Relationship Id="rId7" Type="http://schemas.openxmlformats.org/officeDocument/2006/relationships/theme" Target="../theme/theme1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s>
</file>

<file path=ppt/slideMasters/_rels/slideMaster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45.xml"/><Relationship Id="rId7" Type="http://schemas.openxmlformats.org/officeDocument/2006/relationships/theme" Target="../theme/theme19.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18" Type="http://schemas.openxmlformats.org/officeDocument/2006/relationships/theme" Target="../theme/theme20.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10" Type="http://schemas.openxmlformats.org/officeDocument/2006/relationships/slideLayout" Target="../slideLayouts/slideLayout58.xml"/><Relationship Id="rId19" Type="http://schemas.openxmlformats.org/officeDocument/2006/relationships/image" Target="../media/image7.emf"/><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4"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 id="2147483886" r:id="rId2"/>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683468"/>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365761"/>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92751"/>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436001"/>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defTabSz="1018824" fontAlgn="auto">
              <a:spcBef>
                <a:spcPts val="0"/>
              </a:spcBef>
              <a:spcAft>
                <a:spcPts val="0"/>
              </a:spcAft>
              <a:defRPr/>
            </a:pPr>
            <a:r>
              <a:rPr lang="en-US" sz="900" b="1" dirty="0" smtClean="0">
                <a:solidFill>
                  <a:srgbClr val="203353"/>
                </a:solidFill>
                <a:latin typeface="Calibri" pitchFamily="34" charset="0"/>
              </a:rPr>
              <a:t>PAGE </a:t>
            </a:r>
            <a:fld id="{54B17DE0-6D87-48AB-BBA0-9128AA86CC3B}" type="slidenum">
              <a:rPr lang="en-US" sz="900" b="1">
                <a:solidFill>
                  <a:srgbClr val="203353"/>
                </a:solidFill>
                <a:latin typeface="Calibri" pitchFamily="34" charset="0"/>
              </a:rPr>
              <a:pPr defTabSz="1018824" fontAlgn="auto">
                <a:spcBef>
                  <a:spcPts val="0"/>
                </a:spcBef>
                <a:spcAft>
                  <a:spcPts val="0"/>
                </a:spcAft>
                <a:defRPr/>
              </a:pPr>
              <a:t>‹#›</a:t>
            </a:fld>
            <a:endParaRPr lang="en-US" sz="900" b="1" dirty="0">
              <a:solidFill>
                <a:srgbClr val="203353"/>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19"/>
          <a:stretch>
            <a:fillRect/>
          </a:stretch>
        </p:blipFill>
        <p:spPr>
          <a:xfrm>
            <a:off x="283529" y="320040"/>
            <a:ext cx="2478795" cy="457200"/>
          </a:xfrm>
          <a:prstGeom prst="rect">
            <a:avLst/>
          </a:prstGeom>
        </p:spPr>
      </p:pic>
    </p:spTree>
    <p:extLst>
      <p:ext uri="{BB962C8B-B14F-4D97-AF65-F5344CB8AC3E}">
        <p14:creationId xmlns:p14="http://schemas.microsoft.com/office/powerpoint/2010/main" val="584685491"/>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321171" y="6084608"/>
            <a:ext cx="6370526"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Understanding Swap Spreads</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November 2015</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DEFINITIONS AND KEY CONCEPTS</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b="0" dirty="0" smtClean="0">
                <a:solidFill>
                  <a:schemeClr val="tx1"/>
                </a:solidFill>
                <a:latin typeface="+mn-lt"/>
              </a:rPr>
              <a:t>Swaps and bonds have the same type of market risk. They differ markedly in terms of liquidity and credit risk.</a:t>
            </a:r>
          </a:p>
          <a:p>
            <a:pPr algn="l">
              <a:lnSpc>
                <a:spcPct val="100000"/>
              </a:lnSpc>
              <a:spcBef>
                <a:spcPts val="0"/>
              </a:spcBef>
            </a:pPr>
            <a:endParaRPr lang="en-US" sz="1200" dirty="0"/>
          </a:p>
          <a:p>
            <a:pPr algn="l">
              <a:lnSpc>
                <a:spcPct val="100000"/>
              </a:lnSpc>
              <a:spcBef>
                <a:spcPts val="0"/>
              </a:spcBef>
            </a:pPr>
            <a:r>
              <a:rPr lang="en-US" sz="1200" b="0" dirty="0" smtClean="0">
                <a:solidFill>
                  <a:schemeClr val="tx1"/>
                </a:solidFill>
                <a:latin typeface="+mn-lt"/>
              </a:rPr>
              <a:t>Swaps contain the credit risk embedded in the LIBOR index on the floating leg and, potentially, counterparty default risk.</a:t>
            </a:r>
          </a:p>
          <a:p>
            <a:pPr algn="l">
              <a:lnSpc>
                <a:spcPct val="100000"/>
              </a:lnSpc>
              <a:spcBef>
                <a:spcPts val="0"/>
              </a:spcBef>
            </a:pPr>
            <a:endParaRPr lang="en-US" sz="1200" dirty="0"/>
          </a:p>
          <a:p>
            <a:pPr algn="l">
              <a:lnSpc>
                <a:spcPct val="100000"/>
              </a:lnSpc>
              <a:spcBef>
                <a:spcPts val="0"/>
              </a:spcBef>
            </a:pPr>
            <a:r>
              <a:rPr lang="en-US" sz="1200" b="0" dirty="0" smtClean="0">
                <a:solidFill>
                  <a:schemeClr val="tx1"/>
                </a:solidFill>
                <a:latin typeface="+mn-lt"/>
              </a:rPr>
              <a:t>Liquidity has separate drivers in the Swap and Treasury markets. Moreover, Treasuries perform a collection of unique functions in financial markets that give them a status very close to cash. </a:t>
            </a:r>
          </a:p>
        </p:txBody>
      </p:sp>
      <p:sp>
        <p:nvSpPr>
          <p:cNvPr id="7" name="Rectangle 6"/>
          <p:cNvSpPr/>
          <p:nvPr/>
        </p:nvSpPr>
        <p:spPr>
          <a:xfrm>
            <a:off x="2903220" y="1420595"/>
            <a:ext cx="6629400" cy="82295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2903220" y="1420594"/>
            <a:ext cx="6629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903220" y="1066800"/>
            <a:ext cx="6629400" cy="338554"/>
          </a:xfrm>
          <a:prstGeom prst="rect">
            <a:avLst/>
          </a:prstGeom>
          <a:noFill/>
        </p:spPr>
        <p:txBody>
          <a:bodyPr wrap="square" rtlCol="0">
            <a:spAutoFit/>
          </a:bodyPr>
          <a:lstStyle/>
          <a:p>
            <a:r>
              <a:rPr lang="en-US" sz="1600" b="1" dirty="0" smtClean="0">
                <a:solidFill>
                  <a:schemeClr val="accent1"/>
                </a:solidFill>
                <a:latin typeface="Calibri" panose="020F0502020204030204" pitchFamily="34" charset="0"/>
              </a:rPr>
              <a:t>Swap Spreads</a:t>
            </a:r>
            <a:endParaRPr lang="en-US" sz="1600" b="1" dirty="0">
              <a:solidFill>
                <a:schemeClr val="accent1"/>
              </a:solidFill>
              <a:latin typeface="Calibri" panose="020F0502020204030204" pitchFamily="34" charset="0"/>
            </a:endParaRPr>
          </a:p>
        </p:txBody>
      </p:sp>
      <p:sp>
        <p:nvSpPr>
          <p:cNvPr id="14" name="TextBox 13"/>
          <p:cNvSpPr txBox="1"/>
          <p:nvPr/>
        </p:nvSpPr>
        <p:spPr>
          <a:xfrm>
            <a:off x="2903220" y="1420594"/>
            <a:ext cx="6629400" cy="523220"/>
          </a:xfrm>
          <a:prstGeom prst="rect">
            <a:avLst/>
          </a:prstGeom>
          <a:noFill/>
        </p:spPr>
        <p:txBody>
          <a:bodyPr wrap="square" rtlCol="0">
            <a:spAutoFit/>
          </a:bodyPr>
          <a:lstStyle/>
          <a:p>
            <a:r>
              <a:rPr lang="en-US" sz="1400" dirty="0" smtClean="0">
                <a:latin typeface="Calibri" panose="020F0502020204030204" pitchFamily="34" charset="0"/>
              </a:rPr>
              <a:t>The difference between the yield of an interest rate swap and the yield on a Treasury of the same maturity</a:t>
            </a:r>
          </a:p>
        </p:txBody>
      </p:sp>
      <p:sp>
        <p:nvSpPr>
          <p:cNvPr id="26" name="Rectangle 25"/>
          <p:cNvSpPr/>
          <p:nvPr/>
        </p:nvSpPr>
        <p:spPr>
          <a:xfrm>
            <a:off x="2903220" y="2748344"/>
            <a:ext cx="6629400" cy="304860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Counterparty Default Risk: </a:t>
            </a:r>
            <a:r>
              <a:rPr lang="en-US" sz="1400" dirty="0" smtClean="0">
                <a:solidFill>
                  <a:schemeClr val="tx1"/>
                </a:solidFill>
                <a:latin typeface="Calibri" panose="020F0502020204030204" pitchFamily="34" charset="0"/>
              </a:rPr>
              <a:t>Considered to be minimal because of credit risk-mitigation (mark-to-market, collateralization, termination options for long-dated swaps). However, as the Lehman bankruptcy demonstrated, re-establishing positions previously held with a now defaulted counterparty may be expensive, esp. if the counterparty is a significant market participant.</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Liquidity </a:t>
            </a:r>
            <a:r>
              <a:rPr lang="en-US" sz="1400" b="1" dirty="0" smtClean="0">
                <a:solidFill>
                  <a:schemeClr val="tx1"/>
                </a:solidFill>
                <a:latin typeface="Calibri" panose="020F0502020204030204" pitchFamily="34" charset="0"/>
              </a:rPr>
              <a:t>Risk: </a:t>
            </a:r>
            <a:r>
              <a:rPr lang="en-US" sz="1400" dirty="0" smtClean="0">
                <a:solidFill>
                  <a:schemeClr val="tx1"/>
                </a:solidFill>
                <a:latin typeface="Calibri" panose="020F0502020204030204" pitchFamily="34" charset="0"/>
              </a:rPr>
              <a:t>Treasuries are preferred instruments, Treasuries offer access to cheap repo (usually)</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Credit Risk: </a:t>
            </a:r>
            <a:r>
              <a:rPr lang="en-US" sz="1400" dirty="0" smtClean="0">
                <a:solidFill>
                  <a:schemeClr val="tx1"/>
                </a:solidFill>
                <a:latin typeface="Calibri" panose="020F0502020204030204" pitchFamily="34" charset="0"/>
              </a:rPr>
              <a:t>The credit spread in swap rates originates from the stream of LIBOR-indexed payments on the floating leg. LIBOR itself is a short-term and default-risk-embedded interbank lending rate. There is no idiosyncratic risk associated with a swap (unlike a bond) and swap spreads serve as a gauge of systemic risk.</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Funding Risk: </a:t>
            </a:r>
            <a:r>
              <a:rPr lang="en-US" sz="1400" dirty="0" smtClean="0">
                <a:solidFill>
                  <a:schemeClr val="tx1"/>
                </a:solidFill>
                <a:latin typeface="Calibri" panose="020F0502020204030204" pitchFamily="34" charset="0"/>
              </a:rPr>
              <a:t>Availability of repo, stability of repo haircuts, repo “specialness,” ability to rollover repo</a:t>
            </a:r>
            <a:endParaRPr lang="en-US" sz="1400" b="1" dirty="0">
              <a:solidFill>
                <a:schemeClr val="tx1"/>
              </a:solidFill>
              <a:latin typeface="Calibri" panose="020F0502020204030204" pitchFamily="34" charset="0"/>
            </a:endParaRPr>
          </a:p>
        </p:txBody>
      </p:sp>
      <p:cxnSp>
        <p:nvCxnSpPr>
          <p:cNvPr id="27" name="Straight Connector 26"/>
          <p:cNvCxnSpPr/>
          <p:nvPr/>
        </p:nvCxnSpPr>
        <p:spPr>
          <a:xfrm>
            <a:off x="2903220" y="2746631"/>
            <a:ext cx="662940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903220" y="2363230"/>
            <a:ext cx="6629400" cy="338554"/>
          </a:xfrm>
          <a:prstGeom prst="rect">
            <a:avLst/>
          </a:prstGeom>
          <a:noFill/>
        </p:spPr>
        <p:txBody>
          <a:bodyPr wrap="square" rtlCol="0">
            <a:spAutoFit/>
          </a:bodyPr>
          <a:lstStyle/>
          <a:p>
            <a:r>
              <a:rPr lang="en-US" sz="1600" b="1" dirty="0" smtClean="0">
                <a:solidFill>
                  <a:schemeClr val="accent2">
                    <a:lumMod val="75000"/>
                  </a:schemeClr>
                </a:solidFill>
                <a:latin typeface="Calibri" panose="020F0502020204030204" pitchFamily="34" charset="0"/>
              </a:rPr>
              <a:t>Components of a Swap Spread</a:t>
            </a:r>
            <a:endParaRPr lang="en-US" sz="1600" b="1" dirty="0">
              <a:solidFill>
                <a:schemeClr val="accent2">
                  <a:lumMod val="75000"/>
                </a:schemeClr>
              </a:solidFill>
              <a:latin typeface="Calibri" panose="020F0502020204030204" pitchFamily="34" charset="0"/>
            </a:endParaRPr>
          </a:p>
        </p:txBody>
      </p:sp>
    </p:spTree>
    <p:extLst>
      <p:ext uri="{BB962C8B-B14F-4D97-AF65-F5344CB8AC3E}">
        <p14:creationId xmlns:p14="http://schemas.microsoft.com/office/powerpoint/2010/main" val="18963433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p:cNvSpPr/>
          <p:nvPr/>
        </p:nvSpPr>
        <p:spPr>
          <a:xfrm>
            <a:off x="4031673" y="5547905"/>
            <a:ext cx="3810000" cy="84294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dirty="0" smtClean="0">
              <a:solidFill>
                <a:schemeClr val="tx1"/>
              </a:solidFill>
            </a:endParaRPr>
          </a:p>
        </p:txBody>
      </p:sp>
      <p:sp>
        <p:nvSpPr>
          <p:cNvPr id="2" name="Title 1"/>
          <p:cNvSpPr>
            <a:spLocks noGrp="1"/>
          </p:cNvSpPr>
          <p:nvPr>
            <p:ph type="title"/>
          </p:nvPr>
        </p:nvSpPr>
        <p:spPr/>
        <p:txBody>
          <a:bodyPr/>
          <a:lstStyle/>
          <a:p>
            <a:r>
              <a:rPr lang="en-US" dirty="0" smtClean="0"/>
              <a:t>DETERMINANTS OF THE SWAP SPREAD: THEORY</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dirty="0" smtClean="0"/>
              <a:t>The theoretical calculation for swap spreads demonstrates that the fair value of the swap spread is a direct function of expectations of the future spread between 6-month LIBOR and 6-month repo.</a:t>
            </a:r>
          </a:p>
          <a:p>
            <a:pPr algn="l">
              <a:lnSpc>
                <a:spcPct val="100000"/>
              </a:lnSpc>
              <a:spcBef>
                <a:spcPts val="0"/>
              </a:spcBef>
            </a:pPr>
            <a:endParaRPr lang="en-US" sz="1200" b="0" dirty="0">
              <a:solidFill>
                <a:schemeClr val="tx1"/>
              </a:solidFill>
            </a:endParaRPr>
          </a:p>
          <a:p>
            <a:pPr algn="l">
              <a:lnSpc>
                <a:spcPct val="100000"/>
              </a:lnSpc>
              <a:spcBef>
                <a:spcPts val="0"/>
              </a:spcBef>
            </a:pPr>
            <a:r>
              <a:rPr lang="en-US" sz="1200" dirty="0" smtClean="0"/>
              <a:t>Assumptions:</a:t>
            </a:r>
          </a:p>
          <a:p>
            <a:pPr marL="228600" indent="-228600" algn="l">
              <a:lnSpc>
                <a:spcPct val="100000"/>
              </a:lnSpc>
              <a:spcBef>
                <a:spcPts val="0"/>
              </a:spcBef>
              <a:buAutoNum type="arabicParenBoth"/>
            </a:pPr>
            <a:r>
              <a:rPr lang="en-US" sz="1200" b="0" dirty="0" smtClean="0">
                <a:solidFill>
                  <a:schemeClr val="tx1"/>
                </a:solidFill>
              </a:rPr>
              <a:t>It costs nothing to short a bond – in practice, bonds can go “special” in the repo market.</a:t>
            </a:r>
          </a:p>
          <a:p>
            <a:pPr marL="228600" indent="-228600" algn="l">
              <a:lnSpc>
                <a:spcPct val="100000"/>
              </a:lnSpc>
              <a:spcBef>
                <a:spcPts val="0"/>
              </a:spcBef>
              <a:buAutoNum type="arabicParenBoth"/>
            </a:pPr>
            <a:r>
              <a:rPr lang="en-US" sz="1200" dirty="0" smtClean="0"/>
              <a:t>There is no counterparty default risk in the swap (this allows us to use the risk-free yield to discount the fixed cash flows)</a:t>
            </a:r>
          </a:p>
          <a:p>
            <a:pPr marL="228600" indent="-228600" algn="l">
              <a:lnSpc>
                <a:spcPct val="100000"/>
              </a:lnSpc>
              <a:spcBef>
                <a:spcPts val="0"/>
              </a:spcBef>
              <a:buAutoNum type="arabicParenBoth"/>
            </a:pPr>
            <a:endParaRPr lang="en-US" sz="12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mc:AlternateContent xmlns:mc="http://schemas.openxmlformats.org/markup-compatibility/2006" xmlns:a14="http://schemas.microsoft.com/office/drawing/2010/main">
        <mc:Choice Requires="a14">
          <p:sp>
            <p:nvSpPr>
              <p:cNvPr id="3" name="TextBox 2"/>
              <p:cNvSpPr txBox="1"/>
              <p:nvPr/>
            </p:nvSpPr>
            <p:spPr>
              <a:xfrm>
                <a:off x="4754096" y="2973647"/>
                <a:ext cx="1925462" cy="44416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b="0" i="1" smtClean="0">
                              <a:latin typeface="Cambria Math"/>
                            </a:rPr>
                          </m:ctrlPr>
                        </m:dPr>
                        <m:e>
                          <m:f>
                            <m:fPr>
                              <m:ctrlPr>
                                <a:rPr lang="en-US" sz="1200" i="1">
                                  <a:latin typeface="Cambria Math"/>
                                </a:rPr>
                              </m:ctrlPr>
                            </m:fPr>
                            <m:num>
                              <m:r>
                                <a:rPr lang="en-US" sz="1200" i="1">
                                  <a:latin typeface="Cambria Math"/>
                                </a:rPr>
                                <m:t>𝑅</m:t>
                              </m:r>
                              <m:r>
                                <a:rPr lang="en-US" sz="1200" i="1">
                                  <a:latin typeface="Cambria Math"/>
                                </a:rPr>
                                <m:t>−</m:t>
                              </m:r>
                              <m:r>
                                <a:rPr lang="en-US" sz="1200" i="1">
                                  <a:latin typeface="Cambria Math"/>
                                </a:rPr>
                                <m:t>𝑌</m:t>
                              </m:r>
                            </m:num>
                            <m:den>
                              <m:r>
                                <a:rPr lang="en-US" sz="1200" i="1">
                                  <a:latin typeface="Cambria Math"/>
                                </a:rPr>
                                <m:t>2</m:t>
                              </m:r>
                            </m:den>
                          </m:f>
                          <m:r>
                            <a:rPr lang="en-US" sz="1200" i="1">
                              <a:latin typeface="Cambria Math"/>
                            </a:rPr>
                            <m:t>−</m:t>
                          </m:r>
                          <m:f>
                            <m:fPr>
                              <m:ctrlPr>
                                <a:rPr lang="en-US" sz="1200" i="1">
                                  <a:latin typeface="Cambria Math"/>
                                </a:rPr>
                              </m:ctrlPr>
                            </m:fPr>
                            <m:num>
                              <m:sSub>
                                <m:sSubPr>
                                  <m:ctrlPr>
                                    <a:rPr lang="en-US" sz="1200" i="1">
                                      <a:latin typeface="Cambria Math"/>
                                    </a:rPr>
                                  </m:ctrlPr>
                                </m:sSubPr>
                                <m:e>
                                  <m:r>
                                    <a:rPr lang="en-US" sz="1200" i="1">
                                      <a:latin typeface="Cambria Math"/>
                                    </a:rPr>
                                    <m:t>𝐿𝐼𝐵</m:t>
                                  </m:r>
                                </m:e>
                                <m:sub>
                                  <m:r>
                                    <a:rPr lang="en-US" sz="1200" i="1">
                                      <a:latin typeface="Cambria Math"/>
                                    </a:rPr>
                                    <m:t>6</m:t>
                                  </m:r>
                                </m:sub>
                              </m:sSub>
                              <m:r>
                                <a:rPr lang="en-US" sz="1200" i="1">
                                  <a:latin typeface="Cambria Math"/>
                                </a:rPr>
                                <m:t>−</m:t>
                              </m:r>
                              <m:sSub>
                                <m:sSubPr>
                                  <m:ctrlPr>
                                    <a:rPr lang="en-US" sz="1200" i="1">
                                      <a:latin typeface="Cambria Math"/>
                                    </a:rPr>
                                  </m:ctrlPr>
                                </m:sSubPr>
                                <m:e>
                                  <m:r>
                                    <a:rPr lang="en-US" sz="1200" i="1">
                                      <a:latin typeface="Cambria Math"/>
                                    </a:rPr>
                                    <m:t>𝐺𝐶</m:t>
                                  </m:r>
                                </m:e>
                                <m:sub>
                                  <m:r>
                                    <a:rPr lang="en-US" sz="1200" i="1">
                                      <a:latin typeface="Cambria Math"/>
                                    </a:rPr>
                                    <m:t>6</m:t>
                                  </m:r>
                                </m:sub>
                              </m:sSub>
                            </m:num>
                            <m:den>
                              <m:r>
                                <a:rPr lang="en-US" sz="1200" i="1">
                                  <a:latin typeface="Cambria Math"/>
                                </a:rPr>
                                <m:t>2</m:t>
                              </m:r>
                            </m:den>
                          </m:f>
                        </m:e>
                      </m:d>
                      <m:r>
                        <a:rPr lang="en-US" sz="1200" b="0" i="1" smtClean="0">
                          <a:latin typeface="Cambria Math"/>
                          <a:ea typeface="Cambria Math"/>
                        </a:rPr>
                        <m:t>×</m:t>
                      </m:r>
                      <m:r>
                        <a:rPr lang="en-US" sz="1200" b="0" i="1" smtClean="0">
                          <a:latin typeface="Cambria Math"/>
                          <a:ea typeface="Cambria Math"/>
                        </a:rPr>
                        <m:t>𝑋</m:t>
                      </m:r>
                    </m:oMath>
                  </m:oMathPara>
                </a14:m>
                <a:endParaRPr lang="en-US" sz="1200" dirty="0"/>
              </a:p>
            </p:txBody>
          </p:sp>
        </mc:Choice>
        <mc:Fallback xmlns="">
          <p:sp>
            <p:nvSpPr>
              <p:cNvPr id="3" name="TextBox 2"/>
              <p:cNvSpPr txBox="1">
                <a:spLocks noRot="1" noChangeAspect="1" noMove="1" noResize="1" noEditPoints="1" noAdjustHandles="1" noChangeArrowheads="1" noChangeShapeType="1" noTextEdit="1"/>
              </p:cNvSpPr>
              <p:nvPr/>
            </p:nvSpPr>
            <p:spPr>
              <a:xfrm>
                <a:off x="4754096" y="2973647"/>
                <a:ext cx="1925462" cy="444161"/>
              </a:xfrm>
              <a:prstGeom prst="rect">
                <a:avLst/>
              </a:prstGeom>
              <a:blipFill rotWithShape="1">
                <a:blip r:embed="rId3"/>
                <a:stretch>
                  <a:fillRect/>
                </a:stretch>
              </a:blipFill>
            </p:spPr>
            <p:txBody>
              <a:bodyPr/>
              <a:lstStyle/>
              <a:p>
                <a:r>
                  <a:rPr lang="en-US">
                    <a:noFill/>
                  </a:rPr>
                  <a:t> </a:t>
                </a:r>
              </a:p>
            </p:txBody>
          </p:sp>
        </mc:Fallback>
      </mc:AlternateContent>
      <p:sp>
        <p:nvSpPr>
          <p:cNvPr id="9" name="TextBox 8"/>
          <p:cNvSpPr txBox="1"/>
          <p:nvPr/>
        </p:nvSpPr>
        <p:spPr>
          <a:xfrm>
            <a:off x="2895600" y="1185584"/>
            <a:ext cx="6096000" cy="307777"/>
          </a:xfrm>
          <a:prstGeom prst="rect">
            <a:avLst/>
          </a:prstGeom>
          <a:noFill/>
        </p:spPr>
        <p:txBody>
          <a:bodyPr wrap="square" rtlCol="0">
            <a:spAutoFit/>
          </a:bodyPr>
          <a:lstStyle/>
          <a:p>
            <a:pPr lvl="0"/>
            <a:r>
              <a:rPr lang="en-US" sz="1400" b="1" dirty="0">
                <a:latin typeface="+mn-lt"/>
              </a:rPr>
              <a:t>S</a:t>
            </a:r>
            <a:r>
              <a:rPr lang="en-US" sz="1400" b="1" dirty="0" smtClean="0">
                <a:latin typeface="+mn-lt"/>
              </a:rPr>
              <a:t>tylized trade</a:t>
            </a:r>
            <a:endParaRPr lang="en-US" sz="1400" b="1" dirty="0">
              <a:latin typeface="+mn-lt"/>
            </a:endParaRPr>
          </a:p>
        </p:txBody>
      </p:sp>
      <p:sp>
        <p:nvSpPr>
          <p:cNvPr id="10" name="TextBox 9"/>
          <p:cNvSpPr txBox="1"/>
          <p:nvPr/>
        </p:nvSpPr>
        <p:spPr>
          <a:xfrm>
            <a:off x="2895600" y="1552866"/>
            <a:ext cx="6400800" cy="954107"/>
          </a:xfrm>
          <a:prstGeom prst="rect">
            <a:avLst/>
          </a:prstGeom>
          <a:noFill/>
        </p:spPr>
        <p:txBody>
          <a:bodyPr wrap="square" rtlCol="0">
            <a:spAutoFit/>
          </a:bodyPr>
          <a:lstStyle/>
          <a:p>
            <a:pPr marL="285750" lvl="0" indent="-285750">
              <a:buFont typeface="Arial" panose="020B0604020202020204" pitchFamily="34" charset="0"/>
              <a:buChar char="•"/>
            </a:pPr>
            <a:r>
              <a:rPr lang="en-US" sz="1400" dirty="0" smtClean="0">
                <a:latin typeface="+mn-lt"/>
              </a:rPr>
              <a:t>Short</a:t>
            </a:r>
            <a:r>
              <a:rPr lang="en-US" sz="1400" dirty="0" smtClean="0"/>
              <a:t> $X of 10-year government bond at par and yielding Y</a:t>
            </a:r>
          </a:p>
          <a:p>
            <a:pPr marL="285750" lvl="0" indent="-285750">
              <a:buFont typeface="Arial" panose="020B0604020202020204" pitchFamily="34" charset="0"/>
              <a:buChar char="•"/>
            </a:pPr>
            <a:r>
              <a:rPr lang="en-US" sz="1400" dirty="0" smtClean="0"/>
              <a:t>Invest the proceeds in 6m GC repo and roll over at each 6m over 10 years</a:t>
            </a:r>
          </a:p>
          <a:p>
            <a:pPr marL="285750" lvl="0" indent="-285750">
              <a:buFont typeface="Arial" panose="020B0604020202020204" pitchFamily="34" charset="0"/>
              <a:buChar char="•"/>
            </a:pPr>
            <a:r>
              <a:rPr lang="en-US" sz="1400" dirty="0" smtClean="0"/>
              <a:t>Simultaneously enter a 10-year swap contract to receive fixed/pay 6m LIBOR at current swap rate R on an $X mm notional principal</a:t>
            </a:r>
            <a:endParaRPr lang="en-US" sz="1400" dirty="0"/>
          </a:p>
        </p:txBody>
      </p:sp>
      <p:sp>
        <p:nvSpPr>
          <p:cNvPr id="11" name="TextBox 10"/>
          <p:cNvSpPr txBox="1"/>
          <p:nvPr/>
        </p:nvSpPr>
        <p:spPr>
          <a:xfrm>
            <a:off x="2895600" y="2622461"/>
            <a:ext cx="6096000" cy="307777"/>
          </a:xfrm>
          <a:prstGeom prst="rect">
            <a:avLst/>
          </a:prstGeom>
          <a:noFill/>
        </p:spPr>
        <p:txBody>
          <a:bodyPr wrap="square" rtlCol="0">
            <a:spAutoFit/>
          </a:bodyPr>
          <a:lstStyle/>
          <a:p>
            <a:pPr lvl="0"/>
            <a:r>
              <a:rPr lang="en-US" sz="1400" b="1" dirty="0" smtClean="0">
                <a:latin typeface="+mn-lt"/>
              </a:rPr>
              <a:t>Semi-annual cash-flows for trade </a:t>
            </a:r>
            <a:r>
              <a:rPr lang="en-US" sz="1400" dirty="0" smtClean="0">
                <a:latin typeface="+mn-lt"/>
              </a:rPr>
              <a:t>(over 10 year life of the bond)</a:t>
            </a:r>
            <a:endParaRPr lang="en-US" sz="1400" dirty="0">
              <a:latin typeface="+mn-lt"/>
            </a:endParaRPr>
          </a:p>
        </p:txBody>
      </p:sp>
      <mc:AlternateContent xmlns:mc="http://schemas.openxmlformats.org/markup-compatibility/2006" xmlns:a14="http://schemas.microsoft.com/office/drawing/2010/main">
        <mc:Choice Requires="a14">
          <p:sp>
            <p:nvSpPr>
              <p:cNvPr id="13" name="TextBox 12"/>
              <p:cNvSpPr txBox="1"/>
              <p:nvPr/>
            </p:nvSpPr>
            <p:spPr>
              <a:xfrm>
                <a:off x="4270854" y="3953253"/>
                <a:ext cx="2891946" cy="6919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ctrlPr>
                            <a:rPr lang="en-US" sz="1200" i="1" smtClean="0">
                              <a:latin typeface="Cambria Math"/>
                            </a:rPr>
                          </m:ctrlPr>
                        </m:naryPr>
                        <m:sub>
                          <m:r>
                            <m:rPr>
                              <m:brk m:alnAt="23"/>
                            </m:rPr>
                            <a:rPr lang="en-US" sz="1200" b="0" i="1" smtClean="0">
                              <a:latin typeface="Cambria Math"/>
                            </a:rPr>
                            <m:t>𝑖</m:t>
                          </m:r>
                          <m:r>
                            <a:rPr lang="en-US" sz="1200" b="0" i="1" smtClean="0">
                              <a:latin typeface="Cambria Math"/>
                            </a:rPr>
                            <m:t>=1</m:t>
                          </m:r>
                        </m:sub>
                        <m:sup>
                          <m:r>
                            <a:rPr lang="en-US" sz="1200" b="0" i="1" smtClean="0">
                              <a:latin typeface="Cambria Math"/>
                            </a:rPr>
                            <m:t>20</m:t>
                          </m:r>
                        </m:sup>
                        <m:e>
                          <m:f>
                            <m:fPr>
                              <m:ctrlPr>
                                <a:rPr lang="en-US" sz="1200" i="1" smtClean="0">
                                  <a:latin typeface="Cambria Math"/>
                                </a:rPr>
                              </m:ctrlPr>
                            </m:fPr>
                            <m:num>
                              <m:d>
                                <m:dPr>
                                  <m:ctrlPr>
                                    <a:rPr lang="en-US" sz="1200" i="1" smtClean="0">
                                      <a:latin typeface="Cambria Math"/>
                                    </a:rPr>
                                  </m:ctrlPr>
                                </m:dPr>
                                <m:e>
                                  <m:r>
                                    <a:rPr lang="en-US" sz="1200" b="0" i="1" smtClean="0">
                                      <a:latin typeface="Cambria Math"/>
                                    </a:rPr>
                                    <m:t>𝑅</m:t>
                                  </m:r>
                                  <m:r>
                                    <a:rPr lang="en-US" sz="1200" b="0" i="1" smtClean="0">
                                      <a:latin typeface="Cambria Math"/>
                                    </a:rPr>
                                    <m:t>−</m:t>
                                  </m:r>
                                  <m:r>
                                    <a:rPr lang="en-US" sz="1200" b="0" i="1" smtClean="0">
                                      <a:latin typeface="Cambria Math"/>
                                    </a:rPr>
                                    <m:t>𝑌</m:t>
                                  </m:r>
                                </m:e>
                              </m:d>
                              <m:r>
                                <a:rPr lang="en-US" sz="1200" b="0" i="1" smtClean="0">
                                  <a:latin typeface="Cambria Math"/>
                                </a:rPr>
                                <m:t>𝑋</m:t>
                              </m:r>
                              <m:r>
                                <a:rPr lang="en-US" sz="1200" b="0" i="1" smtClean="0">
                                  <a:latin typeface="Cambria Math"/>
                                </a:rPr>
                                <m:t>/2</m:t>
                              </m:r>
                            </m:num>
                            <m:den>
                              <m:sSup>
                                <m:sSupPr>
                                  <m:ctrlPr>
                                    <a:rPr lang="en-US" sz="1200" i="1" smtClean="0">
                                      <a:latin typeface="Cambria Math"/>
                                    </a:rPr>
                                  </m:ctrlPr>
                                </m:sSupPr>
                                <m:e>
                                  <m:d>
                                    <m:dPr>
                                      <m:ctrlPr>
                                        <a:rPr lang="en-US" sz="1200" i="1">
                                          <a:latin typeface="Cambria Math"/>
                                        </a:rPr>
                                      </m:ctrlPr>
                                    </m:dPr>
                                    <m:e>
                                      <m:r>
                                        <a:rPr lang="en-US" sz="1200" i="1">
                                          <a:latin typeface="Cambria Math"/>
                                        </a:rPr>
                                        <m:t>1+</m:t>
                                      </m:r>
                                      <m:f>
                                        <m:fPr>
                                          <m:ctrlPr>
                                            <a:rPr lang="en-US" sz="1200" i="1">
                                              <a:latin typeface="Cambria Math"/>
                                            </a:rPr>
                                          </m:ctrlPr>
                                        </m:fPr>
                                        <m:num>
                                          <m:sSub>
                                            <m:sSubPr>
                                              <m:ctrlPr>
                                                <a:rPr lang="en-US" sz="1200" i="1">
                                                  <a:latin typeface="Cambria Math"/>
                                                </a:rPr>
                                              </m:ctrlPr>
                                            </m:sSubPr>
                                            <m:e>
                                              <m:r>
                                                <a:rPr lang="en-US" sz="1200" i="1">
                                                  <a:latin typeface="Cambria Math"/>
                                                </a:rPr>
                                                <m:t>𝑟</m:t>
                                              </m:r>
                                            </m:e>
                                            <m:sub>
                                              <m:r>
                                                <a:rPr lang="en-US" sz="1200" i="1">
                                                  <a:latin typeface="Cambria Math"/>
                                                </a:rPr>
                                                <m:t>𝑖</m:t>
                                              </m:r>
                                            </m:sub>
                                          </m:sSub>
                                        </m:num>
                                        <m:den>
                                          <m:r>
                                            <a:rPr lang="en-US" sz="1200" i="1">
                                              <a:latin typeface="Cambria Math"/>
                                            </a:rPr>
                                            <m:t>2</m:t>
                                          </m:r>
                                        </m:den>
                                      </m:f>
                                    </m:e>
                                  </m:d>
                                </m:e>
                                <m:sup>
                                  <m:r>
                                    <a:rPr lang="en-US" sz="1200" b="0" i="1" smtClean="0">
                                      <a:latin typeface="Cambria Math"/>
                                    </a:rPr>
                                    <m:t>𝑖</m:t>
                                  </m:r>
                                </m:sup>
                              </m:sSup>
                            </m:den>
                          </m:f>
                        </m:e>
                      </m:nary>
                      <m:r>
                        <a:rPr lang="en-US" sz="1200" b="0" i="1" smtClean="0">
                          <a:latin typeface="Cambria Math"/>
                        </a:rPr>
                        <m:t>−</m:t>
                      </m:r>
                      <m:r>
                        <a:rPr lang="en-US" sz="1200" b="0" i="1" smtClean="0">
                          <a:latin typeface="Cambria Math"/>
                          <a:ea typeface="Cambria Math"/>
                        </a:rPr>
                        <m:t>𝔼</m:t>
                      </m:r>
                      <m:nary>
                        <m:naryPr>
                          <m:chr m:val="∑"/>
                          <m:ctrlPr>
                            <a:rPr lang="en-US" sz="1200" b="0" i="1" smtClean="0">
                              <a:latin typeface="Cambria Math"/>
                              <a:ea typeface="Cambria Math"/>
                            </a:rPr>
                          </m:ctrlPr>
                        </m:naryPr>
                        <m:sub>
                          <m:r>
                            <m:rPr>
                              <m:brk m:alnAt="23"/>
                            </m:rPr>
                            <a:rPr lang="en-US" sz="1200" b="0" i="1" smtClean="0">
                              <a:latin typeface="Cambria Math"/>
                              <a:ea typeface="Cambria Math"/>
                            </a:rPr>
                            <m:t>𝑖</m:t>
                          </m:r>
                          <m:r>
                            <a:rPr lang="en-US" sz="1200" b="0" i="1" smtClean="0">
                              <a:latin typeface="Cambria Math"/>
                              <a:ea typeface="Cambria Math"/>
                            </a:rPr>
                            <m:t>=1</m:t>
                          </m:r>
                        </m:sub>
                        <m:sup>
                          <m:r>
                            <a:rPr lang="en-US" sz="1200" b="0" i="1" smtClean="0">
                              <a:latin typeface="Cambria Math"/>
                              <a:ea typeface="Cambria Math"/>
                            </a:rPr>
                            <m:t>20</m:t>
                          </m:r>
                        </m:sup>
                        <m:e>
                          <m:f>
                            <m:fPr>
                              <m:ctrlPr>
                                <a:rPr lang="en-US" sz="1200" i="1">
                                  <a:latin typeface="Cambria Math"/>
                                </a:rPr>
                              </m:ctrlPr>
                            </m:fPr>
                            <m:num>
                              <m:d>
                                <m:dPr>
                                  <m:ctrlPr>
                                    <a:rPr lang="en-US" sz="1200" i="1">
                                      <a:latin typeface="Cambria Math"/>
                                    </a:rPr>
                                  </m:ctrlPr>
                                </m:dPr>
                                <m:e>
                                  <m:sSub>
                                    <m:sSubPr>
                                      <m:ctrlPr>
                                        <a:rPr lang="en-US" sz="1200" i="1" smtClean="0">
                                          <a:latin typeface="Cambria Math"/>
                                        </a:rPr>
                                      </m:ctrlPr>
                                    </m:sSubPr>
                                    <m:e>
                                      <m:r>
                                        <a:rPr lang="en-US" sz="1200" b="0" i="1" smtClean="0">
                                          <a:latin typeface="Cambria Math"/>
                                        </a:rPr>
                                        <m:t>𝐿𝐼𝐵</m:t>
                                      </m:r>
                                    </m:e>
                                    <m:sub>
                                      <m:r>
                                        <a:rPr lang="en-US" sz="1200" b="0" i="1" smtClean="0">
                                          <a:latin typeface="Cambria Math"/>
                                        </a:rPr>
                                        <m:t>6</m:t>
                                      </m:r>
                                    </m:sub>
                                  </m:sSub>
                                  <m:r>
                                    <a:rPr lang="en-US" sz="1200" i="1">
                                      <a:latin typeface="Cambria Math"/>
                                    </a:rPr>
                                    <m:t>−</m:t>
                                  </m:r>
                                  <m:sSub>
                                    <m:sSubPr>
                                      <m:ctrlPr>
                                        <a:rPr lang="en-US" sz="1200" i="1" smtClean="0">
                                          <a:latin typeface="Cambria Math"/>
                                        </a:rPr>
                                      </m:ctrlPr>
                                    </m:sSubPr>
                                    <m:e>
                                      <m:r>
                                        <a:rPr lang="en-US" sz="1200" b="0" i="1" smtClean="0">
                                          <a:latin typeface="Cambria Math"/>
                                        </a:rPr>
                                        <m:t>𝐺𝐶</m:t>
                                      </m:r>
                                    </m:e>
                                    <m:sub>
                                      <m:r>
                                        <a:rPr lang="en-US" sz="1200" b="0" i="1" smtClean="0">
                                          <a:latin typeface="Cambria Math"/>
                                        </a:rPr>
                                        <m:t>6</m:t>
                                      </m:r>
                                    </m:sub>
                                  </m:sSub>
                                </m:e>
                              </m:d>
                              <m:r>
                                <a:rPr lang="en-US" sz="1200" i="1">
                                  <a:latin typeface="Cambria Math"/>
                                </a:rPr>
                                <m:t>𝑋</m:t>
                              </m:r>
                              <m:r>
                                <a:rPr lang="en-US" sz="1200" i="1">
                                  <a:latin typeface="Cambria Math"/>
                                </a:rPr>
                                <m:t>/2</m:t>
                              </m:r>
                            </m:num>
                            <m:den>
                              <m:sSup>
                                <m:sSupPr>
                                  <m:ctrlPr>
                                    <a:rPr lang="en-US" sz="1200" i="1">
                                      <a:latin typeface="Cambria Math"/>
                                    </a:rPr>
                                  </m:ctrlPr>
                                </m:sSupPr>
                                <m:e>
                                  <m:d>
                                    <m:dPr>
                                      <m:ctrlPr>
                                        <a:rPr lang="en-US" sz="1200" i="1">
                                          <a:latin typeface="Cambria Math"/>
                                        </a:rPr>
                                      </m:ctrlPr>
                                    </m:dPr>
                                    <m:e>
                                      <m:r>
                                        <a:rPr lang="en-US" sz="1200" i="1">
                                          <a:latin typeface="Cambria Math"/>
                                        </a:rPr>
                                        <m:t>1+</m:t>
                                      </m:r>
                                      <m:f>
                                        <m:fPr>
                                          <m:ctrlPr>
                                            <a:rPr lang="en-US" sz="1200" i="1">
                                              <a:latin typeface="Cambria Math"/>
                                            </a:rPr>
                                          </m:ctrlPr>
                                        </m:fPr>
                                        <m:num>
                                          <m:sSub>
                                            <m:sSubPr>
                                              <m:ctrlPr>
                                                <a:rPr lang="en-US" sz="1200" i="1" smtClean="0">
                                                  <a:solidFill>
                                                    <a:schemeClr val="bg2">
                                                      <a:lumMod val="50000"/>
                                                    </a:schemeClr>
                                                  </a:solidFill>
                                                  <a:effectLst/>
                                                  <a:latin typeface="Cambria Math"/>
                                                </a:rPr>
                                              </m:ctrlPr>
                                            </m:sSubPr>
                                            <m:e>
                                              <m:r>
                                                <a:rPr lang="en-US" sz="1200" b="1" i="1" smtClean="0">
                                                  <a:solidFill>
                                                    <a:schemeClr val="bg2">
                                                      <a:lumMod val="50000"/>
                                                    </a:schemeClr>
                                                  </a:solidFill>
                                                  <a:effectLst/>
                                                  <a:latin typeface="Cambria Math"/>
                                                </a:rPr>
                                                <m:t>𝒚</m:t>
                                              </m:r>
                                            </m:e>
                                            <m:sub>
                                              <m:r>
                                                <a:rPr lang="en-US" sz="1200" b="1" i="1">
                                                  <a:solidFill>
                                                    <a:schemeClr val="bg2">
                                                      <a:lumMod val="50000"/>
                                                    </a:schemeClr>
                                                  </a:solidFill>
                                                  <a:effectLst/>
                                                  <a:latin typeface="Cambria Math"/>
                                                </a:rPr>
                                                <m:t>𝒊</m:t>
                                              </m:r>
                                            </m:sub>
                                          </m:sSub>
                                        </m:num>
                                        <m:den>
                                          <m:r>
                                            <a:rPr lang="en-US" sz="1200" i="1">
                                              <a:latin typeface="Cambria Math"/>
                                            </a:rPr>
                                            <m:t>2</m:t>
                                          </m:r>
                                        </m:den>
                                      </m:f>
                                    </m:e>
                                  </m:d>
                                </m:e>
                                <m:sup>
                                  <m:r>
                                    <a:rPr lang="en-US" sz="1200" i="1">
                                      <a:latin typeface="Cambria Math"/>
                                    </a:rPr>
                                    <m:t>𝑖</m:t>
                                  </m:r>
                                </m:sup>
                              </m:sSup>
                            </m:den>
                          </m:f>
                        </m:e>
                      </m:nary>
                    </m:oMath>
                  </m:oMathPara>
                </a14:m>
                <a:endParaRPr lang="en-US" sz="1200" dirty="0"/>
              </a:p>
            </p:txBody>
          </p:sp>
        </mc:Choice>
        <mc:Fallback xmlns="">
          <p:sp>
            <p:nvSpPr>
              <p:cNvPr id="13" name="TextBox 12"/>
              <p:cNvSpPr txBox="1">
                <a:spLocks noRot="1" noChangeAspect="1" noMove="1" noResize="1" noEditPoints="1" noAdjustHandles="1" noChangeArrowheads="1" noChangeShapeType="1" noTextEdit="1"/>
              </p:cNvSpPr>
              <p:nvPr/>
            </p:nvSpPr>
            <p:spPr>
              <a:xfrm>
                <a:off x="4270854" y="3953253"/>
                <a:ext cx="2891946" cy="691921"/>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8063333" y="4038164"/>
                <a:ext cx="968535" cy="276999"/>
              </a:xfrm>
              <a:prstGeom prst="rect">
                <a:avLst/>
              </a:prstGeom>
              <a:noFill/>
            </p:spPr>
            <p:txBody>
              <a:bodyPr wrap="none" rtlCol="0">
                <a:spAutoFit/>
              </a:bodyPr>
              <a:lstStyle/>
              <a:p>
                <a:r>
                  <a:rPr lang="en-US" sz="1200" dirty="0" smtClean="0">
                    <a:solidFill>
                      <a:schemeClr val="bg2">
                        <a:lumMod val="50000"/>
                      </a:schemeClr>
                    </a:solidFill>
                  </a:rPr>
                  <a:t> </a:t>
                </a:r>
                <a14:m>
                  <m:oMath xmlns:m="http://schemas.openxmlformats.org/officeDocument/2006/math">
                    <m:sSub>
                      <m:sSubPr>
                        <m:ctrlPr>
                          <a:rPr lang="en-US" sz="1200" b="1" i="1" smtClean="0">
                            <a:solidFill>
                              <a:schemeClr val="bg2">
                                <a:lumMod val="50000"/>
                              </a:schemeClr>
                            </a:solidFill>
                            <a:latin typeface="Cambria Math"/>
                          </a:rPr>
                        </m:ctrlPr>
                      </m:sSubPr>
                      <m:e>
                        <m:r>
                          <a:rPr lang="en-US" sz="1200" b="1" i="1" smtClean="0">
                            <a:solidFill>
                              <a:schemeClr val="bg2">
                                <a:lumMod val="50000"/>
                              </a:schemeClr>
                            </a:solidFill>
                            <a:latin typeface="Cambria Math"/>
                          </a:rPr>
                          <m:t>𝒚</m:t>
                        </m:r>
                      </m:e>
                      <m:sub>
                        <m:r>
                          <a:rPr lang="en-US" sz="1200" b="1" i="1" smtClean="0">
                            <a:solidFill>
                              <a:schemeClr val="bg2">
                                <a:lumMod val="50000"/>
                              </a:schemeClr>
                            </a:solidFill>
                            <a:latin typeface="Cambria Math"/>
                          </a:rPr>
                          <m:t>𝒊</m:t>
                        </m:r>
                      </m:sub>
                    </m:sSub>
                    <m:r>
                      <a:rPr lang="en-US" sz="1200" b="1" i="1" smtClean="0">
                        <a:solidFill>
                          <a:schemeClr val="bg2">
                            <a:lumMod val="50000"/>
                          </a:schemeClr>
                        </a:solidFill>
                        <a:latin typeface="Cambria Math"/>
                      </a:rPr>
                      <m:t>=</m:t>
                    </m:r>
                    <m:sSub>
                      <m:sSubPr>
                        <m:ctrlPr>
                          <a:rPr lang="en-US" sz="1200" b="1" i="1" smtClean="0">
                            <a:solidFill>
                              <a:schemeClr val="bg2">
                                <a:lumMod val="50000"/>
                              </a:schemeClr>
                            </a:solidFill>
                            <a:latin typeface="Cambria Math"/>
                          </a:rPr>
                        </m:ctrlPr>
                      </m:sSubPr>
                      <m:e>
                        <m:r>
                          <a:rPr lang="en-US" sz="1200" b="1" i="1" smtClean="0">
                            <a:solidFill>
                              <a:schemeClr val="bg2">
                                <a:lumMod val="50000"/>
                              </a:schemeClr>
                            </a:solidFill>
                            <a:latin typeface="Cambria Math"/>
                          </a:rPr>
                          <m:t>𝒓</m:t>
                        </m:r>
                      </m:e>
                      <m:sub>
                        <m:r>
                          <a:rPr lang="en-US" sz="1200" b="1" i="1" smtClean="0">
                            <a:solidFill>
                              <a:schemeClr val="bg2">
                                <a:lumMod val="50000"/>
                              </a:schemeClr>
                            </a:solidFill>
                            <a:latin typeface="Cambria Math"/>
                          </a:rPr>
                          <m:t>𝒊</m:t>
                        </m:r>
                      </m:sub>
                    </m:sSub>
                    <m:r>
                      <a:rPr lang="en-US" sz="1200" b="1" i="1" smtClean="0">
                        <a:solidFill>
                          <a:schemeClr val="bg2">
                            <a:lumMod val="50000"/>
                          </a:schemeClr>
                        </a:solidFill>
                        <a:latin typeface="Cambria Math"/>
                      </a:rPr>
                      <m:t>+</m:t>
                    </m:r>
                    <m:r>
                      <a:rPr lang="en-US" sz="1200" b="1" i="1" smtClean="0">
                        <a:solidFill>
                          <a:schemeClr val="bg1">
                            <a:lumMod val="65000"/>
                          </a:schemeClr>
                        </a:solidFill>
                        <a:latin typeface="Cambria Math"/>
                        <a:ea typeface="Cambria Math"/>
                      </a:rPr>
                      <m:t>𝜸</m:t>
                    </m:r>
                  </m:oMath>
                </a14:m>
                <a:endParaRPr lang="en-US" sz="1200" b="1" dirty="0">
                  <a:solidFill>
                    <a:schemeClr val="bg1">
                      <a:lumMod val="65000"/>
                    </a:schemeClr>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8063333" y="4038164"/>
                <a:ext cx="968535" cy="276999"/>
              </a:xfrm>
              <a:prstGeom prst="rect">
                <a:avLst/>
              </a:prstGeom>
              <a:blipFill rotWithShape="1">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7620000" y="4293513"/>
                <a:ext cx="2286000" cy="938719"/>
              </a:xfrm>
              <a:prstGeom prst="rect">
                <a:avLst/>
              </a:prstGeom>
              <a:noFill/>
            </p:spPr>
            <p:txBody>
              <a:bodyPr wrap="square" rtlCol="0">
                <a:spAutoFit/>
              </a:bodyPr>
              <a:lstStyle/>
              <a:p>
                <a14:m>
                  <m:oMath xmlns:m="http://schemas.openxmlformats.org/officeDocument/2006/math">
                    <m:sSub>
                      <m:sSubPr>
                        <m:ctrlPr>
                          <a:rPr lang="en-US" sz="1100" b="1" i="1">
                            <a:solidFill>
                              <a:schemeClr val="bg2">
                                <a:lumMod val="50000"/>
                              </a:schemeClr>
                            </a:solidFill>
                            <a:latin typeface="Cambria Math"/>
                          </a:rPr>
                        </m:ctrlPr>
                      </m:sSubPr>
                      <m:e>
                        <m:r>
                          <a:rPr lang="en-US" sz="1100" b="1" i="1">
                            <a:solidFill>
                              <a:schemeClr val="bg2">
                                <a:lumMod val="50000"/>
                              </a:schemeClr>
                            </a:solidFill>
                            <a:latin typeface="Cambria Math"/>
                          </a:rPr>
                          <m:t>𝒓</m:t>
                        </m:r>
                      </m:e>
                      <m:sub>
                        <m:r>
                          <a:rPr lang="en-US" sz="1100" b="1" i="1">
                            <a:solidFill>
                              <a:schemeClr val="bg2">
                                <a:lumMod val="50000"/>
                              </a:schemeClr>
                            </a:solidFill>
                            <a:latin typeface="Cambria Math"/>
                          </a:rPr>
                          <m:t>𝒊</m:t>
                        </m:r>
                      </m:sub>
                    </m:sSub>
                  </m:oMath>
                </a14:m>
                <a:r>
                  <a:rPr lang="en-US" sz="1100" b="0" i="1" dirty="0" smtClean="0">
                    <a:solidFill>
                      <a:schemeClr val="bg1">
                        <a:lumMod val="65000"/>
                      </a:schemeClr>
                    </a:solidFill>
                    <a:latin typeface="+mn-lt"/>
                    <a:ea typeface="Cambria Math"/>
                  </a:rPr>
                  <a:t>: </a:t>
                </a:r>
                <a:r>
                  <a:rPr lang="en-US" sz="1100" b="0" dirty="0" smtClean="0">
                    <a:solidFill>
                      <a:schemeClr val="bg1">
                        <a:lumMod val="65000"/>
                      </a:schemeClr>
                    </a:solidFill>
                    <a:latin typeface="+mn-lt"/>
                    <a:ea typeface="Cambria Math"/>
                  </a:rPr>
                  <a:t>riskless nominal zero-coupon yield </a:t>
                </a:r>
                <a:endParaRPr lang="en-US" sz="1100" b="0" i="1" dirty="0" smtClean="0">
                  <a:solidFill>
                    <a:schemeClr val="bg1">
                      <a:lumMod val="65000"/>
                    </a:schemeClr>
                  </a:solidFill>
                  <a:latin typeface="+mn-lt"/>
                  <a:ea typeface="Cambria Math"/>
                </a:endParaRPr>
              </a:p>
              <a:p>
                <a14:m>
                  <m:oMath xmlns:m="http://schemas.openxmlformats.org/officeDocument/2006/math">
                    <m:r>
                      <a:rPr lang="en-US" sz="1100" b="0" i="1" smtClean="0">
                        <a:solidFill>
                          <a:schemeClr val="bg1">
                            <a:lumMod val="65000"/>
                          </a:schemeClr>
                        </a:solidFill>
                        <a:latin typeface="Cambria Math"/>
                        <a:ea typeface="Cambria Math"/>
                      </a:rPr>
                      <m:t>𝛾</m:t>
                    </m:r>
                  </m:oMath>
                </a14:m>
                <a:r>
                  <a:rPr lang="en-US" sz="1100" dirty="0" smtClean="0">
                    <a:solidFill>
                      <a:schemeClr val="bg1">
                        <a:lumMod val="65000"/>
                      </a:schemeClr>
                    </a:solidFill>
                    <a:latin typeface="+mn-lt"/>
                  </a:rPr>
                  <a:t>: risk premium for future movements in the LIBOR-Repo spread</a:t>
                </a:r>
                <a:endParaRPr lang="en-US" sz="1100" dirty="0">
                  <a:solidFill>
                    <a:schemeClr val="bg1">
                      <a:lumMod val="65000"/>
                    </a:schemeClr>
                  </a:solidFill>
                  <a:latin typeface="+mn-lt"/>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7620000" y="4293513"/>
                <a:ext cx="2286000" cy="938719"/>
              </a:xfrm>
              <a:prstGeom prst="rect">
                <a:avLst/>
              </a:prstGeom>
              <a:blipFill rotWithShape="1">
                <a:blip r:embed="rId6"/>
                <a:stretch>
                  <a:fillRect b="-3247"/>
                </a:stretch>
              </a:blipFill>
            </p:spPr>
            <p:txBody>
              <a:bodyPr/>
              <a:lstStyle/>
              <a:p>
                <a:r>
                  <a:rPr lang="en-US">
                    <a:noFill/>
                  </a:rPr>
                  <a:t> </a:t>
                </a:r>
              </a:p>
            </p:txBody>
          </p:sp>
        </mc:Fallback>
      </mc:AlternateContent>
      <p:sp>
        <p:nvSpPr>
          <p:cNvPr id="20" name="TextBox 19"/>
          <p:cNvSpPr txBox="1"/>
          <p:nvPr/>
        </p:nvSpPr>
        <p:spPr>
          <a:xfrm>
            <a:off x="2895600" y="4829456"/>
            <a:ext cx="6096000" cy="307777"/>
          </a:xfrm>
          <a:prstGeom prst="rect">
            <a:avLst/>
          </a:prstGeom>
          <a:noFill/>
        </p:spPr>
        <p:txBody>
          <a:bodyPr wrap="square" rtlCol="0">
            <a:spAutoFit/>
          </a:bodyPr>
          <a:lstStyle/>
          <a:p>
            <a:pPr lvl="0"/>
            <a:r>
              <a:rPr lang="en-US" sz="1400" b="1" dirty="0" smtClean="0">
                <a:latin typeface="+mn-lt"/>
              </a:rPr>
              <a:t>Swap Spread</a:t>
            </a:r>
            <a:endParaRPr lang="en-US" sz="1400" b="1" dirty="0">
              <a:latin typeface="+mn-lt"/>
            </a:endParaRPr>
          </a:p>
        </p:txBody>
      </p:sp>
      <mc:AlternateContent xmlns:mc="http://schemas.openxmlformats.org/markup-compatibility/2006" xmlns:a14="http://schemas.microsoft.com/office/drawing/2010/main">
        <mc:Choice Requires="a14">
          <p:sp>
            <p:nvSpPr>
              <p:cNvPr id="21" name="TextBox 20"/>
              <p:cNvSpPr txBox="1"/>
              <p:nvPr/>
            </p:nvSpPr>
            <p:spPr>
              <a:xfrm>
                <a:off x="4107873" y="5576867"/>
                <a:ext cx="3752694" cy="725070"/>
              </a:xfrm>
              <a:prstGeom prst="rect">
                <a:avLst/>
              </a:prstGeom>
              <a:noFill/>
            </p:spPr>
            <p:txBody>
              <a:bodyPr wrap="none" rtlCol="0">
                <a:spAutoFit/>
              </a:bodyPr>
              <a:lstStyle/>
              <a:p>
                <a:r>
                  <a:rPr lang="en-US" sz="1400" b="0" dirty="0" smtClean="0"/>
                  <a:t>Swap Spread = </a:t>
                </a:r>
                <a14:m>
                  <m:oMath xmlns:m="http://schemas.openxmlformats.org/officeDocument/2006/math">
                    <m:r>
                      <a:rPr lang="en-US" sz="1400" b="0" i="1" smtClean="0">
                        <a:latin typeface="Cambria Math"/>
                      </a:rPr>
                      <m:t>𝑅</m:t>
                    </m:r>
                    <m:r>
                      <a:rPr lang="en-US" sz="1400" b="0" i="1" smtClean="0">
                        <a:latin typeface="Cambria Math"/>
                      </a:rPr>
                      <m:t>−</m:t>
                    </m:r>
                    <m:r>
                      <a:rPr lang="en-US" sz="1400" b="0" i="1" smtClean="0">
                        <a:latin typeface="Cambria Math"/>
                      </a:rPr>
                      <m:t>𝑌</m:t>
                    </m:r>
                    <m:r>
                      <a:rPr lang="en-US" sz="1400" b="0" i="1" smtClean="0">
                        <a:latin typeface="Cambria Math"/>
                      </a:rPr>
                      <m:t>=</m:t>
                    </m:r>
                    <m:f>
                      <m:fPr>
                        <m:ctrlPr>
                          <a:rPr lang="en-US" sz="1400" b="0" i="1" smtClean="0">
                            <a:latin typeface="Cambria Math"/>
                          </a:rPr>
                        </m:ctrlPr>
                      </m:fPr>
                      <m:num>
                        <m:r>
                          <a:rPr lang="en-US" sz="1400" i="1">
                            <a:latin typeface="Cambria Math"/>
                            <a:ea typeface="Cambria Math"/>
                          </a:rPr>
                          <m:t>𝔼</m:t>
                        </m:r>
                        <m:nary>
                          <m:naryPr>
                            <m:chr m:val="∑"/>
                            <m:ctrlPr>
                              <a:rPr lang="en-US" sz="1400" i="1">
                                <a:latin typeface="Cambria Math"/>
                                <a:ea typeface="Cambria Math"/>
                              </a:rPr>
                            </m:ctrlPr>
                          </m:naryPr>
                          <m:sub>
                            <m:r>
                              <m:rPr>
                                <m:brk m:alnAt="23"/>
                              </m:rPr>
                              <a:rPr lang="en-US" sz="1400" i="1">
                                <a:latin typeface="Cambria Math"/>
                                <a:ea typeface="Cambria Math"/>
                              </a:rPr>
                              <m:t>𝑖</m:t>
                            </m:r>
                            <m:r>
                              <a:rPr lang="en-US" sz="1400" i="1">
                                <a:latin typeface="Cambria Math"/>
                                <a:ea typeface="Cambria Math"/>
                              </a:rPr>
                              <m:t>=1</m:t>
                            </m:r>
                          </m:sub>
                          <m:sup>
                            <m:r>
                              <a:rPr lang="en-US" sz="1400" i="1">
                                <a:latin typeface="Cambria Math"/>
                                <a:ea typeface="Cambria Math"/>
                              </a:rPr>
                              <m:t>20</m:t>
                            </m:r>
                          </m:sup>
                          <m:e>
                            <m:d>
                              <m:dPr>
                                <m:begChr m:val="["/>
                                <m:endChr m:val="]"/>
                                <m:ctrlPr>
                                  <a:rPr lang="en-US" sz="1400" i="1" smtClean="0">
                                    <a:latin typeface="Cambria Math"/>
                                    <a:ea typeface="Cambria Math"/>
                                  </a:rPr>
                                </m:ctrlPr>
                              </m:dPr>
                              <m:e>
                                <m:d>
                                  <m:dPr>
                                    <m:ctrlPr>
                                      <a:rPr lang="en-US" sz="1400" i="1">
                                        <a:latin typeface="Cambria Math"/>
                                        <a:ea typeface="Cambria Math"/>
                                      </a:rPr>
                                    </m:ctrlPr>
                                  </m:dPr>
                                  <m:e>
                                    <m:sSub>
                                      <m:sSubPr>
                                        <m:ctrlPr>
                                          <a:rPr lang="en-US" sz="1400" b="1" i="1" smtClean="0">
                                            <a:solidFill>
                                              <a:srgbClr val="FF0000"/>
                                            </a:solidFill>
                                            <a:latin typeface="Cambria Math"/>
                                          </a:rPr>
                                        </m:ctrlPr>
                                      </m:sSubPr>
                                      <m:e>
                                        <m:r>
                                          <a:rPr lang="en-US" sz="1400" b="1" i="1">
                                            <a:solidFill>
                                              <a:srgbClr val="FF0000"/>
                                            </a:solidFill>
                                            <a:latin typeface="Cambria Math"/>
                                          </a:rPr>
                                          <m:t>𝑳𝑰𝑩</m:t>
                                        </m:r>
                                      </m:e>
                                      <m:sub>
                                        <m:r>
                                          <a:rPr lang="en-US" sz="1400" b="1" i="1">
                                            <a:solidFill>
                                              <a:srgbClr val="FF0000"/>
                                            </a:solidFill>
                                            <a:latin typeface="Cambria Math"/>
                                          </a:rPr>
                                          <m:t>𝟔</m:t>
                                        </m:r>
                                      </m:sub>
                                    </m:sSub>
                                    <m:r>
                                      <a:rPr lang="en-US" sz="1400" b="1" i="1">
                                        <a:solidFill>
                                          <a:srgbClr val="FF0000"/>
                                        </a:solidFill>
                                        <a:latin typeface="Cambria Math"/>
                                      </a:rPr>
                                      <m:t>−</m:t>
                                    </m:r>
                                    <m:sSub>
                                      <m:sSubPr>
                                        <m:ctrlPr>
                                          <a:rPr lang="en-US" sz="1400" b="1" i="1">
                                            <a:solidFill>
                                              <a:srgbClr val="FF0000"/>
                                            </a:solidFill>
                                            <a:latin typeface="Cambria Math"/>
                                          </a:rPr>
                                        </m:ctrlPr>
                                      </m:sSubPr>
                                      <m:e>
                                        <m:r>
                                          <a:rPr lang="en-US" sz="1400" b="1" i="1">
                                            <a:solidFill>
                                              <a:srgbClr val="FF0000"/>
                                            </a:solidFill>
                                            <a:latin typeface="Cambria Math"/>
                                          </a:rPr>
                                          <m:t>𝑮𝑪</m:t>
                                        </m:r>
                                      </m:e>
                                      <m:sub>
                                        <m:r>
                                          <a:rPr lang="en-US" sz="1400" b="1" i="1">
                                            <a:solidFill>
                                              <a:srgbClr val="FF0000"/>
                                            </a:solidFill>
                                            <a:latin typeface="Cambria Math"/>
                                          </a:rPr>
                                          <m:t>𝟔</m:t>
                                        </m:r>
                                      </m:sub>
                                    </m:sSub>
                                  </m:e>
                                </m:d>
                                <m:r>
                                  <a:rPr lang="en-US" sz="1400" i="1">
                                    <a:latin typeface="Cambria Math"/>
                                    <a:ea typeface="Cambria Math"/>
                                  </a:rPr>
                                  <m:t>/</m:t>
                                </m:r>
                                <m:sSup>
                                  <m:sSupPr>
                                    <m:ctrlPr>
                                      <a:rPr lang="en-US" sz="1400" i="1">
                                        <a:latin typeface="Cambria Math"/>
                                      </a:rPr>
                                    </m:ctrlPr>
                                  </m:sSupPr>
                                  <m:e>
                                    <m:d>
                                      <m:dPr>
                                        <m:ctrlPr>
                                          <a:rPr lang="en-US" sz="1400" i="1">
                                            <a:latin typeface="Cambria Math"/>
                                          </a:rPr>
                                        </m:ctrlPr>
                                      </m:dPr>
                                      <m:e>
                                        <m:r>
                                          <a:rPr lang="en-US" sz="1400" i="1">
                                            <a:latin typeface="Cambria Math"/>
                                          </a:rPr>
                                          <m:t>1+</m:t>
                                        </m:r>
                                        <m:f>
                                          <m:fPr>
                                            <m:ctrlPr>
                                              <a:rPr lang="en-US" sz="1400" i="1">
                                                <a:latin typeface="Cambria Math"/>
                                              </a:rPr>
                                            </m:ctrlPr>
                                          </m:fPr>
                                          <m:num>
                                            <m:sSub>
                                              <m:sSubPr>
                                                <m:ctrlPr>
                                                  <a:rPr lang="en-US" sz="1400" i="1">
                                                    <a:latin typeface="Cambria Math"/>
                                                  </a:rPr>
                                                </m:ctrlPr>
                                              </m:sSubPr>
                                              <m:e>
                                                <m:r>
                                                  <a:rPr lang="en-US" sz="1400" i="1">
                                                    <a:latin typeface="Cambria Math"/>
                                                  </a:rPr>
                                                  <m:t>𝑦</m:t>
                                                </m:r>
                                              </m:e>
                                              <m:sub>
                                                <m:r>
                                                  <a:rPr lang="en-US" sz="1400" i="1">
                                                    <a:latin typeface="Cambria Math"/>
                                                  </a:rPr>
                                                  <m:t>𝑖</m:t>
                                                </m:r>
                                              </m:sub>
                                            </m:sSub>
                                          </m:num>
                                          <m:den>
                                            <m:r>
                                              <a:rPr lang="en-US" sz="1400" i="1">
                                                <a:latin typeface="Cambria Math"/>
                                              </a:rPr>
                                              <m:t>2</m:t>
                                            </m:r>
                                          </m:den>
                                        </m:f>
                                      </m:e>
                                    </m:d>
                                  </m:e>
                                  <m:sup>
                                    <m:r>
                                      <a:rPr lang="en-US" sz="1400" i="1">
                                        <a:latin typeface="Cambria Math"/>
                                      </a:rPr>
                                      <m:t>𝑖</m:t>
                                    </m:r>
                                  </m:sup>
                                </m:sSup>
                              </m:e>
                            </m:d>
                          </m:e>
                        </m:nary>
                      </m:num>
                      <m:den>
                        <m:nary>
                          <m:naryPr>
                            <m:chr m:val="∑"/>
                            <m:ctrlPr>
                              <a:rPr lang="en-US" sz="1400" i="1">
                                <a:latin typeface="Cambria Math"/>
                              </a:rPr>
                            </m:ctrlPr>
                          </m:naryPr>
                          <m:sub>
                            <m:r>
                              <m:rPr>
                                <m:brk m:alnAt="23"/>
                              </m:rPr>
                              <a:rPr lang="en-US" sz="1400" i="1">
                                <a:latin typeface="Cambria Math"/>
                              </a:rPr>
                              <m:t>𝑖</m:t>
                            </m:r>
                            <m:r>
                              <a:rPr lang="en-US" sz="1400" i="1">
                                <a:latin typeface="Cambria Math"/>
                              </a:rPr>
                              <m:t>=1</m:t>
                            </m:r>
                          </m:sub>
                          <m:sup>
                            <m:r>
                              <a:rPr lang="en-US" sz="1400" i="1">
                                <a:latin typeface="Cambria Math"/>
                              </a:rPr>
                              <m:t>20</m:t>
                            </m:r>
                          </m:sup>
                          <m:e>
                            <m:d>
                              <m:dPr>
                                <m:begChr m:val="["/>
                                <m:endChr m:val="]"/>
                                <m:ctrlPr>
                                  <a:rPr lang="en-US" sz="1400" i="1" smtClean="0">
                                    <a:latin typeface="Cambria Math"/>
                                  </a:rPr>
                                </m:ctrlPr>
                              </m:dPr>
                              <m:e>
                                <m:r>
                                  <a:rPr lang="en-US" sz="1400" b="0" i="1" smtClean="0">
                                    <a:latin typeface="Cambria Math"/>
                                  </a:rPr>
                                  <m:t>1/</m:t>
                                </m:r>
                                <m:sSup>
                                  <m:sSupPr>
                                    <m:ctrlPr>
                                      <a:rPr lang="en-US" sz="1400" i="1">
                                        <a:latin typeface="Cambria Math"/>
                                      </a:rPr>
                                    </m:ctrlPr>
                                  </m:sSupPr>
                                  <m:e>
                                    <m:d>
                                      <m:dPr>
                                        <m:ctrlPr>
                                          <a:rPr lang="en-US" sz="1400" i="1">
                                            <a:latin typeface="Cambria Math"/>
                                          </a:rPr>
                                        </m:ctrlPr>
                                      </m:dPr>
                                      <m:e>
                                        <m:r>
                                          <a:rPr lang="en-US" sz="1400" i="1">
                                            <a:latin typeface="Cambria Math"/>
                                          </a:rPr>
                                          <m:t>1+</m:t>
                                        </m:r>
                                        <m:f>
                                          <m:fPr>
                                            <m:ctrlPr>
                                              <a:rPr lang="en-US" sz="1400" i="1">
                                                <a:latin typeface="Cambria Math"/>
                                              </a:rPr>
                                            </m:ctrlPr>
                                          </m:fPr>
                                          <m:num>
                                            <m:sSub>
                                              <m:sSubPr>
                                                <m:ctrlPr>
                                                  <a:rPr lang="en-US" sz="1400" i="1">
                                                    <a:latin typeface="Cambria Math"/>
                                                  </a:rPr>
                                                </m:ctrlPr>
                                              </m:sSubPr>
                                              <m:e>
                                                <m:r>
                                                  <a:rPr lang="en-US" sz="1400" i="1">
                                                    <a:latin typeface="Cambria Math"/>
                                                  </a:rPr>
                                                  <m:t>𝑟</m:t>
                                                </m:r>
                                              </m:e>
                                              <m:sub>
                                                <m:r>
                                                  <a:rPr lang="en-US" sz="1400" i="1">
                                                    <a:latin typeface="Cambria Math"/>
                                                  </a:rPr>
                                                  <m:t>𝑖</m:t>
                                                </m:r>
                                              </m:sub>
                                            </m:sSub>
                                          </m:num>
                                          <m:den>
                                            <m:r>
                                              <a:rPr lang="en-US" sz="1400" i="1">
                                                <a:latin typeface="Cambria Math"/>
                                              </a:rPr>
                                              <m:t>2</m:t>
                                            </m:r>
                                          </m:den>
                                        </m:f>
                                      </m:e>
                                    </m:d>
                                  </m:e>
                                  <m:sup>
                                    <m:r>
                                      <a:rPr lang="en-US" sz="1400" i="1">
                                        <a:latin typeface="Cambria Math"/>
                                      </a:rPr>
                                      <m:t>𝑖</m:t>
                                    </m:r>
                                  </m:sup>
                                </m:sSup>
                              </m:e>
                            </m:d>
                          </m:e>
                        </m:nary>
                      </m:den>
                    </m:f>
                  </m:oMath>
                </a14:m>
                <a:endParaRPr lang="en-US" sz="1400" dirty="0"/>
              </a:p>
            </p:txBody>
          </p:sp>
        </mc:Choice>
        <mc:Fallback xmlns="">
          <p:sp>
            <p:nvSpPr>
              <p:cNvPr id="21" name="TextBox 20"/>
              <p:cNvSpPr txBox="1">
                <a:spLocks noRot="1" noChangeAspect="1" noMove="1" noResize="1" noEditPoints="1" noAdjustHandles="1" noChangeArrowheads="1" noChangeShapeType="1" noTextEdit="1"/>
              </p:cNvSpPr>
              <p:nvPr/>
            </p:nvSpPr>
            <p:spPr>
              <a:xfrm>
                <a:off x="4107873" y="5576867"/>
                <a:ext cx="3752694" cy="725070"/>
              </a:xfrm>
              <a:prstGeom prst="rect">
                <a:avLst/>
              </a:prstGeom>
              <a:blipFill rotWithShape="1">
                <a:blip r:embed="rId7"/>
                <a:stretch>
                  <a:fillRect l="-488"/>
                </a:stretch>
              </a:blipFill>
            </p:spPr>
            <p:txBody>
              <a:bodyPr/>
              <a:lstStyle/>
              <a:p>
                <a:r>
                  <a:rPr lang="en-US">
                    <a:noFill/>
                  </a:rPr>
                  <a:t> </a:t>
                </a:r>
              </a:p>
            </p:txBody>
          </p:sp>
        </mc:Fallback>
      </mc:AlternateContent>
      <p:grpSp>
        <p:nvGrpSpPr>
          <p:cNvPr id="32" name="Group 31"/>
          <p:cNvGrpSpPr/>
          <p:nvPr/>
        </p:nvGrpSpPr>
        <p:grpSpPr>
          <a:xfrm>
            <a:off x="2570018" y="1191609"/>
            <a:ext cx="6650182" cy="340476"/>
            <a:chOff x="2570018" y="1212390"/>
            <a:chExt cx="6650182" cy="340476"/>
          </a:xfrm>
        </p:grpSpPr>
        <p:sp>
          <p:nvSpPr>
            <p:cNvPr id="6" name="Rectangle 5"/>
            <p:cNvSpPr/>
            <p:nvPr/>
          </p:nvSpPr>
          <p:spPr>
            <a:xfrm>
              <a:off x="2570018" y="1212390"/>
              <a:ext cx="301752" cy="3017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1</a:t>
              </a:r>
              <a:endParaRPr lang="en-US" sz="1600" dirty="0"/>
            </a:p>
          </p:txBody>
        </p:sp>
        <p:cxnSp>
          <p:nvCxnSpPr>
            <p:cNvPr id="14" name="Straight Connector 13"/>
            <p:cNvCxnSpPr/>
            <p:nvPr/>
          </p:nvCxnSpPr>
          <p:spPr>
            <a:xfrm>
              <a:off x="2570018" y="1552866"/>
              <a:ext cx="6650182"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2570018" y="2624397"/>
            <a:ext cx="6650182" cy="340476"/>
            <a:chOff x="2593848" y="2649106"/>
            <a:chExt cx="6650182" cy="340476"/>
          </a:xfrm>
        </p:grpSpPr>
        <p:sp>
          <p:nvSpPr>
            <p:cNvPr id="24" name="Rectangle 23"/>
            <p:cNvSpPr/>
            <p:nvPr/>
          </p:nvSpPr>
          <p:spPr>
            <a:xfrm>
              <a:off x="2593848" y="2649106"/>
              <a:ext cx="301752" cy="3017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2</a:t>
              </a:r>
            </a:p>
          </p:txBody>
        </p:sp>
        <p:cxnSp>
          <p:nvCxnSpPr>
            <p:cNvPr id="25" name="Straight Connector 24"/>
            <p:cNvCxnSpPr/>
            <p:nvPr/>
          </p:nvCxnSpPr>
          <p:spPr>
            <a:xfrm>
              <a:off x="2593848" y="2989582"/>
              <a:ext cx="6650182"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33" name="Group 32"/>
          <p:cNvGrpSpPr/>
          <p:nvPr/>
        </p:nvGrpSpPr>
        <p:grpSpPr>
          <a:xfrm>
            <a:off x="2570018" y="3629140"/>
            <a:ext cx="6650182" cy="340476"/>
            <a:chOff x="2570018" y="3629140"/>
            <a:chExt cx="6650182" cy="340476"/>
          </a:xfrm>
        </p:grpSpPr>
        <p:sp>
          <p:nvSpPr>
            <p:cNvPr id="12" name="TextBox 11"/>
            <p:cNvSpPr txBox="1"/>
            <p:nvPr/>
          </p:nvSpPr>
          <p:spPr>
            <a:xfrm>
              <a:off x="2895600" y="3631622"/>
              <a:ext cx="6096000" cy="307777"/>
            </a:xfrm>
            <a:prstGeom prst="rect">
              <a:avLst/>
            </a:prstGeom>
            <a:noFill/>
          </p:spPr>
          <p:txBody>
            <a:bodyPr wrap="square" rtlCol="0">
              <a:spAutoFit/>
            </a:bodyPr>
            <a:lstStyle/>
            <a:p>
              <a:pPr lvl="0"/>
              <a:r>
                <a:rPr lang="en-US" sz="1400" b="1" dirty="0" smtClean="0">
                  <a:latin typeface="+mn-lt"/>
                </a:rPr>
                <a:t>Present value at initiation</a:t>
              </a:r>
              <a:endParaRPr lang="en-US" sz="1400" b="1" dirty="0">
                <a:latin typeface="+mn-lt"/>
              </a:endParaRPr>
            </a:p>
          </p:txBody>
        </p:sp>
        <p:grpSp>
          <p:nvGrpSpPr>
            <p:cNvPr id="22" name="Group 21"/>
            <p:cNvGrpSpPr/>
            <p:nvPr/>
          </p:nvGrpSpPr>
          <p:grpSpPr>
            <a:xfrm>
              <a:off x="2570018" y="3629140"/>
              <a:ext cx="6650182" cy="340476"/>
              <a:chOff x="2722418" y="1364790"/>
              <a:chExt cx="6650182" cy="340476"/>
            </a:xfrm>
          </p:grpSpPr>
          <p:sp>
            <p:nvSpPr>
              <p:cNvPr id="26" name="Rectangle 25"/>
              <p:cNvSpPr/>
              <p:nvPr/>
            </p:nvSpPr>
            <p:spPr>
              <a:xfrm>
                <a:off x="2722418" y="1364790"/>
                <a:ext cx="301752" cy="3017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3</a:t>
                </a:r>
              </a:p>
            </p:txBody>
          </p:sp>
          <p:cxnSp>
            <p:nvCxnSpPr>
              <p:cNvPr id="27" name="Straight Connector 26"/>
              <p:cNvCxnSpPr/>
              <p:nvPr/>
            </p:nvCxnSpPr>
            <p:spPr>
              <a:xfrm>
                <a:off x="2722418" y="1705266"/>
                <a:ext cx="6650182"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grpSp>
        <p:nvGrpSpPr>
          <p:cNvPr id="41" name="Group 40"/>
          <p:cNvGrpSpPr/>
          <p:nvPr/>
        </p:nvGrpSpPr>
        <p:grpSpPr>
          <a:xfrm>
            <a:off x="2570018" y="4836383"/>
            <a:ext cx="6650182" cy="340476"/>
            <a:chOff x="2722418" y="1364790"/>
            <a:chExt cx="6650182" cy="340476"/>
          </a:xfrm>
        </p:grpSpPr>
        <p:sp>
          <p:nvSpPr>
            <p:cNvPr id="42" name="Rectangle 41"/>
            <p:cNvSpPr/>
            <p:nvPr/>
          </p:nvSpPr>
          <p:spPr>
            <a:xfrm>
              <a:off x="2722418" y="1364790"/>
              <a:ext cx="301752" cy="3017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4</a:t>
              </a:r>
              <a:endParaRPr lang="en-US" sz="1600" dirty="0"/>
            </a:p>
          </p:txBody>
        </p:sp>
        <p:cxnSp>
          <p:nvCxnSpPr>
            <p:cNvPr id="43" name="Straight Connector 42"/>
            <p:cNvCxnSpPr/>
            <p:nvPr/>
          </p:nvCxnSpPr>
          <p:spPr>
            <a:xfrm>
              <a:off x="2722418" y="1705266"/>
              <a:ext cx="6650182"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34" name="TextBox 33"/>
          <p:cNvSpPr txBox="1"/>
          <p:nvPr/>
        </p:nvSpPr>
        <p:spPr>
          <a:xfrm>
            <a:off x="2895600" y="5247055"/>
            <a:ext cx="6400800" cy="307777"/>
          </a:xfrm>
          <a:prstGeom prst="rect">
            <a:avLst/>
          </a:prstGeom>
          <a:noFill/>
        </p:spPr>
        <p:txBody>
          <a:bodyPr wrap="square" rtlCol="0">
            <a:spAutoFit/>
          </a:bodyPr>
          <a:lstStyle/>
          <a:p>
            <a:pPr marL="285750" lvl="0" indent="-285750">
              <a:buFont typeface="Arial" panose="020B0604020202020204" pitchFamily="34" charset="0"/>
              <a:buChar char="•"/>
            </a:pPr>
            <a:r>
              <a:rPr lang="en-US" sz="1400" dirty="0">
                <a:latin typeface="+mn-lt"/>
              </a:rPr>
              <a:t>If both the government bond and swap markets are fairly valued</a:t>
            </a:r>
          </a:p>
        </p:txBody>
      </p:sp>
      <mc:AlternateContent xmlns:mc="http://schemas.openxmlformats.org/markup-compatibility/2006" xmlns:a14="http://schemas.microsoft.com/office/drawing/2010/main">
        <mc:Choice Requires="a14">
          <p:sp>
            <p:nvSpPr>
              <p:cNvPr id="35" name="TextBox 34"/>
              <p:cNvSpPr txBox="1"/>
              <p:nvPr/>
            </p:nvSpPr>
            <p:spPr>
              <a:xfrm>
                <a:off x="2895600" y="6477000"/>
                <a:ext cx="6400800" cy="523220"/>
              </a:xfrm>
              <a:prstGeom prst="rect">
                <a:avLst/>
              </a:prstGeom>
              <a:noFill/>
            </p:spPr>
            <p:txBody>
              <a:bodyPr wrap="square" rtlCol="0">
                <a:spAutoFit/>
              </a:bodyPr>
              <a:lstStyle/>
              <a:p>
                <a:pPr marL="285750" lvl="0" indent="-285750">
                  <a:buFont typeface="Arial" panose="020B0604020202020204" pitchFamily="34" charset="0"/>
                  <a:buChar char="•"/>
                </a:pPr>
                <a:r>
                  <a:rPr lang="en-US" sz="1400" dirty="0">
                    <a:latin typeface="+mn-lt"/>
                  </a:rPr>
                  <a:t>If </a:t>
                </a:r>
                <a:r>
                  <a:rPr lang="en-US" sz="1400" dirty="0" smtClean="0">
                    <a:latin typeface="+mn-lt"/>
                  </a:rPr>
                  <a:t>risk premium</a:t>
                </a:r>
                <a:r>
                  <a:rPr lang="en-US" sz="1400" dirty="0">
                    <a:solidFill>
                      <a:schemeClr val="bg1">
                        <a:lumMod val="65000"/>
                      </a:schemeClr>
                    </a:solidFill>
                    <a:latin typeface="+mn-lt"/>
                    <a:ea typeface="Cambria Math"/>
                  </a:rPr>
                  <a:t> </a:t>
                </a:r>
                <a14:m>
                  <m:oMath xmlns:m="http://schemas.openxmlformats.org/officeDocument/2006/math">
                    <m:r>
                      <a:rPr lang="en-US" sz="1400" i="1" smtClean="0">
                        <a:solidFill>
                          <a:schemeClr val="tx1"/>
                        </a:solidFill>
                        <a:latin typeface="Cambria Math"/>
                        <a:ea typeface="Cambria Math"/>
                      </a:rPr>
                      <m:t>𝛾</m:t>
                    </m:r>
                  </m:oMath>
                </a14:m>
                <a:r>
                  <a:rPr lang="en-US" sz="1400" dirty="0" smtClean="0">
                    <a:latin typeface="+mn-lt"/>
                  </a:rPr>
                  <a:t> = 0, then the fair swap spread is the weighted average of the future expectation of this spread. </a:t>
                </a:r>
                <a:endParaRPr lang="en-US" sz="1400" dirty="0">
                  <a:latin typeface="+mn-lt"/>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2895600" y="6477000"/>
                <a:ext cx="6400800" cy="523220"/>
              </a:xfrm>
              <a:prstGeom prst="rect">
                <a:avLst/>
              </a:prstGeom>
              <a:blipFill rotWithShape="1">
                <a:blip r:embed="rId8"/>
                <a:stretch>
                  <a:fillRect l="-95" t="-1176" b="-10588"/>
                </a:stretch>
              </a:blipFill>
            </p:spPr>
            <p:txBody>
              <a:bodyPr/>
              <a:lstStyle/>
              <a:p>
                <a:r>
                  <a:rPr lang="en-US">
                    <a:noFill/>
                  </a:rPr>
                  <a:t> </a:t>
                </a:r>
              </a:p>
            </p:txBody>
          </p:sp>
        </mc:Fallback>
      </mc:AlternateContent>
    </p:spTree>
    <p:extLst>
      <p:ext uri="{BB962C8B-B14F-4D97-AF65-F5344CB8AC3E}">
        <p14:creationId xmlns:p14="http://schemas.microsoft.com/office/powerpoint/2010/main" val="32375557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HISTORICAL EVOLUTION AND DETERMINANTS OF SWAP SPREADS</a:t>
            </a:r>
            <a:endParaRPr lang="en-US" sz="1200" b="0" dirty="0"/>
          </a:p>
        </p:txBody>
      </p:sp>
      <p:sp>
        <p:nvSpPr>
          <p:cNvPr id="3" name="TextBox 2"/>
          <p:cNvSpPr txBox="1"/>
          <p:nvPr/>
        </p:nvSpPr>
        <p:spPr>
          <a:xfrm>
            <a:off x="145657" y="1218129"/>
            <a:ext cx="2168665" cy="7986802"/>
          </a:xfrm>
          <a:prstGeom prst="rect">
            <a:avLst/>
          </a:prstGeom>
          <a:noFill/>
        </p:spPr>
        <p:txBody>
          <a:bodyPr wrap="square" rtlCol="0">
            <a:spAutoFit/>
          </a:bodyPr>
          <a:lstStyle/>
          <a:p>
            <a:pPr>
              <a:lnSpc>
                <a:spcPct val="100000"/>
              </a:lnSpc>
              <a:spcBef>
                <a:spcPts val="0"/>
              </a:spcBef>
            </a:pPr>
            <a:r>
              <a:rPr lang="en-US" sz="1200" b="1" dirty="0" smtClean="0">
                <a:latin typeface="Calibri" panose="020F0502020204030204" pitchFamily="34" charset="0"/>
              </a:rPr>
              <a:t>1994-1997</a:t>
            </a:r>
            <a:r>
              <a:rPr lang="en-US" sz="1200" dirty="0" smtClean="0">
                <a:latin typeface="Calibri" panose="020F0502020204030204" pitchFamily="34" charset="0"/>
              </a:rPr>
              <a:t>: Swap-spread levels and volatilities were relatively low. </a:t>
            </a:r>
          </a:p>
          <a:p>
            <a:pPr>
              <a:lnSpc>
                <a:spcPct val="100000"/>
              </a:lnSpc>
              <a:spcBef>
                <a:spcPts val="0"/>
              </a:spcBef>
            </a:pPr>
            <a:r>
              <a:rPr lang="en-US" sz="1200" b="1" dirty="0" smtClean="0">
                <a:latin typeface="Calibri" panose="020F0502020204030204" pitchFamily="34" charset="0"/>
              </a:rPr>
              <a:t>July 1997</a:t>
            </a:r>
            <a:r>
              <a:rPr lang="en-US" sz="1200" dirty="0" smtClean="0">
                <a:latin typeface="Calibri" panose="020F0502020204030204" pitchFamily="34" charset="0"/>
              </a:rPr>
              <a:t>: Asian crisis leads to credit risk concerns</a:t>
            </a:r>
          </a:p>
          <a:p>
            <a:pPr>
              <a:lnSpc>
                <a:spcPct val="100000"/>
              </a:lnSpc>
              <a:spcBef>
                <a:spcPts val="0"/>
              </a:spcBef>
            </a:pPr>
            <a:r>
              <a:rPr lang="en-US" sz="1200" b="1" dirty="0" smtClean="0">
                <a:latin typeface="Calibri" panose="020F0502020204030204" pitchFamily="34" charset="0"/>
              </a:rPr>
              <a:t>August 1998</a:t>
            </a:r>
            <a:r>
              <a:rPr lang="en-US" sz="1200" dirty="0" smtClean="0">
                <a:latin typeface="Calibri" panose="020F0502020204030204" pitchFamily="34" charset="0"/>
              </a:rPr>
              <a:t>: Russian crisis and the near collapse of LTCM spark flight-to-quality </a:t>
            </a:r>
            <a:endParaRPr lang="en-US" sz="1200" dirty="0">
              <a:latin typeface="Calibri" panose="020F0502020204030204" pitchFamily="34" charset="0"/>
            </a:endParaRPr>
          </a:p>
          <a:p>
            <a:pPr>
              <a:lnSpc>
                <a:spcPct val="100000"/>
              </a:lnSpc>
              <a:spcBef>
                <a:spcPts val="0"/>
              </a:spcBef>
            </a:pPr>
            <a:r>
              <a:rPr lang="en-US" sz="1200" b="1" dirty="0" smtClean="0">
                <a:latin typeface="Calibri" panose="020F0502020204030204" pitchFamily="34" charset="0"/>
              </a:rPr>
              <a:t>Mid-1999-2000</a:t>
            </a:r>
            <a:r>
              <a:rPr lang="en-US" sz="1200" dirty="0" smtClean="0">
                <a:latin typeface="Calibri" panose="020F0502020204030204" pitchFamily="34" charset="0"/>
              </a:rPr>
              <a:t>: Swaps spreads were kept high by concerns about potential Y2K disruptions. </a:t>
            </a:r>
          </a:p>
          <a:p>
            <a:pPr>
              <a:lnSpc>
                <a:spcPct val="100000"/>
              </a:lnSpc>
              <a:spcBef>
                <a:spcPts val="0"/>
              </a:spcBef>
            </a:pPr>
            <a:r>
              <a:rPr lang="en-US" sz="1200" b="1" dirty="0" smtClean="0">
                <a:latin typeface="Calibri" panose="020F0502020204030204" pitchFamily="34" charset="0"/>
              </a:rPr>
              <a:t>2000</a:t>
            </a:r>
            <a:r>
              <a:rPr lang="en-US" sz="1200" dirty="0" smtClean="0">
                <a:latin typeface="Calibri" panose="020F0502020204030204" pitchFamily="34" charset="0"/>
              </a:rPr>
              <a:t>: </a:t>
            </a:r>
            <a:r>
              <a:rPr lang="en-US" sz="1200" dirty="0">
                <a:latin typeface="Calibri" panose="020F0502020204030204" pitchFamily="34" charset="0"/>
              </a:rPr>
              <a:t>S</a:t>
            </a:r>
            <a:r>
              <a:rPr lang="en-US" sz="1200" dirty="0" smtClean="0">
                <a:latin typeface="Calibri" panose="020F0502020204030204" pitchFamily="34" charset="0"/>
              </a:rPr>
              <a:t>wap spreads widen because of large UST buybacks</a:t>
            </a:r>
          </a:p>
          <a:p>
            <a:pPr>
              <a:lnSpc>
                <a:spcPct val="100000"/>
              </a:lnSpc>
              <a:spcBef>
                <a:spcPts val="0"/>
              </a:spcBef>
            </a:pPr>
            <a:r>
              <a:rPr lang="en-US" sz="1200" b="1" dirty="0" smtClean="0">
                <a:latin typeface="Calibri" panose="020F0502020204030204" pitchFamily="34" charset="0"/>
              </a:rPr>
              <a:t>2001-2003</a:t>
            </a:r>
            <a:r>
              <a:rPr lang="en-US" sz="1200" dirty="0" smtClean="0">
                <a:latin typeface="Calibri" panose="020F0502020204030204" pitchFamily="34" charset="0"/>
              </a:rPr>
              <a:t>: Fed rate cuts and fiscal surpluses giving way to deficits</a:t>
            </a:r>
          </a:p>
          <a:p>
            <a:pPr>
              <a:lnSpc>
                <a:spcPct val="100000"/>
              </a:lnSpc>
              <a:spcBef>
                <a:spcPts val="0"/>
              </a:spcBef>
            </a:pPr>
            <a:r>
              <a:rPr lang="en-US" sz="1200" b="1" dirty="0" smtClean="0">
                <a:latin typeface="Calibri" panose="020F0502020204030204" pitchFamily="34" charset="0"/>
              </a:rPr>
              <a:t>Early August 2003</a:t>
            </a:r>
            <a:r>
              <a:rPr lang="en-US" sz="1200" dirty="0" smtClean="0">
                <a:latin typeface="Calibri" panose="020F0502020204030204" pitchFamily="34" charset="0"/>
              </a:rPr>
              <a:t>: MBS Convexity Hedging</a:t>
            </a:r>
          </a:p>
          <a:p>
            <a:pPr>
              <a:lnSpc>
                <a:spcPct val="100000"/>
              </a:lnSpc>
              <a:spcBef>
                <a:spcPts val="0"/>
              </a:spcBef>
            </a:pPr>
            <a:r>
              <a:rPr lang="en-US" sz="1200" b="1" dirty="0" smtClean="0">
                <a:latin typeface="Calibri" panose="020F0502020204030204" pitchFamily="34" charset="0"/>
              </a:rPr>
              <a:t>2007-2009: </a:t>
            </a:r>
            <a:r>
              <a:rPr lang="en-US" sz="1200" dirty="0" smtClean="0">
                <a:latin typeface="Calibri" panose="020F0502020204030204" pitchFamily="34" charset="0"/>
              </a:rPr>
              <a:t>Financial crisis leads to wider swap spreads with flight-to-quality</a:t>
            </a:r>
          </a:p>
          <a:p>
            <a:pPr>
              <a:lnSpc>
                <a:spcPct val="100000"/>
              </a:lnSpc>
              <a:spcBef>
                <a:spcPts val="0"/>
              </a:spcBef>
            </a:pPr>
            <a:r>
              <a:rPr lang="en-US" sz="1200" b="1" dirty="0" smtClean="0">
                <a:latin typeface="Calibri" panose="020F0502020204030204" pitchFamily="34" charset="0"/>
              </a:rPr>
              <a:t>2009-2015: </a:t>
            </a:r>
            <a:r>
              <a:rPr lang="en-US" sz="1200" dirty="0" smtClean="0">
                <a:latin typeface="Calibri" panose="020F0502020204030204" pitchFamily="34" charset="0"/>
              </a:rPr>
              <a:t>Deficit of risk (equity) capital</a:t>
            </a:r>
            <a:r>
              <a:rPr lang="en-US" sz="1200" dirty="0">
                <a:latin typeface="Calibri" panose="020F0502020204030204" pitchFamily="34" charset="0"/>
              </a:rPr>
              <a:t> </a:t>
            </a:r>
            <a:r>
              <a:rPr lang="en-US" sz="1200" dirty="0" smtClean="0">
                <a:latin typeface="Calibri" panose="020F0502020204030204" pitchFamily="34" charset="0"/>
              </a:rPr>
              <a:t>+ greater focus on (repo) counterparty risk + higher haircuts + higher repo rates</a:t>
            </a:r>
          </a:p>
          <a:p>
            <a:pPr>
              <a:lnSpc>
                <a:spcPct val="100000"/>
              </a:lnSpc>
              <a:spcBef>
                <a:spcPts val="0"/>
              </a:spcBef>
            </a:pPr>
            <a:r>
              <a:rPr lang="en-US" sz="1200" b="1" dirty="0" smtClean="0">
                <a:latin typeface="Calibri" panose="020F0502020204030204" pitchFamily="34" charset="0"/>
              </a:rPr>
              <a:t>August 2015-Present: </a:t>
            </a:r>
            <a:r>
              <a:rPr lang="en-US" sz="1200" dirty="0" smtClean="0">
                <a:latin typeface="Calibri" panose="020F0502020204030204" pitchFamily="34" charset="0"/>
              </a:rPr>
              <a:t>Foreign selling of UST, bloated dealer balance-sheets, increasing debt issuance by FIs, reevaluation of duration hedges, stop-outs</a:t>
            </a:r>
            <a:endParaRPr lang="en-US" sz="1200" b="1" dirty="0" smtClean="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HISTORY OF THE 10-YEAR SWAP SPREAD</a:t>
            </a:r>
          </a:p>
          <a:p>
            <a:pPr algn="ctr"/>
            <a:r>
              <a:rPr lang="en-US" sz="1300" dirty="0" smtClean="0">
                <a:solidFill>
                  <a:srgbClr val="FFFFFF"/>
                </a:solidFill>
              </a:rPr>
              <a:t>(January 1994 – November 2015) </a:t>
            </a:r>
          </a:p>
        </p:txBody>
      </p:sp>
      <p:sp>
        <p:nvSpPr>
          <p:cNvPr id="4" name="TextBox 3"/>
          <p:cNvSpPr txBox="1"/>
          <p:nvPr/>
        </p:nvSpPr>
        <p:spPr>
          <a:xfrm>
            <a:off x="2472699" y="6939687"/>
            <a:ext cx="1558938" cy="230832"/>
          </a:xfrm>
          <a:prstGeom prst="rect">
            <a:avLst/>
          </a:prstGeom>
          <a:noFill/>
        </p:spPr>
        <p:txBody>
          <a:bodyPr wrap="square" rtlCol="0">
            <a:spAutoFit/>
          </a:bodyPr>
          <a:lstStyle/>
          <a:p>
            <a:r>
              <a:rPr lang="en-US" sz="900" dirty="0" smtClean="0">
                <a:latin typeface="Calibri" panose="020F0502020204030204" pitchFamily="34" charset="0"/>
              </a:rPr>
              <a:t>Source: Citigroup</a:t>
            </a:r>
            <a:endParaRPr lang="en-US" sz="900" dirty="0">
              <a:latin typeface="Calibri" panose="020F0502020204030204" pitchFamily="34" charset="0"/>
            </a:endParaRPr>
          </a:p>
        </p:txBody>
      </p:sp>
      <p:graphicFrame>
        <p:nvGraphicFramePr>
          <p:cNvPr id="18" name="Chart 17"/>
          <p:cNvGraphicFramePr>
            <a:graphicFrameLocks/>
          </p:cNvGraphicFramePr>
          <p:nvPr>
            <p:extLst>
              <p:ext uri="{D42A27DB-BD31-4B8C-83A1-F6EECF244321}">
                <p14:modId xmlns:p14="http://schemas.microsoft.com/office/powerpoint/2010/main" val="120886133"/>
              </p:ext>
            </p:extLst>
          </p:nvPr>
        </p:nvGraphicFramePr>
        <p:xfrm>
          <a:off x="2472698" y="2144652"/>
          <a:ext cx="7137127" cy="4721974"/>
        </p:xfrm>
        <a:graphic>
          <a:graphicData uri="http://schemas.openxmlformats.org/drawingml/2006/chart">
            <c:chart xmlns:c="http://schemas.openxmlformats.org/drawingml/2006/chart" xmlns:r="http://schemas.openxmlformats.org/officeDocument/2006/relationships" r:id="rId4"/>
          </a:graphicData>
        </a:graphic>
      </p:graphicFrame>
      <p:sp>
        <p:nvSpPr>
          <p:cNvPr id="6" name="Oval 5"/>
          <p:cNvSpPr/>
          <p:nvPr/>
        </p:nvSpPr>
        <p:spPr>
          <a:xfrm>
            <a:off x="3950898" y="4753155"/>
            <a:ext cx="319177" cy="543464"/>
          </a:xfrm>
          <a:prstGeom prst="ellipse">
            <a:avLst/>
          </a:prstGeom>
          <a:noFill/>
          <a:ln>
            <a:solidFill>
              <a:srgbClr val="FF0000"/>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p:nvPr/>
        </p:nvCxnSpPr>
        <p:spPr>
          <a:xfrm>
            <a:off x="3640347" y="4753155"/>
            <a:ext cx="310551" cy="1207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252168" y="4304581"/>
            <a:ext cx="543454" cy="553998"/>
          </a:xfrm>
          <a:prstGeom prst="rect">
            <a:avLst/>
          </a:prstGeom>
          <a:noFill/>
        </p:spPr>
        <p:txBody>
          <a:bodyPr wrap="square" rtlCol="0">
            <a:spAutoFit/>
          </a:bodyPr>
          <a:lstStyle/>
          <a:p>
            <a:r>
              <a:rPr lang="en-US" sz="1000" dirty="0" smtClean="0">
                <a:latin typeface="+mn-lt"/>
              </a:rPr>
              <a:t>1997 Asia Crisis</a:t>
            </a:r>
            <a:endParaRPr lang="en-US" sz="1000" dirty="0">
              <a:latin typeface="+mn-lt"/>
            </a:endParaRPr>
          </a:p>
        </p:txBody>
      </p:sp>
      <p:sp>
        <p:nvSpPr>
          <p:cNvPr id="14" name="Oval 13"/>
          <p:cNvSpPr/>
          <p:nvPr/>
        </p:nvSpPr>
        <p:spPr>
          <a:xfrm>
            <a:off x="4390845" y="3666226"/>
            <a:ext cx="250166" cy="638355"/>
          </a:xfrm>
          <a:prstGeom prst="ellipse">
            <a:avLst/>
          </a:prstGeom>
          <a:noFill/>
          <a:ln>
            <a:solidFill>
              <a:srgbClr val="FF0000"/>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3433312" y="2986993"/>
            <a:ext cx="560717" cy="1015663"/>
          </a:xfrm>
          <a:prstGeom prst="rect">
            <a:avLst/>
          </a:prstGeom>
          <a:noFill/>
        </p:spPr>
        <p:txBody>
          <a:bodyPr wrap="square" rtlCol="0">
            <a:spAutoFit/>
          </a:bodyPr>
          <a:lstStyle/>
          <a:p>
            <a:r>
              <a:rPr lang="en-US" sz="1000" dirty="0" smtClean="0">
                <a:latin typeface="+mn-lt"/>
              </a:rPr>
              <a:t>1998 Russia Default and LTCM crisis </a:t>
            </a:r>
            <a:endParaRPr lang="en-US" sz="1000" dirty="0">
              <a:latin typeface="+mn-lt"/>
            </a:endParaRPr>
          </a:p>
        </p:txBody>
      </p:sp>
      <p:sp>
        <p:nvSpPr>
          <p:cNvPr id="20" name="Oval 19"/>
          <p:cNvSpPr/>
          <p:nvPr/>
        </p:nvSpPr>
        <p:spPr>
          <a:xfrm>
            <a:off x="4873925" y="2501660"/>
            <a:ext cx="224286" cy="1742537"/>
          </a:xfrm>
          <a:prstGeom prst="ellipse">
            <a:avLst/>
          </a:prstGeom>
          <a:noFill/>
          <a:ln>
            <a:solidFill>
              <a:srgbClr val="FF0000"/>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4641012" y="3269411"/>
            <a:ext cx="172528" cy="396815"/>
          </a:xfrm>
          <a:prstGeom prst="ellipse">
            <a:avLst/>
          </a:prstGeom>
          <a:noFill/>
          <a:ln>
            <a:solidFill>
              <a:srgbClr val="FF0000"/>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3950898" y="2501660"/>
            <a:ext cx="776378" cy="400110"/>
          </a:xfrm>
          <a:prstGeom prst="rect">
            <a:avLst/>
          </a:prstGeom>
          <a:noFill/>
        </p:spPr>
        <p:txBody>
          <a:bodyPr wrap="square" rtlCol="0">
            <a:spAutoFit/>
          </a:bodyPr>
          <a:lstStyle/>
          <a:p>
            <a:r>
              <a:rPr lang="en-US" sz="1000" dirty="0" smtClean="0">
                <a:latin typeface="+mn-lt"/>
              </a:rPr>
              <a:t>Y2K liquidity</a:t>
            </a:r>
            <a:endParaRPr lang="en-US" sz="1000" dirty="0">
              <a:latin typeface="+mn-lt"/>
            </a:endParaRPr>
          </a:p>
        </p:txBody>
      </p:sp>
      <p:sp>
        <p:nvSpPr>
          <p:cNvPr id="23" name="Oval 22"/>
          <p:cNvSpPr/>
          <p:nvPr/>
        </p:nvSpPr>
        <p:spPr>
          <a:xfrm>
            <a:off x="5305246" y="3623094"/>
            <a:ext cx="465826" cy="1595887"/>
          </a:xfrm>
          <a:prstGeom prst="ellipse">
            <a:avLst/>
          </a:prstGeom>
          <a:noFill/>
          <a:ln>
            <a:solidFill>
              <a:srgbClr val="FF0000"/>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5840083" y="4304581"/>
            <a:ext cx="51759" cy="276999"/>
          </a:xfrm>
          <a:prstGeom prst="ellipse">
            <a:avLst/>
          </a:prstGeom>
          <a:noFill/>
          <a:ln>
            <a:solidFill>
              <a:srgbClr val="FF0000"/>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6961517" y="3838755"/>
            <a:ext cx="336430" cy="582282"/>
          </a:xfrm>
          <a:prstGeom prst="ellipse">
            <a:avLst/>
          </a:prstGeom>
          <a:noFill/>
          <a:ln>
            <a:solidFill>
              <a:srgbClr val="FF0000"/>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6810554" y="2965840"/>
            <a:ext cx="638355" cy="400110"/>
          </a:xfrm>
          <a:prstGeom prst="rect">
            <a:avLst/>
          </a:prstGeom>
          <a:noFill/>
        </p:spPr>
        <p:txBody>
          <a:bodyPr wrap="square" rtlCol="0">
            <a:spAutoFit/>
          </a:bodyPr>
          <a:lstStyle/>
          <a:p>
            <a:r>
              <a:rPr lang="en-US" sz="1000" dirty="0" smtClean="0">
                <a:latin typeface="+mn-lt"/>
              </a:rPr>
              <a:t>Financial crisis</a:t>
            </a:r>
            <a:endParaRPr lang="en-US" sz="1000" dirty="0">
              <a:latin typeface="+mn-lt"/>
            </a:endParaRPr>
          </a:p>
        </p:txBody>
      </p:sp>
      <p:cxnSp>
        <p:nvCxnSpPr>
          <p:cNvPr id="28" name="Straight Arrow Connector 27"/>
          <p:cNvCxnSpPr/>
          <p:nvPr/>
        </p:nvCxnSpPr>
        <p:spPr>
          <a:xfrm>
            <a:off x="7162080" y="3372928"/>
            <a:ext cx="0" cy="2932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7162080" y="5218982"/>
            <a:ext cx="2102690" cy="862642"/>
          </a:xfrm>
          <a:prstGeom prst="ellipse">
            <a:avLst/>
          </a:prstGeom>
          <a:noFill/>
          <a:ln>
            <a:solidFill>
              <a:srgbClr val="FF0000"/>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p:nvPr/>
        </p:nvCxnSpPr>
        <p:spPr>
          <a:xfrm>
            <a:off x="8213425" y="4671204"/>
            <a:ext cx="0" cy="4054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726032" y="4129896"/>
            <a:ext cx="974785" cy="553998"/>
          </a:xfrm>
          <a:prstGeom prst="rect">
            <a:avLst/>
          </a:prstGeom>
          <a:noFill/>
        </p:spPr>
        <p:txBody>
          <a:bodyPr wrap="square" rtlCol="0">
            <a:spAutoFit/>
          </a:bodyPr>
          <a:lstStyle/>
          <a:p>
            <a:r>
              <a:rPr lang="en-US" sz="1000" dirty="0" smtClean="0">
                <a:latin typeface="+mn-lt"/>
              </a:rPr>
              <a:t>Post-crisis restrictions in debt markets</a:t>
            </a:r>
            <a:endParaRPr lang="en-US" sz="1000" dirty="0">
              <a:latin typeface="+mn-lt"/>
            </a:endParaRPr>
          </a:p>
        </p:txBody>
      </p:sp>
      <p:sp>
        <p:nvSpPr>
          <p:cNvPr id="10" name="Oval 9"/>
          <p:cNvSpPr/>
          <p:nvPr/>
        </p:nvSpPr>
        <p:spPr>
          <a:xfrm>
            <a:off x="9264770" y="5943600"/>
            <a:ext cx="123357" cy="534838"/>
          </a:xfrm>
          <a:prstGeom prst="ellipse">
            <a:avLst/>
          </a:prstGeom>
          <a:noFill/>
          <a:ln>
            <a:solidFill>
              <a:srgbClr val="FF0000"/>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p:cNvCxnSpPr/>
          <p:nvPr/>
        </p:nvCxnSpPr>
        <p:spPr>
          <a:xfrm>
            <a:off x="9388127" y="4858579"/>
            <a:ext cx="0" cy="9901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9005977" y="4443080"/>
            <a:ext cx="807725" cy="400110"/>
          </a:xfrm>
          <a:prstGeom prst="rect">
            <a:avLst/>
          </a:prstGeom>
          <a:noFill/>
        </p:spPr>
        <p:txBody>
          <a:bodyPr wrap="square" rtlCol="0">
            <a:spAutoFit/>
          </a:bodyPr>
          <a:lstStyle/>
          <a:p>
            <a:r>
              <a:rPr lang="en-US" sz="1000" dirty="0" smtClean="0">
                <a:latin typeface="+mn-lt"/>
              </a:rPr>
              <a:t>Technical factors</a:t>
            </a:r>
            <a:endParaRPr lang="en-US" sz="1000" dirty="0">
              <a:latin typeface="+mn-lt"/>
            </a:endParaRPr>
          </a:p>
        </p:txBody>
      </p:sp>
    </p:spTree>
    <p:extLst>
      <p:ext uri="{BB962C8B-B14F-4D97-AF65-F5344CB8AC3E}">
        <p14:creationId xmlns:p14="http://schemas.microsoft.com/office/powerpoint/2010/main" val="34424209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EMPIRICAL DETERMINANTS OF SWAP SPREADS</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dirty="0"/>
              <a:t>T</a:t>
            </a:r>
            <a:r>
              <a:rPr lang="en-US" sz="1200" dirty="0" smtClean="0"/>
              <a:t>he following factors all show some correlation with swap spreads. They can be decomposed into </a:t>
            </a:r>
            <a:r>
              <a:rPr lang="en-US" sz="1200" b="1" dirty="0" smtClean="0"/>
              <a:t>fundamental factors </a:t>
            </a:r>
            <a:r>
              <a:rPr lang="en-US" sz="1200" dirty="0" smtClean="0"/>
              <a:t>(Carry/funding effect, Systemic risk) and </a:t>
            </a:r>
            <a:r>
              <a:rPr lang="en-US" sz="1200" b="1" dirty="0" smtClean="0"/>
              <a:t>technical factors </a:t>
            </a:r>
            <a:r>
              <a:rPr lang="en-US" sz="1200" dirty="0" smtClean="0"/>
              <a:t>(Treasury-specific factors, supply/demand effects).</a:t>
            </a:r>
          </a:p>
          <a:p>
            <a:pPr algn="l">
              <a:lnSpc>
                <a:spcPct val="100000"/>
              </a:lnSpc>
              <a:spcBef>
                <a:spcPts val="0"/>
              </a:spcBef>
            </a:pPr>
            <a:endParaRPr lang="en-US" sz="1200" b="0" dirty="0">
              <a:solidFill>
                <a:schemeClr val="tx1"/>
              </a:solidFill>
              <a:latin typeface="+mn-lt"/>
            </a:endParaRPr>
          </a:p>
          <a:p>
            <a:pPr algn="l">
              <a:lnSpc>
                <a:spcPct val="100000"/>
              </a:lnSpc>
              <a:spcBef>
                <a:spcPts val="0"/>
              </a:spcBef>
            </a:pPr>
            <a:r>
              <a:rPr lang="en-US" sz="1200" dirty="0" smtClean="0"/>
              <a:t>None of these factors necessarily account for the impact of new regulatory frameworks such as Dodd-Frank, Basel 3 RWA, LCR, Supplementary Leverage Ratio, Mandatory Swaps Clearing etc.</a:t>
            </a:r>
            <a:endParaRPr lang="en-US" sz="1200" b="0" dirty="0" smtClean="0">
              <a:solidFill>
                <a:schemeClr val="tx1"/>
              </a:solidFill>
              <a:latin typeface="+mn-lt"/>
            </a:endParaRP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aphicFrame>
        <p:nvGraphicFramePr>
          <p:cNvPr id="5" name="Table 4"/>
          <p:cNvGraphicFramePr>
            <a:graphicFrameLocks noGrp="1"/>
          </p:cNvGraphicFramePr>
          <p:nvPr>
            <p:extLst>
              <p:ext uri="{D42A27DB-BD31-4B8C-83A1-F6EECF244321}">
                <p14:modId xmlns:p14="http://schemas.microsoft.com/office/powerpoint/2010/main" val="3748597147"/>
              </p:ext>
            </p:extLst>
          </p:nvPr>
        </p:nvGraphicFramePr>
        <p:xfrm>
          <a:off x="2897267" y="1676400"/>
          <a:ext cx="6705600" cy="4704080"/>
        </p:xfrm>
        <a:graphic>
          <a:graphicData uri="http://schemas.openxmlformats.org/drawingml/2006/table">
            <a:tbl>
              <a:tblPr bandRow="1">
                <a:tableStyleId>{5C22544A-7EE6-4342-B048-85BDC9FD1C3A}</a:tableStyleId>
              </a:tblPr>
              <a:tblGrid>
                <a:gridCol w="2284333"/>
                <a:gridCol w="4421267"/>
              </a:tblGrid>
              <a:tr h="370840">
                <a:tc>
                  <a:txBody>
                    <a:bodyPr/>
                    <a:lstStyle/>
                    <a:p>
                      <a:r>
                        <a:rPr lang="en-US" sz="1600" b="1" dirty="0" smtClean="0"/>
                        <a:t>Factor</a:t>
                      </a:r>
                      <a:endParaRPr lang="en-US" sz="1600" b="1" dirty="0"/>
                    </a:p>
                  </a:txBody>
                  <a:tcPr anchor="ctr">
                    <a:solidFill>
                      <a:schemeClr val="accent1">
                        <a:lumMod val="40000"/>
                        <a:lumOff val="60000"/>
                      </a:schemeClr>
                    </a:solidFill>
                  </a:tcPr>
                </a:tc>
                <a:tc>
                  <a:txBody>
                    <a:bodyPr/>
                    <a:lstStyle/>
                    <a:p>
                      <a:pPr algn="ctr"/>
                      <a:r>
                        <a:rPr lang="en-US" sz="1600" b="1" dirty="0" smtClean="0"/>
                        <a:t>Comments</a:t>
                      </a:r>
                      <a:endParaRPr lang="en-US" sz="1600" b="1" dirty="0"/>
                    </a:p>
                  </a:txBody>
                  <a:tcPr anchor="ctr">
                    <a:solidFill>
                      <a:schemeClr val="accent1">
                        <a:lumMod val="40000"/>
                        <a:lumOff val="60000"/>
                      </a:schemeClr>
                    </a:solidFill>
                  </a:tcPr>
                </a:tc>
              </a:tr>
              <a:tr h="370840">
                <a:tc>
                  <a:txBody>
                    <a:bodyPr/>
                    <a:lstStyle/>
                    <a:p>
                      <a:pPr marL="0" indent="0" algn="l">
                        <a:buFont typeface="Arial" panose="020B0604020202020204" pitchFamily="34" charset="0"/>
                        <a:buNone/>
                      </a:pPr>
                      <a:r>
                        <a:rPr lang="en-US" sz="1400" b="1" dirty="0" smtClean="0"/>
                        <a:t>Treasury</a:t>
                      </a:r>
                      <a:r>
                        <a:rPr lang="en-US" sz="1400" b="1" baseline="0" dirty="0" smtClean="0"/>
                        <a:t> Supply</a:t>
                      </a:r>
                      <a:endParaRPr lang="en-US" sz="1400" b="1" dirty="0"/>
                    </a:p>
                  </a:txBody>
                  <a:tcPr anchor="ctr">
                    <a:solidFill>
                      <a:schemeClr val="accent2">
                        <a:lumMod val="20000"/>
                        <a:lumOff val="80000"/>
                      </a:schemeClr>
                    </a:solidFill>
                  </a:tcPr>
                </a:tc>
                <a:tc>
                  <a:txBody>
                    <a:bodyPr/>
                    <a:lstStyle/>
                    <a:p>
                      <a:pPr lvl="0" algn="l"/>
                      <a:r>
                        <a:rPr lang="en-US" sz="1400" dirty="0" smtClean="0"/>
                        <a:t>Dynamics</a:t>
                      </a:r>
                      <a:r>
                        <a:rPr lang="en-US" sz="1400" baseline="0" dirty="0" smtClean="0"/>
                        <a:t> of fiscal deficit and government debt</a:t>
                      </a:r>
                      <a:endParaRPr lang="en-US" sz="1400" dirty="0"/>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AA</a:t>
                      </a:r>
                      <a:r>
                        <a:rPr lang="en-US" sz="1400" b="1" baseline="0" dirty="0" smtClean="0"/>
                        <a:t> Credit Spreads</a:t>
                      </a:r>
                      <a:endParaRPr lang="en-US" sz="1400" b="1" dirty="0"/>
                    </a:p>
                  </a:txBody>
                  <a:tcPr anchor="ctr">
                    <a:solidFill>
                      <a:schemeClr val="accent2">
                        <a:lumMod val="20000"/>
                        <a:lumOff val="80000"/>
                      </a:schemeClr>
                    </a:solidFill>
                  </a:tcPr>
                </a:tc>
                <a:tc>
                  <a:txBody>
                    <a:bodyPr/>
                    <a:lstStyle/>
                    <a:p>
                      <a:pPr lvl="0" algn="l"/>
                      <a:r>
                        <a:rPr lang="en-US" sz="1400" baseline="0" dirty="0" smtClean="0"/>
                        <a:t>Changing perceptions of credit risk over the long term, particularly in the AA-rated sector, as the majority of banks quoting LIBOR rates are AA-rated</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On-Off-the-Run</a:t>
                      </a:r>
                      <a:r>
                        <a:rPr lang="en-US" sz="1400" b="1" baseline="0" dirty="0" smtClean="0"/>
                        <a:t> Treasury Bond Yield Differential</a:t>
                      </a:r>
                      <a:endParaRPr lang="en-US" sz="1400" b="1" dirty="0"/>
                    </a:p>
                  </a:txBody>
                  <a:tcPr anchor="ctr">
                    <a:solidFill>
                      <a:schemeClr val="accent2">
                        <a:lumMod val="20000"/>
                        <a:lumOff val="80000"/>
                      </a:schemeClr>
                    </a:solidFill>
                  </a:tcPr>
                </a:tc>
                <a:tc>
                  <a:txBody>
                    <a:bodyPr/>
                    <a:lstStyle/>
                    <a:p>
                      <a:pPr lvl="0" algn="l"/>
                      <a:r>
                        <a:rPr lang="en-US" sz="1400" baseline="0" dirty="0" smtClean="0"/>
                        <a:t>The difference in yield between on-the-run and off-the-run Treasuries constitutes an indication of the “liquidity convenience yield”</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Slope of the</a:t>
                      </a:r>
                      <a:r>
                        <a:rPr lang="en-US" sz="1400" b="1" baseline="0" dirty="0" smtClean="0"/>
                        <a:t> Yield Curve</a:t>
                      </a:r>
                      <a:endParaRPr lang="en-US" sz="1400" b="1" dirty="0"/>
                    </a:p>
                  </a:txBody>
                  <a:tcPr anchor="ctr">
                    <a:solidFill>
                      <a:schemeClr val="accent2">
                        <a:lumMod val="20000"/>
                        <a:lumOff val="80000"/>
                      </a:schemeClr>
                    </a:solidFill>
                  </a:tcPr>
                </a:tc>
                <a:tc>
                  <a:txBody>
                    <a:bodyPr/>
                    <a:lstStyle/>
                    <a:p>
                      <a:pPr lvl="0" algn="l"/>
                      <a:r>
                        <a:rPr lang="en-US" sz="1400" baseline="0" dirty="0" smtClean="0"/>
                        <a:t>Swap spreads tighten as the yield curve gets steeper and vice-versa: in steep yield curve environments the cost of funding long-dated fixed-rate liabilities increases</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LIBOR-Repo Spread</a:t>
                      </a:r>
                      <a:endParaRPr lang="en-US" sz="1400" b="1" dirty="0"/>
                    </a:p>
                  </a:txBody>
                  <a:tcPr anchor="ctr">
                    <a:solidFill>
                      <a:schemeClr val="accent2">
                        <a:lumMod val="20000"/>
                        <a:lumOff val="80000"/>
                      </a:schemeClr>
                    </a:solidFill>
                  </a:tcPr>
                </a:tc>
                <a:tc>
                  <a:txBody>
                    <a:bodyPr/>
                    <a:lstStyle/>
                    <a:p>
                      <a:pPr lvl="0" algn="l"/>
                      <a:r>
                        <a:rPr lang="en-US" sz="1400" baseline="0" dirty="0" smtClean="0"/>
                        <a:t>Captures the LIBOR credit spread and the liquidity premium stemming from the ability to fund Treasuries in the repo market</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MBS Duration</a:t>
                      </a:r>
                      <a:endParaRPr lang="en-US" sz="1400" b="1" dirty="0"/>
                    </a:p>
                  </a:txBody>
                  <a:tcPr anchor="ctr">
                    <a:solidFill>
                      <a:schemeClr val="accent2">
                        <a:lumMod val="20000"/>
                        <a:lumOff val="80000"/>
                      </a:schemeClr>
                    </a:solidFill>
                  </a:tcPr>
                </a:tc>
                <a:tc>
                  <a:txBody>
                    <a:bodyPr/>
                    <a:lstStyle/>
                    <a:p>
                      <a:pPr lvl="0" algn="l"/>
                      <a:r>
                        <a:rPr lang="en-US" sz="1400" baseline="0" dirty="0" smtClean="0"/>
                        <a:t>Swaps spreads tighten as mortgage rates decrease (duration buybacks) and vice-versa</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Volatility of the Stock Index</a:t>
                      </a:r>
                      <a:endParaRPr lang="en-US" sz="1400" b="1" dirty="0"/>
                    </a:p>
                  </a:txBody>
                  <a:tcPr anchor="ctr">
                    <a:solidFill>
                      <a:schemeClr val="accent2">
                        <a:lumMod val="20000"/>
                        <a:lumOff val="80000"/>
                      </a:schemeClr>
                    </a:solidFill>
                  </a:tcPr>
                </a:tc>
                <a:tc>
                  <a:txBody>
                    <a:bodyPr/>
                    <a:lstStyle/>
                    <a:p>
                      <a:pPr lvl="0" algn="l"/>
                      <a:r>
                        <a:rPr lang="en-US" sz="1400" baseline="0" dirty="0" smtClean="0"/>
                        <a:t>Stock market volatility is good indicator of the overall risk aversion in the capital markets</a:t>
                      </a:r>
                    </a:p>
                  </a:txBody>
                  <a:tcPr anchor="ctr">
                    <a:solidFill>
                      <a:schemeClr val="accent2">
                        <a:lumMod val="20000"/>
                        <a:lumOff val="80000"/>
                      </a:schemeClr>
                    </a:solidFill>
                  </a:tcPr>
                </a:tc>
              </a:tr>
            </a:tbl>
          </a:graphicData>
        </a:graphic>
      </p:graphicFrame>
    </p:spTree>
    <p:extLst>
      <p:ext uri="{BB962C8B-B14F-4D97-AF65-F5344CB8AC3E}">
        <p14:creationId xmlns:p14="http://schemas.microsoft.com/office/powerpoint/2010/main" val="6040985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SHORT-END SWAP SPREADS: STRONG LINK TO </a:t>
            </a:r>
            <a:r>
              <a:rPr lang="en-US" dirty="0"/>
              <a:t>LIBOR-REPO </a:t>
            </a:r>
            <a:r>
              <a:rPr lang="en-US" dirty="0" smtClean="0"/>
              <a:t>SPREADS</a:t>
            </a:r>
            <a:endParaRPr lang="en-US" sz="1200" b="0" dirty="0"/>
          </a:p>
        </p:txBody>
      </p:sp>
      <p:sp>
        <p:nvSpPr>
          <p:cNvPr id="3" name="TextBox 2"/>
          <p:cNvSpPr txBox="1"/>
          <p:nvPr/>
        </p:nvSpPr>
        <p:spPr>
          <a:xfrm>
            <a:off x="145657" y="1218129"/>
            <a:ext cx="2168665" cy="7217360"/>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Theory argues that swap spreads should reflect the expected values of the LIBOR-Repo spread over the term of the swap. The theory should hold more weight for short-end spreads where the holding periods are shorter.</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In practice, several technical factors affect the swap spread and have a more pronounced effect in one regime compared to another.</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For example, 2-year swap spreads widened materially relative to the LIBOR-Repo spread in the middle of 2014 because of various technical reasons including lower short-maturity Treasury issuance, money market reform, and expectations of a wider reverse repo program/interest on excess reserves band.</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More recently, the swap spread has plunged due to balance sheet pressures faced by FIs.</a:t>
            </a: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THE </a:t>
            </a:r>
            <a:r>
              <a:rPr lang="en-US" sz="1300" dirty="0">
                <a:solidFill>
                  <a:srgbClr val="FFFFFF"/>
                </a:solidFill>
              </a:rPr>
              <a:t>2</a:t>
            </a:r>
            <a:r>
              <a:rPr lang="en-US" sz="1300" dirty="0" smtClean="0">
                <a:solidFill>
                  <a:srgbClr val="FFFFFF"/>
                </a:solidFill>
              </a:rPr>
              <a:t>-YEAR SWAP SPREAD vs LIBOR-REPO Spread</a:t>
            </a:r>
          </a:p>
          <a:p>
            <a:pPr algn="ctr"/>
            <a:r>
              <a:rPr lang="en-US" sz="1300" dirty="0" smtClean="0">
                <a:solidFill>
                  <a:srgbClr val="FFFFFF"/>
                </a:solidFill>
              </a:rPr>
              <a:t>(February 2011 – November 2015) </a:t>
            </a:r>
          </a:p>
        </p:txBody>
      </p:sp>
      <p:sp>
        <p:nvSpPr>
          <p:cNvPr id="4" name="TextBox 3"/>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Morgan Stanley, Cello</a:t>
            </a:r>
            <a:endParaRPr lang="en-US" sz="900" dirty="0">
              <a:latin typeface="Calibri" panose="020F0502020204030204" pitchFamily="34" charset="0"/>
            </a:endParaRPr>
          </a:p>
        </p:txBody>
      </p:sp>
      <p:graphicFrame>
        <p:nvGraphicFramePr>
          <p:cNvPr id="33" name="Chart 32"/>
          <p:cNvGraphicFramePr>
            <a:graphicFrameLocks/>
          </p:cNvGraphicFramePr>
          <p:nvPr>
            <p:extLst>
              <p:ext uri="{D42A27DB-BD31-4B8C-83A1-F6EECF244321}">
                <p14:modId xmlns:p14="http://schemas.microsoft.com/office/powerpoint/2010/main" val="3321872689"/>
              </p:ext>
            </p:extLst>
          </p:nvPr>
        </p:nvGraphicFramePr>
        <p:xfrm>
          <a:off x="2562045" y="2286000"/>
          <a:ext cx="6996023" cy="424419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4292451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LONG-END SWAP SPREADS: STRONG LINK TO MARKET STRUCTURE &amp; PARTICIPANTS</a:t>
            </a:r>
            <a:endParaRPr lang="en-US" sz="1200" b="0" dirty="0"/>
          </a:p>
        </p:txBody>
      </p:sp>
      <p:sp>
        <p:nvSpPr>
          <p:cNvPr id="3" name="TextBox 2"/>
          <p:cNvSpPr txBox="1"/>
          <p:nvPr/>
        </p:nvSpPr>
        <p:spPr>
          <a:xfrm>
            <a:off x="145657" y="1218129"/>
            <a:ext cx="2168665" cy="4047262"/>
          </a:xfrm>
          <a:prstGeom prst="rect">
            <a:avLst/>
          </a:prstGeom>
          <a:noFill/>
        </p:spPr>
        <p:txBody>
          <a:bodyPr wrap="square" rtlCol="0">
            <a:spAutoFit/>
          </a:bodyPr>
          <a:lstStyle/>
          <a:p>
            <a:pPr>
              <a:spcBef>
                <a:spcPts val="0"/>
              </a:spcBef>
              <a:buClr>
                <a:srgbClr val="203353"/>
              </a:buClr>
              <a:defRPr/>
            </a:pPr>
            <a:r>
              <a:rPr lang="en-US" sz="1200" dirty="0" smtClean="0">
                <a:solidFill>
                  <a:srgbClr val="000000"/>
                </a:solidFill>
                <a:latin typeface="Calibri"/>
              </a:rPr>
              <a:t>There are plenty of natural and very large receivers in the swap market. There is no natural payer that matches the receivers in size. </a:t>
            </a:r>
          </a:p>
          <a:p>
            <a:pPr>
              <a:spcBef>
                <a:spcPts val="0"/>
              </a:spcBef>
              <a:buClr>
                <a:srgbClr val="203353"/>
              </a:buClr>
              <a:defRPr/>
            </a:pPr>
            <a:endParaRPr lang="en-US" sz="1200" dirty="0">
              <a:solidFill>
                <a:srgbClr val="000000"/>
              </a:solidFill>
              <a:latin typeface="Calibri"/>
            </a:endParaRPr>
          </a:p>
          <a:p>
            <a:pPr>
              <a:spcBef>
                <a:spcPts val="0"/>
              </a:spcBef>
              <a:buClr>
                <a:srgbClr val="203353"/>
              </a:buClr>
              <a:defRPr/>
            </a:pPr>
            <a:r>
              <a:rPr lang="en-US" sz="1200" dirty="0" smtClean="0">
                <a:solidFill>
                  <a:srgbClr val="000000"/>
                </a:solidFill>
                <a:latin typeface="Calibri"/>
              </a:rPr>
              <a:t>Accounts that need short term duration hedges against other cash products have turned to listed Treasury Futures instead of Swaps because of lower initial margin costs and swap spread behavior. </a:t>
            </a:r>
            <a:endParaRPr lang="en-US" sz="1200" dirty="0">
              <a:solidFill>
                <a:srgbClr val="000000"/>
              </a:solidFill>
              <a:latin typeface="Calibri"/>
            </a:endParaRPr>
          </a:p>
          <a:p>
            <a:pPr>
              <a:spcBef>
                <a:spcPts val="0"/>
              </a:spcBef>
              <a:buClr>
                <a:srgbClr val="203353"/>
              </a:buClr>
              <a:defRPr/>
            </a:pPr>
            <a:endParaRPr lang="en-US" sz="1200"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CHANGES IN SWAP CLEARING</a:t>
            </a:r>
          </a:p>
        </p:txBody>
      </p:sp>
      <p:sp>
        <p:nvSpPr>
          <p:cNvPr id="4" name="TextBox 3"/>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US Treasury (July 2013)</a:t>
            </a:r>
            <a:endParaRPr lang="en-US" sz="900" dirty="0">
              <a:latin typeface="Calibri" panose="020F0502020204030204" pitchFamily="34" charset="0"/>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6814" y="2001328"/>
            <a:ext cx="6942948" cy="48524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616946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BALANCE SHEET PRESSURES ARE ALSO DRIVING OTHER MARKETS</a:t>
            </a:r>
            <a:endParaRPr lang="en-US" sz="1200" b="0" dirty="0"/>
          </a:p>
        </p:txBody>
      </p:sp>
      <p:sp>
        <p:nvSpPr>
          <p:cNvPr id="3" name="TextBox 2"/>
          <p:cNvSpPr txBox="1"/>
          <p:nvPr/>
        </p:nvSpPr>
        <p:spPr>
          <a:xfrm>
            <a:off x="145657" y="1218129"/>
            <a:ext cx="2168665" cy="3308598"/>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The recent swap spread tightening can also be seen in other asset classes such as CMBS or corporate credit. The general underperformance of cash products versus synthetic products is indicative of how funding pressures are an important driver of recent swap spread tightening. </a:t>
            </a: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SYNTHETIC vs CASH BASIS: CMBS</a:t>
            </a:r>
          </a:p>
          <a:p>
            <a:pPr algn="ctr"/>
            <a:r>
              <a:rPr lang="en-US" sz="1300" dirty="0" smtClean="0">
                <a:solidFill>
                  <a:srgbClr val="FFFFFF"/>
                </a:solidFill>
              </a:rPr>
              <a:t>(November 2014 – November 2015) </a:t>
            </a:r>
          </a:p>
        </p:txBody>
      </p:sp>
      <p:sp>
        <p:nvSpPr>
          <p:cNvPr id="4" name="TextBox 3"/>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Goldman Sachs</a:t>
            </a:r>
            <a:endParaRPr lang="en-US" sz="900" dirty="0">
              <a:latin typeface="Calibri" panose="020F0502020204030204" pitchFamily="34" charset="0"/>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13150" y="2536250"/>
            <a:ext cx="5942858" cy="3980953"/>
          </a:xfrm>
          <a:prstGeom prst="rect">
            <a:avLst/>
          </a:prstGeom>
        </p:spPr>
      </p:pic>
    </p:spTree>
    <p:extLst>
      <p:ext uri="{BB962C8B-B14F-4D97-AF65-F5344CB8AC3E}">
        <p14:creationId xmlns:p14="http://schemas.microsoft.com/office/powerpoint/2010/main" val="20175501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p:cNvSpPr/>
          <p:nvPr/>
        </p:nvSpPr>
        <p:spPr>
          <a:xfrm>
            <a:off x="2822714" y="4274772"/>
            <a:ext cx="6702286" cy="65953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sp>
        <p:nvSpPr>
          <p:cNvPr id="51" name="Rectangle 50"/>
          <p:cNvSpPr/>
          <p:nvPr/>
        </p:nvSpPr>
        <p:spPr>
          <a:xfrm>
            <a:off x="2829641" y="2949871"/>
            <a:ext cx="6702286" cy="6645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sp>
        <p:nvSpPr>
          <p:cNvPr id="50" name="Rectangle 49"/>
          <p:cNvSpPr/>
          <p:nvPr/>
        </p:nvSpPr>
        <p:spPr>
          <a:xfrm>
            <a:off x="2822714" y="1595460"/>
            <a:ext cx="6702286" cy="707794"/>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sp>
        <p:nvSpPr>
          <p:cNvPr id="2" name="Title 1"/>
          <p:cNvSpPr>
            <a:spLocks noGrp="1"/>
          </p:cNvSpPr>
          <p:nvPr>
            <p:ph type="title"/>
          </p:nvPr>
        </p:nvSpPr>
        <p:spPr/>
        <p:txBody>
          <a:bodyPr/>
          <a:lstStyle/>
          <a:p>
            <a:r>
              <a:rPr lang="en-US" dirty="0" smtClean="0"/>
              <a:t>LIMITS OF Swap Spread Arbitrage = NEGATIVE SWAP SPREADS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A swap spread arbitrage trade may need to be held until maturity consuming balance sheet and relies fundamentally on the smooth functioning of repo markets.</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Specifically, </a:t>
            </a:r>
            <a:r>
              <a:rPr lang="en-US" sz="1200" b="0" dirty="0">
                <a:solidFill>
                  <a:schemeClr val="tx1"/>
                </a:solidFill>
              </a:rPr>
              <a:t>s</a:t>
            </a:r>
            <a:r>
              <a:rPr lang="en-US" sz="1200" b="0" dirty="0" smtClean="0">
                <a:solidFill>
                  <a:schemeClr val="tx1"/>
                </a:solidFill>
              </a:rPr>
              <a:t>wap </a:t>
            </a:r>
            <a:r>
              <a:rPr lang="en-US" sz="1200" b="0" dirty="0">
                <a:solidFill>
                  <a:schemeClr val="tx1"/>
                </a:solidFill>
              </a:rPr>
              <a:t>spread arbitrage requires </a:t>
            </a:r>
            <a:r>
              <a:rPr lang="en-US" sz="1200" b="0" dirty="0" smtClean="0">
                <a:solidFill>
                  <a:schemeClr val="tx1"/>
                </a:solidFill>
              </a:rPr>
              <a:t>(1) stable </a:t>
            </a:r>
            <a:r>
              <a:rPr lang="en-US" sz="1200" b="0" dirty="0">
                <a:solidFill>
                  <a:schemeClr val="tx1"/>
                </a:solidFill>
              </a:rPr>
              <a:t>levels of risk capital, </a:t>
            </a:r>
            <a:r>
              <a:rPr lang="en-US" sz="1200" b="0" dirty="0" smtClean="0">
                <a:solidFill>
                  <a:schemeClr val="tx1"/>
                </a:solidFill>
              </a:rPr>
              <a:t>(2) the ability to obtain repo (or some other source of financing), and (3) stable repo </a:t>
            </a:r>
            <a:r>
              <a:rPr lang="en-US" sz="1200" b="0" dirty="0">
                <a:solidFill>
                  <a:schemeClr val="tx1"/>
                </a:solidFill>
              </a:rPr>
              <a:t>haircuts and financing rates (for financing the Treasury side of the trade</a:t>
            </a:r>
            <a:r>
              <a:rPr lang="en-US" sz="1200" b="0" dirty="0" smtClean="0">
                <a:solidFill>
                  <a:schemeClr val="tx1"/>
                </a:solidFill>
              </a:rPr>
              <a:t>).</a:t>
            </a:r>
            <a:endParaRPr lang="en-US" sz="1200" b="0" dirty="0">
              <a:solidFill>
                <a:schemeClr val="tx1"/>
              </a:solidFill>
            </a:endParaRPr>
          </a:p>
          <a:p>
            <a:pPr>
              <a:lnSpc>
                <a:spcPct val="100000"/>
              </a:lnSpc>
              <a:spcBef>
                <a:spcPts val="0"/>
              </a:spcBef>
            </a:pPr>
            <a:endParaRPr lang="en-US" sz="1200" b="0" dirty="0" smtClean="0">
              <a:solidFill>
                <a:schemeClr val="tx1"/>
              </a:solidFill>
              <a:latin typeface="+mn-lt"/>
            </a:endParaRPr>
          </a:p>
          <a:p>
            <a:pPr>
              <a:lnSpc>
                <a:spcPct val="100000"/>
              </a:lnSpc>
              <a:spcBef>
                <a:spcPts val="0"/>
              </a:spcBef>
            </a:pPr>
            <a:r>
              <a:rPr lang="en-US" sz="1200" b="0" dirty="0" smtClean="0">
                <a:solidFill>
                  <a:schemeClr val="tx1"/>
                </a:solidFill>
                <a:latin typeface="+mn-lt"/>
              </a:rPr>
              <a:t>A negative swap spread may thus be fair compensation for assuming repo refinancing risk over a long term.</a:t>
            </a:r>
          </a:p>
          <a:p>
            <a:pPr>
              <a:lnSpc>
                <a:spcPct val="100000"/>
              </a:lnSpc>
              <a:spcBef>
                <a:spcPts val="0"/>
              </a:spcBef>
            </a:pPr>
            <a:endParaRPr lang="en-US" sz="1200" b="0" dirty="0" smtClean="0">
              <a:solidFill>
                <a:schemeClr val="tx1"/>
              </a:solidFill>
              <a:latin typeface="+mn-lt"/>
            </a:endParaRPr>
          </a:p>
          <a:p>
            <a:pPr>
              <a:lnSpc>
                <a:spcPct val="100000"/>
              </a:lnSpc>
              <a:spcBef>
                <a:spcPts val="0"/>
              </a:spcBef>
            </a:pPr>
            <a:r>
              <a:rPr lang="en-US" sz="1200" b="0" dirty="0" smtClean="0">
                <a:solidFill>
                  <a:schemeClr val="tx1"/>
                </a:solidFill>
                <a:latin typeface="+mn-lt"/>
              </a:rPr>
              <a:t>There is no intrinsic contradiction in GC Repo (collateralized) trading above LIBOR (uncollateralized) – they reflect rates applicable to different sets of borrowers.</a:t>
            </a: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36" name="Rectangle 35"/>
          <p:cNvSpPr/>
          <p:nvPr/>
        </p:nvSpPr>
        <p:spPr>
          <a:xfrm>
            <a:off x="877264" y="7349978"/>
            <a:ext cx="2175596" cy="230832"/>
          </a:xfrm>
          <a:prstGeom prst="rect">
            <a:avLst/>
          </a:prstGeom>
        </p:spPr>
        <p:txBody>
          <a:bodyPr wrap="none">
            <a:spAutoFit/>
          </a:bodyPr>
          <a:lstStyle/>
          <a:p>
            <a:pPr defTabSz="1018824" fontAlgn="auto">
              <a:spcBef>
                <a:spcPts val="0"/>
              </a:spcBef>
              <a:spcAft>
                <a:spcPts val="0"/>
              </a:spcAft>
            </a:pPr>
            <a:r>
              <a:rPr lang="en-US" sz="900" dirty="0">
                <a:solidFill>
                  <a:srgbClr val="000000"/>
                </a:solidFill>
                <a:latin typeface="Calibri"/>
              </a:rPr>
              <a:t>Source: </a:t>
            </a:r>
            <a:r>
              <a:rPr lang="en-US" sz="900" dirty="0" smtClean="0">
                <a:solidFill>
                  <a:srgbClr val="000000"/>
                </a:solidFill>
                <a:latin typeface="Calibri"/>
              </a:rPr>
              <a:t>Citigroup, Cello. As of 11/20/2015.</a:t>
            </a:r>
            <a:endParaRPr lang="en-US" sz="900" dirty="0">
              <a:solidFill>
                <a:srgbClr val="000000"/>
              </a:solidFill>
              <a:latin typeface="Calibri"/>
            </a:endParaRPr>
          </a:p>
        </p:txBody>
      </p:sp>
      <p:grpSp>
        <p:nvGrpSpPr>
          <p:cNvPr id="6" name="Group 5"/>
          <p:cNvGrpSpPr/>
          <p:nvPr/>
        </p:nvGrpSpPr>
        <p:grpSpPr>
          <a:xfrm>
            <a:off x="2819399" y="1219200"/>
            <a:ext cx="6705601" cy="980420"/>
            <a:chOff x="2819399" y="1219200"/>
            <a:chExt cx="6705601" cy="980420"/>
          </a:xfrm>
        </p:grpSpPr>
        <p:sp>
          <p:nvSpPr>
            <p:cNvPr id="19" name="TextBox 18"/>
            <p:cNvSpPr txBox="1"/>
            <p:nvPr/>
          </p:nvSpPr>
          <p:spPr>
            <a:xfrm>
              <a:off x="2819399" y="1219200"/>
              <a:ext cx="2934419" cy="369332"/>
            </a:xfrm>
            <a:prstGeom prst="rect">
              <a:avLst/>
            </a:prstGeom>
            <a:noFill/>
          </p:spPr>
          <p:txBody>
            <a:bodyPr wrap="square" rtlCol="0">
              <a:spAutoFit/>
            </a:bodyPr>
            <a:lstStyle/>
            <a:p>
              <a:pPr defTabSz="1018824" fontAlgn="auto">
                <a:spcBef>
                  <a:spcPts val="0"/>
                </a:spcBef>
                <a:spcAft>
                  <a:spcPts val="0"/>
                </a:spcAft>
              </a:pPr>
              <a:r>
                <a:rPr lang="en-US" b="1" dirty="0">
                  <a:solidFill>
                    <a:srgbClr val="2E398A"/>
                  </a:solidFill>
                  <a:latin typeface="Calibri"/>
                </a:rPr>
                <a:t>3</a:t>
              </a:r>
              <a:r>
                <a:rPr lang="en-US" b="1" dirty="0" smtClean="0">
                  <a:solidFill>
                    <a:srgbClr val="2E398A"/>
                  </a:solidFill>
                  <a:latin typeface="Calibri"/>
                </a:rPr>
                <a:t>0-Year Treasury </a:t>
              </a:r>
              <a:r>
                <a:rPr lang="en-US" b="1" dirty="0">
                  <a:solidFill>
                    <a:srgbClr val="2E398A"/>
                  </a:solidFill>
                  <a:latin typeface="Calibri"/>
                </a:rPr>
                <a:t>Purchase</a:t>
              </a:r>
            </a:p>
          </p:txBody>
        </p:sp>
        <p:cxnSp>
          <p:nvCxnSpPr>
            <p:cNvPr id="22" name="Straight Connector 21"/>
            <p:cNvCxnSpPr/>
            <p:nvPr/>
          </p:nvCxnSpPr>
          <p:spPr>
            <a:xfrm>
              <a:off x="2822714" y="1588532"/>
              <a:ext cx="670228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2971800" y="1676400"/>
              <a:ext cx="6096000" cy="523220"/>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a:solidFill>
                    <a:srgbClr val="000000"/>
                  </a:solidFill>
                  <a:latin typeface="Calibri"/>
                </a:rPr>
                <a:t>Receive </a:t>
              </a:r>
              <a:r>
                <a:rPr lang="en-US" sz="1400" dirty="0" smtClean="0">
                  <a:solidFill>
                    <a:srgbClr val="000000"/>
                  </a:solidFill>
                  <a:latin typeface="Calibri"/>
                </a:rPr>
                <a:t>3.02% </a:t>
              </a:r>
              <a:r>
                <a:rPr lang="en-US" sz="1400" dirty="0">
                  <a:solidFill>
                    <a:srgbClr val="000000"/>
                  </a:solidFill>
                  <a:latin typeface="Calibri"/>
                </a:rPr>
                <a:t>p.a. for the next </a:t>
              </a:r>
              <a:r>
                <a:rPr lang="en-US" sz="1400" dirty="0" smtClean="0">
                  <a:solidFill>
                    <a:srgbClr val="000000"/>
                  </a:solidFill>
                  <a:latin typeface="Calibri"/>
                </a:rPr>
                <a:t>30 </a:t>
              </a:r>
              <a:r>
                <a:rPr lang="en-US" sz="1400" dirty="0">
                  <a:solidFill>
                    <a:srgbClr val="000000"/>
                  </a:solidFill>
                  <a:latin typeface="Calibri"/>
                </a:rPr>
                <a:t>years</a:t>
              </a:r>
            </a:p>
            <a:p>
              <a:pPr marL="285750" indent="-285750" defTabSz="1018824" fontAlgn="auto">
                <a:spcBef>
                  <a:spcPts val="0"/>
                </a:spcBef>
                <a:spcAft>
                  <a:spcPts val="0"/>
                </a:spcAft>
                <a:buFont typeface="Arial" panose="020B0604020202020204" pitchFamily="34" charset="0"/>
                <a:buChar char="•"/>
              </a:pPr>
              <a:r>
                <a:rPr lang="en-US" sz="1400" dirty="0">
                  <a:solidFill>
                    <a:srgbClr val="000000"/>
                  </a:solidFill>
                  <a:latin typeface="Calibri"/>
                </a:rPr>
                <a:t>Pay 1-month repo, rolled every 1 month, to finance the </a:t>
              </a:r>
              <a:r>
                <a:rPr lang="en-US" sz="1400" dirty="0" smtClean="0">
                  <a:solidFill>
                    <a:srgbClr val="000000"/>
                  </a:solidFill>
                  <a:latin typeface="Calibri"/>
                </a:rPr>
                <a:t>purchase</a:t>
              </a:r>
              <a:endParaRPr lang="en-US" sz="1400" dirty="0">
                <a:solidFill>
                  <a:srgbClr val="000000"/>
                </a:solidFill>
                <a:latin typeface="Calibri"/>
              </a:endParaRPr>
            </a:p>
          </p:txBody>
        </p:sp>
      </p:grpSp>
      <p:grpSp>
        <p:nvGrpSpPr>
          <p:cNvPr id="38" name="Group 37"/>
          <p:cNvGrpSpPr/>
          <p:nvPr/>
        </p:nvGrpSpPr>
        <p:grpSpPr>
          <a:xfrm>
            <a:off x="2819400" y="2565592"/>
            <a:ext cx="6705600" cy="980420"/>
            <a:chOff x="2819400" y="1219200"/>
            <a:chExt cx="6705600" cy="980420"/>
          </a:xfrm>
        </p:grpSpPr>
        <p:sp>
          <p:nvSpPr>
            <p:cNvPr id="39" name="TextBox 38"/>
            <p:cNvSpPr txBox="1"/>
            <p:nvPr/>
          </p:nvSpPr>
          <p:spPr>
            <a:xfrm>
              <a:off x="2819400" y="1219200"/>
              <a:ext cx="2057400" cy="369332"/>
            </a:xfrm>
            <a:prstGeom prst="rect">
              <a:avLst/>
            </a:prstGeom>
            <a:noFill/>
          </p:spPr>
          <p:txBody>
            <a:bodyPr wrap="square" rtlCol="0">
              <a:spAutoFit/>
            </a:bodyPr>
            <a:lstStyle/>
            <a:p>
              <a:pPr defTabSz="1018824" fontAlgn="auto">
                <a:spcBef>
                  <a:spcPts val="0"/>
                </a:spcBef>
                <a:spcAft>
                  <a:spcPts val="0"/>
                </a:spcAft>
              </a:pPr>
              <a:r>
                <a:rPr lang="en-US" b="1" dirty="0">
                  <a:solidFill>
                    <a:srgbClr val="968880"/>
                  </a:solidFill>
                  <a:latin typeface="Calibri"/>
                </a:rPr>
                <a:t>3</a:t>
              </a:r>
              <a:r>
                <a:rPr lang="en-US" b="1" dirty="0" smtClean="0">
                  <a:solidFill>
                    <a:srgbClr val="968880"/>
                  </a:solidFill>
                  <a:latin typeface="Calibri"/>
                </a:rPr>
                <a:t>0-Year Swap </a:t>
              </a:r>
              <a:r>
                <a:rPr lang="en-US" b="1" dirty="0">
                  <a:solidFill>
                    <a:srgbClr val="968880"/>
                  </a:solidFill>
                  <a:latin typeface="Calibri"/>
                </a:rPr>
                <a:t>Trade</a:t>
              </a:r>
            </a:p>
          </p:txBody>
        </p:sp>
        <p:cxnSp>
          <p:nvCxnSpPr>
            <p:cNvPr id="40" name="Straight Connector 39"/>
            <p:cNvCxnSpPr/>
            <p:nvPr/>
          </p:nvCxnSpPr>
          <p:spPr>
            <a:xfrm>
              <a:off x="2822714" y="1588532"/>
              <a:ext cx="6702286"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2971800" y="1676400"/>
              <a:ext cx="6096000" cy="523220"/>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a:solidFill>
                    <a:srgbClr val="000000"/>
                  </a:solidFill>
                  <a:latin typeface="Calibri"/>
                </a:rPr>
                <a:t>Pay </a:t>
              </a:r>
              <a:r>
                <a:rPr lang="en-US" sz="1400" dirty="0" smtClean="0">
                  <a:solidFill>
                    <a:srgbClr val="000000"/>
                  </a:solidFill>
                  <a:latin typeface="Calibri"/>
                </a:rPr>
                <a:t>2.53% </a:t>
              </a:r>
              <a:r>
                <a:rPr lang="en-US" sz="1400" dirty="0">
                  <a:solidFill>
                    <a:srgbClr val="000000"/>
                  </a:solidFill>
                  <a:latin typeface="Calibri"/>
                </a:rPr>
                <a:t>p.a. for next </a:t>
              </a:r>
              <a:r>
                <a:rPr lang="en-US" sz="1400" dirty="0" smtClean="0">
                  <a:solidFill>
                    <a:srgbClr val="000000"/>
                  </a:solidFill>
                  <a:latin typeface="Calibri"/>
                </a:rPr>
                <a:t>30 </a:t>
              </a:r>
              <a:r>
                <a:rPr lang="en-US" sz="1400" dirty="0">
                  <a:solidFill>
                    <a:srgbClr val="000000"/>
                  </a:solidFill>
                  <a:latin typeface="Calibri"/>
                </a:rPr>
                <a:t>years</a:t>
              </a:r>
            </a:p>
            <a:p>
              <a:pPr marL="285750" indent="-285750" defTabSz="1018824" fontAlgn="auto">
                <a:spcBef>
                  <a:spcPts val="0"/>
                </a:spcBef>
                <a:spcAft>
                  <a:spcPts val="0"/>
                </a:spcAft>
                <a:buFont typeface="Arial" panose="020B0604020202020204" pitchFamily="34" charset="0"/>
                <a:buChar char="•"/>
              </a:pPr>
              <a:r>
                <a:rPr lang="en-US" sz="1400" dirty="0">
                  <a:solidFill>
                    <a:srgbClr val="000000"/>
                  </a:solidFill>
                  <a:latin typeface="Calibri"/>
                </a:rPr>
                <a:t>Receive 1-month LIBOR rate, reset every 1 month, for next </a:t>
              </a:r>
              <a:r>
                <a:rPr lang="en-US" sz="1400" dirty="0" smtClean="0">
                  <a:solidFill>
                    <a:srgbClr val="000000"/>
                  </a:solidFill>
                  <a:latin typeface="Calibri"/>
                </a:rPr>
                <a:t>30 </a:t>
              </a:r>
              <a:r>
                <a:rPr lang="en-US" sz="1400" dirty="0">
                  <a:solidFill>
                    <a:srgbClr val="000000"/>
                  </a:solidFill>
                  <a:latin typeface="Calibri"/>
                </a:rPr>
                <a:t>years</a:t>
              </a:r>
            </a:p>
          </p:txBody>
        </p:sp>
      </p:grpSp>
      <p:grpSp>
        <p:nvGrpSpPr>
          <p:cNvPr id="46" name="Group 45"/>
          <p:cNvGrpSpPr/>
          <p:nvPr/>
        </p:nvGrpSpPr>
        <p:grpSpPr>
          <a:xfrm>
            <a:off x="2819399" y="3886200"/>
            <a:ext cx="6705601" cy="980420"/>
            <a:chOff x="2819399" y="1219200"/>
            <a:chExt cx="6705601" cy="980420"/>
          </a:xfrm>
        </p:grpSpPr>
        <p:sp>
          <p:nvSpPr>
            <p:cNvPr id="47" name="TextBox 46"/>
            <p:cNvSpPr txBox="1"/>
            <p:nvPr/>
          </p:nvSpPr>
          <p:spPr>
            <a:xfrm>
              <a:off x="2819399" y="1219200"/>
              <a:ext cx="5643114" cy="369332"/>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8891D5"/>
                  </a:solidFill>
                  <a:latin typeface="Calibri"/>
                </a:rPr>
                <a:t>Net Cash Flow: Long 30-Year Treasury &amp; Pay 30-Year Fixed</a:t>
              </a:r>
              <a:endParaRPr lang="en-US" b="1" dirty="0">
                <a:solidFill>
                  <a:srgbClr val="8891D5"/>
                </a:solidFill>
                <a:latin typeface="Calibri"/>
              </a:endParaRPr>
            </a:p>
          </p:txBody>
        </p:sp>
        <p:cxnSp>
          <p:nvCxnSpPr>
            <p:cNvPr id="48" name="Straight Connector 47"/>
            <p:cNvCxnSpPr/>
            <p:nvPr/>
          </p:nvCxnSpPr>
          <p:spPr>
            <a:xfrm>
              <a:off x="2822714" y="1588532"/>
              <a:ext cx="670228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2971800" y="1676400"/>
              <a:ext cx="6096000" cy="523220"/>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Fixed-rate differential = Treasury Rate – Swap Rate ≈ 49 bps</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Floating-rate differential = LIBOR – Repo ≈ -5bps</a:t>
              </a:r>
              <a:endParaRPr lang="en-US" sz="1400" dirty="0">
                <a:solidFill>
                  <a:srgbClr val="000000"/>
                </a:solidFill>
                <a:latin typeface="Calibri"/>
              </a:endParaRPr>
            </a:p>
          </p:txBody>
        </p:sp>
      </p:grpSp>
      <p:sp>
        <p:nvSpPr>
          <p:cNvPr id="25" name="Rectangle 24"/>
          <p:cNvSpPr/>
          <p:nvPr/>
        </p:nvSpPr>
        <p:spPr>
          <a:xfrm>
            <a:off x="2822863" y="5574354"/>
            <a:ext cx="6715841" cy="1402297"/>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grpSp>
        <p:nvGrpSpPr>
          <p:cNvPr id="26" name="Group 25"/>
          <p:cNvGrpSpPr/>
          <p:nvPr/>
        </p:nvGrpSpPr>
        <p:grpSpPr>
          <a:xfrm>
            <a:off x="2816086" y="5257800"/>
            <a:ext cx="6705600" cy="1947770"/>
            <a:chOff x="2819400" y="1219200"/>
            <a:chExt cx="6705600" cy="2272513"/>
          </a:xfrm>
        </p:grpSpPr>
        <p:sp>
          <p:nvSpPr>
            <p:cNvPr id="27" name="TextBox 26"/>
            <p:cNvSpPr txBox="1"/>
            <p:nvPr/>
          </p:nvSpPr>
          <p:spPr>
            <a:xfrm>
              <a:off x="2819400" y="1219200"/>
              <a:ext cx="2057400" cy="369332"/>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ADAEC4">
                      <a:lumMod val="75000"/>
                    </a:srgbClr>
                  </a:solidFill>
                  <a:latin typeface="Calibri"/>
                </a:rPr>
                <a:t>Risks</a:t>
              </a:r>
              <a:endParaRPr lang="en-US" b="1" dirty="0">
                <a:solidFill>
                  <a:srgbClr val="ADAEC4">
                    <a:lumMod val="75000"/>
                  </a:srgbClr>
                </a:solidFill>
                <a:latin typeface="Calibri"/>
              </a:endParaRPr>
            </a:p>
          </p:txBody>
        </p:sp>
        <p:cxnSp>
          <p:nvCxnSpPr>
            <p:cNvPr id="28" name="Straight Connector 27"/>
            <p:cNvCxnSpPr/>
            <p:nvPr/>
          </p:nvCxnSpPr>
          <p:spPr>
            <a:xfrm>
              <a:off x="2822714" y="1588532"/>
              <a:ext cx="6702286" cy="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971800" y="1588532"/>
              <a:ext cx="6096000" cy="1903181"/>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b="1" dirty="0">
                  <a:solidFill>
                    <a:srgbClr val="000000"/>
                  </a:solidFill>
                  <a:latin typeface="Calibri"/>
                </a:rPr>
                <a:t>Duration</a:t>
              </a:r>
              <a:r>
                <a:rPr lang="en-US" sz="1400" dirty="0">
                  <a:solidFill>
                    <a:srgbClr val="000000"/>
                  </a:solidFill>
                  <a:latin typeface="Calibri"/>
                </a:rPr>
                <a:t>: 	</a:t>
              </a:r>
              <a:r>
                <a:rPr lang="en-US" sz="1400" dirty="0" smtClean="0">
                  <a:solidFill>
                    <a:srgbClr val="000000"/>
                  </a:solidFill>
                  <a:latin typeface="Calibri"/>
                </a:rPr>
                <a:t>Limited </a:t>
              </a:r>
              <a:r>
                <a:rPr lang="en-US" sz="1400" dirty="0">
                  <a:solidFill>
                    <a:srgbClr val="000000"/>
                  </a:solidFill>
                  <a:latin typeface="Calibri"/>
                </a:rPr>
                <a:t>to none</a:t>
              </a:r>
            </a:p>
            <a:p>
              <a:pPr marL="285750" indent="-285750" defTabSz="1018824" fontAlgn="auto">
                <a:spcBef>
                  <a:spcPts val="0"/>
                </a:spcBef>
                <a:spcAft>
                  <a:spcPts val="0"/>
                </a:spcAft>
                <a:buFont typeface="Arial" panose="020B0604020202020204" pitchFamily="34" charset="0"/>
                <a:buChar char="•"/>
              </a:pPr>
              <a:r>
                <a:rPr lang="en-US" sz="1400" b="1" dirty="0">
                  <a:solidFill>
                    <a:srgbClr val="000000"/>
                  </a:solidFill>
                  <a:latin typeface="Calibri"/>
                </a:rPr>
                <a:t>Mark-to-market</a:t>
              </a:r>
              <a:r>
                <a:rPr lang="en-US" sz="1400" dirty="0">
                  <a:solidFill>
                    <a:srgbClr val="000000"/>
                  </a:solidFill>
                  <a:latin typeface="Calibri"/>
                </a:rPr>
                <a:t>:  	Swap </a:t>
              </a:r>
              <a:r>
                <a:rPr lang="en-US" sz="1400" dirty="0" smtClean="0">
                  <a:solidFill>
                    <a:srgbClr val="000000"/>
                  </a:solidFill>
                  <a:latin typeface="Calibri"/>
                </a:rPr>
                <a:t>spreads tighten/widen -&gt; </a:t>
              </a:r>
              <a:r>
                <a:rPr lang="en-US" sz="1400" dirty="0">
                  <a:solidFill>
                    <a:srgbClr val="000000"/>
                  </a:solidFill>
                  <a:latin typeface="Calibri"/>
                </a:rPr>
                <a:t>MTM </a:t>
              </a:r>
              <a:r>
                <a:rPr lang="en-US" sz="1400" dirty="0" smtClean="0">
                  <a:solidFill>
                    <a:srgbClr val="000000"/>
                  </a:solidFill>
                  <a:latin typeface="Calibri"/>
                </a:rPr>
                <a:t>Loss/Gain</a:t>
              </a:r>
              <a:endParaRPr lang="en-US" sz="1400" dirty="0">
                <a:solidFill>
                  <a:srgbClr val="000000"/>
                </a:solidFill>
                <a:latin typeface="Calibri"/>
              </a:endParaRPr>
            </a:p>
            <a:p>
              <a:pPr marL="285750" indent="-285750" defTabSz="1018824" fontAlgn="auto">
                <a:spcBef>
                  <a:spcPts val="0"/>
                </a:spcBef>
                <a:spcAft>
                  <a:spcPts val="0"/>
                </a:spcAft>
                <a:buFont typeface="Arial" panose="020B0604020202020204" pitchFamily="34" charset="0"/>
                <a:buChar char="•"/>
              </a:pPr>
              <a:r>
                <a:rPr lang="en-US" sz="1400" b="1" dirty="0" smtClean="0">
                  <a:solidFill>
                    <a:srgbClr val="000000"/>
                  </a:solidFill>
                  <a:latin typeface="Calibri"/>
                </a:rPr>
                <a:t>LIBOR-Repo </a:t>
              </a:r>
              <a:r>
                <a:rPr lang="en-US" sz="1400" b="1" dirty="0">
                  <a:solidFill>
                    <a:srgbClr val="000000"/>
                  </a:solidFill>
                  <a:latin typeface="Calibri"/>
                </a:rPr>
                <a:t>Spread</a:t>
              </a:r>
              <a:r>
                <a:rPr lang="en-US" sz="1400" dirty="0">
                  <a:solidFill>
                    <a:srgbClr val="000000"/>
                  </a:solidFill>
                  <a:latin typeface="Calibri"/>
                </a:rPr>
                <a:t>: 	</a:t>
              </a:r>
              <a:r>
                <a:rPr lang="en-US" sz="1400" dirty="0" smtClean="0">
                  <a:solidFill>
                    <a:srgbClr val="000000"/>
                  </a:solidFill>
                  <a:latin typeface="Calibri"/>
                </a:rPr>
                <a:t>Spreads widen/tighten </a:t>
              </a:r>
              <a:r>
                <a:rPr lang="en-US" sz="1400" dirty="0">
                  <a:solidFill>
                    <a:srgbClr val="000000"/>
                  </a:solidFill>
                  <a:latin typeface="Calibri"/>
                </a:rPr>
                <a:t>-&gt; Carry </a:t>
              </a:r>
              <a:r>
                <a:rPr lang="en-US" sz="1400" dirty="0" smtClean="0">
                  <a:solidFill>
                    <a:srgbClr val="000000"/>
                  </a:solidFill>
                  <a:latin typeface="Calibri"/>
                </a:rPr>
                <a:t>increases/decreases </a:t>
              </a:r>
            </a:p>
            <a:p>
              <a:pPr marL="285750" indent="-285750" defTabSz="1018824" fontAlgn="auto">
                <a:spcBef>
                  <a:spcPts val="0"/>
                </a:spcBef>
                <a:spcAft>
                  <a:spcPts val="0"/>
                </a:spcAft>
                <a:buFont typeface="Arial" panose="020B0604020202020204" pitchFamily="34" charset="0"/>
                <a:buChar char="•"/>
              </a:pPr>
              <a:r>
                <a:rPr lang="en-US" sz="1400" b="1" dirty="0" smtClean="0">
                  <a:solidFill>
                    <a:srgbClr val="000000"/>
                  </a:solidFill>
                  <a:latin typeface="Calibri"/>
                </a:rPr>
                <a:t>Balance Sheet</a:t>
              </a:r>
              <a:r>
                <a:rPr lang="en-US" sz="1400" dirty="0" smtClean="0">
                  <a:solidFill>
                    <a:srgbClr val="000000"/>
                  </a:solidFill>
                  <a:latin typeface="Calibri"/>
                </a:rPr>
                <a:t>: </a:t>
              </a:r>
              <a:r>
                <a:rPr lang="en-US" sz="1400" dirty="0">
                  <a:solidFill>
                    <a:srgbClr val="000000"/>
                  </a:solidFill>
                  <a:latin typeface="Calibri"/>
                </a:rPr>
                <a:t>	</a:t>
              </a:r>
              <a:r>
                <a:rPr lang="en-US" sz="1400" dirty="0" smtClean="0">
                  <a:solidFill>
                    <a:srgbClr val="000000"/>
                  </a:solidFill>
                  <a:latin typeface="Calibri"/>
                </a:rPr>
                <a:t>Haircuts increase/decrease -&gt; Trade ROE 			decreases/increases; Liquidity decreases/increases </a:t>
              </a:r>
              <a:endParaRPr lang="en-US" sz="1400" dirty="0">
                <a:solidFill>
                  <a:srgbClr val="000000"/>
                </a:solidFill>
                <a:latin typeface="Calibri"/>
              </a:endParaRPr>
            </a:p>
            <a:p>
              <a:pPr marL="2037649" lvl="4" indent="0" defTabSz="1018824" fontAlgn="auto">
                <a:spcBef>
                  <a:spcPts val="0"/>
                </a:spcBef>
                <a:spcAft>
                  <a:spcPts val="0"/>
                </a:spcAft>
              </a:pPr>
              <a:endParaRPr lang="en-US" sz="1400" dirty="0">
                <a:solidFill>
                  <a:srgbClr val="000000"/>
                </a:solidFill>
                <a:latin typeface="Calibri"/>
              </a:endParaRPr>
            </a:p>
            <a:p>
              <a:pPr defTabSz="1018824" fontAlgn="auto">
                <a:spcBef>
                  <a:spcPts val="0"/>
                </a:spcBef>
                <a:spcAft>
                  <a:spcPts val="0"/>
                </a:spcAft>
              </a:pPr>
              <a:r>
                <a:rPr lang="en-US" sz="1600" dirty="0">
                  <a:solidFill>
                    <a:srgbClr val="000000"/>
                  </a:solidFill>
                  <a:latin typeface="Calibri"/>
                </a:rPr>
                <a:t>		</a:t>
              </a:r>
            </a:p>
          </p:txBody>
        </p:sp>
      </p:grpSp>
    </p:spTree>
    <p:extLst>
      <p:ext uri="{BB962C8B-B14F-4D97-AF65-F5344CB8AC3E}">
        <p14:creationId xmlns:p14="http://schemas.microsoft.com/office/powerpoint/2010/main" val="18977386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524287" y="268819"/>
            <a:ext cx="7280116" cy="644102"/>
          </a:xfrm>
        </p:spPr>
        <p:txBody>
          <a:bodyPr/>
          <a:lstStyle/>
          <a:p>
            <a:r>
              <a:rPr lang="en-US" dirty="0" smtClean="0"/>
              <a:t>DISCLOSURES</a:t>
            </a:r>
            <a:br>
              <a:rPr lang="en-US" dirty="0" smtClean="0"/>
            </a:br>
            <a:r>
              <a:rPr lang="en-US" sz="1200" b="0" dirty="0"/>
              <a:t>Important Notes</a:t>
            </a:r>
            <a:endParaRPr lang="en-US" sz="1200" b="0" dirty="0">
              <a:solidFill>
                <a:srgbClr val="FFFFFF"/>
              </a:solidFill>
            </a:endParaRPr>
          </a:p>
        </p:txBody>
      </p:sp>
      <p:sp>
        <p:nvSpPr>
          <p:cNvPr id="5" name="Rectangle 3"/>
          <p:cNvSpPr txBox="1">
            <a:spLocks noChangeArrowheads="1"/>
          </p:cNvSpPr>
          <p:nvPr/>
        </p:nvSpPr>
        <p:spPr bwMode="auto">
          <a:xfrm>
            <a:off x="266701" y="1414674"/>
            <a:ext cx="9525000" cy="5702405"/>
          </a:xfrm>
          <a:prstGeom prst="rect">
            <a:avLst/>
          </a:prstGeom>
          <a:noFill/>
          <a:ln w="9525">
            <a:noFill/>
            <a:miter lim="800000"/>
            <a:headEnd/>
            <a:tailEnd/>
          </a:ln>
        </p:spPr>
        <p:txBody>
          <a:bodyPr vert="horz" wrap="square" lIns="101847" tIns="50923" rIns="101847" bIns="50923" numCol="2" spcCol="274256" anchor="t" anchorCtr="0" compatLnSpc="1">
            <a:prstTxWarp prst="textNoShape">
              <a:avLst/>
            </a:prstTxWarp>
          </a:bodyPr>
          <a:lstStyle/>
          <a:p>
            <a:pPr defTabSz="914187" eaLnBrk="0" hangingPunct="0">
              <a:spcBef>
                <a:spcPct val="110000"/>
              </a:spcBef>
              <a:buClr>
                <a:schemeClr val="tx2"/>
              </a:buClr>
              <a:defRPr/>
            </a:pPr>
            <a:r>
              <a:rPr lang="en-US" sz="1100" kern="0" dirty="0">
                <a:latin typeface="+mn-lt"/>
              </a:rPr>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914187" eaLnBrk="0" hangingPunct="0">
              <a:spcBef>
                <a:spcPct val="110000"/>
              </a:spcBef>
              <a:buClr>
                <a:schemeClr val="tx2"/>
              </a:buClr>
              <a:defRPr/>
            </a:pPr>
            <a:r>
              <a:rPr lang="en-US" sz="1100" kern="0" dirty="0">
                <a:latin typeface="+mn-lt"/>
              </a:rPr>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914187" eaLnBrk="0" hangingPunct="0">
              <a:spcBef>
                <a:spcPct val="110000"/>
              </a:spcBef>
              <a:buClr>
                <a:schemeClr val="tx2"/>
              </a:buClr>
              <a:defRPr/>
            </a:pPr>
            <a:r>
              <a:rPr lang="en-US" sz="1100" kern="0" dirty="0">
                <a:latin typeface="+mn-lt"/>
              </a:rPr>
              <a:t>Portions of this document may contain commentary and/or data based on certain current assumptions by Cello Capital Management, </a:t>
            </a:r>
            <a:r>
              <a:rPr lang="en-US" sz="1100" kern="0" dirty="0" smtClean="0">
                <a:latin typeface="+mn-lt"/>
              </a:rPr>
              <a:t>LP(“</a:t>
            </a:r>
            <a:r>
              <a:rPr lang="en-US" sz="1100" kern="0" dirty="0">
                <a:latin typeface="+mn-lt"/>
              </a:rPr>
              <a:t>Cello”), which are subject to change at any time, as well as Cello's internal complex calculations. If one or more of these assumptions or calculations is incorrect, the information contained herein may unintentionally be inaccurate. </a:t>
            </a:r>
          </a:p>
          <a:p>
            <a:pPr defTabSz="914187" eaLnBrk="0" hangingPunct="0">
              <a:spcBef>
                <a:spcPct val="110000"/>
              </a:spcBef>
              <a:buClr>
                <a:schemeClr val="tx2"/>
              </a:buClr>
              <a:defRPr/>
            </a:pPr>
            <a:r>
              <a:rPr lang="en-US" sz="1100" kern="0" dirty="0">
                <a:latin typeface="+mn-lt"/>
              </a:rPr>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Performance results referenced in this document </a:t>
            </a:r>
            <a:r>
              <a:rPr lang="en-US" sz="1100" kern="0" dirty="0">
                <a:latin typeface="+mn-lt"/>
              </a:rPr>
              <a:t>are provided for an investor in Class A1a shares of Cello Fixed Income Master Fund, LP (the “Master Fund</a:t>
            </a:r>
            <a:r>
              <a:rPr lang="en-US" sz="1100" kern="0" dirty="0" smtClean="0">
                <a:latin typeface="+mn-lt"/>
              </a:rPr>
              <a:t>”). Unless otherwise noted. Performance </a:t>
            </a:r>
            <a:r>
              <a:rPr lang="en-US" sz="1100" kern="0" dirty="0">
                <a:latin typeface="+mn-lt"/>
              </a:rPr>
              <a:t>reflects all income. Class A1a shares launched on January 1, 2012, and returns for periods prior thereto have been adjusted to reflect the management fees and performance allocations chargeable to Class A1a </a:t>
            </a:r>
            <a:r>
              <a:rPr lang="en-US" sz="1100" kern="0" dirty="0" smtClean="0">
                <a:latin typeface="+mn-lt"/>
              </a:rPr>
              <a:t>shares.</a:t>
            </a:r>
            <a:endParaRPr lang="en-US" sz="1100" kern="0" dirty="0">
              <a:latin typeface="+mn-lt"/>
            </a:endParaRPr>
          </a:p>
          <a:p>
            <a:pPr defTabSz="914187" eaLnBrk="0" hangingPunct="0">
              <a:spcBef>
                <a:spcPct val="110000"/>
              </a:spcBef>
              <a:buClr>
                <a:schemeClr val="tx2"/>
              </a:buClr>
              <a:defRPr/>
            </a:pPr>
            <a:endParaRPr lang="en-US" sz="1100" kern="0" dirty="0"/>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algn="just" eaLnBrk="0" hangingPunct="0">
              <a:spcBef>
                <a:spcPts val="0"/>
              </a:spcBef>
              <a:spcAft>
                <a:spcPts val="0"/>
              </a:spcAft>
              <a:defRPr/>
            </a:pPr>
            <a:r>
              <a:rPr lang="en-US" sz="1100" kern="0" dirty="0" smtClean="0">
                <a:latin typeface="+mn-lt"/>
              </a:rPr>
              <a:t>The </a:t>
            </a:r>
            <a:r>
              <a:rPr lang="en-US" sz="1100" kern="0" dirty="0">
                <a:latin typeface="+mn-lt"/>
              </a:rPr>
              <a:t>Credit Suisse Fixed Income Arbitrage Hedge Fund Index is a subset of the Credit Suisse Hedge Fund Index that measures the aggregate performance of fixed income arbitrage funds. The Fixed Income Arb Index, which includes mortgage-backed securities, is part of Dow Jones Credit Suisse Hedge Fund Index. </a:t>
            </a:r>
            <a:r>
              <a:rPr lang="en-US" sz="1100" kern="0" dirty="0" smtClean="0">
                <a:latin typeface="+mn-lt"/>
              </a:rPr>
              <a:t> The </a:t>
            </a:r>
            <a:r>
              <a:rPr lang="en-US" sz="1100" kern="0" dirty="0">
                <a:latin typeface="+mn-lt"/>
              </a:rPr>
              <a:t>Barclays U.S. Aggregate Index represents securities that are SEC-registered, taxable, and dollar denominated. The index covers the U.S. investment grade fixed rate bond market, with index components for government and corporate securities, mortgage pass-through securities, and asset-backed securities. </a:t>
            </a:r>
            <a:r>
              <a:rPr lang="en-US" sz="1100" kern="0" dirty="0" smtClean="0">
                <a:latin typeface="+mn-lt"/>
              </a:rPr>
              <a:t>The Credit </a:t>
            </a:r>
            <a:r>
              <a:rPr lang="en-US" sz="1100" kern="0" dirty="0">
                <a:latin typeface="+mn-lt"/>
              </a:rPr>
              <a:t>Suisse All Hedge Index is an asset-weighted hedge fund </a:t>
            </a:r>
            <a:r>
              <a:rPr lang="en-US" sz="1100" kern="0" dirty="0" smtClean="0">
                <a:latin typeface="+mn-lt"/>
              </a:rPr>
              <a:t>index. The S&amp;P </a:t>
            </a:r>
            <a:r>
              <a:rPr lang="en-US" sz="1100" kern="0" dirty="0">
                <a:latin typeface="+mn-lt"/>
              </a:rPr>
              <a:t>500 is an equity index based on the market capitalizations of 500 large US </a:t>
            </a:r>
            <a:r>
              <a:rPr lang="en-US" sz="1100" kern="0" dirty="0" smtClean="0">
                <a:latin typeface="+mn-lt"/>
              </a:rPr>
              <a:t>companies.</a:t>
            </a:r>
            <a:endParaRPr lang="en-US" sz="1100" kern="0" dirty="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a:t>
            </a:r>
            <a:r>
              <a:rPr lang="en-US" sz="1100" kern="0" dirty="0" smtClean="0">
                <a:latin typeface="+mn-lt"/>
              </a:rPr>
              <a:t>invest based </a:t>
            </a:r>
            <a:r>
              <a:rPr lang="en-US" sz="1100" kern="0" dirty="0">
                <a:latin typeface="+mn-lt"/>
              </a:rPr>
              <a:t>on these forward-looking statements and projections.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contain references to certain internal Cello procedures and policies which are subject to change at any time. </a:t>
            </a:r>
          </a:p>
          <a:p>
            <a:pPr defTabSz="914187" eaLnBrk="0" hangingPunct="0">
              <a:spcBef>
                <a:spcPct val="110000"/>
              </a:spcBef>
              <a:buClr>
                <a:schemeClr val="tx2"/>
              </a:buClr>
              <a:defRPr/>
            </a:pPr>
            <a:r>
              <a:rPr lang="en-US" sz="1100" kern="0" dirty="0">
                <a:latin typeface="+mn-lt"/>
              </a:rPr>
              <a:t>No information or material contained herein may be reproduced, transmitted, displayed or commercially exploited without the prior written consent of Cello. </a:t>
            </a:r>
            <a:r>
              <a:rPr lang="en-US" sz="1100" kern="0" dirty="0" smtClean="0">
                <a:latin typeface="+mn-lt"/>
              </a:rPr>
              <a:t>All </a:t>
            </a:r>
            <a:r>
              <a:rPr lang="en-US" sz="1100" kern="0" dirty="0">
                <a:latin typeface="+mn-lt"/>
              </a:rPr>
              <a:t>rights are reserved</a:t>
            </a:r>
            <a:r>
              <a:rPr lang="en-US" sz="1100" kern="0" dirty="0" smtClean="0">
                <a:latin typeface="+mn-lt"/>
              </a:rPr>
              <a:t>.</a:t>
            </a: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a:latin typeface="+mn-l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8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9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0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1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86246</TotalTime>
  <Words>2023</Words>
  <Application>Microsoft Office PowerPoint</Application>
  <PresentationFormat>Custom</PresentationFormat>
  <Paragraphs>194</Paragraphs>
  <Slides>10</Slides>
  <Notes>9</Notes>
  <HiddenSlides>0</HiddenSlides>
  <MMClips>0</MMClips>
  <ScaleCrop>false</ScaleCrop>
  <HeadingPairs>
    <vt:vector size="4" baseType="variant">
      <vt:variant>
        <vt:lpstr>Theme</vt:lpstr>
      </vt:variant>
      <vt:variant>
        <vt:i4>20</vt:i4>
      </vt:variant>
      <vt:variant>
        <vt:lpstr>Slide Titles</vt:lpstr>
      </vt:variant>
      <vt:variant>
        <vt:i4>10</vt:i4>
      </vt:variant>
    </vt:vector>
  </HeadingPairs>
  <TitlesOfParts>
    <vt:vector size="30"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8_Custom Design</vt:lpstr>
      <vt:lpstr>9_Custom Design</vt:lpstr>
      <vt:lpstr>10_Custom Design</vt:lpstr>
      <vt:lpstr>11_Custom Design</vt:lpstr>
      <vt:lpstr>Office Theme</vt:lpstr>
      <vt:lpstr>PowerPoint Presentation</vt:lpstr>
      <vt:lpstr>DEFINITIONS AND KEY CONCEPTS</vt:lpstr>
      <vt:lpstr>DETERMINANTS OF THE SWAP SPREAD: THEORY</vt:lpstr>
      <vt:lpstr>HISTORICAL EVOLUTION AND DETERMINANTS OF SWAP SPREADS</vt:lpstr>
      <vt:lpstr>EMPIRICAL DETERMINANTS OF SWAP SPREADS</vt:lpstr>
      <vt:lpstr>SHORT-END SWAP SPREADS: STRONG LINK TO LIBOR-REPO SPREADS</vt:lpstr>
      <vt:lpstr>LONG-END SWAP SPREADS: STRONG LINK TO MARKET STRUCTURE &amp; PARTICIPANTS</vt:lpstr>
      <vt:lpstr>BALANCE SHEET PRESSURES ARE ALSO DRIVING OTHER MARKETS</vt:lpstr>
      <vt:lpstr>LIMITS OF Swap Spread Arbitrage = NEGATIVE SWAP SPREADS</vt:lpstr>
      <vt:lpstr>DISCLOSURES Important Notes</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2469</cp:revision>
  <cp:lastPrinted>2015-08-06T15:23:44Z</cp:lastPrinted>
  <dcterms:created xsi:type="dcterms:W3CDTF">2011-07-07T12:37:32Z</dcterms:created>
  <dcterms:modified xsi:type="dcterms:W3CDTF">2015-12-07T20:27:41Z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