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4.xml" ContentType="application/vnd.openxmlformats-officedocument.presentationml.slideLayout+xml"/>
  <Override PartName="/ppt/theme/theme9.xml" ContentType="application/vnd.openxmlformats-officedocument.theme+xml"/>
  <Override PartName="/ppt/slideLayouts/slideLayout15.xml" ContentType="application/vnd.openxmlformats-officedocument.presentationml.slideLayout+xml"/>
  <Override PartName="/ppt/theme/theme10.xml" ContentType="application/vnd.openxmlformats-officedocument.theme+xml"/>
  <Override PartName="/ppt/slideLayouts/slideLayout16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</p:sldMasterIdLst>
  <p:notesMasterIdLst>
    <p:notesMasterId r:id="rId15"/>
  </p:notesMasterIdLst>
  <p:handoutMasterIdLst>
    <p:handoutMasterId r:id="rId16"/>
  </p:handoutMasterIdLst>
  <p:sldIdLst>
    <p:sldId id="563" r:id="rId14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644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705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46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88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7061" algn="l" defTabSz="1018824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6473" algn="l" defTabSz="1018824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886" algn="l" defTabSz="1018824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5298" algn="l" defTabSz="1018824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BE4"/>
    <a:srgbClr val="8891D5"/>
    <a:srgbClr val="C8C42D"/>
    <a:srgbClr val="968880"/>
    <a:srgbClr val="533D2D"/>
    <a:srgbClr val="533D23"/>
    <a:srgbClr val="2E398A"/>
    <a:srgbClr val="203353"/>
    <a:srgbClr val="996633"/>
    <a:srgbClr val="8C2B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84" autoAdjust="0"/>
    <p:restoredTop sz="95014" autoAdjust="0"/>
  </p:normalViewPr>
  <p:slideViewPr>
    <p:cSldViewPr snapToGrid="0">
      <p:cViewPr>
        <p:scale>
          <a:sx n="112" d="100"/>
          <a:sy n="112" d="100"/>
        </p:scale>
        <p:origin x="-1344" y="-600"/>
      </p:cViewPr>
      <p:guideLst>
        <p:guide orient="horz" pos="1265"/>
        <p:guide orient="horz" pos="4754"/>
        <p:guide orient="horz" pos="797"/>
        <p:guide orient="horz" pos="969"/>
        <p:guide orient="horz" pos="4386"/>
        <p:guide orient="horz" pos="145"/>
        <p:guide pos="5286"/>
        <p:guide pos="150"/>
        <p:guide pos="6192"/>
        <p:guide pos="6335"/>
        <p:guide/>
        <p:guide pos="3159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-1956" y="-90"/>
      </p:cViewPr>
      <p:guideLst>
        <p:guide orient="horz" pos="2904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7EA799-EB38-431D-BBE1-0234192B5EEF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5B25D6-B928-4CDE-89A4-4C067BC393BD}">
      <dgm:prSet phldrT="[Text]" custT="1"/>
      <dgm:spPr>
        <a:solidFill>
          <a:schemeClr val="bg2">
            <a:lumMod val="90000"/>
          </a:schemeClr>
        </a:solidFill>
      </dgm:spPr>
      <dgm:t>
        <a:bodyPr/>
        <a:lstStyle/>
        <a:p>
          <a:pPr algn="ctr"/>
          <a:r>
            <a:rPr lang="en-US" sz="2400" dirty="0" smtClean="0"/>
            <a:t>      Current	</a:t>
          </a:r>
          <a:endParaRPr lang="en-US" sz="2400" dirty="0"/>
        </a:p>
      </dgm:t>
    </dgm:pt>
    <dgm:pt modelId="{71625820-2515-4228-8529-D699FEF5345C}" type="parTrans" cxnId="{E3652D14-ACD8-4FDC-B211-4E163624F7A5}">
      <dgm:prSet/>
      <dgm:spPr/>
      <dgm:t>
        <a:bodyPr/>
        <a:lstStyle/>
        <a:p>
          <a:endParaRPr lang="en-US"/>
        </a:p>
      </dgm:t>
    </dgm:pt>
    <dgm:pt modelId="{1B0CB449-1812-4209-9286-D6C37E4F342C}" type="sibTrans" cxnId="{E3652D14-ACD8-4FDC-B211-4E163624F7A5}">
      <dgm:prSet/>
      <dgm:spPr/>
      <dgm:t>
        <a:bodyPr/>
        <a:lstStyle/>
        <a:p>
          <a:endParaRPr lang="en-US"/>
        </a:p>
      </dgm:t>
    </dgm:pt>
    <dgm:pt modelId="{6AE74632-A5AB-4A06-83CA-F44945D8EFD3}">
      <dgm:prSet phldrT="[Text]"/>
      <dgm:spPr/>
      <dgm:t>
        <a:bodyPr/>
        <a:lstStyle/>
        <a:p>
          <a:r>
            <a:rPr lang="en-US" dirty="0" smtClean="0"/>
            <a:t>YB GUI</a:t>
          </a:r>
          <a:endParaRPr lang="en-US" dirty="0"/>
        </a:p>
      </dgm:t>
    </dgm:pt>
    <dgm:pt modelId="{AFED0B67-2B7E-461B-95F8-E7AA1820F7DF}" type="parTrans" cxnId="{BC7C02AE-1FED-4571-A01D-DD95D967000A}">
      <dgm:prSet/>
      <dgm:spPr/>
      <dgm:t>
        <a:bodyPr/>
        <a:lstStyle/>
        <a:p>
          <a:endParaRPr lang="en-US"/>
        </a:p>
      </dgm:t>
    </dgm:pt>
    <dgm:pt modelId="{1C9FEE95-93E1-4874-8BB9-7625DF8A9048}" type="sibTrans" cxnId="{BC7C02AE-1FED-4571-A01D-DD95D967000A}">
      <dgm:prSet/>
      <dgm:spPr/>
      <dgm:t>
        <a:bodyPr/>
        <a:lstStyle/>
        <a:p>
          <a:endParaRPr lang="en-US"/>
        </a:p>
      </dgm:t>
    </dgm:pt>
    <dgm:pt modelId="{16DB9FBC-E5FA-47AB-8F00-722049F7482C}">
      <dgm:prSet phldrT="[Text]"/>
      <dgm:spPr/>
      <dgm:t>
        <a:bodyPr/>
        <a:lstStyle/>
        <a:p>
          <a:r>
            <a:rPr lang="en-US" dirty="0" smtClean="0"/>
            <a:t>YB Excel </a:t>
          </a:r>
          <a:r>
            <a:rPr lang="en-US" dirty="0" err="1" smtClean="0"/>
            <a:t>Addin</a:t>
          </a:r>
          <a:endParaRPr lang="en-US" dirty="0"/>
        </a:p>
      </dgm:t>
    </dgm:pt>
    <dgm:pt modelId="{2F9D4E01-BFAC-4EC0-813D-354F64B3CDC7}" type="parTrans" cxnId="{C2DFEAA1-7E0A-40C1-8667-0A753579484C}">
      <dgm:prSet/>
      <dgm:spPr/>
      <dgm:t>
        <a:bodyPr/>
        <a:lstStyle/>
        <a:p>
          <a:endParaRPr lang="en-US"/>
        </a:p>
      </dgm:t>
    </dgm:pt>
    <dgm:pt modelId="{B67E7EFB-AACF-42A6-A287-9F1FB252B80C}" type="sibTrans" cxnId="{C2DFEAA1-7E0A-40C1-8667-0A753579484C}">
      <dgm:prSet/>
      <dgm:spPr/>
      <dgm:t>
        <a:bodyPr/>
        <a:lstStyle/>
        <a:p>
          <a:endParaRPr lang="en-US"/>
        </a:p>
      </dgm:t>
    </dgm:pt>
    <dgm:pt modelId="{E96F6BA3-864D-45BA-8330-86383F693980}">
      <dgm:prSet phldrT="[Text]" custT="1"/>
      <dgm:spPr/>
      <dgm:t>
        <a:bodyPr/>
        <a:lstStyle/>
        <a:p>
          <a:r>
            <a:rPr lang="en-US" sz="2400" dirty="0" smtClean="0"/>
            <a:t>Target</a:t>
          </a:r>
          <a:endParaRPr lang="en-US" sz="2400" dirty="0"/>
        </a:p>
      </dgm:t>
    </dgm:pt>
    <dgm:pt modelId="{61FADA48-82E1-4118-B37F-A5DE94DD3438}" type="parTrans" cxnId="{9274503B-35DA-4962-90E0-A01E42256D13}">
      <dgm:prSet/>
      <dgm:spPr/>
      <dgm:t>
        <a:bodyPr/>
        <a:lstStyle/>
        <a:p>
          <a:endParaRPr lang="en-US"/>
        </a:p>
      </dgm:t>
    </dgm:pt>
    <dgm:pt modelId="{718E0D2F-181B-40FC-8E44-5C88BF22FB26}" type="sibTrans" cxnId="{9274503B-35DA-4962-90E0-A01E42256D13}">
      <dgm:prSet/>
      <dgm:spPr/>
      <dgm:t>
        <a:bodyPr/>
        <a:lstStyle/>
        <a:p>
          <a:endParaRPr lang="en-US"/>
        </a:p>
      </dgm:t>
    </dgm:pt>
    <dgm:pt modelId="{E164FB1B-07F6-48FD-BA36-CCBA807E9F87}">
      <dgm:prSet phldrT="[Text]"/>
      <dgm:spPr/>
      <dgm:t>
        <a:bodyPr/>
        <a:lstStyle/>
        <a:p>
          <a:r>
            <a:rPr lang="en-US" dirty="0" smtClean="0"/>
            <a:t>Symphony</a:t>
          </a:r>
          <a:endParaRPr lang="en-US" dirty="0"/>
        </a:p>
      </dgm:t>
    </dgm:pt>
    <dgm:pt modelId="{9C491B91-800D-4FAC-931B-AF15768A6FC8}" type="parTrans" cxnId="{6B724C18-545A-487C-920C-7655CC4DC2CD}">
      <dgm:prSet/>
      <dgm:spPr/>
      <dgm:t>
        <a:bodyPr/>
        <a:lstStyle/>
        <a:p>
          <a:endParaRPr lang="en-US"/>
        </a:p>
      </dgm:t>
    </dgm:pt>
    <dgm:pt modelId="{EE2424A3-2C4E-4811-A981-C91ED7046FD2}" type="sibTrans" cxnId="{6B724C18-545A-487C-920C-7655CC4DC2CD}">
      <dgm:prSet/>
      <dgm:spPr/>
      <dgm:t>
        <a:bodyPr/>
        <a:lstStyle/>
        <a:p>
          <a:endParaRPr lang="en-US"/>
        </a:p>
      </dgm:t>
    </dgm:pt>
    <dgm:pt modelId="{033CE7A7-11FA-4507-B90E-8ECBB7351B4B}">
      <dgm:prSet phldrT="[Text]"/>
      <dgm:spPr/>
      <dgm:t>
        <a:bodyPr/>
        <a:lstStyle/>
        <a:p>
          <a:r>
            <a:rPr lang="en-US" dirty="0" smtClean="0"/>
            <a:t>Excel Web API</a:t>
          </a:r>
          <a:endParaRPr lang="en-US" dirty="0"/>
        </a:p>
      </dgm:t>
    </dgm:pt>
    <dgm:pt modelId="{1CB4AF43-D51C-44C8-B0DA-2D77B694B69B}" type="parTrans" cxnId="{4D40121D-B5AA-4EC1-BB00-22DFE1F3923A}">
      <dgm:prSet/>
      <dgm:spPr/>
      <dgm:t>
        <a:bodyPr/>
        <a:lstStyle/>
        <a:p>
          <a:endParaRPr lang="en-US"/>
        </a:p>
      </dgm:t>
    </dgm:pt>
    <dgm:pt modelId="{55101A0F-2B3E-42AC-A974-A0A5217DA416}" type="sibTrans" cxnId="{4D40121D-B5AA-4EC1-BB00-22DFE1F3923A}">
      <dgm:prSet/>
      <dgm:spPr/>
      <dgm:t>
        <a:bodyPr/>
        <a:lstStyle/>
        <a:p>
          <a:endParaRPr lang="en-US"/>
        </a:p>
      </dgm:t>
    </dgm:pt>
    <dgm:pt modelId="{C5125138-7451-4515-9485-4B73621FA37F}">
      <dgm:prSet phldrT="[Text]"/>
      <dgm:spPr/>
      <dgm:t>
        <a:bodyPr/>
        <a:lstStyle/>
        <a:p>
          <a:r>
            <a:rPr lang="en-US" dirty="0" smtClean="0"/>
            <a:t>Citi Models</a:t>
          </a:r>
          <a:endParaRPr lang="en-US" dirty="0"/>
        </a:p>
      </dgm:t>
    </dgm:pt>
    <dgm:pt modelId="{13911D42-1CF9-4874-8A43-24BE25309F59}" type="parTrans" cxnId="{718392BE-034D-4469-960E-E519F1046D3F}">
      <dgm:prSet/>
      <dgm:spPr/>
      <dgm:t>
        <a:bodyPr/>
        <a:lstStyle/>
        <a:p>
          <a:endParaRPr lang="en-US"/>
        </a:p>
      </dgm:t>
    </dgm:pt>
    <dgm:pt modelId="{3265462D-36F5-47F7-B475-59601C5E2F5B}" type="sibTrans" cxnId="{718392BE-034D-4469-960E-E519F1046D3F}">
      <dgm:prSet/>
      <dgm:spPr/>
      <dgm:t>
        <a:bodyPr/>
        <a:lstStyle/>
        <a:p>
          <a:endParaRPr lang="en-US"/>
        </a:p>
      </dgm:t>
    </dgm:pt>
    <dgm:pt modelId="{856FCF6B-95F7-4A19-93AB-8B22CA3684FE}">
      <dgm:prSet phldrT="[Text]"/>
      <dgm:spPr/>
      <dgm:t>
        <a:bodyPr/>
        <a:lstStyle/>
        <a:p>
          <a:r>
            <a:rPr lang="en-US" dirty="0" smtClean="0"/>
            <a:t>Scale Models</a:t>
          </a:r>
          <a:endParaRPr lang="en-US" dirty="0"/>
        </a:p>
      </dgm:t>
    </dgm:pt>
    <dgm:pt modelId="{1A231E78-6B61-4F78-BC2A-778874A89ED7}" type="parTrans" cxnId="{A3D5C252-1B2A-4484-A442-0EA99171AF95}">
      <dgm:prSet/>
      <dgm:spPr/>
      <dgm:t>
        <a:bodyPr/>
        <a:lstStyle/>
        <a:p>
          <a:endParaRPr lang="en-US"/>
        </a:p>
      </dgm:t>
    </dgm:pt>
    <dgm:pt modelId="{FC60B11B-F1FE-456F-9AC9-2D77DAB3088F}" type="sibTrans" cxnId="{A3D5C252-1B2A-4484-A442-0EA99171AF95}">
      <dgm:prSet/>
      <dgm:spPr/>
      <dgm:t>
        <a:bodyPr/>
        <a:lstStyle/>
        <a:p>
          <a:endParaRPr lang="en-US"/>
        </a:p>
      </dgm:t>
    </dgm:pt>
    <dgm:pt modelId="{8248929E-FDA4-4A03-A12C-8FFDEC37281E}">
      <dgm:prSet phldrT="[Text]"/>
      <dgm:spPr/>
      <dgm:t>
        <a:bodyPr/>
        <a:lstStyle/>
        <a:p>
          <a:r>
            <a:rPr lang="en-US" dirty="0" smtClean="0"/>
            <a:t>AWS Cloud </a:t>
          </a:r>
          <a:r>
            <a:rPr lang="en-US" dirty="0" err="1" smtClean="0"/>
            <a:t>Calc</a:t>
          </a:r>
          <a:r>
            <a:rPr lang="en-US" dirty="0" smtClean="0"/>
            <a:t> Servers</a:t>
          </a:r>
          <a:endParaRPr lang="en-US" dirty="0"/>
        </a:p>
      </dgm:t>
    </dgm:pt>
    <dgm:pt modelId="{3FB4B11D-5A98-424B-AA67-629396462D4A}" type="parTrans" cxnId="{72F55208-8E40-49B6-8A59-C99D0F7F2405}">
      <dgm:prSet/>
      <dgm:spPr/>
      <dgm:t>
        <a:bodyPr/>
        <a:lstStyle/>
        <a:p>
          <a:endParaRPr lang="en-US"/>
        </a:p>
      </dgm:t>
    </dgm:pt>
    <dgm:pt modelId="{BB05A0CE-D0F7-41CC-8452-5DA9B50894E6}" type="sibTrans" cxnId="{72F55208-8E40-49B6-8A59-C99D0F7F2405}">
      <dgm:prSet/>
      <dgm:spPr/>
      <dgm:t>
        <a:bodyPr/>
        <a:lstStyle/>
        <a:p>
          <a:endParaRPr lang="en-US"/>
        </a:p>
      </dgm:t>
    </dgm:pt>
    <dgm:pt modelId="{A1671A61-D0D2-4B27-9FFA-0815621E4423}">
      <dgm:prSet phldrT="[Text]"/>
      <dgm:spPr/>
      <dgm:t>
        <a:bodyPr/>
        <a:lstStyle/>
        <a:p>
          <a:r>
            <a:rPr lang="en-US" dirty="0" smtClean="0"/>
            <a:t>YB </a:t>
          </a:r>
          <a:r>
            <a:rPr lang="en-US" dirty="0" err="1" smtClean="0"/>
            <a:t>Calc</a:t>
          </a:r>
          <a:r>
            <a:rPr lang="en-US" dirty="0" smtClean="0"/>
            <a:t> Servers</a:t>
          </a:r>
          <a:endParaRPr lang="en-US" dirty="0"/>
        </a:p>
      </dgm:t>
    </dgm:pt>
    <dgm:pt modelId="{5A4BCDCB-A86C-4D5E-8E03-4355068CC92A}" type="parTrans" cxnId="{3D11B3AB-AD67-47A5-8EBC-257269AF25A7}">
      <dgm:prSet/>
      <dgm:spPr/>
      <dgm:t>
        <a:bodyPr/>
        <a:lstStyle/>
        <a:p>
          <a:endParaRPr lang="en-US"/>
        </a:p>
      </dgm:t>
    </dgm:pt>
    <dgm:pt modelId="{09B6FF6B-F728-42CE-A41C-32ECA40DF781}" type="sibTrans" cxnId="{3D11B3AB-AD67-47A5-8EBC-257269AF25A7}">
      <dgm:prSet/>
      <dgm:spPr/>
      <dgm:t>
        <a:bodyPr/>
        <a:lstStyle/>
        <a:p>
          <a:endParaRPr lang="en-US"/>
        </a:p>
      </dgm:t>
    </dgm:pt>
    <dgm:pt modelId="{D7007FF7-3096-4BC5-9CE9-0D3D6D02A3B8}" type="pres">
      <dgm:prSet presAssocID="{677EA799-EB38-431D-BBE1-0234192B5EEF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40372D5-98A8-4066-B1F4-8DE0122F757F}" type="pres">
      <dgm:prSet presAssocID="{045B25D6-B928-4CDE-89A4-4C067BC393BD}" presName="compNode" presStyleCnt="0"/>
      <dgm:spPr/>
    </dgm:pt>
    <dgm:pt modelId="{52FB8194-42DE-4A82-91FD-50955BAE3D7A}" type="pres">
      <dgm:prSet presAssocID="{045B25D6-B928-4CDE-89A4-4C067BC393BD}" presName="aNode" presStyleLbl="bgShp" presStyleIdx="0" presStyleCnt="2" custScaleX="110301"/>
      <dgm:spPr/>
      <dgm:t>
        <a:bodyPr/>
        <a:lstStyle/>
        <a:p>
          <a:endParaRPr lang="en-US"/>
        </a:p>
      </dgm:t>
    </dgm:pt>
    <dgm:pt modelId="{A2A484A8-89DE-4B4D-A71E-ED9C9594EE8A}" type="pres">
      <dgm:prSet presAssocID="{045B25D6-B928-4CDE-89A4-4C067BC393BD}" presName="textNode" presStyleLbl="bgShp" presStyleIdx="0" presStyleCnt="2"/>
      <dgm:spPr/>
      <dgm:t>
        <a:bodyPr/>
        <a:lstStyle/>
        <a:p>
          <a:endParaRPr lang="en-US"/>
        </a:p>
      </dgm:t>
    </dgm:pt>
    <dgm:pt modelId="{9F77FE51-B570-4758-B5EA-C903C04F6D1B}" type="pres">
      <dgm:prSet presAssocID="{045B25D6-B928-4CDE-89A4-4C067BC393BD}" presName="compChildNode" presStyleCnt="0"/>
      <dgm:spPr/>
    </dgm:pt>
    <dgm:pt modelId="{DCD7E084-FBB7-4C5C-ACA5-A4A5F569EE3F}" type="pres">
      <dgm:prSet presAssocID="{045B25D6-B928-4CDE-89A4-4C067BC393BD}" presName="theInnerList" presStyleCnt="0"/>
      <dgm:spPr/>
    </dgm:pt>
    <dgm:pt modelId="{5D95F047-6F47-43EC-B80B-25BAECE374B3}" type="pres">
      <dgm:prSet presAssocID="{6AE74632-A5AB-4A06-83CA-F44945D8EFD3}" presName="child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571DC7-E712-493F-A642-A448C113B7AF}" type="pres">
      <dgm:prSet presAssocID="{6AE74632-A5AB-4A06-83CA-F44945D8EFD3}" presName="aSpace2" presStyleCnt="0"/>
      <dgm:spPr/>
    </dgm:pt>
    <dgm:pt modelId="{9A5B5CEA-07B0-4D6E-9EFA-B77BC480F34D}" type="pres">
      <dgm:prSet presAssocID="{16DB9FBC-E5FA-47AB-8F00-722049F7482C}" presName="child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2CACD3-C8C8-44DC-9EF1-26CF31F2DBD8}" type="pres">
      <dgm:prSet presAssocID="{16DB9FBC-E5FA-47AB-8F00-722049F7482C}" presName="aSpace2" presStyleCnt="0"/>
      <dgm:spPr/>
    </dgm:pt>
    <dgm:pt modelId="{5328F7E9-34C4-42A2-88EB-53E11001EB53}" type="pres">
      <dgm:prSet presAssocID="{C5125138-7451-4515-9485-4B73621FA37F}" presName="childNode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48F33D-5DEF-4985-A2FC-429779199259}" type="pres">
      <dgm:prSet presAssocID="{C5125138-7451-4515-9485-4B73621FA37F}" presName="aSpace2" presStyleCnt="0"/>
      <dgm:spPr/>
    </dgm:pt>
    <dgm:pt modelId="{10CE9EBF-CD42-4C6E-84B1-0BF126F35EC8}" type="pres">
      <dgm:prSet presAssocID="{A1671A61-D0D2-4B27-9FFA-0815621E4423}" presName="child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A46EE9-8AB4-43EF-A9DB-72A3AB6BE430}" type="pres">
      <dgm:prSet presAssocID="{045B25D6-B928-4CDE-89A4-4C067BC393BD}" presName="aSpace" presStyleCnt="0"/>
      <dgm:spPr/>
    </dgm:pt>
    <dgm:pt modelId="{0A4AD342-F6F6-4A20-9EA4-CB6DB486D92F}" type="pres">
      <dgm:prSet presAssocID="{E96F6BA3-864D-45BA-8330-86383F693980}" presName="compNode" presStyleCnt="0"/>
      <dgm:spPr/>
    </dgm:pt>
    <dgm:pt modelId="{64F7A8B1-5E64-4C64-AF2E-CE9E05B46605}" type="pres">
      <dgm:prSet presAssocID="{E96F6BA3-864D-45BA-8330-86383F693980}" presName="aNode" presStyleLbl="bgShp" presStyleIdx="1" presStyleCnt="2" custScaleX="109198" custLinFactNeighborX="-3483" custLinFactNeighborY="-290"/>
      <dgm:spPr/>
      <dgm:t>
        <a:bodyPr/>
        <a:lstStyle/>
        <a:p>
          <a:endParaRPr lang="en-US"/>
        </a:p>
      </dgm:t>
    </dgm:pt>
    <dgm:pt modelId="{63DC0636-B688-4719-9508-ABA20DC4FC05}" type="pres">
      <dgm:prSet presAssocID="{E96F6BA3-864D-45BA-8330-86383F693980}" presName="textNode" presStyleLbl="bgShp" presStyleIdx="1" presStyleCnt="2"/>
      <dgm:spPr/>
      <dgm:t>
        <a:bodyPr/>
        <a:lstStyle/>
        <a:p>
          <a:endParaRPr lang="en-US"/>
        </a:p>
      </dgm:t>
    </dgm:pt>
    <dgm:pt modelId="{F731477C-776F-4CFB-A41C-79E68518FD65}" type="pres">
      <dgm:prSet presAssocID="{E96F6BA3-864D-45BA-8330-86383F693980}" presName="compChildNode" presStyleCnt="0"/>
      <dgm:spPr/>
    </dgm:pt>
    <dgm:pt modelId="{BA576E3C-CAE7-4401-AFF2-B7E3F5E8BC60}" type="pres">
      <dgm:prSet presAssocID="{E96F6BA3-864D-45BA-8330-86383F693980}" presName="theInnerList" presStyleCnt="0"/>
      <dgm:spPr/>
    </dgm:pt>
    <dgm:pt modelId="{C26FDAE3-46A1-4632-A117-B409CA7FB9FF}" type="pres">
      <dgm:prSet presAssocID="{E164FB1B-07F6-48FD-BA36-CCBA807E9F87}" presName="child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7A98BB-26B8-48AD-BEDD-6F99C15AD314}" type="pres">
      <dgm:prSet presAssocID="{E164FB1B-07F6-48FD-BA36-CCBA807E9F87}" presName="aSpace2" presStyleCnt="0"/>
      <dgm:spPr/>
    </dgm:pt>
    <dgm:pt modelId="{52F33B99-00B1-4982-86F4-6F7476799F55}" type="pres">
      <dgm:prSet presAssocID="{033CE7A7-11FA-4507-B90E-8ECBB7351B4B}" presName="child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E22B8C-D74D-4E11-9782-6D2848D2EB08}" type="pres">
      <dgm:prSet presAssocID="{033CE7A7-11FA-4507-B90E-8ECBB7351B4B}" presName="aSpace2" presStyleCnt="0"/>
      <dgm:spPr/>
    </dgm:pt>
    <dgm:pt modelId="{9F2F8BA3-8175-4125-B311-E86BFE37B8E1}" type="pres">
      <dgm:prSet presAssocID="{856FCF6B-95F7-4A19-93AB-8B22CA3684FE}" presName="child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78C0FA-0E99-4D98-96BE-96BF6C9E320E}" type="pres">
      <dgm:prSet presAssocID="{856FCF6B-95F7-4A19-93AB-8B22CA3684FE}" presName="aSpace2" presStyleCnt="0"/>
      <dgm:spPr/>
    </dgm:pt>
    <dgm:pt modelId="{09E44FAE-6A2F-444C-855C-6DA54AADCA1F}" type="pres">
      <dgm:prSet presAssocID="{8248929E-FDA4-4A03-A12C-8FFDEC37281E}" presName="child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EB02D8C-B8CD-41A4-9935-5872F8BB82CA}" type="presOf" srcId="{6AE74632-A5AB-4A06-83CA-F44945D8EFD3}" destId="{5D95F047-6F47-43EC-B80B-25BAECE374B3}" srcOrd="0" destOrd="0" presId="urn:microsoft.com/office/officeart/2005/8/layout/lProcess2"/>
    <dgm:cxn modelId="{ABA8317A-CED5-4165-A8FC-193B71CCCAC1}" type="presOf" srcId="{E164FB1B-07F6-48FD-BA36-CCBA807E9F87}" destId="{C26FDAE3-46A1-4632-A117-B409CA7FB9FF}" srcOrd="0" destOrd="0" presId="urn:microsoft.com/office/officeart/2005/8/layout/lProcess2"/>
    <dgm:cxn modelId="{E3652D14-ACD8-4FDC-B211-4E163624F7A5}" srcId="{677EA799-EB38-431D-BBE1-0234192B5EEF}" destId="{045B25D6-B928-4CDE-89A4-4C067BC393BD}" srcOrd="0" destOrd="0" parTransId="{71625820-2515-4228-8529-D699FEF5345C}" sibTransId="{1B0CB449-1812-4209-9286-D6C37E4F342C}"/>
    <dgm:cxn modelId="{5F11F6D1-9678-4C34-B82C-B0C08860973B}" type="presOf" srcId="{677EA799-EB38-431D-BBE1-0234192B5EEF}" destId="{D7007FF7-3096-4BC5-9CE9-0D3D6D02A3B8}" srcOrd="0" destOrd="0" presId="urn:microsoft.com/office/officeart/2005/8/layout/lProcess2"/>
    <dgm:cxn modelId="{72F55208-8E40-49B6-8A59-C99D0F7F2405}" srcId="{E96F6BA3-864D-45BA-8330-86383F693980}" destId="{8248929E-FDA4-4A03-A12C-8FFDEC37281E}" srcOrd="3" destOrd="0" parTransId="{3FB4B11D-5A98-424B-AA67-629396462D4A}" sibTransId="{BB05A0CE-D0F7-41CC-8452-5DA9B50894E6}"/>
    <dgm:cxn modelId="{AFC4ABF6-E9FA-407D-BFFC-9BF67F0FFE8B}" type="presOf" srcId="{16DB9FBC-E5FA-47AB-8F00-722049F7482C}" destId="{9A5B5CEA-07B0-4D6E-9EFA-B77BC480F34D}" srcOrd="0" destOrd="0" presId="urn:microsoft.com/office/officeart/2005/8/layout/lProcess2"/>
    <dgm:cxn modelId="{3D11B3AB-AD67-47A5-8EBC-257269AF25A7}" srcId="{045B25D6-B928-4CDE-89A4-4C067BC393BD}" destId="{A1671A61-D0D2-4B27-9FFA-0815621E4423}" srcOrd="3" destOrd="0" parTransId="{5A4BCDCB-A86C-4D5E-8E03-4355068CC92A}" sibTransId="{09B6FF6B-F728-42CE-A41C-32ECA40DF781}"/>
    <dgm:cxn modelId="{9274503B-35DA-4962-90E0-A01E42256D13}" srcId="{677EA799-EB38-431D-BBE1-0234192B5EEF}" destId="{E96F6BA3-864D-45BA-8330-86383F693980}" srcOrd="1" destOrd="0" parTransId="{61FADA48-82E1-4118-B37F-A5DE94DD3438}" sibTransId="{718E0D2F-181B-40FC-8E44-5C88BF22FB26}"/>
    <dgm:cxn modelId="{BC7C02AE-1FED-4571-A01D-DD95D967000A}" srcId="{045B25D6-B928-4CDE-89A4-4C067BC393BD}" destId="{6AE74632-A5AB-4A06-83CA-F44945D8EFD3}" srcOrd="0" destOrd="0" parTransId="{AFED0B67-2B7E-461B-95F8-E7AA1820F7DF}" sibTransId="{1C9FEE95-93E1-4874-8BB9-7625DF8A9048}"/>
    <dgm:cxn modelId="{261C1FB2-E03E-4576-952D-A81E9F463774}" type="presOf" srcId="{A1671A61-D0D2-4B27-9FFA-0815621E4423}" destId="{10CE9EBF-CD42-4C6E-84B1-0BF126F35EC8}" srcOrd="0" destOrd="0" presId="urn:microsoft.com/office/officeart/2005/8/layout/lProcess2"/>
    <dgm:cxn modelId="{EC93629D-3DB5-4B76-932C-94AA2A74B5A9}" type="presOf" srcId="{E96F6BA3-864D-45BA-8330-86383F693980}" destId="{64F7A8B1-5E64-4C64-AF2E-CE9E05B46605}" srcOrd="0" destOrd="0" presId="urn:microsoft.com/office/officeart/2005/8/layout/lProcess2"/>
    <dgm:cxn modelId="{6B724C18-545A-487C-920C-7655CC4DC2CD}" srcId="{E96F6BA3-864D-45BA-8330-86383F693980}" destId="{E164FB1B-07F6-48FD-BA36-CCBA807E9F87}" srcOrd="0" destOrd="0" parTransId="{9C491B91-800D-4FAC-931B-AF15768A6FC8}" sibTransId="{EE2424A3-2C4E-4811-A981-C91ED7046FD2}"/>
    <dgm:cxn modelId="{9448434F-606B-488D-A4CB-43CB2A05F443}" type="presOf" srcId="{8248929E-FDA4-4A03-A12C-8FFDEC37281E}" destId="{09E44FAE-6A2F-444C-855C-6DA54AADCA1F}" srcOrd="0" destOrd="0" presId="urn:microsoft.com/office/officeart/2005/8/layout/lProcess2"/>
    <dgm:cxn modelId="{92D176DB-EEBA-4147-9EFF-121D0437E473}" type="presOf" srcId="{045B25D6-B928-4CDE-89A4-4C067BC393BD}" destId="{52FB8194-42DE-4A82-91FD-50955BAE3D7A}" srcOrd="0" destOrd="0" presId="urn:microsoft.com/office/officeart/2005/8/layout/lProcess2"/>
    <dgm:cxn modelId="{E98614B4-4A8B-449F-A189-DD915007CC54}" type="presOf" srcId="{856FCF6B-95F7-4A19-93AB-8B22CA3684FE}" destId="{9F2F8BA3-8175-4125-B311-E86BFE37B8E1}" srcOrd="0" destOrd="0" presId="urn:microsoft.com/office/officeart/2005/8/layout/lProcess2"/>
    <dgm:cxn modelId="{62F4F11C-3A1D-404E-97BC-6F8271AF0274}" type="presOf" srcId="{C5125138-7451-4515-9485-4B73621FA37F}" destId="{5328F7E9-34C4-42A2-88EB-53E11001EB53}" srcOrd="0" destOrd="0" presId="urn:microsoft.com/office/officeart/2005/8/layout/lProcess2"/>
    <dgm:cxn modelId="{E094A0B7-E11D-4E51-B570-265784384265}" type="presOf" srcId="{033CE7A7-11FA-4507-B90E-8ECBB7351B4B}" destId="{52F33B99-00B1-4982-86F4-6F7476799F55}" srcOrd="0" destOrd="0" presId="urn:microsoft.com/office/officeart/2005/8/layout/lProcess2"/>
    <dgm:cxn modelId="{A648B832-9F09-4E9E-84D6-92EB5B1063AF}" type="presOf" srcId="{045B25D6-B928-4CDE-89A4-4C067BC393BD}" destId="{A2A484A8-89DE-4B4D-A71E-ED9C9594EE8A}" srcOrd="1" destOrd="0" presId="urn:microsoft.com/office/officeart/2005/8/layout/lProcess2"/>
    <dgm:cxn modelId="{A3D5C252-1B2A-4484-A442-0EA99171AF95}" srcId="{E96F6BA3-864D-45BA-8330-86383F693980}" destId="{856FCF6B-95F7-4A19-93AB-8B22CA3684FE}" srcOrd="2" destOrd="0" parTransId="{1A231E78-6B61-4F78-BC2A-778874A89ED7}" sibTransId="{FC60B11B-F1FE-456F-9AC9-2D77DAB3088F}"/>
    <dgm:cxn modelId="{F944B6A5-D84C-42C0-BFBE-FD6936A37FF2}" type="presOf" srcId="{E96F6BA3-864D-45BA-8330-86383F693980}" destId="{63DC0636-B688-4719-9508-ABA20DC4FC05}" srcOrd="1" destOrd="0" presId="urn:microsoft.com/office/officeart/2005/8/layout/lProcess2"/>
    <dgm:cxn modelId="{C2DFEAA1-7E0A-40C1-8667-0A753579484C}" srcId="{045B25D6-B928-4CDE-89A4-4C067BC393BD}" destId="{16DB9FBC-E5FA-47AB-8F00-722049F7482C}" srcOrd="1" destOrd="0" parTransId="{2F9D4E01-BFAC-4EC0-813D-354F64B3CDC7}" sibTransId="{B67E7EFB-AACF-42A6-A287-9F1FB252B80C}"/>
    <dgm:cxn modelId="{4D40121D-B5AA-4EC1-BB00-22DFE1F3923A}" srcId="{E96F6BA3-864D-45BA-8330-86383F693980}" destId="{033CE7A7-11FA-4507-B90E-8ECBB7351B4B}" srcOrd="1" destOrd="0" parTransId="{1CB4AF43-D51C-44C8-B0DA-2D77B694B69B}" sibTransId="{55101A0F-2B3E-42AC-A974-A0A5217DA416}"/>
    <dgm:cxn modelId="{718392BE-034D-4469-960E-E519F1046D3F}" srcId="{045B25D6-B928-4CDE-89A4-4C067BC393BD}" destId="{C5125138-7451-4515-9485-4B73621FA37F}" srcOrd="2" destOrd="0" parTransId="{13911D42-1CF9-4874-8A43-24BE25309F59}" sibTransId="{3265462D-36F5-47F7-B475-59601C5E2F5B}"/>
    <dgm:cxn modelId="{EF3A9F8D-039E-407E-8324-BB7AFC0CC643}" type="presParOf" srcId="{D7007FF7-3096-4BC5-9CE9-0D3D6D02A3B8}" destId="{B40372D5-98A8-4066-B1F4-8DE0122F757F}" srcOrd="0" destOrd="0" presId="urn:microsoft.com/office/officeart/2005/8/layout/lProcess2"/>
    <dgm:cxn modelId="{E012096D-C1B5-434A-90D8-4B5F8A80184A}" type="presParOf" srcId="{B40372D5-98A8-4066-B1F4-8DE0122F757F}" destId="{52FB8194-42DE-4A82-91FD-50955BAE3D7A}" srcOrd="0" destOrd="0" presId="urn:microsoft.com/office/officeart/2005/8/layout/lProcess2"/>
    <dgm:cxn modelId="{8670E699-A114-45C8-9201-0863A62280C5}" type="presParOf" srcId="{B40372D5-98A8-4066-B1F4-8DE0122F757F}" destId="{A2A484A8-89DE-4B4D-A71E-ED9C9594EE8A}" srcOrd="1" destOrd="0" presId="urn:microsoft.com/office/officeart/2005/8/layout/lProcess2"/>
    <dgm:cxn modelId="{16136D10-650A-4BA8-8E70-7E32EE14E4AF}" type="presParOf" srcId="{B40372D5-98A8-4066-B1F4-8DE0122F757F}" destId="{9F77FE51-B570-4758-B5EA-C903C04F6D1B}" srcOrd="2" destOrd="0" presId="urn:microsoft.com/office/officeart/2005/8/layout/lProcess2"/>
    <dgm:cxn modelId="{A575D80B-4216-44B7-B570-C15D27E7045E}" type="presParOf" srcId="{9F77FE51-B570-4758-B5EA-C903C04F6D1B}" destId="{DCD7E084-FBB7-4C5C-ACA5-A4A5F569EE3F}" srcOrd="0" destOrd="0" presId="urn:microsoft.com/office/officeart/2005/8/layout/lProcess2"/>
    <dgm:cxn modelId="{427227C3-7294-48B7-A80A-6D039786D842}" type="presParOf" srcId="{DCD7E084-FBB7-4C5C-ACA5-A4A5F569EE3F}" destId="{5D95F047-6F47-43EC-B80B-25BAECE374B3}" srcOrd="0" destOrd="0" presId="urn:microsoft.com/office/officeart/2005/8/layout/lProcess2"/>
    <dgm:cxn modelId="{04F2A7A5-8131-47F9-BDEB-BE28A2E2E813}" type="presParOf" srcId="{DCD7E084-FBB7-4C5C-ACA5-A4A5F569EE3F}" destId="{AB571DC7-E712-493F-A642-A448C113B7AF}" srcOrd="1" destOrd="0" presId="urn:microsoft.com/office/officeart/2005/8/layout/lProcess2"/>
    <dgm:cxn modelId="{B2902B97-DFDF-4751-8F9C-36C9507FC236}" type="presParOf" srcId="{DCD7E084-FBB7-4C5C-ACA5-A4A5F569EE3F}" destId="{9A5B5CEA-07B0-4D6E-9EFA-B77BC480F34D}" srcOrd="2" destOrd="0" presId="urn:microsoft.com/office/officeart/2005/8/layout/lProcess2"/>
    <dgm:cxn modelId="{796F5CE1-06CD-4651-AB1C-0061E94673E2}" type="presParOf" srcId="{DCD7E084-FBB7-4C5C-ACA5-A4A5F569EE3F}" destId="{7A2CACD3-C8C8-44DC-9EF1-26CF31F2DBD8}" srcOrd="3" destOrd="0" presId="urn:microsoft.com/office/officeart/2005/8/layout/lProcess2"/>
    <dgm:cxn modelId="{A1943B5D-513E-440E-9332-A4049D131C46}" type="presParOf" srcId="{DCD7E084-FBB7-4C5C-ACA5-A4A5F569EE3F}" destId="{5328F7E9-34C4-42A2-88EB-53E11001EB53}" srcOrd="4" destOrd="0" presId="urn:microsoft.com/office/officeart/2005/8/layout/lProcess2"/>
    <dgm:cxn modelId="{CEB3C0C8-F237-4A41-A2DD-13E3E735046D}" type="presParOf" srcId="{DCD7E084-FBB7-4C5C-ACA5-A4A5F569EE3F}" destId="{0D48F33D-5DEF-4985-A2FC-429779199259}" srcOrd="5" destOrd="0" presId="urn:microsoft.com/office/officeart/2005/8/layout/lProcess2"/>
    <dgm:cxn modelId="{2BC29F8B-E18C-43E4-AC0B-DE30C48772DF}" type="presParOf" srcId="{DCD7E084-FBB7-4C5C-ACA5-A4A5F569EE3F}" destId="{10CE9EBF-CD42-4C6E-84B1-0BF126F35EC8}" srcOrd="6" destOrd="0" presId="urn:microsoft.com/office/officeart/2005/8/layout/lProcess2"/>
    <dgm:cxn modelId="{6EC9D34E-E2F1-4184-B3CE-D34B308FFDBF}" type="presParOf" srcId="{D7007FF7-3096-4BC5-9CE9-0D3D6D02A3B8}" destId="{1FA46EE9-8AB4-43EF-A9DB-72A3AB6BE430}" srcOrd="1" destOrd="0" presId="urn:microsoft.com/office/officeart/2005/8/layout/lProcess2"/>
    <dgm:cxn modelId="{7080A6EF-CDBC-4EC5-A426-E3A470BA8123}" type="presParOf" srcId="{D7007FF7-3096-4BC5-9CE9-0D3D6D02A3B8}" destId="{0A4AD342-F6F6-4A20-9EA4-CB6DB486D92F}" srcOrd="2" destOrd="0" presId="urn:microsoft.com/office/officeart/2005/8/layout/lProcess2"/>
    <dgm:cxn modelId="{34560300-0EC1-4B92-A110-2425C4CDE8DC}" type="presParOf" srcId="{0A4AD342-F6F6-4A20-9EA4-CB6DB486D92F}" destId="{64F7A8B1-5E64-4C64-AF2E-CE9E05B46605}" srcOrd="0" destOrd="0" presId="urn:microsoft.com/office/officeart/2005/8/layout/lProcess2"/>
    <dgm:cxn modelId="{B4B9260B-D93A-40FF-BD8D-FBD9A6231750}" type="presParOf" srcId="{0A4AD342-F6F6-4A20-9EA4-CB6DB486D92F}" destId="{63DC0636-B688-4719-9508-ABA20DC4FC05}" srcOrd="1" destOrd="0" presId="urn:microsoft.com/office/officeart/2005/8/layout/lProcess2"/>
    <dgm:cxn modelId="{C8A4EDA6-BFAC-45CE-9E04-6A74BCD6636C}" type="presParOf" srcId="{0A4AD342-F6F6-4A20-9EA4-CB6DB486D92F}" destId="{F731477C-776F-4CFB-A41C-79E68518FD65}" srcOrd="2" destOrd="0" presId="urn:microsoft.com/office/officeart/2005/8/layout/lProcess2"/>
    <dgm:cxn modelId="{4F8AEC34-2090-451C-AD2F-BB9D86D38E9E}" type="presParOf" srcId="{F731477C-776F-4CFB-A41C-79E68518FD65}" destId="{BA576E3C-CAE7-4401-AFF2-B7E3F5E8BC60}" srcOrd="0" destOrd="0" presId="urn:microsoft.com/office/officeart/2005/8/layout/lProcess2"/>
    <dgm:cxn modelId="{30F7F518-1E66-49D5-A8FA-F17BE440856F}" type="presParOf" srcId="{BA576E3C-CAE7-4401-AFF2-B7E3F5E8BC60}" destId="{C26FDAE3-46A1-4632-A117-B409CA7FB9FF}" srcOrd="0" destOrd="0" presId="urn:microsoft.com/office/officeart/2005/8/layout/lProcess2"/>
    <dgm:cxn modelId="{E5016FD3-0E97-4C1E-89B0-F714CFC6C3AD}" type="presParOf" srcId="{BA576E3C-CAE7-4401-AFF2-B7E3F5E8BC60}" destId="{287A98BB-26B8-48AD-BEDD-6F99C15AD314}" srcOrd="1" destOrd="0" presId="urn:microsoft.com/office/officeart/2005/8/layout/lProcess2"/>
    <dgm:cxn modelId="{6EB9C089-A5AF-47DE-8F54-08ABC64EFE52}" type="presParOf" srcId="{BA576E3C-CAE7-4401-AFF2-B7E3F5E8BC60}" destId="{52F33B99-00B1-4982-86F4-6F7476799F55}" srcOrd="2" destOrd="0" presId="urn:microsoft.com/office/officeart/2005/8/layout/lProcess2"/>
    <dgm:cxn modelId="{65610815-3323-46BA-9DD8-4B0D9C6ADFE5}" type="presParOf" srcId="{BA576E3C-CAE7-4401-AFF2-B7E3F5E8BC60}" destId="{1EE22B8C-D74D-4E11-9782-6D2848D2EB08}" srcOrd="3" destOrd="0" presId="urn:microsoft.com/office/officeart/2005/8/layout/lProcess2"/>
    <dgm:cxn modelId="{B392BE79-44A7-437A-B274-82CAC53FE024}" type="presParOf" srcId="{BA576E3C-CAE7-4401-AFF2-B7E3F5E8BC60}" destId="{9F2F8BA3-8175-4125-B311-E86BFE37B8E1}" srcOrd="4" destOrd="0" presId="urn:microsoft.com/office/officeart/2005/8/layout/lProcess2"/>
    <dgm:cxn modelId="{0BEA997B-F415-41A0-8078-9308F7579389}" type="presParOf" srcId="{BA576E3C-CAE7-4401-AFF2-B7E3F5E8BC60}" destId="{CE78C0FA-0E99-4D98-96BE-96BF6C9E320E}" srcOrd="5" destOrd="0" presId="urn:microsoft.com/office/officeart/2005/8/layout/lProcess2"/>
    <dgm:cxn modelId="{1D503EB6-2888-4864-AD50-953AA2325FF8}" type="presParOf" srcId="{BA576E3C-CAE7-4401-AFF2-B7E3F5E8BC60}" destId="{09E44FAE-6A2F-444C-855C-6DA54AADCA1F}" srcOrd="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FB8194-42DE-4A82-91FD-50955BAE3D7A}">
      <dsp:nvSpPr>
        <dsp:cNvPr id="0" name=""/>
        <dsp:cNvSpPr/>
      </dsp:nvSpPr>
      <dsp:spPr>
        <a:xfrm>
          <a:off x="704" y="0"/>
          <a:ext cx="2988799" cy="3431579"/>
        </a:xfrm>
        <a:prstGeom prst="roundRect">
          <a:avLst>
            <a:gd name="adj" fmla="val 10000"/>
          </a:avLst>
        </a:prstGeom>
        <a:solidFill>
          <a:schemeClr val="bg2">
            <a:lumMod val="9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      Current	</a:t>
          </a:r>
          <a:endParaRPr lang="en-US" sz="2400" kern="1200" dirty="0"/>
        </a:p>
      </dsp:txBody>
      <dsp:txXfrm>
        <a:off x="704" y="0"/>
        <a:ext cx="2988799" cy="1029473"/>
      </dsp:txXfrm>
    </dsp:sp>
    <dsp:sp modelId="{5D95F047-6F47-43EC-B80B-25BAECE374B3}">
      <dsp:nvSpPr>
        <dsp:cNvPr id="0" name=""/>
        <dsp:cNvSpPr/>
      </dsp:nvSpPr>
      <dsp:spPr>
        <a:xfrm>
          <a:off x="411233" y="1029557"/>
          <a:ext cx="2167740" cy="499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YB GUI</a:t>
          </a:r>
          <a:endParaRPr lang="en-US" sz="1600" kern="1200" dirty="0"/>
        </a:p>
      </dsp:txBody>
      <dsp:txXfrm>
        <a:off x="425875" y="1044199"/>
        <a:ext cx="2138456" cy="470624"/>
      </dsp:txXfrm>
    </dsp:sp>
    <dsp:sp modelId="{9A5B5CEA-07B0-4D6E-9EFA-B77BC480F34D}">
      <dsp:nvSpPr>
        <dsp:cNvPr id="0" name=""/>
        <dsp:cNvSpPr/>
      </dsp:nvSpPr>
      <dsp:spPr>
        <a:xfrm>
          <a:off x="411233" y="1606374"/>
          <a:ext cx="2167740" cy="499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YB Excel </a:t>
          </a:r>
          <a:r>
            <a:rPr lang="en-US" sz="1600" kern="1200" dirty="0" err="1" smtClean="0"/>
            <a:t>Addin</a:t>
          </a:r>
          <a:endParaRPr lang="en-US" sz="1600" kern="1200" dirty="0"/>
        </a:p>
      </dsp:txBody>
      <dsp:txXfrm>
        <a:off x="425875" y="1621016"/>
        <a:ext cx="2138456" cy="470624"/>
      </dsp:txXfrm>
    </dsp:sp>
    <dsp:sp modelId="{5328F7E9-34C4-42A2-88EB-53E11001EB53}">
      <dsp:nvSpPr>
        <dsp:cNvPr id="0" name=""/>
        <dsp:cNvSpPr/>
      </dsp:nvSpPr>
      <dsp:spPr>
        <a:xfrm>
          <a:off x="411233" y="2183191"/>
          <a:ext cx="2167740" cy="499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Citi Models</a:t>
          </a:r>
          <a:endParaRPr lang="en-US" sz="1600" kern="1200" dirty="0"/>
        </a:p>
      </dsp:txBody>
      <dsp:txXfrm>
        <a:off x="425875" y="2197833"/>
        <a:ext cx="2138456" cy="470624"/>
      </dsp:txXfrm>
    </dsp:sp>
    <dsp:sp modelId="{10CE9EBF-CD42-4C6E-84B1-0BF126F35EC8}">
      <dsp:nvSpPr>
        <dsp:cNvPr id="0" name=""/>
        <dsp:cNvSpPr/>
      </dsp:nvSpPr>
      <dsp:spPr>
        <a:xfrm>
          <a:off x="411233" y="2760008"/>
          <a:ext cx="2167740" cy="499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YB </a:t>
          </a:r>
          <a:r>
            <a:rPr lang="en-US" sz="1600" kern="1200" dirty="0" err="1" smtClean="0"/>
            <a:t>Calc</a:t>
          </a:r>
          <a:r>
            <a:rPr lang="en-US" sz="1600" kern="1200" dirty="0" smtClean="0"/>
            <a:t> Servers</a:t>
          </a:r>
          <a:endParaRPr lang="en-US" sz="1600" kern="1200" dirty="0"/>
        </a:p>
      </dsp:txBody>
      <dsp:txXfrm>
        <a:off x="425875" y="2774650"/>
        <a:ext cx="2138456" cy="470624"/>
      </dsp:txXfrm>
    </dsp:sp>
    <dsp:sp modelId="{64F7A8B1-5E64-4C64-AF2E-CE9E05B46605}">
      <dsp:nvSpPr>
        <dsp:cNvPr id="0" name=""/>
        <dsp:cNvSpPr/>
      </dsp:nvSpPr>
      <dsp:spPr>
        <a:xfrm>
          <a:off x="3098351" y="0"/>
          <a:ext cx="2958911" cy="34315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Target</a:t>
          </a:r>
          <a:endParaRPr lang="en-US" sz="2400" kern="1200" dirty="0"/>
        </a:p>
      </dsp:txBody>
      <dsp:txXfrm>
        <a:off x="3098351" y="0"/>
        <a:ext cx="2958911" cy="1029473"/>
      </dsp:txXfrm>
    </dsp:sp>
    <dsp:sp modelId="{C26FDAE3-46A1-4632-A117-B409CA7FB9FF}">
      <dsp:nvSpPr>
        <dsp:cNvPr id="0" name=""/>
        <dsp:cNvSpPr/>
      </dsp:nvSpPr>
      <dsp:spPr>
        <a:xfrm>
          <a:off x="3588315" y="1029557"/>
          <a:ext cx="2167740" cy="499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Symphony</a:t>
          </a:r>
          <a:endParaRPr lang="en-US" sz="1600" kern="1200" dirty="0"/>
        </a:p>
      </dsp:txBody>
      <dsp:txXfrm>
        <a:off x="3602957" y="1044199"/>
        <a:ext cx="2138456" cy="470624"/>
      </dsp:txXfrm>
    </dsp:sp>
    <dsp:sp modelId="{52F33B99-00B1-4982-86F4-6F7476799F55}">
      <dsp:nvSpPr>
        <dsp:cNvPr id="0" name=""/>
        <dsp:cNvSpPr/>
      </dsp:nvSpPr>
      <dsp:spPr>
        <a:xfrm>
          <a:off x="3588315" y="1606374"/>
          <a:ext cx="2167740" cy="499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Excel Web API</a:t>
          </a:r>
          <a:endParaRPr lang="en-US" sz="1600" kern="1200" dirty="0"/>
        </a:p>
      </dsp:txBody>
      <dsp:txXfrm>
        <a:off x="3602957" y="1621016"/>
        <a:ext cx="2138456" cy="470624"/>
      </dsp:txXfrm>
    </dsp:sp>
    <dsp:sp modelId="{9F2F8BA3-8175-4125-B311-E86BFE37B8E1}">
      <dsp:nvSpPr>
        <dsp:cNvPr id="0" name=""/>
        <dsp:cNvSpPr/>
      </dsp:nvSpPr>
      <dsp:spPr>
        <a:xfrm>
          <a:off x="3588315" y="2183191"/>
          <a:ext cx="2167740" cy="499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Scale Models</a:t>
          </a:r>
          <a:endParaRPr lang="en-US" sz="1600" kern="1200" dirty="0"/>
        </a:p>
      </dsp:txBody>
      <dsp:txXfrm>
        <a:off x="3602957" y="2197833"/>
        <a:ext cx="2138456" cy="470624"/>
      </dsp:txXfrm>
    </dsp:sp>
    <dsp:sp modelId="{09E44FAE-6A2F-444C-855C-6DA54AADCA1F}">
      <dsp:nvSpPr>
        <dsp:cNvPr id="0" name=""/>
        <dsp:cNvSpPr/>
      </dsp:nvSpPr>
      <dsp:spPr>
        <a:xfrm>
          <a:off x="3588315" y="2760008"/>
          <a:ext cx="2167740" cy="499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AWS Cloud </a:t>
          </a:r>
          <a:r>
            <a:rPr lang="en-US" sz="1600" kern="1200" dirty="0" err="1" smtClean="0"/>
            <a:t>Calc</a:t>
          </a:r>
          <a:r>
            <a:rPr lang="en-US" sz="1600" kern="1200" dirty="0" smtClean="0"/>
            <a:t> Servers</a:t>
          </a:r>
          <a:endParaRPr lang="en-US" sz="1600" kern="1200" dirty="0"/>
        </a:p>
      </dsp:txBody>
      <dsp:txXfrm>
        <a:off x="3602957" y="2774650"/>
        <a:ext cx="2138456" cy="4706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90" tIns="45795" rIns="91590" bIns="45795" numCol="1" anchor="t" anchorCtr="0" compatLnSpc="1">
            <a:prstTxWarp prst="textNoShape">
              <a:avLst/>
            </a:prstTxWarp>
          </a:bodyPr>
          <a:lstStyle>
            <a:lvl1pPr defTabSz="91318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0" y="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90" tIns="45795" rIns="91590" bIns="45795" numCol="1" anchor="t" anchorCtr="0" compatLnSpc="1">
            <a:prstTxWarp prst="textNoShape">
              <a:avLst/>
            </a:prstTxWarp>
          </a:bodyPr>
          <a:lstStyle>
            <a:lvl1pPr algn="r" defTabSz="91318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79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90" tIns="45795" rIns="91590" bIns="45795" numCol="1" anchor="b" anchorCtr="0" compatLnSpc="1">
            <a:prstTxWarp prst="textNoShape">
              <a:avLst/>
            </a:prstTxWarp>
          </a:bodyPr>
          <a:lstStyle>
            <a:lvl1pPr defTabSz="91318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0" y="8758879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90" tIns="45795" rIns="91590" bIns="45795" numCol="1" anchor="b" anchorCtr="0" compatLnSpc="1">
            <a:prstTxWarp prst="textNoShape">
              <a:avLst/>
            </a:prstTxWarp>
          </a:bodyPr>
          <a:lstStyle>
            <a:lvl1pPr algn="r" defTabSz="913184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90" tIns="45795" rIns="91590" bIns="45795" numCol="1" anchor="t" anchorCtr="0" compatLnSpc="1">
            <a:prstTxWarp prst="textNoShape">
              <a:avLst/>
            </a:prstTxWarp>
          </a:bodyPr>
          <a:lstStyle>
            <a:lvl1pPr defTabSz="91318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0" y="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90" tIns="45795" rIns="91590" bIns="45795" numCol="1" anchor="t" anchorCtr="0" compatLnSpc="1">
            <a:prstTxWarp prst="textNoShape">
              <a:avLst/>
            </a:prstTxWarp>
          </a:bodyPr>
          <a:lstStyle>
            <a:lvl1pPr algn="r" defTabSz="91318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8" y="4380234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90" tIns="45795" rIns="91590" bIns="457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79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90" tIns="45795" rIns="91590" bIns="45795" numCol="1" anchor="b" anchorCtr="0" compatLnSpc="1">
            <a:prstTxWarp prst="textNoShape">
              <a:avLst/>
            </a:prstTxWarp>
          </a:bodyPr>
          <a:lstStyle>
            <a:lvl1pPr defTabSz="91318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0" y="8758879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90" tIns="45795" rIns="91590" bIns="45795" numCol="1" anchor="b" anchorCtr="0" compatLnSpc="1">
            <a:prstTxWarp prst="textNoShape">
              <a:avLst/>
            </a:prstTxWarp>
          </a:bodyPr>
          <a:lstStyle>
            <a:lvl1pPr algn="r" defTabSz="913184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644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705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46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88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776" algn="l" defTabSz="101871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6131" algn="l" defTabSz="101871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5487" algn="l" defTabSz="101871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4841" algn="l" defTabSz="101871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7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355" indent="0" algn="ctr">
              <a:buNone/>
              <a:defRPr/>
            </a:lvl2pPr>
            <a:lvl3pPr marL="1018711" indent="0" algn="ctr">
              <a:buNone/>
              <a:defRPr/>
            </a:lvl3pPr>
            <a:lvl4pPr marL="1528065" indent="0" algn="ctr">
              <a:buNone/>
              <a:defRPr/>
            </a:lvl4pPr>
            <a:lvl5pPr marL="2037421" indent="0" algn="ctr">
              <a:buNone/>
              <a:defRPr/>
            </a:lvl5pPr>
            <a:lvl6pPr marL="2546776" indent="0" algn="ctr">
              <a:buNone/>
              <a:defRPr/>
            </a:lvl6pPr>
            <a:lvl7pPr marL="3056131" indent="0" algn="ctr">
              <a:buNone/>
              <a:defRPr/>
            </a:lvl7pPr>
            <a:lvl8pPr marL="3565487" indent="0" algn="ctr">
              <a:buNone/>
              <a:defRPr/>
            </a:lvl8pPr>
            <a:lvl9pPr marL="4074841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1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275" indent="-234950">
              <a:defRPr sz="1200">
                <a:latin typeface="+mn-lt"/>
              </a:defRPr>
            </a:lvl4pPr>
            <a:lvl5pPr marL="1025525" indent="-22225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88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79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355" indent="0">
              <a:buNone/>
              <a:defRPr sz="2000"/>
            </a:lvl2pPr>
            <a:lvl3pPr marL="1018711" indent="0">
              <a:buNone/>
              <a:defRPr sz="1800"/>
            </a:lvl3pPr>
            <a:lvl4pPr marL="1528065" indent="0">
              <a:buNone/>
              <a:defRPr sz="1600"/>
            </a:lvl4pPr>
            <a:lvl5pPr marL="2037421" indent="0">
              <a:buNone/>
              <a:defRPr sz="1600"/>
            </a:lvl5pPr>
            <a:lvl6pPr marL="2546776" indent="0">
              <a:buNone/>
              <a:defRPr sz="1600"/>
            </a:lvl6pPr>
            <a:lvl7pPr marL="3056131" indent="0">
              <a:buNone/>
              <a:defRPr sz="1600"/>
            </a:lvl7pPr>
            <a:lvl8pPr marL="3565487" indent="0">
              <a:buNone/>
              <a:defRPr sz="1600"/>
            </a:lvl8pPr>
            <a:lvl9pPr marL="4074841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5"/>
            <a:ext cx="4716783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5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228600" y="220663"/>
            <a:ext cx="9601200" cy="67294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81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412" indent="0" algn="ctr">
              <a:buNone/>
              <a:defRPr/>
            </a:lvl2pPr>
            <a:lvl3pPr marL="1018824" indent="0" algn="ctr">
              <a:buNone/>
              <a:defRPr/>
            </a:lvl3pPr>
            <a:lvl4pPr marL="1528237" indent="0" algn="ctr">
              <a:buNone/>
              <a:defRPr/>
            </a:lvl4pPr>
            <a:lvl5pPr marL="2037649" indent="0" algn="ctr">
              <a:buNone/>
              <a:defRPr/>
            </a:lvl5pPr>
            <a:lvl6pPr marL="2547061" indent="0" algn="ctr">
              <a:buNone/>
              <a:defRPr/>
            </a:lvl6pPr>
            <a:lvl7pPr marL="3056473" indent="0" algn="ctr">
              <a:buNone/>
              <a:defRPr/>
            </a:lvl7pPr>
            <a:lvl8pPr marL="3565886" indent="0" algn="ctr">
              <a:buNone/>
              <a:defRPr/>
            </a:lvl8pPr>
            <a:lvl9pPr marL="40752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1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7"/>
            <a:ext cx="8549640" cy="1666028"/>
          </a:xfrm>
          <a:prstGeom prst="rect">
            <a:avLst/>
          </a:prstGeom>
        </p:spPr>
        <p:txBody>
          <a:bodyPr lIns="101871" tIns="50935" rIns="101871" bIns="50935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71" tIns="50935" rIns="101871" bIns="50935"/>
          <a:lstStyle>
            <a:lvl1pPr marL="0" indent="0" algn="ctr">
              <a:buNone/>
              <a:defRPr/>
            </a:lvl1pPr>
            <a:lvl2pPr marL="509355" indent="0" algn="ctr">
              <a:buNone/>
              <a:defRPr/>
            </a:lvl2pPr>
            <a:lvl3pPr marL="1018711" indent="0" algn="ctr">
              <a:buNone/>
              <a:defRPr/>
            </a:lvl3pPr>
            <a:lvl4pPr marL="1528065" indent="0" algn="ctr">
              <a:buNone/>
              <a:defRPr/>
            </a:lvl4pPr>
            <a:lvl5pPr marL="2037421" indent="0" algn="ctr">
              <a:buNone/>
              <a:defRPr/>
            </a:lvl5pPr>
            <a:lvl6pPr marL="2546776" indent="0" algn="ctr">
              <a:buNone/>
              <a:defRPr/>
            </a:lvl6pPr>
            <a:lvl7pPr marL="3056131" indent="0" algn="ctr">
              <a:buNone/>
              <a:defRPr/>
            </a:lvl7pPr>
            <a:lvl8pPr marL="3565487" indent="0" algn="ctr">
              <a:buNone/>
              <a:defRPr/>
            </a:lvl8pPr>
            <a:lvl9pPr marL="4074841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82" tIns="50941" rIns="101882" bIns="5094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82" tIns="50941" rIns="101882" bIns="50941"/>
          <a:lstStyle>
            <a:lvl1pPr marL="0" indent="0" algn="ctr">
              <a:buNone/>
              <a:defRPr/>
            </a:lvl1pPr>
            <a:lvl2pPr marL="509412" indent="0" algn="ctr">
              <a:buNone/>
              <a:defRPr/>
            </a:lvl2pPr>
            <a:lvl3pPr marL="1018824" indent="0" algn="ctr">
              <a:buNone/>
              <a:defRPr/>
            </a:lvl3pPr>
            <a:lvl4pPr marL="1528237" indent="0" algn="ctr">
              <a:buNone/>
              <a:defRPr/>
            </a:lvl4pPr>
            <a:lvl5pPr marL="2037649" indent="0" algn="ctr">
              <a:buNone/>
              <a:defRPr/>
            </a:lvl5pPr>
            <a:lvl6pPr marL="2547061" indent="0" algn="ctr">
              <a:buNone/>
              <a:defRPr/>
            </a:lvl6pPr>
            <a:lvl7pPr marL="3056473" indent="0" algn="ctr">
              <a:buNone/>
              <a:defRPr/>
            </a:lvl7pPr>
            <a:lvl8pPr marL="3565886" indent="0" algn="ctr">
              <a:buNone/>
              <a:defRPr/>
            </a:lvl8pPr>
            <a:lvl9pPr marL="4075298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5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5" y="6521116"/>
            <a:ext cx="9454198" cy="915732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0"/>
            <a:ext cx="9052560" cy="5129425"/>
          </a:xfrm>
          <a:prstGeom prst="rect">
            <a:avLst/>
          </a:prstGeom>
        </p:spPr>
        <p:txBody>
          <a:bodyPr lIns="101882" tIns="50941" rIns="101882" bIns="5094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1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4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5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6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71" tIns="50935" rIns="101871" bIns="50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0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71" tIns="50935" rIns="101871" bIns="50935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3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71" tIns="50935" rIns="101871" bIns="50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0" y="7333575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  <p:sldLayoutId id="2147483847" r:id="rId6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35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71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806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42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92" indent="-187492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53" indent="-185724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6014" indent="-185724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1175" indent="-252938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587" indent="-252938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453" indent="-25467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809" indent="-25467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20164" indent="-25467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519" indent="-25467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355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711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065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421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776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131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487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841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0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71" tIns="50935" rIns="101871" bIns="50935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4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71" tIns="50935" rIns="101871" bIns="50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7"/>
            <a:ext cx="0" cy="5366913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82" tIns="50941" rIns="101882" bIns="50941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71" tIns="50935" rIns="101871" bIns="50935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71" tIns="50935" rIns="101871" bIns="50935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3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71" tIns="50935" rIns="101871" bIns="50935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0" y="7333575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41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824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823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64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1175" indent="-252938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587" indent="-252938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999" indent="-252938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9411" indent="-252938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8824" indent="-252938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236" indent="-252938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0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71" tIns="50935" rIns="101871" bIns="50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82" tIns="50941" rIns="101882" bIns="50941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0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71" tIns="50935" rIns="101871" bIns="50935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71" tIns="50935" rIns="101871" bIns="50935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3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71" tIns="50935" rIns="101871" bIns="50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0" y="7333575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41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824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823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64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1175" indent="-252938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587" indent="-252938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999" indent="-252938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9411" indent="-252938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8824" indent="-252938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236" indent="-252938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5"/>
            <a:ext cx="9601200" cy="3853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2" y="3762059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7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35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711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806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421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91" indent="-380291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6027" indent="-316614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762" indent="-252938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1175" indent="-252938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587" indent="-252938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453" indent="-25467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809" indent="-25467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20164" indent="-25467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9519" indent="-25467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355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711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065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421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776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131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487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841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5"/>
            <a:ext cx="9601200" cy="3853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2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0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71" tIns="50935" rIns="101871" bIns="50935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41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824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8237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64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91" indent="-380291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6027" indent="-316614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762" indent="-252938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1175" indent="-252938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587" indent="-252938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999" indent="-252938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9411" indent="-252938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8824" indent="-252938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236" indent="-252938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4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71" tIns="50935" rIns="101871" bIns="50935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71" tIns="50935" rIns="101871" bIns="50935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2" y="3762059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71" tIns="50935" rIns="101871" bIns="50935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41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824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8237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64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91" indent="-380291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6027" indent="-316614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762" indent="-252938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1175" indent="-252938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587" indent="-252938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999" indent="-252938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9411" indent="-252938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8824" indent="-252938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236" indent="-252938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5"/>
            <a:ext cx="9601200" cy="3853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7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2" y="3762059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71" tIns="50935" rIns="101871" bIns="50935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41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824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8237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64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2059" indent="-382059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795" indent="-318383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531" indent="-25470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943" indent="-25470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2355" indent="-25470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767" indent="-25470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1180" indent="-25470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20592" indent="-25470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30004" indent="-25470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5"/>
            <a:ext cx="9601200" cy="3853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4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82" tIns="50941" rIns="101882" bIns="509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5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71" tIns="50935" rIns="101871" bIns="50935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41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824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8237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64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91" indent="-380291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6027" indent="-316614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762" indent="-252938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1175" indent="-252938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587" indent="-252938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999" indent="-252938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9411" indent="-252938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8824" indent="-252938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236" indent="-252938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2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71" tIns="50935" rIns="101871" bIns="50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5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82" tIns="50941" rIns="101882" bIns="50941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71" tIns="50935" rIns="101871" bIns="50935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0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71" tIns="50935" rIns="101871" bIns="50935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71" tIns="50935" rIns="101871" bIns="50935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3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71" tIns="50935" rIns="101871" bIns="50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0" y="7333575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41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824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823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64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1175" indent="-252938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587" indent="-252938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999" indent="-252938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9411" indent="-252938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8824" indent="-252938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236" indent="-252938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5"/>
            <a:ext cx="9601200" cy="3853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2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82" tIns="50941" rIns="101882" bIns="50941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0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71" tIns="50935" rIns="101871" bIns="50935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41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824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8237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64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91" indent="-380291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6027" indent="-316614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762" indent="-252938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1175" indent="-252938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587" indent="-252938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999" indent="-252938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9411" indent="-252938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8824" indent="-252938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236" indent="-252938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71" tIns="50935" rIns="101871" bIns="50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0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71" tIns="50935" rIns="101871" bIns="50935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71" tIns="50935" rIns="101871" bIns="50935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3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71" tIns="50935" rIns="101871" bIns="50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0" y="7333575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35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71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806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42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92" indent="-187492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53" indent="-185724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6014" indent="-185724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1175" indent="-252938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587" indent="-252938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453" indent="-25467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809" indent="-25467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20164" indent="-25467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519" indent="-25467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355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711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065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421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776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131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487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841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71" tIns="50935" rIns="101871" bIns="50935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71" tIns="50935" rIns="101871" bIns="50935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2" y="3762059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71" tIns="50935" rIns="101871" bIns="50935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7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41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824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8237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64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91" indent="-380291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6027" indent="-316614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762" indent="-252938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1175" indent="-252938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587" indent="-252938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999" indent="-252938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9411" indent="-252938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8824" indent="-252938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236" indent="-252938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0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5"/>
            <a:ext cx="9601200" cy="3853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71" tIns="50935" rIns="101871" bIns="50935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3" y="3762059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7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35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711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806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421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91" indent="-380291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6027" indent="-316614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762" indent="-252938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1175" indent="-252938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587" indent="-252938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453" indent="-25467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809" indent="-25467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20164" indent="-25467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9519" indent="-25467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355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711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065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421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776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131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487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841" algn="l" defTabSz="1018711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491" y="257191"/>
            <a:ext cx="8574088" cy="609918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6" name="Rectangle 68"/>
          <p:cNvSpPr>
            <a:spLocks noChangeArrowheads="1"/>
          </p:cNvSpPr>
          <p:nvPr/>
        </p:nvSpPr>
        <p:spPr bwMode="auto">
          <a:xfrm>
            <a:off x="238126" y="7052875"/>
            <a:ext cx="954485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1000" i="1" dirty="0" smtClean="0">
                <a:latin typeface="Calibri" pitchFamily="34" charset="0"/>
              </a:rPr>
              <a:t>Source</a:t>
            </a:r>
            <a:r>
              <a:rPr lang="en-US" sz="1000" dirty="0" smtClean="0">
                <a:latin typeface="Calibri" pitchFamily="34" charset="0"/>
              </a:rPr>
              <a:t>: Cello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312289" y="1237396"/>
            <a:ext cx="2557916" cy="8889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101882" tIns="50941" rIns="101882" bIns="50941">
            <a:spAutoFit/>
          </a:bodyPr>
          <a:lstStyle/>
          <a:p>
            <a:pPr lvl="0">
              <a:buClr>
                <a:schemeClr val="tx1"/>
              </a:buClr>
            </a:pPr>
            <a:r>
              <a:rPr lang="en-US" sz="1200" dirty="0" smtClean="0">
                <a:latin typeface="Calibri" pitchFamily="34" charset="0"/>
              </a:rPr>
              <a:t>Cello built a comprehensive suite of trading and operations reports based on its robust databases.</a:t>
            </a:r>
          </a:p>
          <a:p>
            <a:pPr lvl="0">
              <a:buClr>
                <a:schemeClr val="tx1"/>
              </a:buClr>
            </a:pPr>
            <a:endParaRPr lang="en-US" sz="1200" dirty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r>
              <a:rPr lang="en-US" sz="1200" dirty="0">
                <a:latin typeface="Calibri" pitchFamily="34" charset="0"/>
              </a:rPr>
              <a:t>Cello </a:t>
            </a:r>
            <a:r>
              <a:rPr lang="en-US" sz="1200" dirty="0" smtClean="0">
                <a:latin typeface="Calibri" pitchFamily="34" charset="0"/>
              </a:rPr>
              <a:t>continues to make significant </a:t>
            </a:r>
            <a:r>
              <a:rPr lang="en-US" sz="1200" dirty="0">
                <a:latin typeface="Calibri" pitchFamily="34" charset="0"/>
              </a:rPr>
              <a:t>investments to build out its proprietary analytic infrastructure</a:t>
            </a:r>
            <a:r>
              <a:rPr lang="en-US" sz="1200" dirty="0" smtClean="0">
                <a:latin typeface="Calibri" pitchFamily="34" charset="0"/>
              </a:rPr>
              <a:t>.  The main highlights includes the following</a:t>
            </a:r>
          </a:p>
          <a:p>
            <a:pPr lvl="0">
              <a:buClr>
                <a:schemeClr val="tx1"/>
              </a:buClr>
            </a:pPr>
            <a:endParaRPr lang="en-US" sz="1200" dirty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r>
              <a:rPr lang="en-US" sz="1200" dirty="0" smtClean="0">
                <a:latin typeface="Calibri" pitchFamily="34" charset="0"/>
              </a:rPr>
              <a:t>Symphony Application</a:t>
            </a:r>
          </a:p>
          <a:p>
            <a:pPr marL="171450" lvl="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Bond Pricing</a:t>
            </a:r>
          </a:p>
          <a:p>
            <a:pPr marL="171450" lvl="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Collateral Analysis(slice and dice)</a:t>
            </a:r>
          </a:p>
          <a:p>
            <a:pPr marL="171450" lvl="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Excel API</a:t>
            </a:r>
          </a:p>
          <a:p>
            <a:pPr lvl="0">
              <a:buClr>
                <a:schemeClr val="tx1"/>
              </a:buClr>
            </a:pPr>
            <a:endParaRPr lang="en-US" sz="1200" dirty="0" smtClean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r>
              <a:rPr lang="en-US" sz="1200" dirty="0" smtClean="0">
                <a:latin typeface="Calibri" pitchFamily="34" charset="0"/>
              </a:rPr>
              <a:t>Scale Models</a:t>
            </a:r>
          </a:p>
          <a:p>
            <a:pPr marL="171450" lvl="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Interest Rate Model</a:t>
            </a:r>
          </a:p>
          <a:p>
            <a:pPr marL="171450" lvl="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Mortgage Rate Model</a:t>
            </a:r>
            <a:endParaRPr lang="en-US" sz="1200" dirty="0">
              <a:latin typeface="Calibri" pitchFamily="34" charset="0"/>
            </a:endParaRPr>
          </a:p>
          <a:p>
            <a:pPr marL="171450" lvl="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Prepayment Model</a:t>
            </a:r>
          </a:p>
          <a:p>
            <a:pPr marL="171450" lvl="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OAS Analytics</a:t>
            </a:r>
          </a:p>
          <a:p>
            <a:pPr lvl="0">
              <a:buClr>
                <a:schemeClr val="tx1"/>
              </a:buClr>
            </a:pPr>
            <a:endParaRPr lang="en-US" sz="1200" dirty="0" smtClean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r>
              <a:rPr lang="en-US" sz="1200" dirty="0" smtClean="0">
                <a:latin typeface="Calibri" pitchFamily="34" charset="0"/>
              </a:rPr>
              <a:t>Motif Calculation Service</a:t>
            </a:r>
          </a:p>
          <a:p>
            <a:pPr marL="171450" lvl="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Distributed Computing</a:t>
            </a:r>
          </a:p>
          <a:p>
            <a:pPr marL="171450" lvl="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Amazon Cloud Integration</a:t>
            </a:r>
          </a:p>
          <a:p>
            <a:pPr marL="171450" lvl="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In-Memory Caching</a:t>
            </a:r>
          </a:p>
          <a:p>
            <a:pPr marL="171450" lvl="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libri" pitchFamily="34" charset="0"/>
              </a:rPr>
              <a:t>OAS </a:t>
            </a:r>
            <a:r>
              <a:rPr lang="en-US" sz="1200" dirty="0">
                <a:latin typeface="Calibri" pitchFamily="34" charset="0"/>
              </a:rPr>
              <a:t>P</a:t>
            </a:r>
            <a:r>
              <a:rPr lang="en-US" sz="1200" dirty="0" smtClean="0">
                <a:latin typeface="Calibri" pitchFamily="34" charset="0"/>
              </a:rPr>
              <a:t>ath Distribution</a:t>
            </a:r>
          </a:p>
          <a:p>
            <a:pPr lvl="0">
              <a:buClr>
                <a:schemeClr val="tx1"/>
              </a:buClr>
            </a:pPr>
            <a:endParaRPr lang="en-US" sz="1200" dirty="0" smtClean="0">
              <a:latin typeface="Calibri" pitchFamily="34" charset="0"/>
            </a:endParaRPr>
          </a:p>
          <a:p>
            <a:pPr marL="171450" lvl="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300" dirty="0" smtClean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endParaRPr lang="en-US" sz="1300" dirty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endParaRPr lang="en-US" sz="1300" dirty="0" smtClean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endParaRPr lang="en-US" sz="1300" dirty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endParaRPr lang="en-US" sz="1300" dirty="0" smtClean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endParaRPr lang="en-US" sz="1300" dirty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endParaRPr lang="en-US" sz="1300" dirty="0" smtClean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endParaRPr lang="en-US" sz="1300" dirty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endParaRPr lang="en-US" sz="1300" dirty="0" smtClean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endParaRPr lang="en-US" sz="1300" dirty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endParaRPr lang="en-US" sz="1300" dirty="0" smtClean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endParaRPr lang="en-US" sz="1300" dirty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endParaRPr lang="en-US" sz="1300" dirty="0" smtClean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endParaRPr lang="en-US" sz="1300" dirty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endParaRPr lang="en-US" sz="1300" dirty="0" smtClean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endParaRPr lang="en-US" sz="1300" dirty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endParaRPr lang="en-US" sz="1300" dirty="0" smtClean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endParaRPr lang="en-US" sz="1300" dirty="0">
              <a:latin typeface="Calibri" pitchFamily="34" charset="0"/>
            </a:endParaRPr>
          </a:p>
          <a:p>
            <a:pPr lvl="0">
              <a:buClr>
                <a:schemeClr val="tx1"/>
              </a:buClr>
            </a:pPr>
            <a:endParaRPr lang="en-US" sz="1300" dirty="0">
              <a:latin typeface="+mn-lt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870687813"/>
              </p:ext>
            </p:extLst>
          </p:nvPr>
        </p:nvGraphicFramePr>
        <p:xfrm>
          <a:off x="3630633" y="1072688"/>
          <a:ext cx="6152346" cy="34315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630632" y="5128522"/>
            <a:ext cx="6131442" cy="931334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4" name="Group 13"/>
          <p:cNvGrpSpPr/>
          <p:nvPr/>
        </p:nvGrpSpPr>
        <p:grpSpPr>
          <a:xfrm>
            <a:off x="3887537" y="5348664"/>
            <a:ext cx="994833" cy="572648"/>
            <a:chOff x="366225" y="1131662"/>
            <a:chExt cx="1930488" cy="549485"/>
          </a:xfrm>
        </p:grpSpPr>
        <p:sp>
          <p:nvSpPr>
            <p:cNvPr id="15" name="Rounded Rectangle 14"/>
            <p:cNvSpPr/>
            <p:nvPr/>
          </p:nvSpPr>
          <p:spPr>
            <a:xfrm>
              <a:off x="366225" y="1131662"/>
              <a:ext cx="1930488" cy="5494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ounded Rectangle 4"/>
            <p:cNvSpPr/>
            <p:nvPr/>
          </p:nvSpPr>
          <p:spPr>
            <a:xfrm>
              <a:off x="382319" y="1147756"/>
              <a:ext cx="1898300" cy="5172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smtClean="0"/>
                <a:t>Time Series</a:t>
              </a:r>
              <a:endParaRPr lang="en-US" sz="1600" kern="12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074988" y="5348664"/>
            <a:ext cx="994833" cy="572648"/>
            <a:chOff x="366225" y="1131662"/>
            <a:chExt cx="1930488" cy="549485"/>
          </a:xfrm>
        </p:grpSpPr>
        <p:sp>
          <p:nvSpPr>
            <p:cNvPr id="18" name="Rounded Rectangle 17"/>
            <p:cNvSpPr/>
            <p:nvPr/>
          </p:nvSpPr>
          <p:spPr>
            <a:xfrm>
              <a:off x="366225" y="1131662"/>
              <a:ext cx="1930488" cy="5494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ounded Rectangle 4"/>
            <p:cNvSpPr/>
            <p:nvPr/>
          </p:nvSpPr>
          <p:spPr>
            <a:xfrm>
              <a:off x="382319" y="1147756"/>
              <a:ext cx="1898300" cy="5172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 smtClean="0"/>
                <a:t>Risk</a:t>
              </a:r>
              <a:endParaRPr lang="en-US" sz="1600" kern="1200" dirty="0"/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3630632" y="6225961"/>
            <a:ext cx="6152346" cy="931334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21" name="Group 20"/>
          <p:cNvGrpSpPr/>
          <p:nvPr/>
        </p:nvGrpSpPr>
        <p:grpSpPr>
          <a:xfrm>
            <a:off x="3895831" y="6430702"/>
            <a:ext cx="994833" cy="572648"/>
            <a:chOff x="366225" y="1131662"/>
            <a:chExt cx="1930488" cy="549485"/>
          </a:xfrm>
        </p:grpSpPr>
        <p:sp>
          <p:nvSpPr>
            <p:cNvPr id="22" name="Rounded Rectangle 21"/>
            <p:cNvSpPr/>
            <p:nvPr/>
          </p:nvSpPr>
          <p:spPr>
            <a:xfrm>
              <a:off x="366225" y="1131662"/>
              <a:ext cx="1930488" cy="5494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Rounded Rectangle 4"/>
            <p:cNvSpPr/>
            <p:nvPr/>
          </p:nvSpPr>
          <p:spPr>
            <a:xfrm>
              <a:off x="382319" y="1147756"/>
              <a:ext cx="1898300" cy="5172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 smtClean="0"/>
                <a:t>P&amp;L</a:t>
              </a:r>
              <a:endParaRPr lang="en-US" sz="1600" kern="1200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992437" y="6430702"/>
            <a:ext cx="994833" cy="572648"/>
            <a:chOff x="366225" y="1131662"/>
            <a:chExt cx="1930488" cy="549485"/>
          </a:xfrm>
        </p:grpSpPr>
        <p:sp>
          <p:nvSpPr>
            <p:cNvPr id="25" name="Rounded Rectangle 24"/>
            <p:cNvSpPr/>
            <p:nvPr/>
          </p:nvSpPr>
          <p:spPr>
            <a:xfrm>
              <a:off x="366225" y="1131662"/>
              <a:ext cx="1930488" cy="5494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6" name="Rounded Rectangle 4"/>
            <p:cNvSpPr/>
            <p:nvPr/>
          </p:nvSpPr>
          <p:spPr>
            <a:xfrm>
              <a:off x="382319" y="1147756"/>
              <a:ext cx="1898300" cy="5172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 smtClean="0"/>
                <a:t>Risk</a:t>
              </a:r>
              <a:endParaRPr lang="en-US" sz="1600" kern="1200" dirty="0"/>
            </a:p>
          </p:txBody>
        </p:sp>
      </p:grpSp>
      <p:sp>
        <p:nvSpPr>
          <p:cNvPr id="3" name="Down Arrow 2"/>
          <p:cNvSpPr/>
          <p:nvPr/>
        </p:nvSpPr>
        <p:spPr>
          <a:xfrm rot="16200000">
            <a:off x="6503430" y="2637543"/>
            <a:ext cx="484632" cy="6478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6180593" y="5354207"/>
            <a:ext cx="994833" cy="572648"/>
            <a:chOff x="366225" y="1131662"/>
            <a:chExt cx="1930488" cy="549485"/>
          </a:xfrm>
        </p:grpSpPr>
        <p:sp>
          <p:nvSpPr>
            <p:cNvPr id="28" name="Rounded Rectangle 27"/>
            <p:cNvSpPr/>
            <p:nvPr/>
          </p:nvSpPr>
          <p:spPr>
            <a:xfrm>
              <a:off x="366225" y="1131662"/>
              <a:ext cx="1930488" cy="5494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Rounded Rectangle 4"/>
            <p:cNvSpPr/>
            <p:nvPr/>
          </p:nvSpPr>
          <p:spPr>
            <a:xfrm>
              <a:off x="382319" y="1147756"/>
              <a:ext cx="1898300" cy="5172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 smtClean="0"/>
                <a:t>CMO</a:t>
              </a:r>
              <a:endParaRPr lang="en-US" sz="1600" kern="1200" dirty="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7327826" y="5357131"/>
            <a:ext cx="994833" cy="572648"/>
            <a:chOff x="366225" y="1131662"/>
            <a:chExt cx="1930488" cy="549485"/>
          </a:xfrm>
        </p:grpSpPr>
        <p:sp>
          <p:nvSpPr>
            <p:cNvPr id="34" name="Rounded Rectangle 33"/>
            <p:cNvSpPr/>
            <p:nvPr/>
          </p:nvSpPr>
          <p:spPr>
            <a:xfrm>
              <a:off x="366225" y="1131662"/>
              <a:ext cx="1930488" cy="5494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5" name="Rounded Rectangle 4"/>
            <p:cNvSpPr/>
            <p:nvPr/>
          </p:nvSpPr>
          <p:spPr>
            <a:xfrm>
              <a:off x="382319" y="1147756"/>
              <a:ext cx="1898300" cy="5172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 smtClean="0"/>
                <a:t>Pool</a:t>
              </a:r>
              <a:endParaRPr lang="en-US" sz="1600" kern="1200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8443391" y="5362511"/>
            <a:ext cx="994833" cy="572648"/>
            <a:chOff x="366225" y="1131662"/>
            <a:chExt cx="1930488" cy="549485"/>
          </a:xfrm>
        </p:grpSpPr>
        <p:sp>
          <p:nvSpPr>
            <p:cNvPr id="37" name="Rounded Rectangle 36"/>
            <p:cNvSpPr/>
            <p:nvPr/>
          </p:nvSpPr>
          <p:spPr>
            <a:xfrm>
              <a:off x="366225" y="1131662"/>
              <a:ext cx="1930488" cy="5494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Rounded Rectangle 4"/>
            <p:cNvSpPr/>
            <p:nvPr/>
          </p:nvSpPr>
          <p:spPr>
            <a:xfrm>
              <a:off x="382319" y="1147756"/>
              <a:ext cx="1898300" cy="5172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 smtClean="0"/>
                <a:t>Loan</a:t>
              </a:r>
              <a:endParaRPr lang="en-US" sz="1600" kern="1200" dirty="0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6140653" y="6447473"/>
            <a:ext cx="994833" cy="572648"/>
            <a:chOff x="366225" y="1131662"/>
            <a:chExt cx="1930488" cy="549485"/>
          </a:xfrm>
        </p:grpSpPr>
        <p:sp>
          <p:nvSpPr>
            <p:cNvPr id="40" name="Rounded Rectangle 39"/>
            <p:cNvSpPr/>
            <p:nvPr/>
          </p:nvSpPr>
          <p:spPr>
            <a:xfrm>
              <a:off x="366225" y="1131662"/>
              <a:ext cx="1930488" cy="5494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1" name="Rounded Rectangle 4"/>
            <p:cNvSpPr/>
            <p:nvPr/>
          </p:nvSpPr>
          <p:spPr>
            <a:xfrm>
              <a:off x="382319" y="1147756"/>
              <a:ext cx="1898300" cy="5172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 smtClean="0"/>
                <a:t>Balance</a:t>
              </a:r>
              <a:br>
                <a:rPr lang="en-US" sz="1600" dirty="0" smtClean="0"/>
              </a:br>
              <a:r>
                <a:rPr lang="en-US" sz="1600" dirty="0" smtClean="0"/>
                <a:t>Sheet</a:t>
              </a:r>
              <a:endParaRPr lang="en-US" sz="1600" kern="1200" dirty="0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7334545" y="6447474"/>
            <a:ext cx="994833" cy="572648"/>
            <a:chOff x="366225" y="1131662"/>
            <a:chExt cx="1930488" cy="549485"/>
          </a:xfrm>
        </p:grpSpPr>
        <p:sp>
          <p:nvSpPr>
            <p:cNvPr id="43" name="Rounded Rectangle 42"/>
            <p:cNvSpPr/>
            <p:nvPr/>
          </p:nvSpPr>
          <p:spPr>
            <a:xfrm>
              <a:off x="366225" y="1131662"/>
              <a:ext cx="1930488" cy="5494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4" name="Rounded Rectangle 4"/>
            <p:cNvSpPr/>
            <p:nvPr/>
          </p:nvSpPr>
          <p:spPr>
            <a:xfrm>
              <a:off x="382319" y="1147756"/>
              <a:ext cx="1898300" cy="5172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 smtClean="0"/>
                <a:t>Prepay</a:t>
              </a:r>
              <a:endParaRPr lang="en-US" sz="1600" kern="1200" dirty="0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8481778" y="6455779"/>
            <a:ext cx="1204089" cy="572648"/>
            <a:chOff x="366225" y="1131662"/>
            <a:chExt cx="1930488" cy="549485"/>
          </a:xfrm>
        </p:grpSpPr>
        <p:sp>
          <p:nvSpPr>
            <p:cNvPr id="46" name="Rounded Rectangle 45"/>
            <p:cNvSpPr/>
            <p:nvPr/>
          </p:nvSpPr>
          <p:spPr>
            <a:xfrm>
              <a:off x="366225" y="1131662"/>
              <a:ext cx="1930488" cy="5494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7" name="Rounded Rectangle 4"/>
            <p:cNvSpPr/>
            <p:nvPr/>
          </p:nvSpPr>
          <p:spPr>
            <a:xfrm>
              <a:off x="382319" y="1147756"/>
              <a:ext cx="1898300" cy="51729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0640" tIns="30480" rIns="40640" bIns="3048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 smtClean="0"/>
                <a:t>Collateral</a:t>
              </a:r>
              <a:br>
                <a:rPr lang="en-US" sz="1600" dirty="0" smtClean="0"/>
              </a:br>
              <a:r>
                <a:rPr lang="en-US" sz="1600" dirty="0" smtClean="0"/>
                <a:t>Distribution</a:t>
              </a:r>
              <a:endParaRPr lang="en-US" sz="1600" kern="1200" dirty="0"/>
            </a:p>
          </p:txBody>
        </p:sp>
      </p:grpSp>
      <p:sp>
        <p:nvSpPr>
          <p:cNvPr id="48" name="Rectangle 47"/>
          <p:cNvSpPr/>
          <p:nvPr/>
        </p:nvSpPr>
        <p:spPr>
          <a:xfrm>
            <a:off x="2904073" y="1121971"/>
            <a:ext cx="575735" cy="3365362"/>
          </a:xfrm>
          <a:prstGeom prst="rect">
            <a:avLst/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Analytics </a:t>
            </a:r>
            <a:r>
              <a:rPr lang="en-US" sz="1400" dirty="0" smtClean="0">
                <a:solidFill>
                  <a:schemeClr val="bg1"/>
                </a:solidFill>
              </a:rPr>
              <a:t>System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04073" y="5128522"/>
            <a:ext cx="575735" cy="931334"/>
          </a:xfrm>
          <a:prstGeom prst="rect">
            <a:avLst/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Data Warehouse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04071" y="6225961"/>
            <a:ext cx="575735" cy="931334"/>
          </a:xfrm>
          <a:prstGeom prst="rect">
            <a:avLst/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Report Suite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51536" y="4902609"/>
            <a:ext cx="6131442" cy="73514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204694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70775</TotalTime>
  <Words>115</Words>
  <Application>Microsoft Office PowerPoint</Application>
  <PresentationFormat>Custom</PresentationFormat>
  <Paragraphs>63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13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 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Sharad Chaudhary</cp:lastModifiedBy>
  <cp:revision>2218</cp:revision>
  <cp:lastPrinted>2015-12-11T16:49:16Z</cp:lastPrinted>
  <dcterms:created xsi:type="dcterms:W3CDTF">2011-07-07T12:37:32Z</dcterms:created>
  <dcterms:modified xsi:type="dcterms:W3CDTF">2015-12-11T17:17:33Z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