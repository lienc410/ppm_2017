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theme/theme4.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4.xml" ContentType="application/vnd.openxmlformats-officedocument.presentationml.slideLayout+xml"/>
  <Override PartName="/ppt/theme/theme9.xml" ContentType="application/vnd.openxmlformats-officedocument.theme+xml"/>
  <Override PartName="/ppt/slideLayouts/slideLayout15.xml" ContentType="application/vnd.openxmlformats-officedocument.presentationml.slideLayout+xml"/>
  <Override PartName="/ppt/theme/theme10.xml" ContentType="application/vnd.openxmlformats-officedocument.theme+xml"/>
  <Override PartName="/ppt/slideLayouts/slideLayout1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15.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1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17.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18.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19.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 id="2147483860" r:id="rId16"/>
    <p:sldMasterId id="2147483866" r:id="rId17"/>
    <p:sldMasterId id="2147483872" r:id="rId18"/>
    <p:sldMasterId id="2147483879" r:id="rId19"/>
  </p:sldMasterIdLst>
  <p:notesMasterIdLst>
    <p:notesMasterId r:id="rId33"/>
  </p:notesMasterIdLst>
  <p:handoutMasterIdLst>
    <p:handoutMasterId r:id="rId34"/>
  </p:handoutMasterIdLst>
  <p:sldIdLst>
    <p:sldId id="433" r:id="rId20"/>
    <p:sldId id="617" r:id="rId21"/>
    <p:sldId id="624" r:id="rId22"/>
    <p:sldId id="628" r:id="rId23"/>
    <p:sldId id="629" r:id="rId24"/>
    <p:sldId id="630" r:id="rId25"/>
    <p:sldId id="631" r:id="rId26"/>
    <p:sldId id="596" r:id="rId27"/>
    <p:sldId id="625" r:id="rId28"/>
    <p:sldId id="626" r:id="rId29"/>
    <p:sldId id="627" r:id="rId30"/>
    <p:sldId id="621" r:id="rId31"/>
    <p:sldId id="504" r:id="rId32"/>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extLst>
    <p:ext uri="{EFAFB233-063F-42B5-8137-9DF3F51BA10A}">
      <p15:sldGuideLst xmlns:p15="http://schemas.microsoft.com/office/powerpoint/2012/main" xmlns="">
        <p15:guide id="1" orient="horz" pos="3872">
          <p15:clr>
            <a:srgbClr val="A4A3A4"/>
          </p15:clr>
        </p15:guide>
        <p15:guide id="2" orient="horz" pos="1976">
          <p15:clr>
            <a:srgbClr val="A4A3A4"/>
          </p15:clr>
        </p15:guide>
        <p15:guide id="3" orient="horz" pos="797">
          <p15:clr>
            <a:srgbClr val="A4A3A4"/>
          </p15:clr>
        </p15:guide>
        <p15:guide id="4" orient="horz" pos="981">
          <p15:clr>
            <a:srgbClr val="A4A3A4"/>
          </p15:clr>
        </p15:guide>
        <p15:guide id="5" orient="horz" pos="4327">
          <p15:clr>
            <a:srgbClr val="A4A3A4"/>
          </p15:clr>
        </p15:guide>
        <p15:guide id="6" orient="horz" pos="145">
          <p15:clr>
            <a:srgbClr val="A4A3A4"/>
          </p15:clr>
        </p15:guide>
        <p15:guide id="7" pos="5282">
          <p15:clr>
            <a:srgbClr val="A4A3A4"/>
          </p15:clr>
        </p15:guide>
        <p15:guide id="8" pos="126">
          <p15:clr>
            <a:srgbClr val="A4A3A4"/>
          </p15:clr>
        </p15:guide>
        <p15:guide id="9" pos="5046">
          <p15:clr>
            <a:srgbClr val="A4A3A4"/>
          </p15:clr>
        </p15:guide>
        <p15:guide id="10" pos="1973">
          <p15:clr>
            <a:srgbClr val="A4A3A4"/>
          </p15:clr>
        </p15:guide>
        <p15:guide id="11" pos="3396">
          <p15:clr>
            <a:srgbClr val="A4A3A4"/>
          </p15:clr>
        </p15:guide>
        <p15:guide id="12" pos="3165">
          <p15:clr>
            <a:srgbClr val="A4A3A4"/>
          </p15:clr>
        </p15:guide>
        <p15:guide id="13" pos="1575">
          <p15:clr>
            <a:srgbClr val="A4A3A4"/>
          </p15:clr>
        </p15:guide>
        <p15:guide id="14" pos="1055">
          <p15:clr>
            <a:srgbClr val="A4A3A4"/>
          </p15:clr>
        </p15:guide>
      </p15:sldGuideLst>
    </p:ext>
    <p:ext uri="{2D200454-40CA-4A62-9FC3-DE9A4176ACB9}">
      <p15:notesGuideLst xmlns:p15="http://schemas.microsoft.com/office/powerpoint/2012/main" xmlns="">
        <p15:guide id="1" orient="horz" pos="2905" userDrawn="1">
          <p15:clr>
            <a:srgbClr val="A4A3A4"/>
          </p15:clr>
        </p15:guide>
        <p15:guide id="2" pos="2185"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732D"/>
    <a:srgbClr val="2E398A"/>
    <a:srgbClr val="74B629"/>
    <a:srgbClr val="000000"/>
    <a:srgbClr val="968880"/>
    <a:srgbClr val="203353"/>
    <a:srgbClr val="533D2D"/>
    <a:srgbClr val="533D23"/>
    <a:srgbClr val="996633"/>
    <a:srgbClr val="8C2B1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0" autoAdjust="0"/>
    <p:restoredTop sz="95005" autoAdjust="0"/>
  </p:normalViewPr>
  <p:slideViewPr>
    <p:cSldViewPr snapToGrid="0" snapToObjects="1">
      <p:cViewPr>
        <p:scale>
          <a:sx n="100" d="100"/>
          <a:sy n="100" d="100"/>
        </p:scale>
        <p:origin x="-342" y="-1170"/>
      </p:cViewPr>
      <p:guideLst>
        <p:guide orient="horz" pos="3872"/>
        <p:guide orient="horz" pos="1976"/>
        <p:guide orient="horz" pos="797"/>
        <p:guide orient="horz" pos="981"/>
        <p:guide orient="horz" pos="4327"/>
        <p:guide orient="horz" pos="145"/>
        <p:guide pos="5282"/>
        <p:guide pos="12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7.xml"/><Relationship Id="rId3" Type="http://schemas.openxmlformats.org/officeDocument/2006/relationships/slideMaster" Target="slideMasters/slideMaster3.xml"/><Relationship Id="rId21" Type="http://schemas.openxmlformats.org/officeDocument/2006/relationships/slide" Target="slides/slide2.xml"/><Relationship Id="rId34" Type="http://schemas.openxmlformats.org/officeDocument/2006/relationships/handoutMaster" Target="handoutMasters/handoutMaster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6.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 Target="slides/slide1.xml"/><Relationship Id="rId29" Type="http://schemas.openxmlformats.org/officeDocument/2006/relationships/slide" Target="slides/slide1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5.xml"/><Relationship Id="rId32" Type="http://schemas.openxmlformats.org/officeDocument/2006/relationships/slide" Target="slides/slide13.xml"/><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4.xml"/><Relationship Id="rId28" Type="http://schemas.openxmlformats.org/officeDocument/2006/relationships/slide" Target="slides/slide9.xml"/><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12.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3.xml"/><Relationship Id="rId27" Type="http://schemas.openxmlformats.org/officeDocument/2006/relationships/slide" Target="slides/slide8.xml"/><Relationship Id="rId30" Type="http://schemas.openxmlformats.org/officeDocument/2006/relationships/slide" Target="slides/slide11.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defTabSz="912844">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7"/>
            <a:ext cx="3005138" cy="459741"/>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lvl1pPr algn="r" defTabSz="912844">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7"/>
            <a:ext cx="5546725" cy="4147189"/>
          </a:xfrm>
          <a:prstGeom prst="rect">
            <a:avLst/>
          </a:prstGeom>
          <a:noFill/>
          <a:ln w="9525">
            <a:noFill/>
            <a:miter lim="800000"/>
            <a:headEnd/>
            <a:tailEnd/>
          </a:ln>
        </p:spPr>
        <p:txBody>
          <a:bodyPr vert="horz" wrap="square" lIns="91556" tIns="45777" rIns="91556" bIns="4577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defTabSz="912844">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3"/>
            <a:ext cx="3005138" cy="459741"/>
          </a:xfrm>
          <a:prstGeom prst="rect">
            <a:avLst/>
          </a:prstGeom>
          <a:noFill/>
          <a:ln w="9525">
            <a:noFill/>
            <a:miter lim="800000"/>
            <a:headEnd/>
            <a:tailEnd/>
          </a:ln>
        </p:spPr>
        <p:txBody>
          <a:bodyPr vert="horz" wrap="square" lIns="91556" tIns="45777" rIns="91556" bIns="45777" numCol="1" anchor="b" anchorCtr="0" compatLnSpc="1">
            <a:prstTxWarp prst="textNoShape">
              <a:avLst/>
            </a:prstTxWarp>
          </a:bodyPr>
          <a:lstStyle>
            <a:lvl1pPr algn="r" defTabSz="912844">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268"/>
            <a:fld id="{1FE077EC-684A-4FD9-A6C3-9AE90D8B81D6}" type="slidenum">
              <a:rPr lang="en-US" smtClean="0"/>
              <a:pPr defTabSz="911268"/>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2</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3</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4</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5</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9</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10</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8725" y="690563"/>
            <a:ext cx="4476750" cy="3459162"/>
          </a:xfrm>
        </p:spPr>
      </p:sp>
      <p:sp>
        <p:nvSpPr>
          <p:cNvPr id="3" name="Notes Placeholder 2"/>
          <p:cNvSpPr>
            <a:spLocks noGrp="1"/>
          </p:cNvSpPr>
          <p:nvPr>
            <p:ph type="body" idx="1"/>
          </p:nvPr>
        </p:nvSpPr>
        <p:spPr/>
        <p:txBody>
          <a:bodyPr/>
          <a:lstStyle/>
          <a:p>
            <a:endParaRPr lang="en-US" dirty="0"/>
          </a:p>
        </p:txBody>
      </p:sp>
      <p:sp>
        <p:nvSpPr>
          <p:cNvPr id="5" name="Slide Number Placeholder 4"/>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11</a:t>
            </a:fld>
            <a:endParaRPr lang="en-US" dirty="0">
              <a:solidFill>
                <a:prstClr val="black"/>
              </a:solidFill>
            </a:endParaRPr>
          </a:p>
        </p:txBody>
      </p:sp>
    </p:spTree>
    <p:extLst>
      <p:ext uri="{BB962C8B-B14F-4D97-AF65-F5344CB8AC3E}">
        <p14:creationId xmlns:p14="http://schemas.microsoft.com/office/powerpoint/2010/main" val="1145809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1728130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3571900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83693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8391447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5322527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03333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6878901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878607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31981658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31571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17509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2453" indent="0" algn="ctr">
              <a:buNone/>
              <a:defRPr/>
            </a:lvl2pPr>
            <a:lvl3pPr marL="1004905" indent="0" algn="ctr">
              <a:buNone/>
              <a:defRPr/>
            </a:lvl3pPr>
            <a:lvl4pPr marL="1507356" indent="0" algn="ctr">
              <a:buNone/>
              <a:defRPr/>
            </a:lvl4pPr>
            <a:lvl5pPr marL="2009808" indent="0" algn="ctr">
              <a:buNone/>
              <a:defRPr/>
            </a:lvl5pPr>
            <a:lvl6pPr marL="2512261" indent="0" algn="ctr">
              <a:buNone/>
              <a:defRPr/>
            </a:lvl6pPr>
            <a:lvl7pPr marL="3014714" indent="0" algn="ctr">
              <a:buNone/>
              <a:defRPr/>
            </a:lvl7pPr>
            <a:lvl8pPr marL="3517168" indent="0" algn="ctr">
              <a:buNone/>
              <a:defRPr/>
            </a:lvl8pPr>
            <a:lvl9pPr marL="401961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04615967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10">
                <a:latin typeface="+mn-lt"/>
              </a:defRPr>
            </a:lvl1pPr>
            <a:lvl2pPr>
              <a:defRPr sz="1210">
                <a:latin typeface="+mn-lt"/>
              </a:defRPr>
            </a:lvl2pPr>
            <a:lvl3pPr>
              <a:defRPr sz="1210">
                <a:latin typeface="+mn-lt"/>
              </a:defRPr>
            </a:lvl3pPr>
            <a:lvl4pPr marL="792389" indent="-231766">
              <a:defRPr sz="1210">
                <a:latin typeface="+mn-lt"/>
              </a:defRPr>
            </a:lvl4pPr>
            <a:lvl5pPr marL="1011627" indent="-219237">
              <a:defRPr sz="121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8350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6"/>
            <a:ext cx="8549640" cy="1543685"/>
          </a:xfrm>
        </p:spPr>
        <p:txBody>
          <a:bodyPr/>
          <a:lstStyle>
            <a:lvl1pPr algn="l">
              <a:defRPr sz="44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2453" indent="0">
              <a:buNone/>
              <a:defRPr sz="1980"/>
            </a:lvl2pPr>
            <a:lvl3pPr marL="1004905" indent="0">
              <a:buNone/>
              <a:defRPr sz="1760"/>
            </a:lvl3pPr>
            <a:lvl4pPr marL="1507356" indent="0">
              <a:buNone/>
              <a:defRPr sz="1540"/>
            </a:lvl4pPr>
            <a:lvl5pPr marL="2009808" indent="0">
              <a:buNone/>
              <a:defRPr sz="1540"/>
            </a:lvl5pPr>
            <a:lvl6pPr marL="2512261" indent="0">
              <a:buNone/>
              <a:defRPr sz="1540"/>
            </a:lvl6pPr>
            <a:lvl7pPr marL="3014714" indent="0">
              <a:buNone/>
              <a:defRPr sz="1540"/>
            </a:lvl7pPr>
            <a:lvl8pPr marL="3517168" indent="0">
              <a:buNone/>
              <a:defRPr sz="1540"/>
            </a:lvl8pPr>
            <a:lvl9pPr marL="4019617" indent="0">
              <a:buNone/>
              <a:defRPr sz="1540"/>
            </a:lvl9pPr>
          </a:lstStyle>
          <a:p>
            <a:pPr lvl="0"/>
            <a:r>
              <a:rPr lang="en-US" smtClean="0"/>
              <a:t>Click to edit Master text styles</a:t>
            </a:r>
          </a:p>
        </p:txBody>
      </p:sp>
    </p:spTree>
    <p:extLst>
      <p:ext uri="{BB962C8B-B14F-4D97-AF65-F5344CB8AC3E}">
        <p14:creationId xmlns:p14="http://schemas.microsoft.com/office/powerpoint/2010/main" val="6436720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3"/>
            <a:ext cx="4716784"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3"/>
            <a:ext cx="4716776" cy="5375911"/>
          </a:xfrm>
        </p:spPr>
        <p:txBody>
          <a:bodyPr/>
          <a:lstStyle>
            <a:lvl1pPr>
              <a:defRPr sz="1210">
                <a:latin typeface="+mn-lt"/>
              </a:defRPr>
            </a:lvl1pPr>
            <a:lvl2pPr>
              <a:defRPr sz="1210">
                <a:latin typeface="+mn-lt"/>
              </a:defRPr>
            </a:lvl2pPr>
            <a:lvl3pPr>
              <a:defRPr sz="1210">
                <a:latin typeface="+mn-lt"/>
              </a:defRPr>
            </a:lvl3pPr>
            <a:lvl4pPr>
              <a:defRPr sz="1210">
                <a:latin typeface="+mn-lt"/>
              </a:defRPr>
            </a:lvl4pPr>
            <a:lvl5pPr>
              <a:defRPr sz="1210">
                <a:latin typeface="+mn-lt"/>
              </a:defRPr>
            </a:lvl5pPr>
            <a:lvl6pPr>
              <a:defRPr sz="1980"/>
            </a:lvl6pPr>
            <a:lvl7pPr>
              <a:defRPr sz="1980"/>
            </a:lvl7pPr>
            <a:lvl8pPr>
              <a:defRPr sz="1980"/>
            </a:lvl8pPr>
            <a:lvl9pPr>
              <a:defRPr sz="198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40135455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38293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95564" indent="-195564">
              <a:lnSpc>
                <a:spcPct val="100000"/>
              </a:lnSpc>
              <a:spcAft>
                <a:spcPts val="649"/>
              </a:spcAft>
              <a:buClr>
                <a:schemeClr val="bg2"/>
              </a:buClr>
              <a:buFont typeface="Arial" pitchFamily="34" charset="0"/>
              <a:buChar char="•"/>
              <a:defRPr>
                <a:latin typeface="Calisto MT" pitchFamily="18" charset="0"/>
                <a:cs typeface="Arial" pitchFamily="34" charset="0"/>
              </a:defRPr>
            </a:lvl1pPr>
            <a:lvl2pPr marL="478612" indent="-185270">
              <a:lnSpc>
                <a:spcPct val="100000"/>
              </a:lnSpc>
              <a:spcAft>
                <a:spcPts val="649"/>
              </a:spcAft>
              <a:buClr>
                <a:schemeClr val="bg2"/>
              </a:buClr>
              <a:buFont typeface="Arial" pitchFamily="34" charset="0"/>
              <a:buChar char="−"/>
              <a:tabLst>
                <a:tab pos="478612" algn="l"/>
              </a:tabLst>
              <a:defRPr sz="1262">
                <a:latin typeface="Calisto MT" pitchFamily="18" charset="0"/>
                <a:cs typeface="Arial" pitchFamily="34" charset="0"/>
              </a:defRPr>
            </a:lvl2pPr>
            <a:lvl3pPr marL="576396" indent="-97782">
              <a:lnSpc>
                <a:spcPct val="100000"/>
              </a:lnSpc>
              <a:buClr>
                <a:schemeClr val="bg2"/>
              </a:buClr>
              <a:buFont typeface="Arial" pitchFamily="34" charset="0"/>
              <a:buChar char="•"/>
              <a:defRPr>
                <a:latin typeface="Calisto MT" pitchFamily="18" charset="0"/>
                <a:cs typeface="Arial" pitchFamily="34" charset="0"/>
              </a:defRPr>
            </a:lvl3pPr>
            <a:lvl4pPr marL="773671" indent="-197277">
              <a:lnSpc>
                <a:spcPct val="100000"/>
              </a:lnSpc>
              <a:buClr>
                <a:schemeClr val="bg2"/>
              </a:buClr>
              <a:buFont typeface="Arial" pitchFamily="34" charset="0"/>
              <a:buChar char="•"/>
              <a:defRPr>
                <a:latin typeface="Calisto MT" pitchFamily="18" charset="0"/>
                <a:cs typeface="Arial" pitchFamily="34" charset="0"/>
              </a:defRPr>
            </a:lvl4pPr>
            <a:lvl5pPr marL="746224" indent="-130375">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8805" tIns="49403" rIns="98805" bIns="49403" numCol="1" anchor="t" anchorCtr="0" compatLnSpc="1">
            <a:prstTxWarp prst="textNoShape">
              <a:avLst/>
            </a:prstTxWarp>
          </a:bodyPr>
          <a:lstStyle/>
          <a:p>
            <a:pPr defTabSz="1005134" fontAlgn="auto">
              <a:spcBef>
                <a:spcPts val="0"/>
              </a:spcBef>
              <a:spcAft>
                <a:spcPts val="0"/>
              </a:spcAft>
            </a:pPr>
            <a:endParaRPr lang="en-US" sz="1747">
              <a:solidFill>
                <a:srgbClr val="FFFFFF"/>
              </a:solidFill>
              <a:latin typeface="Calibri"/>
            </a:endParaRPr>
          </a:p>
        </p:txBody>
      </p:sp>
      <p:sp>
        <p:nvSpPr>
          <p:cNvPr id="7" name="Rectangle 27"/>
          <p:cNvSpPr>
            <a:spLocks noGrp="1" noChangeArrowheads="1"/>
          </p:cNvSpPr>
          <p:nvPr>
            <p:ph type="sldNum" sz="quarter" idx="4"/>
          </p:nvPr>
        </p:nvSpPr>
        <p:spPr>
          <a:xfrm>
            <a:off x="8670716" y="7404219"/>
            <a:ext cx="975207" cy="256673"/>
          </a:xfrm>
          <a:prstGeom prst="rect">
            <a:avLst/>
          </a:prstGeom>
          <a:noFill/>
          <a:ln/>
        </p:spPr>
        <p:txBody>
          <a:bodyPr anchor="ctr" anchorCtr="0">
            <a:spAutoFit/>
          </a:bodyPr>
          <a:lstStyle>
            <a:lvl1pPr>
              <a:defRPr lang="en-US" sz="1068" cap="small" baseline="0" smtClean="0">
                <a:solidFill>
                  <a:schemeClr val="tx1"/>
                </a:solidFill>
                <a:latin typeface="Calisto MT" pitchFamily="18" charset="0"/>
              </a:defRPr>
            </a:lvl1pPr>
          </a:lstStyle>
          <a:p>
            <a:pPr defTabSz="1005134"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1005134"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53" baseline="0"/>
            </a:lvl1pPr>
          </a:lstStyle>
          <a:p>
            <a:pPr lvl="0"/>
            <a:endParaRPr lang="en-US" dirty="0" smtClean="0"/>
          </a:p>
        </p:txBody>
      </p:sp>
      <p:sp>
        <p:nvSpPr>
          <p:cNvPr id="6" name="Text Placeholder 8"/>
          <p:cNvSpPr>
            <a:spLocks noGrp="1"/>
          </p:cNvSpPr>
          <p:nvPr>
            <p:ph type="body" sz="quarter" idx="10" hasCustomPrompt="1"/>
          </p:nvPr>
        </p:nvSpPr>
        <p:spPr>
          <a:xfrm>
            <a:off x="187100" y="6981679"/>
            <a:ext cx="9629154" cy="226580"/>
          </a:xfrm>
        </p:spPr>
        <p:txBody>
          <a:bodyPr wrap="square" anchor="b" anchorCtr="0">
            <a:spAutoFit/>
          </a:bodyPr>
          <a:lstStyle>
            <a:lvl1pPr marL="0" indent="0">
              <a:buNone/>
              <a:defRPr sz="873"/>
            </a:lvl1pPr>
          </a:lstStyle>
          <a:p>
            <a:pPr lvl="0"/>
            <a:r>
              <a:rPr lang="en-US" dirty="0" smtClean="0"/>
              <a:t>Click to add footnote</a:t>
            </a:r>
            <a:endParaRPr lang="en-US" dirty="0"/>
          </a:p>
        </p:txBody>
      </p:sp>
    </p:spTree>
    <p:extLst>
      <p:ext uri="{BB962C8B-B14F-4D97-AF65-F5344CB8AC3E}">
        <p14:creationId xmlns:p14="http://schemas.microsoft.com/office/powerpoint/2010/main" val="117974905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487702" indent="0" algn="ctr">
              <a:buNone/>
              <a:defRPr/>
            </a:lvl2pPr>
            <a:lvl3pPr marL="975401" indent="0" algn="ctr">
              <a:buNone/>
              <a:defRPr/>
            </a:lvl3pPr>
            <a:lvl4pPr marL="1463100" indent="0" algn="ctr">
              <a:buNone/>
              <a:defRPr/>
            </a:lvl4pPr>
            <a:lvl5pPr marL="1950801" indent="0" algn="ctr">
              <a:buNone/>
              <a:defRPr/>
            </a:lvl5pPr>
            <a:lvl6pPr marL="2438501" indent="0" algn="ctr">
              <a:buNone/>
              <a:defRPr/>
            </a:lvl6pPr>
            <a:lvl7pPr marL="2926202" indent="0" algn="ctr">
              <a:buNone/>
              <a:defRPr/>
            </a:lvl7pPr>
            <a:lvl8pPr marL="3413904" indent="0" algn="ctr">
              <a:buNone/>
              <a:defRPr/>
            </a:lvl8pPr>
            <a:lvl9pPr marL="3901601"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2630378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75">
                <a:latin typeface="+mn-lt"/>
              </a:defRPr>
            </a:lvl1pPr>
            <a:lvl2pPr>
              <a:defRPr sz="1175">
                <a:latin typeface="+mn-lt"/>
              </a:defRPr>
            </a:lvl2pPr>
            <a:lvl3pPr>
              <a:defRPr sz="1175">
                <a:latin typeface="+mn-lt"/>
              </a:defRPr>
            </a:lvl3pPr>
            <a:lvl4pPr marL="769124" indent="-224961">
              <a:defRPr sz="1175">
                <a:latin typeface="+mn-lt"/>
              </a:defRPr>
            </a:lvl4pPr>
            <a:lvl5pPr marL="981926" indent="-212801">
              <a:defRPr sz="1175">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9566843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7"/>
            <a:ext cx="8549640" cy="1543685"/>
          </a:xfrm>
        </p:spPr>
        <p:txBody>
          <a:bodyPr/>
          <a:lstStyle>
            <a:lvl1pPr algn="l">
              <a:defRPr sz="4271"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135"/>
            </a:lvl1pPr>
            <a:lvl2pPr marL="487702" indent="0">
              <a:buNone/>
              <a:defRPr sz="1922"/>
            </a:lvl2pPr>
            <a:lvl3pPr marL="975401" indent="0">
              <a:buNone/>
              <a:defRPr sz="1708"/>
            </a:lvl3pPr>
            <a:lvl4pPr marL="1463100" indent="0">
              <a:buNone/>
              <a:defRPr sz="1495"/>
            </a:lvl4pPr>
            <a:lvl5pPr marL="1950801" indent="0">
              <a:buNone/>
              <a:defRPr sz="1495"/>
            </a:lvl5pPr>
            <a:lvl6pPr marL="2438501" indent="0">
              <a:buNone/>
              <a:defRPr sz="1495"/>
            </a:lvl6pPr>
            <a:lvl7pPr marL="2926202" indent="0">
              <a:buNone/>
              <a:defRPr sz="1495"/>
            </a:lvl7pPr>
            <a:lvl8pPr marL="3413904" indent="0">
              <a:buNone/>
              <a:defRPr sz="1495"/>
            </a:lvl8pPr>
            <a:lvl9pPr marL="3901601" indent="0">
              <a:buNone/>
              <a:defRPr sz="1495"/>
            </a:lvl9pPr>
          </a:lstStyle>
          <a:p>
            <a:pPr lvl="0"/>
            <a:r>
              <a:rPr lang="en-US" smtClean="0"/>
              <a:t>Click to edit Master text styles</a:t>
            </a:r>
          </a:p>
        </p:txBody>
      </p:sp>
    </p:spTree>
    <p:extLst>
      <p:ext uri="{BB962C8B-B14F-4D97-AF65-F5344CB8AC3E}">
        <p14:creationId xmlns:p14="http://schemas.microsoft.com/office/powerpoint/2010/main" val="4833213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84"/>
            <a:ext cx="4716784"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84"/>
            <a:ext cx="4716776" cy="5375911"/>
          </a:xfrm>
        </p:spPr>
        <p:txBody>
          <a:bodyPr/>
          <a:lstStyle>
            <a:lvl1pPr>
              <a:defRPr sz="1175">
                <a:latin typeface="+mn-lt"/>
              </a:defRPr>
            </a:lvl1pPr>
            <a:lvl2pPr>
              <a:defRPr sz="1175">
                <a:latin typeface="+mn-lt"/>
              </a:defRPr>
            </a:lvl2pPr>
            <a:lvl3pPr>
              <a:defRPr sz="1175">
                <a:latin typeface="+mn-lt"/>
              </a:defRPr>
            </a:lvl3pPr>
            <a:lvl4pPr>
              <a:defRPr sz="1175">
                <a:latin typeface="+mn-lt"/>
              </a:defRPr>
            </a:lvl4pPr>
            <a:lvl5pPr>
              <a:defRPr sz="1175">
                <a:latin typeface="+mn-lt"/>
              </a:defRPr>
            </a:lvl5pPr>
            <a:lvl6pPr>
              <a:defRPr sz="1922"/>
            </a:lvl6pPr>
            <a:lvl7pPr>
              <a:defRPr sz="1922"/>
            </a:lvl7pPr>
            <a:lvl8pPr>
              <a:defRPr sz="1922"/>
            </a:lvl8pPr>
            <a:lvl9pPr>
              <a:defRPr sz="1922"/>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2481901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13148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94194" y="1569432"/>
            <a:ext cx="9051028" cy="5499298"/>
          </a:xfrm>
        </p:spPr>
        <p:txBody>
          <a:bodyPr/>
          <a:lstStyle>
            <a:lvl1pPr marL="189823" indent="-189823">
              <a:lnSpc>
                <a:spcPct val="100000"/>
              </a:lnSpc>
              <a:spcAft>
                <a:spcPts val="630"/>
              </a:spcAft>
              <a:buClr>
                <a:schemeClr val="bg2"/>
              </a:buClr>
              <a:buFont typeface="Arial" pitchFamily="34" charset="0"/>
              <a:buChar char="•"/>
              <a:defRPr>
                <a:latin typeface="Calisto MT" pitchFamily="18" charset="0"/>
                <a:cs typeface="Arial" pitchFamily="34" charset="0"/>
              </a:defRPr>
            </a:lvl1pPr>
            <a:lvl2pPr marL="464560" indent="-179830">
              <a:lnSpc>
                <a:spcPct val="100000"/>
              </a:lnSpc>
              <a:spcAft>
                <a:spcPts val="630"/>
              </a:spcAft>
              <a:buClr>
                <a:schemeClr val="bg2"/>
              </a:buClr>
              <a:buFont typeface="Arial" pitchFamily="34" charset="0"/>
              <a:buChar char="−"/>
              <a:tabLst>
                <a:tab pos="464560" algn="l"/>
              </a:tabLst>
              <a:defRPr sz="1225">
                <a:latin typeface="Calisto MT" pitchFamily="18" charset="0"/>
                <a:cs typeface="Arial" pitchFamily="34" charset="0"/>
              </a:defRPr>
            </a:lvl2pPr>
            <a:lvl3pPr marL="559473" indent="-94911">
              <a:lnSpc>
                <a:spcPct val="100000"/>
              </a:lnSpc>
              <a:buClr>
                <a:schemeClr val="bg2"/>
              </a:buClr>
              <a:buFont typeface="Arial" pitchFamily="34" charset="0"/>
              <a:buChar char="•"/>
              <a:defRPr>
                <a:latin typeface="Calisto MT" pitchFamily="18" charset="0"/>
                <a:cs typeface="Arial" pitchFamily="34" charset="0"/>
              </a:defRPr>
            </a:lvl3pPr>
            <a:lvl4pPr marL="750956" indent="-191485">
              <a:lnSpc>
                <a:spcPct val="100000"/>
              </a:lnSpc>
              <a:buClr>
                <a:schemeClr val="bg2"/>
              </a:buClr>
              <a:buFont typeface="Arial" pitchFamily="34" charset="0"/>
              <a:buChar char="•"/>
              <a:defRPr>
                <a:latin typeface="Calisto MT" pitchFamily="18" charset="0"/>
                <a:cs typeface="Arial" pitchFamily="34" charset="0"/>
              </a:defRPr>
            </a:lvl4pPr>
            <a:lvl5pPr marL="724315" indent="-126547">
              <a:lnSpc>
                <a:spcPct val="100000"/>
              </a:lnSpc>
              <a:buClr>
                <a:schemeClr val="bg2"/>
              </a:buClr>
              <a:buFont typeface="Arial" pitchFamily="34" charset="0"/>
              <a:buChar char="•"/>
              <a:defRPr>
                <a:latin typeface="Calisto MT" pitchFamily="18" charset="0"/>
                <a:cs typeface="Arial" pitchFamily="34" charset="0"/>
              </a:defRPr>
            </a:lvl5pPr>
          </a:lstStyle>
          <a:p>
            <a:pPr lvl="0"/>
            <a:r>
              <a:rPr lang="en-US" dirty="0" smtClean="0"/>
              <a:t>Click to edit Master text styles</a:t>
            </a:r>
          </a:p>
          <a:p>
            <a:pPr lvl="1"/>
            <a:r>
              <a:rPr lang="en-US" dirty="0" smtClean="0"/>
              <a:t>Second level</a:t>
            </a:r>
          </a:p>
          <a:p>
            <a:pPr lvl="0"/>
            <a:r>
              <a:rPr lang="en-US" dirty="0" smtClean="0"/>
              <a:t>Test</a:t>
            </a:r>
          </a:p>
          <a:p>
            <a:pPr lvl="0"/>
            <a:r>
              <a:rPr lang="en-US" dirty="0" smtClean="0"/>
              <a:t>Test</a:t>
            </a:r>
          </a:p>
          <a:p>
            <a:pPr lvl="2"/>
            <a:r>
              <a:rPr lang="en-US" dirty="0" smtClean="0"/>
              <a:t>Third level</a:t>
            </a:r>
          </a:p>
          <a:p>
            <a:pPr lvl="3"/>
            <a:r>
              <a:rPr lang="en-US" dirty="0" smtClean="0"/>
              <a:t>Fourth level</a:t>
            </a:r>
          </a:p>
          <a:p>
            <a:pPr lvl="4"/>
            <a:r>
              <a:rPr lang="en-US" dirty="0" smtClean="0"/>
              <a:t>Fifth level</a:t>
            </a:r>
          </a:p>
        </p:txBody>
      </p:sp>
      <p:sp>
        <p:nvSpPr>
          <p:cNvPr id="4" name="AutoShape 4"/>
          <p:cNvSpPr>
            <a:spLocks noChangeAspect="1" noChangeArrowheads="1" noTextEdit="1"/>
          </p:cNvSpPr>
          <p:nvPr userDrawn="1"/>
        </p:nvSpPr>
        <p:spPr bwMode="auto">
          <a:xfrm>
            <a:off x="-434817" y="3474195"/>
            <a:ext cx="10928034" cy="829415"/>
          </a:xfrm>
          <a:prstGeom prst="rect">
            <a:avLst/>
          </a:prstGeom>
          <a:noFill/>
          <a:ln w="9525">
            <a:noFill/>
            <a:miter lim="800000"/>
            <a:headEnd/>
            <a:tailEnd/>
          </a:ln>
        </p:spPr>
        <p:txBody>
          <a:bodyPr vert="horz" wrap="square" lIns="95899" tIns="47950" rIns="95899" bIns="47950" numCol="1" anchor="t" anchorCtr="0" compatLnSpc="1">
            <a:prstTxWarp prst="textNoShape">
              <a:avLst/>
            </a:prstTxWarp>
          </a:bodyPr>
          <a:lstStyle/>
          <a:p>
            <a:pPr defTabSz="975623" fontAlgn="auto">
              <a:spcBef>
                <a:spcPts val="0"/>
              </a:spcBef>
              <a:spcAft>
                <a:spcPts val="0"/>
              </a:spcAft>
            </a:pPr>
            <a:endParaRPr lang="en-US" sz="1696">
              <a:solidFill>
                <a:srgbClr val="FFFFFF"/>
              </a:solidFill>
              <a:latin typeface="Calibri"/>
            </a:endParaRPr>
          </a:p>
        </p:txBody>
      </p:sp>
      <p:sp>
        <p:nvSpPr>
          <p:cNvPr id="7" name="Rectangle 27"/>
          <p:cNvSpPr>
            <a:spLocks noGrp="1" noChangeArrowheads="1"/>
          </p:cNvSpPr>
          <p:nvPr>
            <p:ph type="sldNum" sz="quarter" idx="4"/>
          </p:nvPr>
        </p:nvSpPr>
        <p:spPr>
          <a:xfrm>
            <a:off x="8670716" y="7406689"/>
            <a:ext cx="975207" cy="251736"/>
          </a:xfrm>
          <a:prstGeom prst="rect">
            <a:avLst/>
          </a:prstGeom>
          <a:noFill/>
          <a:ln/>
        </p:spPr>
        <p:txBody>
          <a:bodyPr anchor="ctr" anchorCtr="0">
            <a:spAutoFit/>
          </a:bodyPr>
          <a:lstStyle>
            <a:lvl1pPr>
              <a:defRPr lang="en-US" sz="1036" cap="small" baseline="0" smtClean="0">
                <a:solidFill>
                  <a:schemeClr val="tx1"/>
                </a:solidFill>
                <a:latin typeface="Calisto MT" pitchFamily="18" charset="0"/>
              </a:defRPr>
            </a:lvl1pPr>
          </a:lstStyle>
          <a:p>
            <a:pPr defTabSz="975623" fontAlgn="auto">
              <a:spcBef>
                <a:spcPts val="0"/>
              </a:spcBef>
              <a:spcAft>
                <a:spcPts val="0"/>
              </a:spcAft>
              <a:defRPr/>
            </a:pPr>
            <a:r>
              <a:rPr lang="en-US" smtClean="0">
                <a:solidFill>
                  <a:srgbClr val="FFFFFF"/>
                </a:solidFill>
              </a:rPr>
              <a:t>Page  </a:t>
            </a:r>
            <a:fld id="{0775E3CF-EE10-42C1-A25E-4F7232B469D5}" type="slidenum">
              <a:rPr smtClean="0">
                <a:solidFill>
                  <a:srgbClr val="FFFFFF"/>
                </a:solidFill>
              </a:rPr>
              <a:pPr defTabSz="975623" fontAlgn="auto">
                <a:spcBef>
                  <a:spcPts val="0"/>
                </a:spcBef>
                <a:spcAft>
                  <a:spcPts val="0"/>
                </a:spcAft>
                <a:defRPr/>
              </a:pPr>
              <a:t>‹#›</a:t>
            </a:fld>
            <a:endParaRPr dirty="0">
              <a:solidFill>
                <a:srgbClr val="FFFFFF"/>
              </a:solidFill>
            </a:endParaRPr>
          </a:p>
        </p:txBody>
      </p:sp>
      <p:sp>
        <p:nvSpPr>
          <p:cNvPr id="8" name="Rectangle 2"/>
          <p:cNvSpPr>
            <a:spLocks noGrp="1" noChangeArrowheads="1"/>
          </p:cNvSpPr>
          <p:nvPr>
            <p:ph type="title"/>
          </p:nvPr>
        </p:nvSpPr>
        <p:spPr bwMode="auto">
          <a:xfrm>
            <a:off x="103617" y="1135062"/>
            <a:ext cx="9051028" cy="256724"/>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a:defRPr sz="1507" baseline="0"/>
            </a:lvl1pPr>
          </a:lstStyle>
          <a:p>
            <a:pPr lvl="0"/>
            <a:endParaRPr lang="en-US" dirty="0" smtClean="0"/>
          </a:p>
        </p:txBody>
      </p:sp>
      <p:sp>
        <p:nvSpPr>
          <p:cNvPr id="6" name="Text Placeholder 8"/>
          <p:cNvSpPr>
            <a:spLocks noGrp="1"/>
          </p:cNvSpPr>
          <p:nvPr>
            <p:ph type="body" sz="quarter" idx="10" hasCustomPrompt="1"/>
          </p:nvPr>
        </p:nvSpPr>
        <p:spPr>
          <a:xfrm>
            <a:off x="187100" y="6985655"/>
            <a:ext cx="9629154" cy="222605"/>
          </a:xfrm>
        </p:spPr>
        <p:txBody>
          <a:bodyPr wrap="square" anchor="b" anchorCtr="0">
            <a:spAutoFit/>
          </a:bodyPr>
          <a:lstStyle>
            <a:lvl1pPr marL="0" indent="0">
              <a:buNone/>
              <a:defRPr sz="847"/>
            </a:lvl1pPr>
          </a:lstStyle>
          <a:p>
            <a:pPr lvl="0"/>
            <a:r>
              <a:rPr lang="en-US" dirty="0" smtClean="0"/>
              <a:t>Click to add footnote</a:t>
            </a:r>
            <a:endParaRPr lang="en-US" dirty="0"/>
          </a:p>
        </p:txBody>
      </p:sp>
    </p:spTree>
    <p:extLst>
      <p:ext uri="{BB962C8B-B14F-4D97-AF65-F5344CB8AC3E}">
        <p14:creationId xmlns:p14="http://schemas.microsoft.com/office/powerpoint/2010/main" val="2524172039"/>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1.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4.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5.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6.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9.xml"/><Relationship Id="rId7" Type="http://schemas.openxmlformats.org/officeDocument/2006/relationships/image" Target="../media/image1.png"/><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14.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15.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image" Target="../media/image1.png"/><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theme" Target="../theme/theme16.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34.xml"/><Relationship Id="rId7" Type="http://schemas.openxmlformats.org/officeDocument/2006/relationships/image" Target="../media/image1.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17.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_rels/slideMaster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9.xml"/><Relationship Id="rId7" Type="http://schemas.openxmlformats.org/officeDocument/2006/relationships/theme" Target="../theme/theme1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s>
</file>

<file path=ppt/slideMasters/_rels/slideMaster1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45.xml"/><Relationship Id="rId7" Type="http://schemas.openxmlformats.org/officeDocument/2006/relationships/theme" Target="../theme/theme19.xml"/><Relationship Id="rId2" Type="http://schemas.openxmlformats.org/officeDocument/2006/relationships/slideLayout" Target="../slideLayouts/slideLayout44.xml"/><Relationship Id="rId1" Type="http://schemas.openxmlformats.org/officeDocument/2006/relationships/slideLayout" Target="../slideLayouts/slideLayout43.xml"/><Relationship Id="rId6" Type="http://schemas.openxmlformats.org/officeDocument/2006/relationships/slideLayout" Target="../slideLayouts/slideLayout48.xml"/><Relationship Id="rId5" Type="http://schemas.openxmlformats.org/officeDocument/2006/relationships/slideLayout" Target="../slideLayouts/slideLayout47.xml"/><Relationship Id="rId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4"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 id="2147483886" r:id="rId2"/>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2683468"/>
      </p:ext>
    </p:extLst>
  </p:cSld>
  <p:clrMap bg1="lt1" tx1="dk1" bg2="lt2" tx2="dk2" accent1="accent1" accent2="accent2" accent3="accent3" accent4="accent4" accent5="accent5" accent6="accent6" hlink="hlink" folHlink="folHlink"/>
  <p:sldLayoutIdLst>
    <p:sldLayoutId id="2147483861" r:id="rId1"/>
    <p:sldLayoutId id="2147483862" r:id="rId2"/>
    <p:sldLayoutId id="2147483863" r:id="rId3"/>
    <p:sldLayoutId id="2147483864" r:id="rId4"/>
    <p:sldLayoutId id="2147483865" r:id="rId5"/>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365761"/>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0489" tIns="50246" rIns="100489" bIns="50246" anchor="ctr"/>
          <a:lstStyle/>
          <a:p>
            <a:pPr defTabSz="1005134">
              <a:defRPr/>
            </a:pPr>
            <a:endParaRPr lang="en-US"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8" y="7333576"/>
            <a:ext cx="827723" cy="213400"/>
          </a:xfrm>
          <a:prstGeom prst="rect">
            <a:avLst/>
          </a:prstGeom>
          <a:noFill/>
          <a:ln w="9525">
            <a:noFill/>
            <a:miter lim="800000"/>
            <a:headEnd/>
            <a:tailEnd/>
          </a:ln>
          <a:effectLst/>
        </p:spPr>
        <p:txBody>
          <a:bodyPr lIns="0" tIns="0" rIns="0" bIns="0" anchor="b"/>
          <a:lstStyle/>
          <a:p>
            <a:pPr defTabSz="1005134">
              <a:defRPr/>
            </a:pPr>
            <a:r>
              <a:rPr lang="en-US" sz="880" b="1" dirty="0">
                <a:solidFill>
                  <a:srgbClr val="203353"/>
                </a:solidFill>
                <a:latin typeface="Calibri"/>
              </a:rPr>
              <a:t>PAGE </a:t>
            </a:r>
            <a:fld id="{54B17DE0-6D87-48AB-BBA0-9128AA86CC3B}" type="slidenum">
              <a:rPr lang="en-US" sz="880" b="1">
                <a:solidFill>
                  <a:srgbClr val="203353"/>
                </a:solidFill>
                <a:latin typeface="Calibri"/>
              </a:rPr>
              <a:pPr defTabSz="1005134">
                <a:defRPr/>
              </a:pPr>
              <a:t>‹#›</a:t>
            </a:fld>
            <a:endParaRPr lang="en-US" sz="880"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92751"/>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Lst>
  <p:timing>
    <p:tnLst>
      <p:par>
        <p:cTn id="1" dur="indefinite" restart="never" nodeType="tmRoot"/>
      </p:par>
    </p:tnLst>
  </p:timing>
  <p:txStyles>
    <p:titleStyle>
      <a:lvl1pPr algn="r" rtl="0" eaLnBrk="0" fontAlgn="base" hangingPunct="0">
        <a:spcBef>
          <a:spcPct val="0"/>
        </a:spcBef>
        <a:spcAft>
          <a:spcPct val="0"/>
        </a:spcAft>
        <a:defRPr sz="1430" b="1">
          <a:solidFill>
            <a:schemeClr val="bg1"/>
          </a:solidFill>
          <a:latin typeface="Calibri" pitchFamily="34" charset="0"/>
          <a:ea typeface="+mj-ea"/>
          <a:cs typeface="+mj-cs"/>
        </a:defRPr>
      </a:lvl1pPr>
      <a:lvl2pPr algn="r" rtl="0" eaLnBrk="0" fontAlgn="base" hangingPunct="0">
        <a:spcBef>
          <a:spcPct val="0"/>
        </a:spcBef>
        <a:spcAft>
          <a:spcPct val="0"/>
        </a:spcAft>
        <a:defRPr sz="1430" b="1">
          <a:solidFill>
            <a:schemeClr val="bg1"/>
          </a:solidFill>
          <a:latin typeface="Calibri" pitchFamily="34" charset="0"/>
        </a:defRPr>
      </a:lvl2pPr>
      <a:lvl3pPr algn="r" rtl="0" eaLnBrk="0" fontAlgn="base" hangingPunct="0">
        <a:spcBef>
          <a:spcPct val="0"/>
        </a:spcBef>
        <a:spcAft>
          <a:spcPct val="0"/>
        </a:spcAft>
        <a:defRPr sz="1430" b="1">
          <a:solidFill>
            <a:schemeClr val="bg1"/>
          </a:solidFill>
          <a:latin typeface="Calibri" pitchFamily="34" charset="0"/>
        </a:defRPr>
      </a:lvl3pPr>
      <a:lvl4pPr algn="r" rtl="0" eaLnBrk="0" fontAlgn="base" hangingPunct="0">
        <a:spcBef>
          <a:spcPct val="0"/>
        </a:spcBef>
        <a:spcAft>
          <a:spcPct val="0"/>
        </a:spcAft>
        <a:defRPr sz="1430" b="1">
          <a:solidFill>
            <a:schemeClr val="bg1"/>
          </a:solidFill>
          <a:latin typeface="Calibri" pitchFamily="34" charset="0"/>
        </a:defRPr>
      </a:lvl4pPr>
      <a:lvl5pPr algn="r" rtl="0" eaLnBrk="0" fontAlgn="base" hangingPunct="0">
        <a:spcBef>
          <a:spcPct val="0"/>
        </a:spcBef>
        <a:spcAft>
          <a:spcPct val="0"/>
        </a:spcAft>
        <a:defRPr sz="1430" b="1">
          <a:solidFill>
            <a:schemeClr val="bg1"/>
          </a:solidFill>
          <a:latin typeface="Calibri" pitchFamily="34" charset="0"/>
        </a:defRPr>
      </a:lvl5pPr>
      <a:lvl6pPr marL="502453" algn="r" rtl="0" fontAlgn="base">
        <a:spcBef>
          <a:spcPct val="0"/>
        </a:spcBef>
        <a:spcAft>
          <a:spcPct val="0"/>
        </a:spcAft>
        <a:defRPr sz="1870">
          <a:solidFill>
            <a:schemeClr val="bg1"/>
          </a:solidFill>
          <a:latin typeface="Calisto MT" pitchFamily="18" charset="0"/>
        </a:defRPr>
      </a:lvl6pPr>
      <a:lvl7pPr marL="1004905" algn="r" rtl="0" fontAlgn="base">
        <a:spcBef>
          <a:spcPct val="0"/>
        </a:spcBef>
        <a:spcAft>
          <a:spcPct val="0"/>
        </a:spcAft>
        <a:defRPr sz="1870">
          <a:solidFill>
            <a:schemeClr val="bg1"/>
          </a:solidFill>
          <a:latin typeface="Calisto MT" pitchFamily="18" charset="0"/>
        </a:defRPr>
      </a:lvl7pPr>
      <a:lvl8pPr marL="1507356" algn="r" rtl="0" fontAlgn="base">
        <a:spcBef>
          <a:spcPct val="0"/>
        </a:spcBef>
        <a:spcAft>
          <a:spcPct val="0"/>
        </a:spcAft>
        <a:defRPr sz="1870">
          <a:solidFill>
            <a:schemeClr val="bg1"/>
          </a:solidFill>
          <a:latin typeface="Calisto MT" pitchFamily="18" charset="0"/>
        </a:defRPr>
      </a:lvl8pPr>
      <a:lvl9pPr marL="2009808" algn="r" rtl="0" fontAlgn="base">
        <a:spcBef>
          <a:spcPct val="0"/>
        </a:spcBef>
        <a:spcAft>
          <a:spcPct val="0"/>
        </a:spcAft>
        <a:defRPr sz="1870">
          <a:solidFill>
            <a:schemeClr val="bg1"/>
          </a:solidFill>
          <a:latin typeface="Calisto MT" pitchFamily="18" charset="0"/>
        </a:defRPr>
      </a:lvl9pPr>
    </p:titleStyle>
    <p:bodyStyle>
      <a:lvl1pPr marL="184953" indent="-184953" algn="l" rtl="0" eaLnBrk="0" fontAlgn="base" hangingPunct="0">
        <a:spcBef>
          <a:spcPct val="110000"/>
        </a:spcBef>
        <a:spcAft>
          <a:spcPct val="0"/>
        </a:spcAft>
        <a:buClr>
          <a:schemeClr val="tx2"/>
        </a:buClr>
        <a:buChar char="•"/>
        <a:defRPr sz="1210">
          <a:solidFill>
            <a:schemeClr val="tx1"/>
          </a:solidFill>
          <a:latin typeface="+mn-lt"/>
          <a:ea typeface="+mn-ea"/>
          <a:cs typeface="+mn-cs"/>
        </a:defRPr>
      </a:lvl1pPr>
      <a:lvl2pPr marL="371647" indent="-183208" algn="l" rtl="0" eaLnBrk="0" fontAlgn="base" hangingPunct="0">
        <a:spcBef>
          <a:spcPct val="47000"/>
        </a:spcBef>
        <a:spcAft>
          <a:spcPct val="0"/>
        </a:spcAft>
        <a:buClr>
          <a:schemeClr val="tx2"/>
        </a:buClr>
        <a:buFont typeface="Times" pitchFamily="18" charset="0"/>
        <a:buChar char="–"/>
        <a:defRPr sz="1210">
          <a:solidFill>
            <a:schemeClr val="tx1"/>
          </a:solidFill>
          <a:latin typeface="+mn-lt"/>
        </a:defRPr>
      </a:lvl2pPr>
      <a:lvl3pPr marL="558345" indent="-183208" algn="l" rtl="0" eaLnBrk="0" fontAlgn="base" hangingPunct="0">
        <a:spcBef>
          <a:spcPct val="20000"/>
        </a:spcBef>
        <a:spcAft>
          <a:spcPct val="0"/>
        </a:spcAft>
        <a:buClr>
          <a:schemeClr val="tx2"/>
        </a:buClr>
        <a:buFont typeface="Times" pitchFamily="18" charset="0"/>
        <a:buChar char="–"/>
        <a:defRPr sz="1210">
          <a:solidFill>
            <a:schemeClr val="tx1"/>
          </a:solidFill>
          <a:latin typeface="+mn-lt"/>
        </a:defRPr>
      </a:lvl3pPr>
      <a:lvl4pPr marL="1757037" indent="-249513" algn="l" rtl="0" eaLnBrk="0" fontAlgn="base" hangingPunct="0">
        <a:spcBef>
          <a:spcPct val="20000"/>
        </a:spcBef>
        <a:spcAft>
          <a:spcPct val="0"/>
        </a:spcAft>
        <a:buChar char="–"/>
        <a:defRPr sz="1540">
          <a:solidFill>
            <a:schemeClr val="tx1"/>
          </a:solidFill>
          <a:latin typeface="Arial" charset="0"/>
        </a:defRPr>
      </a:lvl4pPr>
      <a:lvl5pPr marL="2259545" indent="-249513" algn="l" rtl="0" eaLnBrk="0" fontAlgn="base" hangingPunct="0">
        <a:spcBef>
          <a:spcPct val="20000"/>
        </a:spcBef>
        <a:spcAft>
          <a:spcPct val="0"/>
        </a:spcAft>
        <a:buChar char="»"/>
        <a:defRPr sz="1540">
          <a:solidFill>
            <a:schemeClr val="tx1"/>
          </a:solidFill>
          <a:latin typeface="Arial" charset="0"/>
        </a:defRPr>
      </a:lvl5pPr>
      <a:lvl6pPr marL="2763487" indent="-251226" algn="l" rtl="0" fontAlgn="base">
        <a:spcBef>
          <a:spcPct val="20000"/>
        </a:spcBef>
        <a:spcAft>
          <a:spcPct val="0"/>
        </a:spcAft>
        <a:buChar char="»"/>
        <a:defRPr sz="1540">
          <a:solidFill>
            <a:schemeClr val="tx1"/>
          </a:solidFill>
          <a:latin typeface="Arial" charset="0"/>
        </a:defRPr>
      </a:lvl6pPr>
      <a:lvl7pPr marL="3265941" indent="-251226" algn="l" rtl="0" fontAlgn="base">
        <a:spcBef>
          <a:spcPct val="20000"/>
        </a:spcBef>
        <a:spcAft>
          <a:spcPct val="0"/>
        </a:spcAft>
        <a:buChar char="»"/>
        <a:defRPr sz="1540">
          <a:solidFill>
            <a:schemeClr val="tx1"/>
          </a:solidFill>
          <a:latin typeface="Arial" charset="0"/>
        </a:defRPr>
      </a:lvl7pPr>
      <a:lvl8pPr marL="3768391" indent="-251226" algn="l" rtl="0" fontAlgn="base">
        <a:spcBef>
          <a:spcPct val="20000"/>
        </a:spcBef>
        <a:spcAft>
          <a:spcPct val="0"/>
        </a:spcAft>
        <a:buChar char="»"/>
        <a:defRPr sz="1540">
          <a:solidFill>
            <a:schemeClr val="tx1"/>
          </a:solidFill>
          <a:latin typeface="Arial" charset="0"/>
        </a:defRPr>
      </a:lvl8pPr>
      <a:lvl9pPr marL="4270841" indent="-251226" algn="l" rtl="0" fontAlgn="base">
        <a:spcBef>
          <a:spcPct val="20000"/>
        </a:spcBef>
        <a:spcAft>
          <a:spcPct val="0"/>
        </a:spcAft>
        <a:buChar char="»"/>
        <a:defRPr sz="1540">
          <a:solidFill>
            <a:schemeClr val="tx1"/>
          </a:solidFill>
          <a:latin typeface="Arial" charset="0"/>
        </a:defRPr>
      </a:lvl9pPr>
    </p:bodyStyle>
    <p:otherStyle>
      <a:defPPr>
        <a:defRPr lang="en-US"/>
      </a:defPPr>
      <a:lvl1pPr marL="0" algn="l" defTabSz="1004905" rtl="0" eaLnBrk="1" latinLnBrk="0" hangingPunct="1">
        <a:defRPr sz="1980" kern="1200">
          <a:solidFill>
            <a:schemeClr val="tx1"/>
          </a:solidFill>
          <a:latin typeface="+mn-lt"/>
          <a:ea typeface="+mn-ea"/>
          <a:cs typeface="+mn-cs"/>
        </a:defRPr>
      </a:lvl1pPr>
      <a:lvl2pPr marL="502453" algn="l" defTabSz="1004905" rtl="0" eaLnBrk="1" latinLnBrk="0" hangingPunct="1">
        <a:defRPr sz="1980" kern="1200">
          <a:solidFill>
            <a:schemeClr val="tx1"/>
          </a:solidFill>
          <a:latin typeface="+mn-lt"/>
          <a:ea typeface="+mn-ea"/>
          <a:cs typeface="+mn-cs"/>
        </a:defRPr>
      </a:lvl2pPr>
      <a:lvl3pPr marL="1004905" algn="l" defTabSz="1004905" rtl="0" eaLnBrk="1" latinLnBrk="0" hangingPunct="1">
        <a:defRPr sz="1980" kern="1200">
          <a:solidFill>
            <a:schemeClr val="tx1"/>
          </a:solidFill>
          <a:latin typeface="+mn-lt"/>
          <a:ea typeface="+mn-ea"/>
          <a:cs typeface="+mn-cs"/>
        </a:defRPr>
      </a:lvl3pPr>
      <a:lvl4pPr marL="1507356" algn="l" defTabSz="1004905" rtl="0" eaLnBrk="1" latinLnBrk="0" hangingPunct="1">
        <a:defRPr sz="1980" kern="1200">
          <a:solidFill>
            <a:schemeClr val="tx1"/>
          </a:solidFill>
          <a:latin typeface="+mn-lt"/>
          <a:ea typeface="+mn-ea"/>
          <a:cs typeface="+mn-cs"/>
        </a:defRPr>
      </a:lvl4pPr>
      <a:lvl5pPr marL="2009808" algn="l" defTabSz="1004905" rtl="0" eaLnBrk="1" latinLnBrk="0" hangingPunct="1">
        <a:defRPr sz="1980" kern="1200">
          <a:solidFill>
            <a:schemeClr val="tx1"/>
          </a:solidFill>
          <a:latin typeface="+mn-lt"/>
          <a:ea typeface="+mn-ea"/>
          <a:cs typeface="+mn-cs"/>
        </a:defRPr>
      </a:lvl5pPr>
      <a:lvl6pPr marL="2512261" algn="l" defTabSz="1004905" rtl="0" eaLnBrk="1" latinLnBrk="0" hangingPunct="1">
        <a:defRPr sz="1980" kern="1200">
          <a:solidFill>
            <a:schemeClr val="tx1"/>
          </a:solidFill>
          <a:latin typeface="+mn-lt"/>
          <a:ea typeface="+mn-ea"/>
          <a:cs typeface="+mn-cs"/>
        </a:defRPr>
      </a:lvl6pPr>
      <a:lvl7pPr marL="3014714" algn="l" defTabSz="1004905" rtl="0" eaLnBrk="1" latinLnBrk="0" hangingPunct="1">
        <a:defRPr sz="1980" kern="1200">
          <a:solidFill>
            <a:schemeClr val="tx1"/>
          </a:solidFill>
          <a:latin typeface="+mn-lt"/>
          <a:ea typeface="+mn-ea"/>
          <a:cs typeface="+mn-cs"/>
        </a:defRPr>
      </a:lvl7pPr>
      <a:lvl8pPr marL="3517168" algn="l" defTabSz="1004905" rtl="0" eaLnBrk="1" latinLnBrk="0" hangingPunct="1">
        <a:defRPr sz="1980" kern="1200">
          <a:solidFill>
            <a:schemeClr val="tx1"/>
          </a:solidFill>
          <a:latin typeface="+mn-lt"/>
          <a:ea typeface="+mn-ea"/>
          <a:cs typeface="+mn-cs"/>
        </a:defRPr>
      </a:lvl8pPr>
      <a:lvl9pPr marL="4019617" algn="l" defTabSz="1004905" rtl="0" eaLnBrk="1" latinLnBrk="0" hangingPunct="1">
        <a:defRPr sz="198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97534" tIns="48769" rIns="97534" bIns="48769" anchor="ctr"/>
          <a:lstStyle/>
          <a:p>
            <a:pPr defTabSz="975623">
              <a:defRPr/>
            </a:pPr>
            <a:endParaRPr lang="en-US" sz="1747" dirty="0">
              <a:solidFill>
                <a:srgbClr val="000000"/>
              </a:solidFill>
            </a:endParaRPr>
          </a:p>
        </p:txBody>
      </p:sp>
      <p:sp>
        <p:nvSpPr>
          <p:cNvPr id="1029" name="Rectangle 2"/>
          <p:cNvSpPr>
            <a:spLocks noGrp="1" noChangeArrowheads="1"/>
          </p:cNvSpPr>
          <p:nvPr>
            <p:ph type="title"/>
          </p:nvPr>
        </p:nvSpPr>
        <p:spPr bwMode="auto">
          <a:xfrm>
            <a:off x="2518975" y="220862"/>
            <a:ext cx="7280116" cy="64410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9" y="7333576"/>
            <a:ext cx="827723" cy="213400"/>
          </a:xfrm>
          <a:prstGeom prst="rect">
            <a:avLst/>
          </a:prstGeom>
          <a:noFill/>
          <a:ln w="9525">
            <a:noFill/>
            <a:miter lim="800000"/>
            <a:headEnd/>
            <a:tailEnd/>
          </a:ln>
          <a:effectLst/>
        </p:spPr>
        <p:txBody>
          <a:bodyPr lIns="0" tIns="0" rIns="0" bIns="0" anchor="b"/>
          <a:lstStyle/>
          <a:p>
            <a:pPr defTabSz="975623">
              <a:defRPr/>
            </a:pPr>
            <a:r>
              <a:rPr lang="en-US" sz="855" b="1" dirty="0">
                <a:solidFill>
                  <a:srgbClr val="203353"/>
                </a:solidFill>
                <a:latin typeface="Calibri"/>
              </a:rPr>
              <a:t>PAGE </a:t>
            </a:r>
            <a:fld id="{54B17DE0-6D87-48AB-BBA0-9128AA86CC3B}" type="slidenum">
              <a:rPr lang="en-US" sz="855" b="1">
                <a:solidFill>
                  <a:srgbClr val="203353"/>
                </a:solidFill>
                <a:latin typeface="Calibri"/>
              </a:rPr>
              <a:pPr defTabSz="975623">
                <a:defRPr/>
              </a:pPr>
              <a:t>‹#›</a:t>
            </a:fld>
            <a:endParaRPr lang="en-US" sz="855" b="1" dirty="0">
              <a:solidFill>
                <a:srgbClr val="203353"/>
              </a:solidFill>
              <a:latin typeface="Calibri"/>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6436001"/>
      </p:ext>
    </p:extLst>
  </p:cSld>
  <p:clrMap bg1="lt1" tx1="dk1" bg2="lt2" tx2="dk2" accent1="accent1" accent2="accent2" accent3="accent3" accent4="accent4" accent5="accent5" accent6="accent6" hlink="hlink" folHlink="folHlink"/>
  <p:sldLayoutIdLst>
    <p:sldLayoutId id="2147483880" r:id="rId1"/>
    <p:sldLayoutId id="2147483881" r:id="rId2"/>
    <p:sldLayoutId id="2147483882" r:id="rId3"/>
    <p:sldLayoutId id="2147483883" r:id="rId4"/>
    <p:sldLayoutId id="2147483884" r:id="rId5"/>
    <p:sldLayoutId id="2147483885" r:id="rId6"/>
  </p:sldLayoutIdLst>
  <p:timing>
    <p:tnLst>
      <p:par>
        <p:cTn id="1" dur="indefinite" restart="never" nodeType="tmRoot"/>
      </p:par>
    </p:tnLst>
  </p:timing>
  <p:txStyles>
    <p:titleStyle>
      <a:lvl1pPr algn="r" rtl="0" eaLnBrk="0" fontAlgn="base" hangingPunct="0">
        <a:spcBef>
          <a:spcPct val="0"/>
        </a:spcBef>
        <a:spcAft>
          <a:spcPct val="0"/>
        </a:spcAft>
        <a:defRPr sz="1388" b="1">
          <a:solidFill>
            <a:schemeClr val="bg1"/>
          </a:solidFill>
          <a:latin typeface="Calibri" pitchFamily="34" charset="0"/>
          <a:ea typeface="+mj-ea"/>
          <a:cs typeface="+mj-cs"/>
        </a:defRPr>
      </a:lvl1pPr>
      <a:lvl2pPr algn="r" rtl="0" eaLnBrk="0" fontAlgn="base" hangingPunct="0">
        <a:spcBef>
          <a:spcPct val="0"/>
        </a:spcBef>
        <a:spcAft>
          <a:spcPct val="0"/>
        </a:spcAft>
        <a:defRPr sz="1388" b="1">
          <a:solidFill>
            <a:schemeClr val="bg1"/>
          </a:solidFill>
          <a:latin typeface="Calibri" pitchFamily="34" charset="0"/>
        </a:defRPr>
      </a:lvl2pPr>
      <a:lvl3pPr algn="r" rtl="0" eaLnBrk="0" fontAlgn="base" hangingPunct="0">
        <a:spcBef>
          <a:spcPct val="0"/>
        </a:spcBef>
        <a:spcAft>
          <a:spcPct val="0"/>
        </a:spcAft>
        <a:defRPr sz="1388" b="1">
          <a:solidFill>
            <a:schemeClr val="bg1"/>
          </a:solidFill>
          <a:latin typeface="Calibri" pitchFamily="34" charset="0"/>
        </a:defRPr>
      </a:lvl3pPr>
      <a:lvl4pPr algn="r" rtl="0" eaLnBrk="0" fontAlgn="base" hangingPunct="0">
        <a:spcBef>
          <a:spcPct val="0"/>
        </a:spcBef>
        <a:spcAft>
          <a:spcPct val="0"/>
        </a:spcAft>
        <a:defRPr sz="1388" b="1">
          <a:solidFill>
            <a:schemeClr val="bg1"/>
          </a:solidFill>
          <a:latin typeface="Calibri" pitchFamily="34" charset="0"/>
        </a:defRPr>
      </a:lvl4pPr>
      <a:lvl5pPr algn="r" rtl="0" eaLnBrk="0" fontAlgn="base" hangingPunct="0">
        <a:spcBef>
          <a:spcPct val="0"/>
        </a:spcBef>
        <a:spcAft>
          <a:spcPct val="0"/>
        </a:spcAft>
        <a:defRPr sz="1388" b="1">
          <a:solidFill>
            <a:schemeClr val="bg1"/>
          </a:solidFill>
          <a:latin typeface="Calibri" pitchFamily="34" charset="0"/>
        </a:defRPr>
      </a:lvl5pPr>
      <a:lvl6pPr marL="487702" algn="r" rtl="0" fontAlgn="base">
        <a:spcBef>
          <a:spcPct val="0"/>
        </a:spcBef>
        <a:spcAft>
          <a:spcPct val="0"/>
        </a:spcAft>
        <a:defRPr sz="1815">
          <a:solidFill>
            <a:schemeClr val="bg1"/>
          </a:solidFill>
          <a:latin typeface="Calisto MT" pitchFamily="18" charset="0"/>
        </a:defRPr>
      </a:lvl6pPr>
      <a:lvl7pPr marL="975401" algn="r" rtl="0" fontAlgn="base">
        <a:spcBef>
          <a:spcPct val="0"/>
        </a:spcBef>
        <a:spcAft>
          <a:spcPct val="0"/>
        </a:spcAft>
        <a:defRPr sz="1815">
          <a:solidFill>
            <a:schemeClr val="bg1"/>
          </a:solidFill>
          <a:latin typeface="Calisto MT" pitchFamily="18" charset="0"/>
        </a:defRPr>
      </a:lvl7pPr>
      <a:lvl8pPr marL="1463100" algn="r" rtl="0" fontAlgn="base">
        <a:spcBef>
          <a:spcPct val="0"/>
        </a:spcBef>
        <a:spcAft>
          <a:spcPct val="0"/>
        </a:spcAft>
        <a:defRPr sz="1815">
          <a:solidFill>
            <a:schemeClr val="bg1"/>
          </a:solidFill>
          <a:latin typeface="Calisto MT" pitchFamily="18" charset="0"/>
        </a:defRPr>
      </a:lvl8pPr>
      <a:lvl9pPr marL="1950801" algn="r" rtl="0" fontAlgn="base">
        <a:spcBef>
          <a:spcPct val="0"/>
        </a:spcBef>
        <a:spcAft>
          <a:spcPct val="0"/>
        </a:spcAft>
        <a:defRPr sz="1815">
          <a:solidFill>
            <a:schemeClr val="bg1"/>
          </a:solidFill>
          <a:latin typeface="Calisto MT" pitchFamily="18" charset="0"/>
        </a:defRPr>
      </a:lvl9pPr>
    </p:titleStyle>
    <p:bodyStyle>
      <a:lvl1pPr marL="179523" indent="-179523" algn="l" rtl="0" eaLnBrk="0" fontAlgn="base" hangingPunct="0">
        <a:spcBef>
          <a:spcPct val="110000"/>
        </a:spcBef>
        <a:spcAft>
          <a:spcPct val="0"/>
        </a:spcAft>
        <a:buClr>
          <a:schemeClr val="tx2"/>
        </a:buClr>
        <a:buChar char="•"/>
        <a:defRPr sz="1175">
          <a:solidFill>
            <a:schemeClr val="tx1"/>
          </a:solidFill>
          <a:latin typeface="+mn-lt"/>
          <a:ea typeface="+mn-ea"/>
          <a:cs typeface="+mn-cs"/>
        </a:defRPr>
      </a:lvl1pPr>
      <a:lvl2pPr marL="360735" indent="-177829" algn="l" rtl="0" eaLnBrk="0" fontAlgn="base" hangingPunct="0">
        <a:spcBef>
          <a:spcPct val="47000"/>
        </a:spcBef>
        <a:spcAft>
          <a:spcPct val="0"/>
        </a:spcAft>
        <a:buClr>
          <a:schemeClr val="tx2"/>
        </a:buClr>
        <a:buFont typeface="Times" pitchFamily="18" charset="0"/>
        <a:buChar char="–"/>
        <a:defRPr sz="1175">
          <a:solidFill>
            <a:schemeClr val="tx1"/>
          </a:solidFill>
          <a:latin typeface="+mn-lt"/>
        </a:defRPr>
      </a:lvl2pPr>
      <a:lvl3pPr marL="541952" indent="-177829" algn="l" rtl="0" eaLnBrk="0" fontAlgn="base" hangingPunct="0">
        <a:spcBef>
          <a:spcPct val="20000"/>
        </a:spcBef>
        <a:spcAft>
          <a:spcPct val="0"/>
        </a:spcAft>
        <a:buClr>
          <a:schemeClr val="tx2"/>
        </a:buClr>
        <a:buFont typeface="Times" pitchFamily="18" charset="0"/>
        <a:buChar char="–"/>
        <a:defRPr sz="1175">
          <a:solidFill>
            <a:schemeClr val="tx1"/>
          </a:solidFill>
          <a:latin typeface="+mn-lt"/>
        </a:defRPr>
      </a:lvl3pPr>
      <a:lvl4pPr marL="1705450" indent="-242187" algn="l" rtl="0" eaLnBrk="0" fontAlgn="base" hangingPunct="0">
        <a:spcBef>
          <a:spcPct val="20000"/>
        </a:spcBef>
        <a:spcAft>
          <a:spcPct val="0"/>
        </a:spcAft>
        <a:buChar char="–"/>
        <a:defRPr sz="1495">
          <a:solidFill>
            <a:schemeClr val="tx1"/>
          </a:solidFill>
          <a:latin typeface="Arial" charset="0"/>
        </a:defRPr>
      </a:lvl4pPr>
      <a:lvl5pPr marL="2193205" indent="-242187" algn="l" rtl="0" eaLnBrk="0" fontAlgn="base" hangingPunct="0">
        <a:spcBef>
          <a:spcPct val="20000"/>
        </a:spcBef>
        <a:spcAft>
          <a:spcPct val="0"/>
        </a:spcAft>
        <a:buChar char="»"/>
        <a:defRPr sz="1495">
          <a:solidFill>
            <a:schemeClr val="tx1"/>
          </a:solidFill>
          <a:latin typeface="Arial" charset="0"/>
        </a:defRPr>
      </a:lvl5pPr>
      <a:lvl6pPr marL="2682351" indent="-243850" algn="l" rtl="0" fontAlgn="base">
        <a:spcBef>
          <a:spcPct val="20000"/>
        </a:spcBef>
        <a:spcAft>
          <a:spcPct val="0"/>
        </a:spcAft>
        <a:buChar char="»"/>
        <a:defRPr sz="1495">
          <a:solidFill>
            <a:schemeClr val="tx1"/>
          </a:solidFill>
          <a:latin typeface="Arial" charset="0"/>
        </a:defRPr>
      </a:lvl6pPr>
      <a:lvl7pPr marL="3170053" indent="-243850" algn="l" rtl="0" fontAlgn="base">
        <a:spcBef>
          <a:spcPct val="20000"/>
        </a:spcBef>
        <a:spcAft>
          <a:spcPct val="0"/>
        </a:spcAft>
        <a:buChar char="»"/>
        <a:defRPr sz="1495">
          <a:solidFill>
            <a:schemeClr val="tx1"/>
          </a:solidFill>
          <a:latin typeface="Arial" charset="0"/>
        </a:defRPr>
      </a:lvl7pPr>
      <a:lvl8pPr marL="3657751" indent="-243850" algn="l" rtl="0" fontAlgn="base">
        <a:spcBef>
          <a:spcPct val="20000"/>
        </a:spcBef>
        <a:spcAft>
          <a:spcPct val="0"/>
        </a:spcAft>
        <a:buChar char="»"/>
        <a:defRPr sz="1495">
          <a:solidFill>
            <a:schemeClr val="tx1"/>
          </a:solidFill>
          <a:latin typeface="Arial" charset="0"/>
        </a:defRPr>
      </a:lvl8pPr>
      <a:lvl9pPr marL="4145449" indent="-243850" algn="l" rtl="0" fontAlgn="base">
        <a:spcBef>
          <a:spcPct val="20000"/>
        </a:spcBef>
        <a:spcAft>
          <a:spcPct val="0"/>
        </a:spcAft>
        <a:buChar char="»"/>
        <a:defRPr sz="1495">
          <a:solidFill>
            <a:schemeClr val="tx1"/>
          </a:solidFill>
          <a:latin typeface="Arial" charset="0"/>
        </a:defRPr>
      </a:lvl9pPr>
    </p:bodyStyle>
    <p:otherStyle>
      <a:defPPr>
        <a:defRPr lang="en-US"/>
      </a:defPPr>
      <a:lvl1pPr marL="0" algn="l" defTabSz="975401" rtl="0" eaLnBrk="1" latinLnBrk="0" hangingPunct="1">
        <a:defRPr sz="1922" kern="1200">
          <a:solidFill>
            <a:schemeClr val="tx1"/>
          </a:solidFill>
          <a:latin typeface="+mn-lt"/>
          <a:ea typeface="+mn-ea"/>
          <a:cs typeface="+mn-cs"/>
        </a:defRPr>
      </a:lvl1pPr>
      <a:lvl2pPr marL="487702" algn="l" defTabSz="975401" rtl="0" eaLnBrk="1" latinLnBrk="0" hangingPunct="1">
        <a:defRPr sz="1922" kern="1200">
          <a:solidFill>
            <a:schemeClr val="tx1"/>
          </a:solidFill>
          <a:latin typeface="+mn-lt"/>
          <a:ea typeface="+mn-ea"/>
          <a:cs typeface="+mn-cs"/>
        </a:defRPr>
      </a:lvl2pPr>
      <a:lvl3pPr marL="975401" algn="l" defTabSz="975401" rtl="0" eaLnBrk="1" latinLnBrk="0" hangingPunct="1">
        <a:defRPr sz="1922" kern="1200">
          <a:solidFill>
            <a:schemeClr val="tx1"/>
          </a:solidFill>
          <a:latin typeface="+mn-lt"/>
          <a:ea typeface="+mn-ea"/>
          <a:cs typeface="+mn-cs"/>
        </a:defRPr>
      </a:lvl3pPr>
      <a:lvl4pPr marL="1463100" algn="l" defTabSz="975401" rtl="0" eaLnBrk="1" latinLnBrk="0" hangingPunct="1">
        <a:defRPr sz="1922" kern="1200">
          <a:solidFill>
            <a:schemeClr val="tx1"/>
          </a:solidFill>
          <a:latin typeface="+mn-lt"/>
          <a:ea typeface="+mn-ea"/>
          <a:cs typeface="+mn-cs"/>
        </a:defRPr>
      </a:lvl4pPr>
      <a:lvl5pPr marL="1950801" algn="l" defTabSz="975401" rtl="0" eaLnBrk="1" latinLnBrk="0" hangingPunct="1">
        <a:defRPr sz="1922" kern="1200">
          <a:solidFill>
            <a:schemeClr val="tx1"/>
          </a:solidFill>
          <a:latin typeface="+mn-lt"/>
          <a:ea typeface="+mn-ea"/>
          <a:cs typeface="+mn-cs"/>
        </a:defRPr>
      </a:lvl5pPr>
      <a:lvl6pPr marL="2438501" algn="l" defTabSz="975401" rtl="0" eaLnBrk="1" latinLnBrk="0" hangingPunct="1">
        <a:defRPr sz="1922" kern="1200">
          <a:solidFill>
            <a:schemeClr val="tx1"/>
          </a:solidFill>
          <a:latin typeface="+mn-lt"/>
          <a:ea typeface="+mn-ea"/>
          <a:cs typeface="+mn-cs"/>
        </a:defRPr>
      </a:lvl6pPr>
      <a:lvl7pPr marL="2926202" algn="l" defTabSz="975401" rtl="0" eaLnBrk="1" latinLnBrk="0" hangingPunct="1">
        <a:defRPr sz="1922" kern="1200">
          <a:solidFill>
            <a:schemeClr val="tx1"/>
          </a:solidFill>
          <a:latin typeface="+mn-lt"/>
          <a:ea typeface="+mn-ea"/>
          <a:cs typeface="+mn-cs"/>
        </a:defRPr>
      </a:lvl7pPr>
      <a:lvl8pPr marL="3413904" algn="l" defTabSz="975401" rtl="0" eaLnBrk="1" latinLnBrk="0" hangingPunct="1">
        <a:defRPr sz="1922" kern="1200">
          <a:solidFill>
            <a:schemeClr val="tx1"/>
          </a:solidFill>
          <a:latin typeface="+mn-lt"/>
          <a:ea typeface="+mn-ea"/>
          <a:cs typeface="+mn-cs"/>
        </a:defRPr>
      </a:lvl8pPr>
      <a:lvl9pPr marL="3901601" algn="l" defTabSz="975401" rtl="0" eaLnBrk="1" latinLnBrk="0" hangingPunct="1">
        <a:defRPr sz="192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321171" y="6084608"/>
            <a:ext cx="6370526" cy="856893"/>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3100" dirty="0" smtClean="0">
                <a:solidFill>
                  <a:srgbClr val="968880"/>
                </a:solidFill>
                <a:latin typeface="Calibri" pitchFamily="34" charset="0"/>
              </a:rPr>
              <a:t>Housing Finance Reform</a:t>
            </a:r>
            <a:endParaRPr lang="en-US" sz="3100" dirty="0">
              <a:solidFill>
                <a:srgbClr val="968880"/>
              </a:solidFill>
              <a:latin typeface="Calibri" pitchFamily="34" charset="0"/>
            </a:endParaRPr>
          </a:p>
          <a:p>
            <a:pPr algn="r" defTabSz="1018586"/>
            <a:r>
              <a:rPr lang="en-US" dirty="0" smtClean="0">
                <a:solidFill>
                  <a:schemeClr val="tx2"/>
                </a:solidFill>
                <a:latin typeface="Calibri" pitchFamily="34" charset="0"/>
              </a:rPr>
              <a:t>August 2017</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Urban Institute Housing Finance Policy Center</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THE HOUSING FINANCE SYSTEM PRIOR TO GSE CONSERVATORSHIP</a:t>
            </a:r>
            <a:endParaRPr lang="en-US" kern="0" dirty="0">
              <a:solidFill>
                <a:srgbClr val="FFFFFF"/>
              </a:solidFill>
            </a:endParaRPr>
          </a:p>
        </p:txBody>
      </p:sp>
      <p:sp>
        <p:nvSpPr>
          <p:cNvPr id="12" name="TextBox 11"/>
          <p:cNvSpPr txBox="1"/>
          <p:nvPr/>
        </p:nvSpPr>
        <p:spPr>
          <a:xfrm>
            <a:off x="167640" y="1266192"/>
            <a:ext cx="2179320" cy="4154973"/>
          </a:xfrm>
          <a:prstGeom prst="rect">
            <a:avLst/>
          </a:prstGeom>
          <a:noFill/>
        </p:spPr>
        <p:txBody>
          <a:bodyPr wrap="square" lIns="91429" tIns="45715" rIns="91429" bIns="45715" rtlCol="0">
            <a:spAutoFit/>
          </a:bodyPr>
          <a:lstStyle/>
          <a:p>
            <a:r>
              <a:rPr lang="en-US" sz="1200" dirty="0" smtClean="0">
                <a:latin typeface="+mn-lt"/>
              </a:rPr>
              <a:t>The fundamental flaw in the architecture of the previous Housing Finance system was its reliance on the privately owned duopoly of Fannie Mae and Freddie Mac.</a:t>
            </a:r>
          </a:p>
          <a:p>
            <a:endParaRPr lang="en-US" sz="1200" dirty="0">
              <a:latin typeface="+mn-lt"/>
            </a:endParaRPr>
          </a:p>
          <a:p>
            <a:r>
              <a:rPr lang="en-US" sz="1200" dirty="0" smtClean="0">
                <a:latin typeface="+mn-lt"/>
              </a:rPr>
              <a:t>Given their significant control over the market – the GSEs handled almost all of the securitization and took almost all of its credit risk, the markets assumed that the government would bail them out in the event of a crisis.</a:t>
            </a:r>
          </a:p>
          <a:p>
            <a:endParaRPr lang="en-US" sz="1200" dirty="0">
              <a:latin typeface="+mn-lt"/>
            </a:endParaRPr>
          </a:p>
          <a:p>
            <a:r>
              <a:rPr lang="en-US" sz="1200" dirty="0" smtClean="0">
                <a:latin typeface="+mn-lt"/>
              </a:rPr>
              <a:t>GSE Management and equity holders were therefore incented to take excessive risk to chase higher profits given this “implied” Government guarantee. </a:t>
            </a:r>
            <a:endParaRPr lang="en-US" sz="1200" dirty="0">
              <a:latin typeface="+mn-l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2185" y="1445155"/>
            <a:ext cx="7203581" cy="5402686"/>
          </a:xfrm>
          <a:prstGeom prst="rect">
            <a:avLst/>
          </a:prstGeom>
        </p:spPr>
      </p:pic>
    </p:spTree>
    <p:extLst>
      <p:ext uri="{BB962C8B-B14F-4D97-AF65-F5344CB8AC3E}">
        <p14:creationId xmlns:p14="http://schemas.microsoft.com/office/powerpoint/2010/main" val="37164960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Urban Institute Housing Finance Policy Center</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FIRST STAGE OF REFORM: REDUCE RELIANCE ON DUOPOLY</a:t>
            </a:r>
            <a:endParaRPr lang="en-US" kern="0" dirty="0">
              <a:solidFill>
                <a:srgbClr val="FFFFFF"/>
              </a:solidFill>
            </a:endParaRPr>
          </a:p>
        </p:txBody>
      </p:sp>
      <p:sp>
        <p:nvSpPr>
          <p:cNvPr id="12" name="TextBox 11"/>
          <p:cNvSpPr txBox="1"/>
          <p:nvPr/>
        </p:nvSpPr>
        <p:spPr>
          <a:xfrm>
            <a:off x="167640" y="1266192"/>
            <a:ext cx="2179320" cy="3600976"/>
          </a:xfrm>
          <a:prstGeom prst="rect">
            <a:avLst/>
          </a:prstGeom>
          <a:noFill/>
        </p:spPr>
        <p:txBody>
          <a:bodyPr wrap="square" lIns="91429" tIns="45715" rIns="91429" bIns="45715" rtlCol="0">
            <a:spAutoFit/>
          </a:bodyPr>
          <a:lstStyle/>
          <a:p>
            <a:r>
              <a:rPr lang="en-US" sz="1200" dirty="0" smtClean="0">
                <a:latin typeface="+mn-lt"/>
              </a:rPr>
              <a:t>In the aftermath of the financial crisis there is broad consensus that the housing market should reduce its reliance on this duopoly and shift more risk into a competitive private market.</a:t>
            </a:r>
          </a:p>
          <a:p>
            <a:endParaRPr lang="en-US" sz="1200" dirty="0">
              <a:latin typeface="+mn-lt"/>
            </a:endParaRPr>
          </a:p>
          <a:p>
            <a:r>
              <a:rPr lang="en-US" sz="1200" dirty="0" smtClean="0">
                <a:latin typeface="+mn-lt"/>
              </a:rPr>
              <a:t>The FHFA has taken three major initiatives to this end:</a:t>
            </a:r>
          </a:p>
          <a:p>
            <a:endParaRPr lang="en-US" sz="1200" dirty="0">
              <a:latin typeface="+mn-lt"/>
            </a:endParaRPr>
          </a:p>
          <a:p>
            <a:pPr marL="171450" indent="-171450">
              <a:buFont typeface="Arial" panose="020B0604020202020204" pitchFamily="34" charset="0"/>
              <a:buChar char="•"/>
            </a:pPr>
            <a:r>
              <a:rPr lang="en-US" sz="1200" dirty="0" smtClean="0">
                <a:latin typeface="+mn-lt"/>
              </a:rPr>
              <a:t>Gradually shrink the retained portfolio of the GSEs</a:t>
            </a:r>
          </a:p>
          <a:p>
            <a:pPr marL="171450" indent="-171450">
              <a:buFont typeface="Arial" panose="020B0604020202020204" pitchFamily="34" charset="0"/>
              <a:buChar char="•"/>
            </a:pPr>
            <a:r>
              <a:rPr lang="en-US" sz="1200" dirty="0" smtClean="0">
                <a:latin typeface="+mn-lt"/>
              </a:rPr>
              <a:t>Transfer the securitization infrastructure into a </a:t>
            </a:r>
            <a:r>
              <a:rPr lang="en-US" sz="1200" b="1" dirty="0" smtClean="0">
                <a:latin typeface="+mn-lt"/>
              </a:rPr>
              <a:t>common securitization platform (CSP)</a:t>
            </a:r>
            <a:endParaRPr lang="en-US" sz="1200" dirty="0" smtClean="0">
              <a:latin typeface="+mn-lt"/>
            </a:endParaRPr>
          </a:p>
          <a:p>
            <a:pPr marL="171450" indent="-171450">
              <a:buFont typeface="Arial" panose="020B0604020202020204" pitchFamily="34" charset="0"/>
              <a:buChar char="•"/>
            </a:pPr>
            <a:r>
              <a:rPr lang="en-US" sz="1200" dirty="0" smtClean="0">
                <a:latin typeface="+mn-lt"/>
              </a:rPr>
              <a:t>Disperse credit risk to private investors through </a:t>
            </a:r>
            <a:r>
              <a:rPr lang="en-US" sz="1200" b="1" dirty="0" smtClean="0">
                <a:latin typeface="+mn-lt"/>
              </a:rPr>
              <a:t>credit risk transfers (CRT)</a:t>
            </a:r>
            <a:r>
              <a:rPr lang="en-US" sz="1200" dirty="0" smtClean="0">
                <a:latin typeface="+mn-lt"/>
              </a:rPr>
              <a:t>. </a:t>
            </a:r>
          </a:p>
          <a:p>
            <a:endParaRPr lang="en-US" sz="1200"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6675" y="1456692"/>
            <a:ext cx="7327900" cy="5495925"/>
          </a:xfrm>
          <a:prstGeom prst="rect">
            <a:avLst/>
          </a:prstGeom>
        </p:spPr>
      </p:pic>
    </p:spTree>
    <p:extLst>
      <p:ext uri="{BB962C8B-B14F-4D97-AF65-F5344CB8AC3E}">
        <p14:creationId xmlns:p14="http://schemas.microsoft.com/office/powerpoint/2010/main" val="3768149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FIRST STAGE OF </a:t>
            </a:r>
            <a:r>
              <a:rPr lang="en-US" kern="0" dirty="0" smtClean="0">
                <a:solidFill>
                  <a:srgbClr val="FFFFFF"/>
                </a:solidFill>
              </a:rPr>
              <a:t>REFORM II: SHRINK </a:t>
            </a:r>
            <a:r>
              <a:rPr lang="en-US" kern="0" dirty="0" smtClean="0">
                <a:solidFill>
                  <a:srgbClr val="FFFFFF"/>
                </a:solidFill>
              </a:rPr>
              <a:t>GSE RETAINED PORTFOLIOS</a:t>
            </a:r>
            <a:endParaRPr lang="en-US" kern="0" dirty="0">
              <a:solidFill>
                <a:srgbClr val="FFFFFF"/>
              </a:solidFill>
            </a:endParaRPr>
          </a:p>
        </p:txBody>
      </p:sp>
      <p:sp>
        <p:nvSpPr>
          <p:cNvPr id="12" name="TextBox 11"/>
          <p:cNvSpPr txBox="1"/>
          <p:nvPr/>
        </p:nvSpPr>
        <p:spPr>
          <a:xfrm>
            <a:off x="167640" y="1266192"/>
            <a:ext cx="2179320" cy="2308314"/>
          </a:xfrm>
          <a:prstGeom prst="rect">
            <a:avLst/>
          </a:prstGeom>
          <a:noFill/>
        </p:spPr>
        <p:txBody>
          <a:bodyPr wrap="square" lIns="91429" tIns="45715" rIns="91429" bIns="45715" rtlCol="0">
            <a:spAutoFit/>
          </a:bodyPr>
          <a:lstStyle/>
          <a:p>
            <a:r>
              <a:rPr lang="en-US" sz="1200" dirty="0" smtClean="0">
                <a:latin typeface="+mn-lt"/>
              </a:rPr>
              <a:t>The size of the retained portfolios of the GSEs has shrunk by more than 50% since they were placed in conservatorship on September 6</a:t>
            </a:r>
            <a:r>
              <a:rPr lang="en-US" sz="1200" baseline="30000" dirty="0" smtClean="0">
                <a:latin typeface="+mn-lt"/>
              </a:rPr>
              <a:t>th</a:t>
            </a:r>
            <a:r>
              <a:rPr lang="en-US" sz="1200" dirty="0" smtClean="0">
                <a:latin typeface="+mn-lt"/>
              </a:rPr>
              <a:t>, 2008.</a:t>
            </a:r>
            <a:endParaRPr lang="en-US" sz="1200" dirty="0" smtClean="0">
              <a:latin typeface="+mn-lt"/>
            </a:endParaRPr>
          </a:p>
          <a:p>
            <a:endParaRPr lang="en-US" sz="1200" dirty="0" smtClean="0">
              <a:latin typeface="+mn-lt"/>
            </a:endParaRPr>
          </a:p>
          <a:p>
            <a:r>
              <a:rPr lang="en-US" sz="1200" dirty="0" smtClean="0">
                <a:latin typeface="+mn-lt"/>
              </a:rPr>
              <a:t>The combined retained portfolios of the GSEs was $1.498 trillion in September 2008 and dropped to $570 billion by December 2016.</a:t>
            </a:r>
            <a:endParaRPr lang="en-US" sz="1200" dirty="0">
              <a:latin typeface="+mn-lt"/>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5836" y="1990724"/>
            <a:ext cx="7546364" cy="41745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2166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FIRST STAGE OF </a:t>
            </a:r>
            <a:r>
              <a:rPr lang="en-US" kern="0" dirty="0" smtClean="0">
                <a:solidFill>
                  <a:srgbClr val="FFFFFF"/>
                </a:solidFill>
              </a:rPr>
              <a:t>REFORM III: QE-RELATED PURCHASES OF MBS</a:t>
            </a:r>
            <a:endParaRPr lang="en-US" kern="0" dirty="0">
              <a:solidFill>
                <a:srgbClr val="FFFFFF"/>
              </a:solidFill>
            </a:endParaRPr>
          </a:p>
        </p:txBody>
      </p:sp>
      <p:sp>
        <p:nvSpPr>
          <p:cNvPr id="12" name="TextBox 11"/>
          <p:cNvSpPr txBox="1"/>
          <p:nvPr/>
        </p:nvSpPr>
        <p:spPr>
          <a:xfrm>
            <a:off x="167640" y="1266192"/>
            <a:ext cx="2179320" cy="2862312"/>
          </a:xfrm>
          <a:prstGeom prst="rect">
            <a:avLst/>
          </a:prstGeom>
          <a:noFill/>
        </p:spPr>
        <p:txBody>
          <a:bodyPr wrap="square" lIns="91429" tIns="45715" rIns="91429" bIns="45715" rtlCol="0">
            <a:spAutoFit/>
          </a:bodyPr>
          <a:lstStyle/>
          <a:p>
            <a:r>
              <a:rPr lang="en-US" sz="1200" dirty="0" smtClean="0">
                <a:latin typeface="+mn-lt"/>
              </a:rPr>
              <a:t>The Federal Reserve started adding MBS to its balance sheet in January 2009 as part of Quantitative Easing (QE) programs and currently holds approximately $1.8 trillion on its balance sheet. </a:t>
            </a:r>
          </a:p>
          <a:p>
            <a:endParaRPr lang="en-US" sz="1200" dirty="0">
              <a:latin typeface="+mn-lt"/>
            </a:endParaRPr>
          </a:p>
          <a:p>
            <a:r>
              <a:rPr lang="en-US" sz="1200" dirty="0" smtClean="0">
                <a:latin typeface="+mn-lt"/>
              </a:rPr>
              <a:t>Purchases of Agency MBS were initially modest and then increased dramatically in September 2012 as part of QE3, which included purchases of $40 billion per month of Agency MBS. </a:t>
            </a:r>
            <a:endParaRPr lang="en-US" sz="1200" dirty="0" smtClean="0">
              <a:latin typeface="+mn-l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750" y="2166937"/>
            <a:ext cx="6019800" cy="4400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91320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FIRST STAGE OF </a:t>
            </a:r>
            <a:r>
              <a:rPr lang="en-US" kern="0" dirty="0" smtClean="0">
                <a:solidFill>
                  <a:srgbClr val="FFFFFF"/>
                </a:solidFill>
              </a:rPr>
              <a:t>REFORM IV: GSE CREDIT RISK TRANSFER PROGRAM</a:t>
            </a:r>
            <a:endParaRPr lang="en-US" kern="0" dirty="0">
              <a:solidFill>
                <a:srgbClr val="FFFFFF"/>
              </a:solidFill>
            </a:endParaRPr>
          </a:p>
        </p:txBody>
      </p:sp>
      <p:sp>
        <p:nvSpPr>
          <p:cNvPr id="12" name="TextBox 11"/>
          <p:cNvSpPr txBox="1"/>
          <p:nvPr/>
        </p:nvSpPr>
        <p:spPr>
          <a:xfrm>
            <a:off x="167640" y="1266192"/>
            <a:ext cx="2179320" cy="3231644"/>
          </a:xfrm>
          <a:prstGeom prst="rect">
            <a:avLst/>
          </a:prstGeom>
          <a:noFill/>
        </p:spPr>
        <p:txBody>
          <a:bodyPr wrap="square" lIns="91429" tIns="45715" rIns="91429" bIns="45715" rtlCol="0">
            <a:spAutoFit/>
          </a:bodyPr>
          <a:lstStyle/>
          <a:p>
            <a:r>
              <a:rPr lang="en-US" sz="1200" dirty="0" smtClean="0">
                <a:latin typeface="+mn-lt"/>
              </a:rPr>
              <a:t>The GSE Credit Risk Transfer (CRT) program has transferred a portion of credit risk on over $1.4 trillion of unpaid principal balance (out of an aggregate $4.7 trillion) to the private markets.</a:t>
            </a:r>
          </a:p>
          <a:p>
            <a:endParaRPr lang="en-US" sz="1200" dirty="0">
              <a:latin typeface="+mn-lt"/>
            </a:endParaRPr>
          </a:p>
          <a:p>
            <a:r>
              <a:rPr lang="en-US" sz="1200" dirty="0" smtClean="0">
                <a:latin typeface="+mn-lt"/>
              </a:rPr>
              <a:t>There programs, combined with reinsurance and senior/subordinated securitization transactions provide a framework for dispersing a portion of credit risk to the private markets going forward.</a:t>
            </a:r>
          </a:p>
          <a:p>
            <a:endParaRPr lang="en-US" sz="1200" dirty="0">
              <a:latin typeface="+mn-lt"/>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798232"/>
            <a:ext cx="6238875" cy="46605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610725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FIRST STAGE OF </a:t>
            </a:r>
            <a:r>
              <a:rPr lang="en-US" kern="0" dirty="0" smtClean="0">
                <a:solidFill>
                  <a:srgbClr val="FFFFFF"/>
                </a:solidFill>
              </a:rPr>
              <a:t>REFORM V: GSE GUARANTEE FEE INCREASES</a:t>
            </a:r>
            <a:endParaRPr lang="en-US" kern="0" dirty="0">
              <a:solidFill>
                <a:srgbClr val="FFFFFF"/>
              </a:solidFill>
            </a:endParaRPr>
          </a:p>
        </p:txBody>
      </p:sp>
      <p:sp>
        <p:nvSpPr>
          <p:cNvPr id="12" name="TextBox 11"/>
          <p:cNvSpPr txBox="1"/>
          <p:nvPr/>
        </p:nvSpPr>
        <p:spPr>
          <a:xfrm>
            <a:off x="167640" y="1266192"/>
            <a:ext cx="2179320" cy="1200318"/>
          </a:xfrm>
          <a:prstGeom prst="rect">
            <a:avLst/>
          </a:prstGeom>
          <a:noFill/>
        </p:spPr>
        <p:txBody>
          <a:bodyPr wrap="square" lIns="91429" tIns="45715" rIns="91429" bIns="45715" rtlCol="0">
            <a:spAutoFit/>
          </a:bodyPr>
          <a:lstStyle/>
          <a:p>
            <a:r>
              <a:rPr lang="en-US" sz="1200" dirty="0" smtClean="0">
                <a:latin typeface="+mn-lt"/>
              </a:rPr>
              <a:t>The GSEs have improved the credit quality of the loans they are guaranteeing and raised their guarantee fees.</a:t>
            </a:r>
          </a:p>
          <a:p>
            <a:endParaRPr lang="en-US" sz="1200" dirty="0">
              <a:latin typeface="+mn-lt"/>
            </a:endParaRPr>
          </a:p>
          <a:p>
            <a:endParaRPr lang="en-US" sz="1200" dirty="0">
              <a:latin typeface="+mn-lt"/>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5141" y="1724025"/>
            <a:ext cx="6271259" cy="49129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9898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PRINCIPLES FOR THE SECOND STAGE OF REFORM</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While the FHFA’s actions do serve to reduce the dependence of the Housing Finance system on the GSEs, there is substantial agreement that more needs to be done in terms of better delineating the roles of the government, the private market, and the tax payer.</a:t>
            </a:r>
          </a:p>
          <a:p>
            <a:pPr algn="l">
              <a:lnSpc>
                <a:spcPct val="100000"/>
              </a:lnSpc>
              <a:spcBef>
                <a:spcPts val="0"/>
              </a:spcBef>
            </a:pPr>
            <a:endParaRPr lang="en-US" sz="1200" dirty="0"/>
          </a:p>
          <a:p>
            <a:pPr algn="l">
              <a:lnSpc>
                <a:spcPct val="100000"/>
              </a:lnSpc>
              <a:spcBef>
                <a:spcPts val="0"/>
              </a:spcBef>
            </a:pPr>
            <a:r>
              <a:rPr lang="en-US" sz="1200" dirty="0" smtClean="0"/>
              <a:t>There are 3 proposals for this second stage of reform:</a:t>
            </a:r>
          </a:p>
          <a:p>
            <a:pPr algn="l">
              <a:lnSpc>
                <a:spcPct val="100000"/>
              </a:lnSpc>
              <a:spcBef>
                <a:spcPts val="0"/>
              </a:spcBef>
            </a:pPr>
            <a:endParaRPr lang="en-US" sz="1200" dirty="0"/>
          </a:p>
          <a:p>
            <a:pPr marL="171450" indent="-171450" algn="l">
              <a:lnSpc>
                <a:spcPct val="100000"/>
              </a:lnSpc>
              <a:spcBef>
                <a:spcPts val="0"/>
              </a:spcBef>
              <a:buFont typeface="Arial" panose="020B0604020202020204" pitchFamily="34" charset="0"/>
              <a:buChar char="•"/>
            </a:pPr>
            <a:r>
              <a:rPr lang="en-US" sz="1200" b="1" dirty="0" smtClean="0"/>
              <a:t>Promising Road: </a:t>
            </a:r>
            <a:r>
              <a:rPr lang="en-US" sz="1200" dirty="0" smtClean="0"/>
              <a:t>Lew </a:t>
            </a:r>
            <a:r>
              <a:rPr lang="en-US" sz="1200" dirty="0" err="1" smtClean="0"/>
              <a:t>Ranieri</a:t>
            </a:r>
            <a:r>
              <a:rPr lang="en-US" sz="1200" dirty="0" smtClean="0"/>
              <a:t> et al.</a:t>
            </a:r>
          </a:p>
          <a:p>
            <a:pPr marL="171450" indent="-171450" algn="l">
              <a:lnSpc>
                <a:spcPct val="100000"/>
              </a:lnSpc>
              <a:spcBef>
                <a:spcPts val="0"/>
              </a:spcBef>
              <a:buFont typeface="Arial" panose="020B0604020202020204" pitchFamily="34" charset="0"/>
              <a:buChar char="•"/>
            </a:pPr>
            <a:r>
              <a:rPr lang="en-US" sz="1200" b="1" dirty="0" smtClean="0"/>
              <a:t>Milken: </a:t>
            </a:r>
            <a:r>
              <a:rPr lang="en-US" sz="1200" dirty="0" smtClean="0"/>
              <a:t>Ed DeMarco et al.</a:t>
            </a:r>
          </a:p>
          <a:p>
            <a:pPr marL="171450" indent="-171450" algn="l">
              <a:lnSpc>
                <a:spcPct val="100000"/>
              </a:lnSpc>
              <a:spcBef>
                <a:spcPts val="0"/>
              </a:spcBef>
              <a:buFont typeface="Arial" panose="020B0604020202020204" pitchFamily="34" charset="0"/>
              <a:buChar char="•"/>
            </a:pPr>
            <a:r>
              <a:rPr lang="en-US" sz="1200" b="1" dirty="0" smtClean="0"/>
              <a:t>Mortgage Banker’s Association</a:t>
            </a:r>
            <a:r>
              <a:rPr lang="en-US" sz="1200" dirty="0" smtClean="0"/>
              <a:t> </a:t>
            </a:r>
            <a:endParaRPr lang="en-US" sz="1200" b="1" dirty="0" smtClean="0"/>
          </a:p>
          <a:p>
            <a:pPr algn="l">
              <a:lnSpc>
                <a:spcPct val="100000"/>
              </a:lnSpc>
              <a:spcBef>
                <a:spcPts val="0"/>
              </a:spcBef>
            </a:pPr>
            <a:endParaRPr lang="en-US" sz="1200" b="0" dirty="0" smtClean="0">
              <a:solidFill>
                <a:schemeClr val="tx1"/>
              </a:solidFill>
              <a:latin typeface="+mn-lt"/>
            </a:endParaRPr>
          </a:p>
        </p:txBody>
      </p:sp>
      <p:sp>
        <p:nvSpPr>
          <p:cNvPr id="26" name="Rectangle 25"/>
          <p:cNvSpPr/>
          <p:nvPr/>
        </p:nvSpPr>
        <p:spPr>
          <a:xfrm>
            <a:off x="2903220" y="1624602"/>
            <a:ext cx="6629400" cy="304860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Government Bears Catastrophic Credit Risk: </a:t>
            </a:r>
            <a:r>
              <a:rPr lang="en-US" sz="1400" dirty="0" smtClean="0">
                <a:solidFill>
                  <a:schemeClr val="tx1"/>
                </a:solidFill>
                <a:latin typeface="Calibri" panose="020F0502020204030204" pitchFamily="34" charset="0"/>
              </a:rPr>
              <a:t>This is central to attracting investors who will accept interest rate/spread risk but do not want exposure to credit risk.</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Minimal Level of Taxpayer Risk: </a:t>
            </a:r>
            <a:r>
              <a:rPr lang="en-US" sz="1400" dirty="0" smtClean="0">
                <a:solidFill>
                  <a:schemeClr val="tx1"/>
                </a:solidFill>
                <a:latin typeface="Calibri" panose="020F0502020204030204" pitchFamily="34" charset="0"/>
              </a:rPr>
              <a:t>To ensure that there is very low likelihood of a government bailout, taxpayer risk is insulated behind private capital from institutions and a mortgage insurance fund</a:t>
            </a:r>
            <a:endParaRPr lang="en-US" sz="1400" b="1" dirty="0" smtClean="0">
              <a:solidFill>
                <a:schemeClr val="tx1"/>
              </a:solidFill>
              <a:latin typeface="Calibri" panose="020F0502020204030204" pitchFamily="34" charset="0"/>
            </a:endParaRP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Government Operates CSP: </a:t>
            </a:r>
            <a:r>
              <a:rPr lang="en-US" sz="1400" dirty="0" smtClean="0">
                <a:solidFill>
                  <a:schemeClr val="tx1"/>
                </a:solidFill>
                <a:latin typeface="Calibri" panose="020F0502020204030204" pitchFamily="34" charset="0"/>
              </a:rPr>
              <a:t>To ensure systemic stability and broad lender access to the secondary market</a:t>
            </a:r>
          </a:p>
          <a:p>
            <a:pPr marL="285750" indent="-285750">
              <a:buFont typeface="Arial" panose="020B0604020202020204" pitchFamily="34" charset="0"/>
              <a:buChar char="•"/>
            </a:pPr>
            <a:r>
              <a:rPr lang="en-US" sz="1400" b="1" dirty="0" smtClean="0">
                <a:solidFill>
                  <a:schemeClr val="tx1"/>
                </a:solidFill>
                <a:latin typeface="Calibri" panose="020F0502020204030204" pitchFamily="34" charset="0"/>
              </a:rPr>
              <a:t>Minimize Disruption: </a:t>
            </a:r>
            <a:r>
              <a:rPr lang="en-US" sz="1400" dirty="0" smtClean="0">
                <a:solidFill>
                  <a:schemeClr val="tx1"/>
                </a:solidFill>
                <a:latin typeface="Calibri" panose="020F0502020204030204" pitchFamily="34" charset="0"/>
              </a:rPr>
              <a:t>Use the current system’s infrastructure and processes as much as possible.</a:t>
            </a:r>
          </a:p>
        </p:txBody>
      </p:sp>
      <p:cxnSp>
        <p:nvCxnSpPr>
          <p:cNvPr id="27" name="Straight Connector 26"/>
          <p:cNvCxnSpPr/>
          <p:nvPr/>
        </p:nvCxnSpPr>
        <p:spPr>
          <a:xfrm>
            <a:off x="2903220" y="1624602"/>
            <a:ext cx="6629400"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2808217" y="1258866"/>
            <a:ext cx="6629400" cy="338554"/>
          </a:xfrm>
          <a:prstGeom prst="rect">
            <a:avLst/>
          </a:prstGeom>
          <a:noFill/>
        </p:spPr>
        <p:txBody>
          <a:bodyPr wrap="square" rtlCol="0">
            <a:spAutoFit/>
          </a:bodyPr>
          <a:lstStyle/>
          <a:p>
            <a:r>
              <a:rPr lang="en-US" sz="1600" b="1" dirty="0" smtClean="0">
                <a:solidFill>
                  <a:schemeClr val="accent2">
                    <a:lumMod val="75000"/>
                  </a:schemeClr>
                </a:solidFill>
                <a:latin typeface="Calibri" panose="020F0502020204030204" pitchFamily="34" charset="0"/>
              </a:rPr>
              <a:t>Common Principles for Reform Proposals</a:t>
            </a:r>
            <a:endParaRPr lang="en-US" sz="1600" b="1" dirty="0">
              <a:solidFill>
                <a:schemeClr val="accent2">
                  <a:lumMod val="75000"/>
                </a:schemeClr>
              </a:solidFill>
              <a:latin typeface="Calibri" panose="020F0502020204030204" pitchFamily="34" charset="0"/>
            </a:endParaRPr>
          </a:p>
        </p:txBody>
      </p:sp>
    </p:spTree>
    <p:extLst>
      <p:ext uri="{BB962C8B-B14F-4D97-AF65-F5344CB8AC3E}">
        <p14:creationId xmlns:p14="http://schemas.microsoft.com/office/powerpoint/2010/main" val="1896343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Urban Institute Housing Finance Policy Center</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MBA PROPOSAL: EXTENSION OF FIRST STAGE APPROACH</a:t>
            </a:r>
            <a:endParaRPr lang="en-US" kern="0" dirty="0">
              <a:solidFill>
                <a:srgbClr val="FFFFFF"/>
              </a:solidFill>
            </a:endParaRPr>
          </a:p>
        </p:txBody>
      </p:sp>
      <p:sp>
        <p:nvSpPr>
          <p:cNvPr id="12" name="TextBox 11"/>
          <p:cNvSpPr txBox="1"/>
          <p:nvPr/>
        </p:nvSpPr>
        <p:spPr>
          <a:xfrm>
            <a:off x="167640" y="1266192"/>
            <a:ext cx="2179320" cy="4339639"/>
          </a:xfrm>
          <a:prstGeom prst="rect">
            <a:avLst/>
          </a:prstGeom>
          <a:noFill/>
        </p:spPr>
        <p:txBody>
          <a:bodyPr wrap="square" lIns="91429" tIns="45715" rIns="91429" bIns="45715" rtlCol="0">
            <a:spAutoFit/>
          </a:bodyPr>
          <a:lstStyle/>
          <a:p>
            <a:r>
              <a:rPr lang="en-US" sz="1200" dirty="0" smtClean="0">
                <a:latin typeface="+mn-lt"/>
              </a:rPr>
              <a:t>Key aspects of MBA Proposal:</a:t>
            </a:r>
          </a:p>
          <a:p>
            <a:endParaRPr lang="en-US" sz="1200" dirty="0" smtClean="0">
              <a:latin typeface="+mn-lt"/>
            </a:endParaRPr>
          </a:p>
          <a:p>
            <a:pPr marL="171450" indent="-171450">
              <a:buFont typeface="Arial" panose="020B0604020202020204" pitchFamily="34" charset="0"/>
              <a:buChar char="•"/>
            </a:pPr>
            <a:r>
              <a:rPr lang="en-US" sz="1200" dirty="0" smtClean="0">
                <a:latin typeface="+mn-lt"/>
              </a:rPr>
              <a:t>Fannie Mae and Freddie Mac become privately-owned utilities with regulated rates of return.</a:t>
            </a:r>
          </a:p>
          <a:p>
            <a:pPr marL="171450" indent="-171450">
              <a:buFont typeface="Arial" panose="020B0604020202020204" pitchFamily="34" charset="0"/>
              <a:buChar char="•"/>
            </a:pPr>
            <a:r>
              <a:rPr lang="en-US" sz="1200" dirty="0" smtClean="0">
                <a:latin typeface="+mn-lt"/>
              </a:rPr>
              <a:t>Newly chartered guarantors are possible.</a:t>
            </a:r>
          </a:p>
          <a:p>
            <a:pPr marL="171450" indent="-171450">
              <a:buFont typeface="Arial" panose="020B0604020202020204" pitchFamily="34" charset="0"/>
              <a:buChar char="•"/>
            </a:pPr>
            <a:r>
              <a:rPr lang="en-US" sz="1200" dirty="0" smtClean="0">
                <a:latin typeface="+mn-lt"/>
              </a:rPr>
              <a:t>Non-catastrophic risk continues to be shared with investors through CRT transactions</a:t>
            </a:r>
          </a:p>
          <a:p>
            <a:pPr marL="171450" indent="-171450">
              <a:buFont typeface="Arial" panose="020B0604020202020204" pitchFamily="34" charset="0"/>
              <a:buChar char="•"/>
            </a:pPr>
            <a:r>
              <a:rPr lang="en-US" sz="1200" dirty="0" smtClean="0">
                <a:latin typeface="+mn-lt"/>
              </a:rPr>
              <a:t>CSP is a government corporation that issues the securities of Fannie, Freddie and any other chartered guarantors and guarantees timely (but not necessarily full) payment of principal and interest on MBS.</a:t>
            </a:r>
          </a:p>
          <a:p>
            <a:endParaRPr lang="en-US" sz="1200" dirty="0" smtClean="0">
              <a:latin typeface="+mn-lt"/>
            </a:endParaRPr>
          </a:p>
          <a:p>
            <a:endParaRPr lang="en-US" sz="1200" dirty="0">
              <a:latin typeface="+mn-lt"/>
            </a:endParaRPr>
          </a:p>
          <a:p>
            <a:endParaRPr lang="en-US" sz="1200" dirty="0">
              <a:latin typeface="+mn-lt"/>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5725" y="1495424"/>
            <a:ext cx="7061199" cy="5295899"/>
          </a:xfrm>
          <a:prstGeom prst="rect">
            <a:avLst/>
          </a:prstGeom>
        </p:spPr>
      </p:pic>
    </p:spTree>
    <p:extLst>
      <p:ext uri="{BB962C8B-B14F-4D97-AF65-F5344CB8AC3E}">
        <p14:creationId xmlns:p14="http://schemas.microsoft.com/office/powerpoint/2010/main" val="33023785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Urban Institute Housing Finance Policy Center</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“PROMISING ROAD” PROPOSAL: FURTHER EXTENSION OF MBA PROPOSAL</a:t>
            </a:r>
            <a:endParaRPr lang="en-US" kern="0" dirty="0">
              <a:solidFill>
                <a:srgbClr val="FFFFFF"/>
              </a:solidFill>
            </a:endParaRPr>
          </a:p>
        </p:txBody>
      </p:sp>
      <p:sp>
        <p:nvSpPr>
          <p:cNvPr id="12" name="TextBox 11"/>
          <p:cNvSpPr txBox="1"/>
          <p:nvPr/>
        </p:nvSpPr>
        <p:spPr>
          <a:xfrm>
            <a:off x="167640" y="1266192"/>
            <a:ext cx="2179320" cy="3046978"/>
          </a:xfrm>
          <a:prstGeom prst="rect">
            <a:avLst/>
          </a:prstGeom>
          <a:noFill/>
        </p:spPr>
        <p:txBody>
          <a:bodyPr wrap="square" lIns="91429" tIns="45715" rIns="91429" bIns="45715" rtlCol="0">
            <a:spAutoFit/>
          </a:bodyPr>
          <a:lstStyle/>
          <a:p>
            <a:r>
              <a:rPr lang="en-US" sz="1200" dirty="0" smtClean="0">
                <a:latin typeface="+mn-lt"/>
              </a:rPr>
              <a:t>Key aspects of “Promising Road” Proposal:</a:t>
            </a:r>
          </a:p>
          <a:p>
            <a:endParaRPr lang="en-US" sz="1200" dirty="0" smtClean="0">
              <a:latin typeface="+mn-lt"/>
            </a:endParaRPr>
          </a:p>
          <a:p>
            <a:pPr marL="171450" indent="-171450">
              <a:buFont typeface="Arial" panose="020B0604020202020204" pitchFamily="34" charset="0"/>
              <a:buChar char="•"/>
            </a:pPr>
            <a:r>
              <a:rPr lang="en-US" sz="1200" dirty="0" smtClean="0">
                <a:latin typeface="+mn-lt"/>
              </a:rPr>
              <a:t>Merge Fannie Mae, Freddie Mac and CSP into a single government corporation</a:t>
            </a:r>
          </a:p>
          <a:p>
            <a:pPr marL="171450" indent="-171450">
              <a:buFont typeface="Arial" panose="020B0604020202020204" pitchFamily="34" charset="0"/>
              <a:buChar char="•"/>
            </a:pPr>
            <a:r>
              <a:rPr lang="en-US" sz="1200" dirty="0" smtClean="0">
                <a:latin typeface="+mn-lt"/>
              </a:rPr>
              <a:t>This corporation issues government-backed securities, sells off all the non-catastrophic risk on these securities, and guarantees investors timely payment of principal and interest on their investments.</a:t>
            </a:r>
          </a:p>
          <a:p>
            <a:endParaRPr lang="en-US" sz="1200" dirty="0">
              <a:latin typeface="+mn-lt"/>
            </a:endParaRPr>
          </a:p>
          <a:p>
            <a:endParaRPr lang="en-US" sz="1200" dirty="0">
              <a:latin typeface="+mn-lt"/>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972" y="1457325"/>
            <a:ext cx="7188199" cy="5391150"/>
          </a:xfrm>
          <a:prstGeom prst="rect">
            <a:avLst/>
          </a:prstGeom>
        </p:spPr>
      </p:pic>
    </p:spTree>
    <p:extLst>
      <p:ext uri="{BB962C8B-B14F-4D97-AF65-F5344CB8AC3E}">
        <p14:creationId xmlns:p14="http://schemas.microsoft.com/office/powerpoint/2010/main" val="33559369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9618" y="231434"/>
            <a:ext cx="8574088" cy="609918"/>
          </a:xfrm>
        </p:spPr>
        <p:txBody>
          <a:bodyPr/>
          <a:lstStyle/>
          <a:p>
            <a:pPr lvl="0"/>
            <a:r>
              <a:rPr lang="en-US" dirty="0" smtClean="0"/>
              <a:t> </a:t>
            </a:r>
            <a:endParaRPr lang="en-US" dirty="0"/>
          </a:p>
        </p:txBody>
      </p:sp>
      <p:sp>
        <p:nvSpPr>
          <p:cNvPr id="13" name="Rectangle 68"/>
          <p:cNvSpPr>
            <a:spLocks noChangeArrowheads="1"/>
          </p:cNvSpPr>
          <p:nvPr/>
        </p:nvSpPr>
        <p:spPr bwMode="auto">
          <a:xfrm>
            <a:off x="714447" y="7366920"/>
            <a:ext cx="6035039" cy="230180"/>
          </a:xfrm>
          <a:prstGeom prst="rect">
            <a:avLst/>
          </a:prstGeom>
          <a:noFill/>
          <a:ln w="9525">
            <a:noFill/>
            <a:miter lim="800000"/>
            <a:headEnd/>
            <a:tailEnd/>
          </a:ln>
          <a:effectLst/>
        </p:spPr>
        <p:txBody>
          <a:bodyPr wrap="square" lIns="101846" tIns="50923" rIns="101846" bIns="50923" anchor="b">
            <a:spAutoFit/>
          </a:bodyPr>
          <a:lstStyle/>
          <a:p>
            <a:pPr>
              <a:lnSpc>
                <a:spcPct val="90000"/>
              </a:lnSpc>
              <a:spcBef>
                <a:spcPct val="20000"/>
              </a:spcBef>
            </a:pPr>
            <a:r>
              <a:rPr lang="en-US" sz="900" i="1" dirty="0">
                <a:solidFill>
                  <a:srgbClr val="000000"/>
                </a:solidFill>
              </a:rPr>
              <a:t>Source: </a:t>
            </a:r>
            <a:r>
              <a:rPr lang="en-US" sz="900" i="1" dirty="0" smtClean="0">
                <a:solidFill>
                  <a:srgbClr val="000000"/>
                </a:solidFill>
              </a:rPr>
              <a:t>Urban Institute Housing Finance Policy Center</a:t>
            </a:r>
            <a:endParaRPr lang="en-US" sz="900" i="1" dirty="0">
              <a:solidFill>
                <a:srgbClr val="000000"/>
              </a:solidFill>
            </a:endParaRPr>
          </a:p>
        </p:txBody>
      </p:sp>
      <p:sp>
        <p:nvSpPr>
          <p:cNvPr id="10" name="Title 1"/>
          <p:cNvSpPr txBox="1">
            <a:spLocks/>
          </p:cNvSpPr>
          <p:nvPr/>
        </p:nvSpPr>
        <p:spPr bwMode="auto">
          <a:xfrm>
            <a:off x="1211678" y="259081"/>
            <a:ext cx="8574088" cy="609918"/>
          </a:xfrm>
          <a:prstGeom prst="rect">
            <a:avLst/>
          </a:prstGeom>
          <a:noFill/>
          <a:ln w="9525">
            <a:noFill/>
            <a:miter lim="800000"/>
            <a:headEnd/>
            <a:tailEnd/>
          </a:ln>
        </p:spPr>
        <p:txBody>
          <a:bodyPr vert="horz" wrap="square" lIns="101787" tIns="50894" rIns="101787" bIns="50894"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1018824"/>
            <a:r>
              <a:rPr lang="en-US" kern="0" dirty="0" smtClean="0">
                <a:solidFill>
                  <a:srgbClr val="FFFFFF"/>
                </a:solidFill>
              </a:rPr>
              <a:t>MILKEN PROPOSAL: BUILD ON GINNIE MAE</a:t>
            </a:r>
            <a:endParaRPr lang="en-US" kern="0" dirty="0">
              <a:solidFill>
                <a:srgbClr val="FFFFFF"/>
              </a:solidFill>
            </a:endParaRPr>
          </a:p>
        </p:txBody>
      </p:sp>
      <p:sp>
        <p:nvSpPr>
          <p:cNvPr id="12" name="TextBox 11"/>
          <p:cNvSpPr txBox="1"/>
          <p:nvPr/>
        </p:nvSpPr>
        <p:spPr>
          <a:xfrm>
            <a:off x="167640" y="1266192"/>
            <a:ext cx="2179320" cy="5262969"/>
          </a:xfrm>
          <a:prstGeom prst="rect">
            <a:avLst/>
          </a:prstGeom>
          <a:noFill/>
        </p:spPr>
        <p:txBody>
          <a:bodyPr wrap="square" lIns="91429" tIns="45715" rIns="91429" bIns="45715" rtlCol="0">
            <a:spAutoFit/>
          </a:bodyPr>
          <a:lstStyle/>
          <a:p>
            <a:r>
              <a:rPr lang="en-US" sz="1200" dirty="0" smtClean="0">
                <a:latin typeface="+mn-lt"/>
              </a:rPr>
              <a:t>Key aspects of the Milken Proposal:</a:t>
            </a:r>
          </a:p>
          <a:p>
            <a:endParaRPr lang="en-US" sz="1200" dirty="0" smtClean="0">
              <a:latin typeface="+mn-lt"/>
            </a:endParaRPr>
          </a:p>
          <a:p>
            <a:pPr marL="171450" indent="-171450">
              <a:buFont typeface="Arial" panose="020B0604020202020204" pitchFamily="34" charset="0"/>
              <a:buChar char="•"/>
            </a:pPr>
            <a:r>
              <a:rPr lang="en-US" sz="1200" dirty="0" smtClean="0">
                <a:latin typeface="+mn-lt"/>
              </a:rPr>
              <a:t>Rather than build on CSP and CRT processes, build on </a:t>
            </a:r>
            <a:r>
              <a:rPr lang="en-US" sz="1200" dirty="0" err="1" smtClean="0">
                <a:latin typeface="+mn-lt"/>
              </a:rPr>
              <a:t>Ginnie</a:t>
            </a:r>
            <a:r>
              <a:rPr lang="en-US" sz="1200" dirty="0" smtClean="0">
                <a:latin typeface="+mn-lt"/>
              </a:rPr>
              <a:t> Mae infrastructure and processes.</a:t>
            </a:r>
          </a:p>
          <a:p>
            <a:pPr marL="171450" indent="-171450">
              <a:buFont typeface="Arial" panose="020B0604020202020204" pitchFamily="34" charset="0"/>
              <a:buChar char="•"/>
            </a:pPr>
            <a:r>
              <a:rPr lang="en-US" sz="1200" dirty="0" err="1" smtClean="0">
                <a:latin typeface="+mn-lt"/>
              </a:rPr>
              <a:t>Ginnie</a:t>
            </a:r>
            <a:r>
              <a:rPr lang="en-US" sz="1200" dirty="0" smtClean="0">
                <a:latin typeface="+mn-lt"/>
              </a:rPr>
              <a:t> Mae-approved issuers get credit enhancement from private institutions along with the FHA, USDA, VA and PIH and issue securities through </a:t>
            </a:r>
            <a:r>
              <a:rPr lang="en-US" sz="1200" dirty="0" err="1" smtClean="0">
                <a:latin typeface="+mn-lt"/>
              </a:rPr>
              <a:t>Ginnie</a:t>
            </a:r>
            <a:r>
              <a:rPr lang="en-US" sz="1200" dirty="0" smtClean="0">
                <a:latin typeface="+mn-lt"/>
              </a:rPr>
              <a:t> Mae. Investors are guaranteed timely payment of principal and interest on their investments. </a:t>
            </a:r>
          </a:p>
          <a:p>
            <a:pPr marL="171450" indent="-171450">
              <a:buFont typeface="Arial" panose="020B0604020202020204" pitchFamily="34" charset="0"/>
              <a:buChar char="•"/>
            </a:pPr>
            <a:r>
              <a:rPr lang="en-US" sz="1200" dirty="0" smtClean="0">
                <a:latin typeface="+mn-lt"/>
              </a:rPr>
              <a:t>Fannie Mae and Freddie Mac compete over the management of non-catastrophic credit risk. Their inclination to take on excessive risk is checked by converting them into </a:t>
            </a:r>
            <a:r>
              <a:rPr lang="en-US" sz="1200" dirty="0" err="1" smtClean="0">
                <a:latin typeface="+mn-lt"/>
              </a:rPr>
              <a:t>mutuals</a:t>
            </a:r>
            <a:r>
              <a:rPr lang="en-US" sz="1200" dirty="0" smtClean="0">
                <a:latin typeface="+mn-lt"/>
              </a:rPr>
              <a:t> owned by the nation’s lenders.</a:t>
            </a:r>
          </a:p>
          <a:p>
            <a:endParaRPr lang="en-US" sz="1200" dirty="0">
              <a:latin typeface="+mn-lt"/>
            </a:endParaRPr>
          </a:p>
          <a:p>
            <a:endParaRPr lang="en-US" sz="1200" dirty="0">
              <a:latin typeface="+mn-l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9306" y="1333500"/>
            <a:ext cx="7264400" cy="5448300"/>
          </a:xfrm>
          <a:prstGeom prst="rect">
            <a:avLst/>
          </a:prstGeom>
        </p:spPr>
      </p:pic>
    </p:spTree>
    <p:extLst>
      <p:ext uri="{BB962C8B-B14F-4D97-AF65-F5344CB8AC3E}">
        <p14:creationId xmlns:p14="http://schemas.microsoft.com/office/powerpoint/2010/main" val="18649791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DIFFERENCES ACROSS PROPOSALS</a:t>
            </a:r>
            <a:endParaRPr lang="en-US" dirty="0"/>
          </a:p>
        </p:txBody>
      </p:sp>
      <p:sp>
        <p:nvSpPr>
          <p:cNvPr id="16" name="Content Placeholder 12"/>
          <p:cNvSpPr>
            <a:spLocks noGrp="1"/>
          </p:cNvSpPr>
          <p:nvPr>
            <p:ph idx="1"/>
          </p:nvPr>
        </p:nvSpPr>
        <p:spPr>
          <a:xfrm>
            <a:off x="293687" y="1235075"/>
            <a:ext cx="1839913" cy="5927725"/>
          </a:xfrm>
        </p:spPr>
        <p:txBody>
          <a:bodyPr/>
          <a:lstStyle/>
          <a:p>
            <a:pPr algn="l">
              <a:lnSpc>
                <a:spcPct val="100000"/>
              </a:lnSpc>
              <a:spcBef>
                <a:spcPts val="0"/>
              </a:spcBef>
            </a:pPr>
            <a:r>
              <a:rPr lang="en-US" sz="1200" dirty="0" smtClean="0"/>
              <a:t>There are two critical differences between the two proposals. Deciding which one to pick is a function of:</a:t>
            </a:r>
          </a:p>
          <a:p>
            <a:pPr algn="l">
              <a:lnSpc>
                <a:spcPct val="100000"/>
              </a:lnSpc>
              <a:spcBef>
                <a:spcPts val="0"/>
              </a:spcBef>
            </a:pPr>
            <a:endParaRPr lang="en-US" sz="1200" dirty="0"/>
          </a:p>
          <a:p>
            <a:pPr algn="l">
              <a:lnSpc>
                <a:spcPct val="100000"/>
              </a:lnSpc>
              <a:spcBef>
                <a:spcPts val="0"/>
              </a:spcBef>
            </a:pPr>
            <a:r>
              <a:rPr lang="en-US" sz="1200" b="1" dirty="0" smtClean="0"/>
              <a:t>Access to Credit</a:t>
            </a:r>
            <a:r>
              <a:rPr lang="en-US" sz="1200" dirty="0" smtClean="0"/>
              <a:t>: Which system provides the broadest access to mortgage credit?</a:t>
            </a:r>
          </a:p>
          <a:p>
            <a:pPr algn="l">
              <a:lnSpc>
                <a:spcPct val="100000"/>
              </a:lnSpc>
              <a:spcBef>
                <a:spcPts val="0"/>
              </a:spcBef>
            </a:pPr>
            <a:endParaRPr lang="en-US" sz="1200" b="1" dirty="0"/>
          </a:p>
          <a:p>
            <a:pPr algn="l">
              <a:lnSpc>
                <a:spcPct val="100000"/>
              </a:lnSpc>
              <a:spcBef>
                <a:spcPts val="0"/>
              </a:spcBef>
            </a:pPr>
            <a:r>
              <a:rPr lang="en-US" sz="1200" b="1" dirty="0" smtClean="0"/>
              <a:t>Taxpayer Protection: </a:t>
            </a:r>
            <a:r>
              <a:rPr lang="en-US" sz="1200" dirty="0" smtClean="0"/>
              <a:t>Which system provides the best taxpayer protection?</a:t>
            </a:r>
          </a:p>
          <a:p>
            <a:pPr algn="l">
              <a:lnSpc>
                <a:spcPct val="100000"/>
              </a:lnSpc>
              <a:spcBef>
                <a:spcPts val="0"/>
              </a:spcBef>
            </a:pPr>
            <a:endParaRPr lang="en-US" sz="1200" b="1" dirty="0"/>
          </a:p>
          <a:p>
            <a:pPr algn="l">
              <a:lnSpc>
                <a:spcPct val="100000"/>
              </a:lnSpc>
              <a:spcBef>
                <a:spcPts val="0"/>
              </a:spcBef>
            </a:pPr>
            <a:r>
              <a:rPr lang="en-US" sz="1200" b="1" dirty="0" smtClean="0"/>
              <a:t>Promotes competition</a:t>
            </a:r>
            <a:r>
              <a:rPr lang="en-US" sz="1200" dirty="0" smtClean="0"/>
              <a:t>: Which setup best incentivizes healthy competition?</a:t>
            </a:r>
          </a:p>
          <a:p>
            <a:pPr algn="l">
              <a:lnSpc>
                <a:spcPct val="100000"/>
              </a:lnSpc>
              <a:spcBef>
                <a:spcPts val="0"/>
              </a:spcBef>
            </a:pPr>
            <a:endParaRPr lang="en-US" sz="1200" b="1" dirty="0"/>
          </a:p>
          <a:p>
            <a:pPr algn="l">
              <a:lnSpc>
                <a:spcPct val="100000"/>
              </a:lnSpc>
              <a:spcBef>
                <a:spcPts val="0"/>
              </a:spcBef>
            </a:pPr>
            <a:r>
              <a:rPr lang="en-US" sz="1200" b="1" dirty="0" smtClean="0"/>
              <a:t>Transition Hurdles</a:t>
            </a:r>
            <a:r>
              <a:rPr lang="en-US" sz="1200" dirty="0" smtClean="0"/>
              <a:t>: Which is the easiest system to transition to?</a:t>
            </a:r>
            <a:endParaRPr lang="en-US" sz="1200" b="1" dirty="0" smtClean="0"/>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aphicFrame>
        <p:nvGraphicFramePr>
          <p:cNvPr id="5" name="Table 4"/>
          <p:cNvGraphicFramePr>
            <a:graphicFrameLocks noGrp="1"/>
          </p:cNvGraphicFramePr>
          <p:nvPr>
            <p:extLst>
              <p:ext uri="{D42A27DB-BD31-4B8C-83A1-F6EECF244321}">
                <p14:modId xmlns:p14="http://schemas.microsoft.com/office/powerpoint/2010/main" val="1595249543"/>
              </p:ext>
            </p:extLst>
          </p:nvPr>
        </p:nvGraphicFramePr>
        <p:xfrm>
          <a:off x="2897267" y="1676400"/>
          <a:ext cx="6705600" cy="2687320"/>
        </p:xfrm>
        <a:graphic>
          <a:graphicData uri="http://schemas.openxmlformats.org/drawingml/2006/table">
            <a:tbl>
              <a:tblPr bandRow="1">
                <a:tableStyleId>{5C22544A-7EE6-4342-B048-85BDC9FD1C3A}</a:tableStyleId>
              </a:tblPr>
              <a:tblGrid>
                <a:gridCol w="2284333"/>
                <a:gridCol w="4421267"/>
              </a:tblGrid>
              <a:tr h="370840">
                <a:tc>
                  <a:txBody>
                    <a:bodyPr/>
                    <a:lstStyle/>
                    <a:p>
                      <a:endParaRPr lang="en-US" sz="1600" b="1" dirty="0"/>
                    </a:p>
                  </a:txBody>
                  <a:tcPr anchor="ctr">
                    <a:solidFill>
                      <a:schemeClr val="accent1">
                        <a:lumMod val="40000"/>
                        <a:lumOff val="60000"/>
                      </a:schemeClr>
                    </a:solidFill>
                  </a:tcPr>
                </a:tc>
                <a:tc>
                  <a:txBody>
                    <a:bodyPr/>
                    <a:lstStyle/>
                    <a:p>
                      <a:pPr algn="ctr"/>
                      <a:r>
                        <a:rPr lang="en-US" sz="1600" b="1" dirty="0" smtClean="0"/>
                        <a:t>Comments</a:t>
                      </a:r>
                      <a:endParaRPr lang="en-US" sz="1600" b="1" dirty="0"/>
                    </a:p>
                  </a:txBody>
                  <a:tcPr anchor="ctr">
                    <a:solidFill>
                      <a:schemeClr val="accent1">
                        <a:lumMod val="40000"/>
                        <a:lumOff val="60000"/>
                      </a:schemeClr>
                    </a:solidFill>
                  </a:tcPr>
                </a:tc>
              </a:tr>
              <a:tr h="370840">
                <a:tc>
                  <a:txBody>
                    <a:bodyPr/>
                    <a:lstStyle/>
                    <a:p>
                      <a:pPr marL="0" indent="0" algn="l">
                        <a:buFont typeface="Arial" panose="020B0604020202020204" pitchFamily="34" charset="0"/>
                        <a:buNone/>
                      </a:pPr>
                      <a:r>
                        <a:rPr lang="en-US" sz="1400" b="1" dirty="0" smtClean="0"/>
                        <a:t>Securitization</a:t>
                      </a:r>
                      <a:r>
                        <a:rPr lang="en-US" sz="1400" b="1" baseline="0" dirty="0" smtClean="0"/>
                        <a:t> Infrastructure</a:t>
                      </a:r>
                      <a:endParaRPr lang="en-US" sz="1400" b="1" dirty="0"/>
                    </a:p>
                  </a:txBody>
                  <a:tcPr anchor="ctr">
                    <a:solidFill>
                      <a:schemeClr val="accent2">
                        <a:lumMod val="20000"/>
                        <a:lumOff val="80000"/>
                      </a:schemeClr>
                    </a:solidFill>
                  </a:tcPr>
                </a:tc>
                <a:tc>
                  <a:txBody>
                    <a:bodyPr/>
                    <a:lstStyle/>
                    <a:p>
                      <a:pPr lvl="0" algn="l"/>
                      <a:r>
                        <a:rPr lang="en-US" sz="1400" dirty="0" smtClean="0"/>
                        <a:t>The</a:t>
                      </a:r>
                      <a:r>
                        <a:rPr lang="en-US" sz="1400" baseline="0" dirty="0" smtClean="0"/>
                        <a:t> Milken proposal relies on </a:t>
                      </a:r>
                      <a:r>
                        <a:rPr lang="en-US" sz="1400" baseline="0" dirty="0" err="1" smtClean="0"/>
                        <a:t>Ginnie</a:t>
                      </a:r>
                      <a:r>
                        <a:rPr lang="en-US" sz="1400" baseline="0" dirty="0" smtClean="0"/>
                        <a:t> Mae for the securitization infrastructure while the other two proposals rely on CSP </a:t>
                      </a:r>
                      <a:endParaRPr lang="en-US" sz="1400" dirty="0"/>
                    </a:p>
                  </a:txBody>
                  <a:tcPr anchor="ctr">
                    <a:solidFill>
                      <a:schemeClr val="accent2">
                        <a:lumMod val="20000"/>
                        <a:lumOff val="80000"/>
                      </a:schemeClr>
                    </a:solidFill>
                  </a:tcPr>
                </a:tc>
              </a:tr>
              <a:tr h="370840">
                <a:tc>
                  <a:txBody>
                    <a:bodyPr/>
                    <a:lstStyle/>
                    <a:p>
                      <a:pPr marL="0" indent="0" algn="l">
                        <a:buFont typeface="Arial" panose="020B0604020202020204" pitchFamily="34" charset="0"/>
                        <a:buNone/>
                      </a:pPr>
                      <a:r>
                        <a:rPr lang="en-US" sz="1400" b="1" dirty="0" smtClean="0"/>
                        <a:t>Treatment</a:t>
                      </a:r>
                      <a:r>
                        <a:rPr lang="en-US" sz="1400" b="1" baseline="0" dirty="0" smtClean="0"/>
                        <a:t> of Fannie Mae and Freddie Mac</a:t>
                      </a:r>
                      <a:endParaRPr lang="en-US" sz="1400" b="1" dirty="0"/>
                    </a:p>
                  </a:txBody>
                  <a:tcPr anchor="ctr">
                    <a:solidFill>
                      <a:schemeClr val="accent2">
                        <a:lumMod val="20000"/>
                        <a:lumOff val="80000"/>
                      </a:schemeClr>
                    </a:solidFill>
                  </a:tcPr>
                </a:tc>
                <a:tc>
                  <a:txBody>
                    <a:bodyPr/>
                    <a:lstStyle/>
                    <a:p>
                      <a:pPr marL="285750" lvl="0" indent="-285750" algn="l">
                        <a:buFont typeface="Arial" panose="020B0604020202020204" pitchFamily="34" charset="0"/>
                        <a:buChar char="•"/>
                      </a:pPr>
                      <a:r>
                        <a:rPr lang="en-US" sz="1400" b="1" baseline="0" dirty="0" smtClean="0"/>
                        <a:t>MBA:</a:t>
                      </a:r>
                      <a:r>
                        <a:rPr lang="en-US" sz="1400" baseline="0" dirty="0" smtClean="0"/>
                        <a:t> Turns GSEs into privately owned utilities that compete with other market participants over the distribution of the system’s non-catastrophic credit risk.</a:t>
                      </a:r>
                    </a:p>
                    <a:p>
                      <a:pPr marL="285750" lvl="0" indent="-285750" algn="l">
                        <a:buFont typeface="Arial" panose="020B0604020202020204" pitchFamily="34" charset="0"/>
                        <a:buChar char="•"/>
                      </a:pPr>
                      <a:r>
                        <a:rPr lang="en-US" sz="1400" b="1" baseline="0" dirty="0" smtClean="0"/>
                        <a:t>Milken:</a:t>
                      </a:r>
                      <a:r>
                        <a:rPr lang="en-US" sz="1400" baseline="0" dirty="0" smtClean="0"/>
                        <a:t> Turns GSEs into lender-owned </a:t>
                      </a:r>
                      <a:r>
                        <a:rPr lang="en-US" sz="1400" baseline="0" dirty="0" err="1" smtClean="0"/>
                        <a:t>mutuals</a:t>
                      </a:r>
                      <a:r>
                        <a:rPr lang="en-US" sz="1400" baseline="0" dirty="0" smtClean="0"/>
                        <a:t> that do the same as above</a:t>
                      </a:r>
                    </a:p>
                    <a:p>
                      <a:pPr marL="285750" lvl="0" indent="-285750" algn="l">
                        <a:buFont typeface="Arial" panose="020B0604020202020204" pitchFamily="34" charset="0"/>
                        <a:buChar char="•"/>
                      </a:pPr>
                      <a:r>
                        <a:rPr lang="en-US" sz="1400" b="1" baseline="0" dirty="0" smtClean="0"/>
                        <a:t>Promising Road: </a:t>
                      </a:r>
                      <a:r>
                        <a:rPr lang="en-US" sz="1400" baseline="0" dirty="0" smtClean="0"/>
                        <a:t>Merges GSEs with CSP</a:t>
                      </a:r>
                    </a:p>
                  </a:txBody>
                  <a:tcPr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6955098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Performance results referenced in this document </a:t>
            </a:r>
            <a:r>
              <a:rPr lang="en-US" sz="1100" kern="0" dirty="0">
                <a:latin typeface="+mn-lt"/>
              </a:rPr>
              <a:t>are provided for an investor in Class A1a shares of Cello Fixed Income Master Fund, LP (the “Master Fund</a:t>
            </a:r>
            <a:r>
              <a:rPr lang="en-US" sz="1100" kern="0" dirty="0" smtClean="0">
                <a:latin typeface="+mn-lt"/>
              </a:rPr>
              <a:t>”). Unless otherwise noted. Performance </a:t>
            </a:r>
            <a:r>
              <a:rPr lang="en-US" sz="1100" kern="0" dirty="0">
                <a:latin typeface="+mn-lt"/>
              </a:rPr>
              <a:t>reflects all income. Class A1a shares launched on January 1, 2012, and returns for periods prior thereto have been adjusted to reflect the management fees and performance allocations chargeable to Class A1a </a:t>
            </a:r>
            <a:r>
              <a:rPr lang="en-US" sz="1100" kern="0" dirty="0" smtClean="0">
                <a:latin typeface="+mn-lt"/>
              </a:rPr>
              <a:t>shares.</a:t>
            </a:r>
            <a:endParaRPr lang="en-US" sz="1100" kern="0" dirty="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algn="just" eaLnBrk="0" hangingPunct="0">
              <a:spcBef>
                <a:spcPts val="0"/>
              </a:spcBef>
              <a:spcAft>
                <a:spcPts val="0"/>
              </a:spcAft>
              <a:defRPr/>
            </a:pPr>
            <a:r>
              <a:rPr lang="en-US" sz="1100" kern="0" dirty="0" smtClean="0">
                <a:latin typeface="+mn-lt"/>
              </a:rPr>
              <a:t>The </a:t>
            </a:r>
            <a:r>
              <a:rPr lang="en-US" sz="1100" kern="0" dirty="0">
                <a:latin typeface="+mn-lt"/>
              </a:rPr>
              <a:t>Credit Suisse Fixed Income Arbitrage Hedge Fund Index is a subset of the Credit Suisse Hedge Fund Index that measures the aggregate performance of fixed income arbitrage funds. The Fixed Income Arb Index, which includes mortgage-backed securities, is part of Dow Jones Credit Suisse Hedge Fund Index. </a:t>
            </a:r>
            <a:r>
              <a:rPr lang="en-US" sz="1100" kern="0" dirty="0" smtClean="0">
                <a:latin typeface="+mn-lt"/>
              </a:rPr>
              <a:t> The </a:t>
            </a:r>
            <a:r>
              <a:rPr lang="en-US" sz="1100" kern="0" dirty="0">
                <a:latin typeface="+mn-lt"/>
              </a:rPr>
              <a:t>Barclays U.S. Aggregate Index represents securities that are SEC-registered, taxable, and dollar denominated. The index covers the U.S. investment grade fixed rate bond market, with index components for government and corporate securities, mortgage pass-through securities, and asset-backed securities. </a:t>
            </a:r>
            <a:r>
              <a:rPr lang="en-US" sz="1100" kern="0" dirty="0" smtClean="0">
                <a:latin typeface="+mn-lt"/>
              </a:rPr>
              <a:t>The Credit </a:t>
            </a:r>
            <a:r>
              <a:rPr lang="en-US" sz="1100" kern="0" dirty="0">
                <a:latin typeface="+mn-lt"/>
              </a:rPr>
              <a:t>Suisse All Hedge Index is an asset-weighted hedge fund </a:t>
            </a:r>
            <a:r>
              <a:rPr lang="en-US" sz="1100" kern="0" dirty="0" smtClean="0">
                <a:latin typeface="+mn-lt"/>
              </a:rPr>
              <a:t>index. The S&amp;P </a:t>
            </a:r>
            <a:r>
              <a:rPr lang="en-US" sz="1100" kern="0" dirty="0">
                <a:latin typeface="+mn-lt"/>
              </a:rPr>
              <a:t>500 is an equity index based on the market capitalizations of 500 large US </a:t>
            </a:r>
            <a:r>
              <a:rPr lang="en-US" sz="1100" kern="0" dirty="0" smtClean="0">
                <a:latin typeface="+mn-lt"/>
              </a:rPr>
              <a:t>companies.</a:t>
            </a: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8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9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10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1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106136</TotalTime>
  <Words>1505</Words>
  <Application>Microsoft Office PowerPoint</Application>
  <PresentationFormat>Custom</PresentationFormat>
  <Paragraphs>133</Paragraphs>
  <Slides>13</Slides>
  <Notes>12</Notes>
  <HiddenSlides>0</HiddenSlides>
  <MMClips>0</MMClips>
  <ScaleCrop>false</ScaleCrop>
  <HeadingPairs>
    <vt:vector size="4" baseType="variant">
      <vt:variant>
        <vt:lpstr>Theme</vt:lpstr>
      </vt:variant>
      <vt:variant>
        <vt:i4>19</vt:i4>
      </vt:variant>
      <vt:variant>
        <vt:lpstr>Slide Titles</vt:lpstr>
      </vt:variant>
      <vt:variant>
        <vt:i4>13</vt:i4>
      </vt:variant>
    </vt:vector>
  </HeadingPairs>
  <TitlesOfParts>
    <vt:vector size="32"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8_Custom Design</vt:lpstr>
      <vt:lpstr>9_Custom Design</vt:lpstr>
      <vt:lpstr>10_Custom Design</vt:lpstr>
      <vt:lpstr>11_Custom Design</vt:lpstr>
      <vt:lpstr>PowerPoint Presentation</vt:lpstr>
      <vt:lpstr> </vt:lpstr>
      <vt:lpstr> </vt:lpstr>
      <vt:lpstr> </vt:lpstr>
      <vt:lpstr> </vt:lpstr>
      <vt:lpstr> </vt:lpstr>
      <vt:lpstr> </vt:lpstr>
      <vt:lpstr>KEY PRINCIPLES FOR THE SECOND STAGE OF REFORM</vt:lpstr>
      <vt:lpstr> </vt:lpstr>
      <vt:lpstr> </vt:lpstr>
      <vt:lpstr> </vt:lpstr>
      <vt:lpstr>KEY DIFFERENCES ACROSS PROPOSALS</vt:lpstr>
      <vt:lpstr>DISCLOSURES Important Notes</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2680</cp:revision>
  <cp:lastPrinted>2015-08-06T15:23:44Z</cp:lastPrinted>
  <dcterms:created xsi:type="dcterms:W3CDTF">2011-07-07T12:37:32Z</dcterms:created>
  <dcterms:modified xsi:type="dcterms:W3CDTF">2017-09-08T15:05:05Z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