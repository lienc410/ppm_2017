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4.xml" ContentType="application/vnd.openxmlformats-officedocument.presentationml.slideLayout+xml"/>
  <Override PartName="/ppt/theme/theme9.xml" ContentType="application/vnd.openxmlformats-officedocument.theme+xml"/>
  <Override PartName="/ppt/slideLayouts/slideLayout15.xml" ContentType="application/vnd.openxmlformats-officedocument.presentationml.slideLayout+xml"/>
  <Override PartName="/ppt/theme/theme10.xml" ContentType="application/vnd.openxmlformats-officedocument.theme+xml"/>
  <Override PartName="/ppt/slideLayouts/slideLayout1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7"/>
  </p:notesMasterIdLst>
  <p:handoutMasterIdLst>
    <p:handoutMasterId r:id="rId38"/>
  </p:handoutMasterIdLst>
  <p:sldIdLst>
    <p:sldId id="433" r:id="rId16"/>
    <p:sldId id="608" r:id="rId17"/>
    <p:sldId id="602" r:id="rId18"/>
    <p:sldId id="607" r:id="rId19"/>
    <p:sldId id="606" r:id="rId20"/>
    <p:sldId id="605" r:id="rId21"/>
    <p:sldId id="609" r:id="rId22"/>
    <p:sldId id="604" r:id="rId23"/>
    <p:sldId id="611" r:id="rId24"/>
    <p:sldId id="612" r:id="rId25"/>
    <p:sldId id="613" r:id="rId26"/>
    <p:sldId id="614" r:id="rId27"/>
    <p:sldId id="615" r:id="rId28"/>
    <p:sldId id="616" r:id="rId29"/>
    <p:sldId id="610" r:id="rId30"/>
    <p:sldId id="617" r:id="rId31"/>
    <p:sldId id="618" r:id="rId32"/>
    <p:sldId id="619" r:id="rId33"/>
    <p:sldId id="620" r:id="rId34"/>
    <p:sldId id="621" r:id="rId35"/>
    <p:sldId id="622" r:id="rId36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1608" y="-121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2.9403270560502999</c:v>
                </c:pt>
                <c:pt idx="1">
                  <c:v>2.8515887646976901</c:v>
                </c:pt>
                <c:pt idx="2">
                  <c:v>3.0092574384375799</c:v>
                </c:pt>
                <c:pt idx="3">
                  <c:v>2.58048347031187</c:v>
                </c:pt>
                <c:pt idx="4">
                  <c:v>2.2254604071283302</c:v>
                </c:pt>
                <c:pt idx="5">
                  <c:v>2.1357740489281101</c:v>
                </c:pt>
                <c:pt idx="6">
                  <c:v>2.11345256186191</c:v>
                </c:pt>
                <c:pt idx="7">
                  <c:v>2.07675597787004</c:v>
                </c:pt>
                <c:pt idx="8">
                  <c:v>2.0678544608068501</c:v>
                </c:pt>
                <c:pt idx="9">
                  <c:v>2.1195306707545698</c:v>
                </c:pt>
                <c:pt idx="10">
                  <c:v>2.1812705009670701</c:v>
                </c:pt>
                <c:pt idx="11">
                  <c:v>2.2641556655418702</c:v>
                </c:pt>
                <c:pt idx="12">
                  <c:v>2.3807444954646</c:v>
                </c:pt>
                <c:pt idx="13">
                  <c:v>2.34543412817301</c:v>
                </c:pt>
                <c:pt idx="14">
                  <c:v>2.29688725514433</c:v>
                </c:pt>
                <c:pt idx="15">
                  <c:v>2.1829314480471198</c:v>
                </c:pt>
                <c:pt idx="16">
                  <c:v>1.94856513902093</c:v>
                </c:pt>
                <c:pt idx="17">
                  <c:v>1.8639765395774599</c:v>
                </c:pt>
                <c:pt idx="18">
                  <c:v>1.8591084721441999</c:v>
                </c:pt>
                <c:pt idx="19">
                  <c:v>1.7550053464528099</c:v>
                </c:pt>
                <c:pt idx="20">
                  <c:v>1.7646720437213701</c:v>
                </c:pt>
                <c:pt idx="21">
                  <c:v>1.7156623103770099</c:v>
                </c:pt>
                <c:pt idx="22">
                  <c:v>1.75821611978022</c:v>
                </c:pt>
                <c:pt idx="23">
                  <c:v>1.7325123286972399</c:v>
                </c:pt>
                <c:pt idx="24">
                  <c:v>1.65662440228792</c:v>
                </c:pt>
                <c:pt idx="25">
                  <c:v>1.6861336087958001</c:v>
                </c:pt>
                <c:pt idx="26">
                  <c:v>1.5949000012047401</c:v>
                </c:pt>
                <c:pt idx="27">
                  <c:v>1.58455075996331</c:v>
                </c:pt>
                <c:pt idx="28">
                  <c:v>1.32406070515968</c:v>
                </c:pt>
                <c:pt idx="29">
                  <c:v>1.1865278613903401</c:v>
                </c:pt>
                <c:pt idx="30">
                  <c:v>1.1666136700208201</c:v>
                </c:pt>
                <c:pt idx="31">
                  <c:v>1.1377007160388899</c:v>
                </c:pt>
                <c:pt idx="32">
                  <c:v>1.07920216987707</c:v>
                </c:pt>
                <c:pt idx="33">
                  <c:v>1.08382055352346</c:v>
                </c:pt>
                <c:pt idx="34">
                  <c:v>1.0348796584787801</c:v>
                </c:pt>
                <c:pt idx="35">
                  <c:v>1.00225552915824</c:v>
                </c:pt>
                <c:pt idx="36">
                  <c:v>1.0269407791318701</c:v>
                </c:pt>
                <c:pt idx="37">
                  <c:v>0.99370403874938795</c:v>
                </c:pt>
                <c:pt idx="38">
                  <c:v>0.97093538221213505</c:v>
                </c:pt>
                <c:pt idx="39">
                  <c:v>0.90443603866915401</c:v>
                </c:pt>
                <c:pt idx="40">
                  <c:v>0.78469756732072504</c:v>
                </c:pt>
                <c:pt idx="41">
                  <c:v>0.73121295093910899</c:v>
                </c:pt>
                <c:pt idx="42">
                  <c:v>0.75234810880885306</c:v>
                </c:pt>
                <c:pt idx="43">
                  <c:v>0.71890986529851197</c:v>
                </c:pt>
                <c:pt idx="44">
                  <c:v>0.74288918882122701</c:v>
                </c:pt>
                <c:pt idx="45">
                  <c:v>0.72468512177834599</c:v>
                </c:pt>
                <c:pt idx="46">
                  <c:v>0.72620129135423395</c:v>
                </c:pt>
                <c:pt idx="47">
                  <c:v>0.68886206547695805</c:v>
                </c:pt>
                <c:pt idx="48">
                  <c:v>0.73175020799269896</c:v>
                </c:pt>
                <c:pt idx="49">
                  <c:v>0.68760699562067096</c:v>
                </c:pt>
                <c:pt idx="50">
                  <c:v>0.69063000413512898</c:v>
                </c:pt>
                <c:pt idx="51">
                  <c:v>0.62462777776288703</c:v>
                </c:pt>
                <c:pt idx="52">
                  <c:v>0.53754334578658403</c:v>
                </c:pt>
                <c:pt idx="53">
                  <c:v>0.51417879238037101</c:v>
                </c:pt>
                <c:pt idx="54">
                  <c:v>0.47831995339336902</c:v>
                </c:pt>
                <c:pt idx="55">
                  <c:v>0.46056294540182102</c:v>
                </c:pt>
                <c:pt idx="56">
                  <c:v>0.47109754077180299</c:v>
                </c:pt>
                <c:pt idx="57">
                  <c:v>0.47010513249710101</c:v>
                </c:pt>
                <c:pt idx="58">
                  <c:v>0.48421266281546399</c:v>
                </c:pt>
                <c:pt idx="59">
                  <c:v>0.51077296294593799</c:v>
                </c:pt>
                <c:pt idx="60">
                  <c:v>0.51036826719876904</c:v>
                </c:pt>
                <c:pt idx="61">
                  <c:v>0.484258752547928</c:v>
                </c:pt>
                <c:pt idx="62">
                  <c:v>0.48709674261546698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2.1789336883058001</c:v>
                </c:pt>
                <c:pt idx="1">
                  <c:v>3.0633433786496198</c:v>
                </c:pt>
                <c:pt idx="2">
                  <c:v>3.0763807364670801</c:v>
                </c:pt>
                <c:pt idx="3">
                  <c:v>3.0909954448893902</c:v>
                </c:pt>
                <c:pt idx="4">
                  <c:v>3.0644641645064201</c:v>
                </c:pt>
                <c:pt idx="5">
                  <c:v>2.9898835984193699</c:v>
                </c:pt>
                <c:pt idx="6">
                  <c:v>2.1803057195506299</c:v>
                </c:pt>
                <c:pt idx="7">
                  <c:v>2.1683789167427099</c:v>
                </c:pt>
                <c:pt idx="8">
                  <c:v>2.16161061991528</c:v>
                </c:pt>
                <c:pt idx="9">
                  <c:v>2.1477006385334199</c:v>
                </c:pt>
                <c:pt idx="10">
                  <c:v>2.1646575165853701</c:v>
                </c:pt>
                <c:pt idx="11">
                  <c:v>2.1836050219682801</c:v>
                </c:pt>
                <c:pt idx="12">
                  <c:v>2.2036165158068699</c:v>
                </c:pt>
                <c:pt idx="13">
                  <c:v>2.2173831635889401</c:v>
                </c:pt>
                <c:pt idx="14">
                  <c:v>2.2121401343952498</c:v>
                </c:pt>
                <c:pt idx="15">
                  <c:v>2.1945904902526099</c:v>
                </c:pt>
                <c:pt idx="16">
                  <c:v>2.1234527362697602</c:v>
                </c:pt>
                <c:pt idx="17">
                  <c:v>2.04567552310434</c:v>
                </c:pt>
                <c:pt idx="18">
                  <c:v>1.9680498395871799</c:v>
                </c:pt>
                <c:pt idx="19">
                  <c:v>1.89503331145862</c:v>
                </c:pt>
                <c:pt idx="20">
                  <c:v>1.85011557125022</c:v>
                </c:pt>
                <c:pt idx="21">
                  <c:v>1.79805558820196</c:v>
                </c:pt>
                <c:pt idx="22">
                  <c:v>1.7633939949035899</c:v>
                </c:pt>
                <c:pt idx="23">
                  <c:v>1.71369265257565</c:v>
                </c:pt>
                <c:pt idx="24">
                  <c:v>1.6524869392698101</c:v>
                </c:pt>
                <c:pt idx="25">
                  <c:v>1.5992620910189399</c:v>
                </c:pt>
                <c:pt idx="26">
                  <c:v>1.5151193307955</c:v>
                </c:pt>
                <c:pt idx="27">
                  <c:v>1.4180863739255301</c:v>
                </c:pt>
                <c:pt idx="28">
                  <c:v>1.26759185646267</c:v>
                </c:pt>
                <c:pt idx="29">
                  <c:v>1.12088997429368</c:v>
                </c:pt>
                <c:pt idx="30">
                  <c:v>0.99837747594723203</c:v>
                </c:pt>
                <c:pt idx="31">
                  <c:v>0.93755294958033397</c:v>
                </c:pt>
                <c:pt idx="32">
                  <c:v>0.88163736532970205</c:v>
                </c:pt>
                <c:pt idx="33">
                  <c:v>0.82969532041938798</c:v>
                </c:pt>
                <c:pt idx="34">
                  <c:v>0.80857769061117901</c:v>
                </c:pt>
                <c:pt idx="35">
                  <c:v>0.79300532544866997</c:v>
                </c:pt>
                <c:pt idx="36">
                  <c:v>0.78093946820035898</c:v>
                </c:pt>
                <c:pt idx="37">
                  <c:v>0.75396016481176198</c:v>
                </c:pt>
                <c:pt idx="38">
                  <c:v>0.74242369597273805</c:v>
                </c:pt>
                <c:pt idx="39">
                  <c:v>0.73634358268571698</c:v>
                </c:pt>
                <c:pt idx="40">
                  <c:v>0.71365705866585105</c:v>
                </c:pt>
                <c:pt idx="41">
                  <c:v>0.69195442483260805</c:v>
                </c:pt>
                <c:pt idx="42">
                  <c:v>0.67207909408447697</c:v>
                </c:pt>
                <c:pt idx="43">
                  <c:v>0.66526277835167202</c:v>
                </c:pt>
                <c:pt idx="44">
                  <c:v>0.65182190655441696</c:v>
                </c:pt>
                <c:pt idx="45">
                  <c:v>0.64925034791391001</c:v>
                </c:pt>
                <c:pt idx="46">
                  <c:v>0.64615707302095904</c:v>
                </c:pt>
                <c:pt idx="47">
                  <c:v>0.64316335901675203</c:v>
                </c:pt>
                <c:pt idx="48">
                  <c:v>0.64276365017818005</c:v>
                </c:pt>
                <c:pt idx="49">
                  <c:v>0.64107251020342204</c:v>
                </c:pt>
                <c:pt idx="50">
                  <c:v>0.63960814557593204</c:v>
                </c:pt>
                <c:pt idx="51">
                  <c:v>0.63780695494949402</c:v>
                </c:pt>
                <c:pt idx="52">
                  <c:v>0.62708853840746104</c:v>
                </c:pt>
                <c:pt idx="53">
                  <c:v>0.61186329741952405</c:v>
                </c:pt>
                <c:pt idx="54">
                  <c:v>0.59734139079103998</c:v>
                </c:pt>
                <c:pt idx="55">
                  <c:v>0.59017045748255303</c:v>
                </c:pt>
                <c:pt idx="56">
                  <c:v>0.58290083593001096</c:v>
                </c:pt>
                <c:pt idx="57">
                  <c:v>0.57761822328333801</c:v>
                </c:pt>
                <c:pt idx="58">
                  <c:v>0.57728536083742099</c:v>
                </c:pt>
                <c:pt idx="59">
                  <c:v>0.57794471904982803</c:v>
                </c:pt>
                <c:pt idx="60">
                  <c:v>0.58072092064777003</c:v>
                </c:pt>
                <c:pt idx="61">
                  <c:v>0.58308342755650799</c:v>
                </c:pt>
                <c:pt idx="62">
                  <c:v>0.58557453951472205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2.1523347633032399</c:v>
                </c:pt>
                <c:pt idx="1">
                  <c:v>2.1791282800968799</c:v>
                </c:pt>
                <c:pt idx="2">
                  <c:v>2.2621514618217602</c:v>
                </c:pt>
                <c:pt idx="3">
                  <c:v>2.3374511477395798</c:v>
                </c:pt>
                <c:pt idx="4">
                  <c:v>2.2796873240873401</c:v>
                </c:pt>
                <c:pt idx="5">
                  <c:v>2.2326216564850201</c:v>
                </c:pt>
                <c:pt idx="6">
                  <c:v>2.2338310275644999</c:v>
                </c:pt>
                <c:pt idx="7">
                  <c:v>2.1894364394424399</c:v>
                </c:pt>
                <c:pt idx="8">
                  <c:v>2.1524203787361502</c:v>
                </c:pt>
                <c:pt idx="9">
                  <c:v>2.1118378076024502</c:v>
                </c:pt>
                <c:pt idx="10">
                  <c:v>2.1322872406214599</c:v>
                </c:pt>
                <c:pt idx="11">
                  <c:v>2.1564726317672802</c:v>
                </c:pt>
                <c:pt idx="12">
                  <c:v>2.1827696252802098</c:v>
                </c:pt>
                <c:pt idx="13">
                  <c:v>2.1837567975769399</c:v>
                </c:pt>
                <c:pt idx="14">
                  <c:v>2.16543213256492</c:v>
                </c:pt>
                <c:pt idx="15">
                  <c:v>2.1362323440895099</c:v>
                </c:pt>
                <c:pt idx="16">
                  <c:v>1.98241370458213</c:v>
                </c:pt>
                <c:pt idx="17">
                  <c:v>1.83919853469801</c:v>
                </c:pt>
                <c:pt idx="18">
                  <c:v>1.7138727020357101</c:v>
                </c:pt>
                <c:pt idx="19">
                  <c:v>1.6314673322353701</c:v>
                </c:pt>
                <c:pt idx="20">
                  <c:v>1.5792915841962401</c:v>
                </c:pt>
                <c:pt idx="21">
                  <c:v>1.5261493949456399</c:v>
                </c:pt>
                <c:pt idx="22">
                  <c:v>1.4993799989015799</c:v>
                </c:pt>
                <c:pt idx="23">
                  <c:v>1.46359278122423</c:v>
                </c:pt>
                <c:pt idx="24">
                  <c:v>1.42016831361644</c:v>
                </c:pt>
                <c:pt idx="25">
                  <c:v>1.3890694378024799</c:v>
                </c:pt>
                <c:pt idx="26">
                  <c:v>1.3454655801912401</c:v>
                </c:pt>
                <c:pt idx="27">
                  <c:v>1.3016225757178099</c:v>
                </c:pt>
                <c:pt idx="28">
                  <c:v>1.2135916878727799</c:v>
                </c:pt>
                <c:pt idx="29">
                  <c:v>1.1381994956305399</c:v>
                </c:pt>
                <c:pt idx="30">
                  <c:v>1.0784884559688199</c:v>
                </c:pt>
                <c:pt idx="31">
                  <c:v>1.04058249537833</c:v>
                </c:pt>
                <c:pt idx="32">
                  <c:v>1.0077341425072399</c:v>
                </c:pt>
                <c:pt idx="33">
                  <c:v>0.97661977827581103</c:v>
                </c:pt>
                <c:pt idx="34">
                  <c:v>0.97561214670822705</c:v>
                </c:pt>
                <c:pt idx="35">
                  <c:v>0.98041182317504205</c:v>
                </c:pt>
                <c:pt idx="36">
                  <c:v>0.98723992336939803</c:v>
                </c:pt>
                <c:pt idx="37">
                  <c:v>0.98801394369167905</c:v>
                </c:pt>
                <c:pt idx="38">
                  <c:v>0.99160781319813696</c:v>
                </c:pt>
                <c:pt idx="39">
                  <c:v>0.99754230363845497</c:v>
                </c:pt>
                <c:pt idx="40">
                  <c:v>0.97799043255789597</c:v>
                </c:pt>
                <c:pt idx="41">
                  <c:v>0.95790016629261299</c:v>
                </c:pt>
                <c:pt idx="42">
                  <c:v>0.93895330721399695</c:v>
                </c:pt>
                <c:pt idx="43">
                  <c:v>0.93889907067923295</c:v>
                </c:pt>
                <c:pt idx="44">
                  <c:v>0.94145507005831697</c:v>
                </c:pt>
                <c:pt idx="45">
                  <c:v>0.93352289596000404</c:v>
                </c:pt>
                <c:pt idx="46">
                  <c:v>0.939065274851414</c:v>
                </c:pt>
                <c:pt idx="47">
                  <c:v>0.94433405833209705</c:v>
                </c:pt>
                <c:pt idx="48">
                  <c:v>0.95249544748146098</c:v>
                </c:pt>
                <c:pt idx="49">
                  <c:v>0.95646478566832105</c:v>
                </c:pt>
                <c:pt idx="50">
                  <c:v>0.96136132335995494</c:v>
                </c:pt>
                <c:pt idx="51">
                  <c:v>0.96425929169279301</c:v>
                </c:pt>
                <c:pt idx="52">
                  <c:v>0.94547493487658896</c:v>
                </c:pt>
                <c:pt idx="53">
                  <c:v>0.92029304078529195</c:v>
                </c:pt>
                <c:pt idx="54">
                  <c:v>0.89587108424849005</c:v>
                </c:pt>
                <c:pt idx="55">
                  <c:v>0.88740404340729195</c:v>
                </c:pt>
                <c:pt idx="56">
                  <c:v>0.87840121887595701</c:v>
                </c:pt>
                <c:pt idx="57">
                  <c:v>0.87176744884277502</c:v>
                </c:pt>
                <c:pt idx="58">
                  <c:v>0.87521990475064604</c:v>
                </c:pt>
                <c:pt idx="59">
                  <c:v>0.87939747671824697</c:v>
                </c:pt>
                <c:pt idx="60">
                  <c:v>0.88541387738282396</c:v>
                </c:pt>
                <c:pt idx="61">
                  <c:v>0.89114245926922298</c:v>
                </c:pt>
                <c:pt idx="62">
                  <c:v>0.89593135037958604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615296"/>
        <c:axId val="210706816"/>
      </c:lineChart>
      <c:dateAx>
        <c:axId val="2086152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706816"/>
        <c:crosses val="autoZero"/>
        <c:auto val="1"/>
        <c:lblOffset val="100"/>
        <c:baseTimeUnit val="months"/>
        <c:majorUnit val="6"/>
        <c:majorTimeUnit val="months"/>
      </c:dateAx>
      <c:valAx>
        <c:axId val="21070681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086152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2.94369415702606</c:v>
                </c:pt>
                <c:pt idx="1">
                  <c:v>2.8544039964127199</c:v>
                </c:pt>
                <c:pt idx="2">
                  <c:v>3.01847609904183</c:v>
                </c:pt>
                <c:pt idx="3">
                  <c:v>2.5918149559730499</c:v>
                </c:pt>
                <c:pt idx="4">
                  <c:v>2.2371485608154602</c:v>
                </c:pt>
                <c:pt idx="5">
                  <c:v>2.1435583911789799</c:v>
                </c:pt>
                <c:pt idx="6">
                  <c:v>2.1173279086885999</c:v>
                </c:pt>
                <c:pt idx="7">
                  <c:v>2.0846663640417198</c:v>
                </c:pt>
                <c:pt idx="8">
                  <c:v>2.0767136045586798</c:v>
                </c:pt>
                <c:pt idx="9">
                  <c:v>2.1306943676025099</c:v>
                </c:pt>
                <c:pt idx="10">
                  <c:v>2.1940195616872402</c:v>
                </c:pt>
                <c:pt idx="11">
                  <c:v>2.2744067973422899</c:v>
                </c:pt>
                <c:pt idx="12">
                  <c:v>2.3940326090877502</c:v>
                </c:pt>
                <c:pt idx="13">
                  <c:v>2.3577087559015699</c:v>
                </c:pt>
                <c:pt idx="14">
                  <c:v>2.3118167644729302</c:v>
                </c:pt>
                <c:pt idx="15">
                  <c:v>2.1955605382016499</c:v>
                </c:pt>
                <c:pt idx="16">
                  <c:v>1.96565477333005</c:v>
                </c:pt>
                <c:pt idx="17">
                  <c:v>1.8745477727752</c:v>
                </c:pt>
                <c:pt idx="18">
                  <c:v>1.8690522527376101</c:v>
                </c:pt>
                <c:pt idx="19">
                  <c:v>1.7835008421335901</c:v>
                </c:pt>
                <c:pt idx="20">
                  <c:v>1.7985188793426401</c:v>
                </c:pt>
                <c:pt idx="21">
                  <c:v>1.74821136020108</c:v>
                </c:pt>
                <c:pt idx="22">
                  <c:v>1.7948698080729599</c:v>
                </c:pt>
                <c:pt idx="23">
                  <c:v>1.7644306973522501</c:v>
                </c:pt>
                <c:pt idx="24">
                  <c:v>1.6842785823566599</c:v>
                </c:pt>
                <c:pt idx="25">
                  <c:v>1.7239156172621499</c:v>
                </c:pt>
                <c:pt idx="26">
                  <c:v>1.63407369714366</c:v>
                </c:pt>
                <c:pt idx="27">
                  <c:v>1.60644195897374</c:v>
                </c:pt>
                <c:pt idx="28">
                  <c:v>1.3451281632401499</c:v>
                </c:pt>
                <c:pt idx="29">
                  <c:v>1.1994987791385301</c:v>
                </c:pt>
                <c:pt idx="30">
                  <c:v>1.17734546359693</c:v>
                </c:pt>
                <c:pt idx="31">
                  <c:v>1.1428769843004101</c:v>
                </c:pt>
                <c:pt idx="32">
                  <c:v>1.0772854823956299</c:v>
                </c:pt>
                <c:pt idx="33">
                  <c:v>1.0788250312813501</c:v>
                </c:pt>
                <c:pt idx="34">
                  <c:v>1.0364740331311999</c:v>
                </c:pt>
                <c:pt idx="35">
                  <c:v>0.99584955516093299</c:v>
                </c:pt>
                <c:pt idx="36">
                  <c:v>1.0089726872343601</c:v>
                </c:pt>
                <c:pt idx="37">
                  <c:v>0.97823824772996804</c:v>
                </c:pt>
                <c:pt idx="38">
                  <c:v>0.94596064443802597</c:v>
                </c:pt>
                <c:pt idx="39">
                  <c:v>0.88176069656054101</c:v>
                </c:pt>
                <c:pt idx="40">
                  <c:v>0.77089322969239304</c:v>
                </c:pt>
                <c:pt idx="41">
                  <c:v>0.70730827752463199</c:v>
                </c:pt>
                <c:pt idx="42">
                  <c:v>0.73020794921990795</c:v>
                </c:pt>
                <c:pt idx="43">
                  <c:v>0.69287565148261598</c:v>
                </c:pt>
                <c:pt idx="44">
                  <c:v>0.71117159013176501</c:v>
                </c:pt>
                <c:pt idx="45">
                  <c:v>0.69269283228867695</c:v>
                </c:pt>
                <c:pt idx="46">
                  <c:v>0.689705290668985</c:v>
                </c:pt>
                <c:pt idx="47">
                  <c:v>0.65397913694174004</c:v>
                </c:pt>
                <c:pt idx="48">
                  <c:v>0.69831895263763299</c:v>
                </c:pt>
                <c:pt idx="49">
                  <c:v>0.64969267875842895</c:v>
                </c:pt>
                <c:pt idx="50">
                  <c:v>0.64380936081920304</c:v>
                </c:pt>
                <c:pt idx="51">
                  <c:v>0.58813600864986404</c:v>
                </c:pt>
                <c:pt idx="52">
                  <c:v>0.50731464004529803</c:v>
                </c:pt>
                <c:pt idx="53">
                  <c:v>0.48334304569323</c:v>
                </c:pt>
                <c:pt idx="54">
                  <c:v>0.44822073042972699</c:v>
                </c:pt>
                <c:pt idx="55">
                  <c:v>0.42191429944450398</c:v>
                </c:pt>
                <c:pt idx="56">
                  <c:v>0.43800255169093</c:v>
                </c:pt>
                <c:pt idx="57">
                  <c:v>0.43729943870187699</c:v>
                </c:pt>
                <c:pt idx="58">
                  <c:v>0.44998184278133302</c:v>
                </c:pt>
                <c:pt idx="59">
                  <c:v>0.468423935065643</c:v>
                </c:pt>
                <c:pt idx="60">
                  <c:v>0.47337548501534799</c:v>
                </c:pt>
                <c:pt idx="61">
                  <c:v>0.44586697615924797</c:v>
                </c:pt>
                <c:pt idx="62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2.1837726979922798</c:v>
                </c:pt>
                <c:pt idx="1">
                  <c:v>3.0736354297858801</c:v>
                </c:pt>
                <c:pt idx="2">
                  <c:v>3.0887582695690101</c:v>
                </c:pt>
                <c:pt idx="3">
                  <c:v>3.1085471658088699</c:v>
                </c:pt>
                <c:pt idx="4">
                  <c:v>3.0846357568034302</c:v>
                </c:pt>
                <c:pt idx="5">
                  <c:v>3.0121119127517901</c:v>
                </c:pt>
                <c:pt idx="6">
                  <c:v>2.19802804185941</c:v>
                </c:pt>
                <c:pt idx="7">
                  <c:v>2.1880815490063399</c:v>
                </c:pt>
                <c:pt idx="8">
                  <c:v>2.18255582247318</c:v>
                </c:pt>
                <c:pt idx="9">
                  <c:v>2.1696778241548702</c:v>
                </c:pt>
                <c:pt idx="10">
                  <c:v>2.1878637354274399</c:v>
                </c:pt>
                <c:pt idx="11">
                  <c:v>2.2090625165183901</c:v>
                </c:pt>
                <c:pt idx="12">
                  <c:v>2.2312495575365201</c:v>
                </c:pt>
                <c:pt idx="13">
                  <c:v>2.2458286346404801</c:v>
                </c:pt>
                <c:pt idx="14">
                  <c:v>2.2434528213724798</c:v>
                </c:pt>
                <c:pt idx="15">
                  <c:v>2.2273329895451699</c:v>
                </c:pt>
                <c:pt idx="16">
                  <c:v>2.1591735239472301</c:v>
                </c:pt>
                <c:pt idx="17">
                  <c:v>2.0819611047409601</c:v>
                </c:pt>
                <c:pt idx="18">
                  <c:v>2.00481238151847</c:v>
                </c:pt>
                <c:pt idx="19">
                  <c:v>1.9459750817466199</c:v>
                </c:pt>
                <c:pt idx="20">
                  <c:v>1.90584412645624</c:v>
                </c:pt>
                <c:pt idx="21">
                  <c:v>1.8567591425996499</c:v>
                </c:pt>
                <c:pt idx="22">
                  <c:v>1.8260085103074799</c:v>
                </c:pt>
                <c:pt idx="23">
                  <c:v>1.7782762112519599</c:v>
                </c:pt>
                <c:pt idx="24">
                  <c:v>1.7186400983625001</c:v>
                </c:pt>
                <c:pt idx="25">
                  <c:v>1.6629627046214599</c:v>
                </c:pt>
                <c:pt idx="26">
                  <c:v>1.57581280529392</c:v>
                </c:pt>
                <c:pt idx="27">
                  <c:v>1.4742819140416299</c:v>
                </c:pt>
                <c:pt idx="28">
                  <c:v>1.3157593524319999</c:v>
                </c:pt>
                <c:pt idx="29">
                  <c:v>1.15965742040034</c:v>
                </c:pt>
                <c:pt idx="30">
                  <c:v>1.0286133551457199</c:v>
                </c:pt>
                <c:pt idx="31">
                  <c:v>0.96127837046868803</c:v>
                </c:pt>
                <c:pt idx="32">
                  <c:v>0.898634906644868</c:v>
                </c:pt>
                <c:pt idx="33">
                  <c:v>0.83957987206858498</c:v>
                </c:pt>
                <c:pt idx="34">
                  <c:v>0.81321177002324796</c:v>
                </c:pt>
                <c:pt idx="35">
                  <c:v>0.79239608631741498</c:v>
                </c:pt>
                <c:pt idx="36">
                  <c:v>0.77502145563351799</c:v>
                </c:pt>
                <c:pt idx="37">
                  <c:v>0.742582807280323</c:v>
                </c:pt>
                <c:pt idx="38">
                  <c:v>0.72579087292714595</c:v>
                </c:pt>
                <c:pt idx="39">
                  <c:v>0.71445401113231499</c:v>
                </c:pt>
                <c:pt idx="40">
                  <c:v>0.68527058465204205</c:v>
                </c:pt>
                <c:pt idx="41">
                  <c:v>0.65713235169603301</c:v>
                </c:pt>
                <c:pt idx="42">
                  <c:v>0.63119239859630305</c:v>
                </c:pt>
                <c:pt idx="43">
                  <c:v>0.61922572181930502</c:v>
                </c:pt>
                <c:pt idx="44">
                  <c:v>0.60012656334778003</c:v>
                </c:pt>
                <c:pt idx="45">
                  <c:v>0.59365642927552398</c:v>
                </c:pt>
                <c:pt idx="46">
                  <c:v>0.58630493428973895</c:v>
                </c:pt>
                <c:pt idx="47">
                  <c:v>0.57929486066343705</c:v>
                </c:pt>
                <c:pt idx="48">
                  <c:v>0.574937229593664</c:v>
                </c:pt>
                <c:pt idx="49">
                  <c:v>0.56925989513713104</c:v>
                </c:pt>
                <c:pt idx="50">
                  <c:v>0.56405824226322099</c:v>
                </c:pt>
                <c:pt idx="51">
                  <c:v>0.55886162562782704</c:v>
                </c:pt>
                <c:pt idx="52">
                  <c:v>0.54410039420119705</c:v>
                </c:pt>
                <c:pt idx="53">
                  <c:v>0.525555810829614</c:v>
                </c:pt>
                <c:pt idx="54">
                  <c:v>0.50835013898206105</c:v>
                </c:pt>
                <c:pt idx="55">
                  <c:v>0.49883024905245099</c:v>
                </c:pt>
                <c:pt idx="56">
                  <c:v>0.48956770046560999</c:v>
                </c:pt>
                <c:pt idx="57">
                  <c:v>0.48220698121806999</c:v>
                </c:pt>
                <c:pt idx="58">
                  <c:v>0.479767248479124</c:v>
                </c:pt>
                <c:pt idx="59">
                  <c:v>0.47842443283664399</c:v>
                </c:pt>
                <c:pt idx="60">
                  <c:v>0.47922180762259797</c:v>
                </c:pt>
                <c:pt idx="61">
                  <c:v>0.47963626316734898</c:v>
                </c:pt>
                <c:pt idx="62">
                  <c:v>0.48028969715745401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2.1546881322415299</c:v>
                </c:pt>
                <c:pt idx="1">
                  <c:v>2.1831643663766198</c:v>
                </c:pt>
                <c:pt idx="2">
                  <c:v>2.2672433282444202</c:v>
                </c:pt>
                <c:pt idx="3">
                  <c:v>2.34596760052426</c:v>
                </c:pt>
                <c:pt idx="4">
                  <c:v>2.28908673839581</c:v>
                </c:pt>
                <c:pt idx="5">
                  <c:v>2.2427194920072102</c:v>
                </c:pt>
                <c:pt idx="6">
                  <c:v>2.2447436563705101</c:v>
                </c:pt>
                <c:pt idx="7">
                  <c:v>2.2009848931599398</c:v>
                </c:pt>
                <c:pt idx="8">
                  <c:v>2.1637330684896598</c:v>
                </c:pt>
                <c:pt idx="9">
                  <c:v>2.1226306861735398</c:v>
                </c:pt>
                <c:pt idx="10">
                  <c:v>2.1427485808462401</c:v>
                </c:pt>
                <c:pt idx="11">
                  <c:v>2.1673749612537798</c:v>
                </c:pt>
                <c:pt idx="12">
                  <c:v>2.1939264221258901</c:v>
                </c:pt>
                <c:pt idx="13">
                  <c:v>2.1935650400789801</c:v>
                </c:pt>
                <c:pt idx="14">
                  <c:v>2.1758004327617702</c:v>
                </c:pt>
                <c:pt idx="15">
                  <c:v>2.14567293926611</c:v>
                </c:pt>
                <c:pt idx="16">
                  <c:v>1.9919274073748501</c:v>
                </c:pt>
                <c:pt idx="17">
                  <c:v>1.8466463021021</c:v>
                </c:pt>
                <c:pt idx="18">
                  <c:v>1.7194732417196901</c:v>
                </c:pt>
                <c:pt idx="19">
                  <c:v>1.6450476970238199</c:v>
                </c:pt>
                <c:pt idx="20">
                  <c:v>1.5925515036783999</c:v>
                </c:pt>
                <c:pt idx="21">
                  <c:v>1.53706669277068</c:v>
                </c:pt>
                <c:pt idx="22">
                  <c:v>1.5077676565211</c:v>
                </c:pt>
                <c:pt idx="23">
                  <c:v>1.4673599932153201</c:v>
                </c:pt>
                <c:pt idx="24">
                  <c:v>1.4192180654403199</c:v>
                </c:pt>
                <c:pt idx="25">
                  <c:v>1.3796229913386</c:v>
                </c:pt>
                <c:pt idx="26">
                  <c:v>1.3279261538056599</c:v>
                </c:pt>
                <c:pt idx="27">
                  <c:v>1.2749515962276501</c:v>
                </c:pt>
                <c:pt idx="28">
                  <c:v>1.1796466013015401</c:v>
                </c:pt>
                <c:pt idx="29">
                  <c:v>1.09685474894174</c:v>
                </c:pt>
                <c:pt idx="30">
                  <c:v>1.03012762274033</c:v>
                </c:pt>
                <c:pt idx="31">
                  <c:v>0.98252492426313998</c:v>
                </c:pt>
                <c:pt idx="32">
                  <c:v>0.93949352998626801</c:v>
                </c:pt>
                <c:pt idx="33">
                  <c:v>0.89816915024493205</c:v>
                </c:pt>
                <c:pt idx="34">
                  <c:v>0.88331105553032296</c:v>
                </c:pt>
                <c:pt idx="35">
                  <c:v>0.87343605915515299</c:v>
                </c:pt>
                <c:pt idx="36">
                  <c:v>0.86544363410243597</c:v>
                </c:pt>
                <c:pt idx="37">
                  <c:v>0.85247022486094604</c:v>
                </c:pt>
                <c:pt idx="38">
                  <c:v>0.84259107010773404</c:v>
                </c:pt>
                <c:pt idx="39">
                  <c:v>0.83506097343710695</c:v>
                </c:pt>
                <c:pt idx="40">
                  <c:v>0.80859214605442098</c:v>
                </c:pt>
                <c:pt idx="41">
                  <c:v>0.78210903517684804</c:v>
                </c:pt>
                <c:pt idx="42">
                  <c:v>0.75725363012071301</c:v>
                </c:pt>
                <c:pt idx="43">
                  <c:v>0.74684526804180695</c:v>
                </c:pt>
                <c:pt idx="44">
                  <c:v>0.73820703984452996</c:v>
                </c:pt>
                <c:pt idx="45">
                  <c:v>0.72280786517570095</c:v>
                </c:pt>
                <c:pt idx="46">
                  <c:v>0.716774939922316</c:v>
                </c:pt>
                <c:pt idx="47">
                  <c:v>0.71081910130338399</c:v>
                </c:pt>
                <c:pt idx="48">
                  <c:v>0.70744130743589695</c:v>
                </c:pt>
                <c:pt idx="49">
                  <c:v>0.70160083031551901</c:v>
                </c:pt>
                <c:pt idx="50">
                  <c:v>0.69745945500254702</c:v>
                </c:pt>
                <c:pt idx="51">
                  <c:v>0.69201004346237704</c:v>
                </c:pt>
                <c:pt idx="52">
                  <c:v>0.67395590375157699</c:v>
                </c:pt>
                <c:pt idx="53">
                  <c:v>0.65134723090760605</c:v>
                </c:pt>
                <c:pt idx="54">
                  <c:v>0.63025235567846205</c:v>
                </c:pt>
                <c:pt idx="55">
                  <c:v>0.618837310681153</c:v>
                </c:pt>
                <c:pt idx="56">
                  <c:v>0.60805318515320095</c:v>
                </c:pt>
                <c:pt idx="57">
                  <c:v>0.59970445226709101</c:v>
                </c:pt>
                <c:pt idx="58">
                  <c:v>0.59778388090646595</c:v>
                </c:pt>
                <c:pt idx="59">
                  <c:v>0.597121980835713</c:v>
                </c:pt>
                <c:pt idx="60">
                  <c:v>0.59904043385167205</c:v>
                </c:pt>
                <c:pt idx="61">
                  <c:v>0.60016022759161702</c:v>
                </c:pt>
                <c:pt idx="62">
                  <c:v>0.60158012704293296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257408"/>
        <c:axId val="254676352"/>
      </c:lineChart>
      <c:dateAx>
        <c:axId val="2542574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4676352"/>
        <c:crosses val="autoZero"/>
        <c:auto val="1"/>
        <c:lblOffset val="100"/>
        <c:baseTimeUnit val="months"/>
        <c:majorUnit val="6"/>
        <c:majorTimeUnit val="months"/>
      </c:dateAx>
      <c:valAx>
        <c:axId val="2546763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4257408"/>
        <c:crosses val="autoZero"/>
        <c:crossBetween val="midCat"/>
      </c:valAx>
      <c:spPr>
        <a:noFill/>
        <a:ln w="25400">
          <a:noFill/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0.22696273637507999</c:v>
                </c:pt>
                <c:pt idx="3">
                  <c:v>0.41511955536134298</c:v>
                </c:pt>
                <c:pt idx="4">
                  <c:v>0.14997256081680199</c:v>
                </c:pt>
                <c:pt idx="5">
                  <c:v>0.29877672067334399</c:v>
                </c:pt>
                <c:pt idx="6">
                  <c:v>0.133444045202158</c:v>
                </c:pt>
                <c:pt idx="7">
                  <c:v>0.194100471672876</c:v>
                </c:pt>
                <c:pt idx="8">
                  <c:v>8.0194661707522194E-2</c:v>
                </c:pt>
                <c:pt idx="9">
                  <c:v>0</c:v>
                </c:pt>
                <c:pt idx="10">
                  <c:v>0.223132839979645</c:v>
                </c:pt>
                <c:pt idx="11">
                  <c:v>0</c:v>
                </c:pt>
                <c:pt idx="12">
                  <c:v>8.81532759084869E-2</c:v>
                </c:pt>
                <c:pt idx="13">
                  <c:v>6.7306004729239505E-2</c:v>
                </c:pt>
                <c:pt idx="14">
                  <c:v>0.170830333984473</c:v>
                </c:pt>
                <c:pt idx="15">
                  <c:v>4.7257976221814997E-2</c:v>
                </c:pt>
                <c:pt idx="16">
                  <c:v>5.2325381652229601E-2</c:v>
                </c:pt>
                <c:pt idx="17">
                  <c:v>0</c:v>
                </c:pt>
                <c:pt idx="18">
                  <c:v>0</c:v>
                </c:pt>
                <c:pt idx="19">
                  <c:v>0.20550623794862699</c:v>
                </c:pt>
                <c:pt idx="20">
                  <c:v>4.6313058751501497E-2</c:v>
                </c:pt>
                <c:pt idx="21">
                  <c:v>0</c:v>
                </c:pt>
                <c:pt idx="22">
                  <c:v>9.7128660250378501E-2</c:v>
                </c:pt>
                <c:pt idx="23">
                  <c:v>0.119835171820071</c:v>
                </c:pt>
                <c:pt idx="24">
                  <c:v>3.6941649739852297E-2</c:v>
                </c:pt>
                <c:pt idx="25">
                  <c:v>8.4311175306639494E-2</c:v>
                </c:pt>
                <c:pt idx="26">
                  <c:v>0.10311992184876</c:v>
                </c:pt>
                <c:pt idx="27">
                  <c:v>4.8589053564296297E-2</c:v>
                </c:pt>
                <c:pt idx="28">
                  <c:v>2.8236448330332099E-2</c:v>
                </c:pt>
                <c:pt idx="29">
                  <c:v>5.9085622279897401E-2</c:v>
                </c:pt>
                <c:pt idx="30">
                  <c:v>4.45157870088475E-2</c:v>
                </c:pt>
                <c:pt idx="31">
                  <c:v>5.5638049005013498E-2</c:v>
                </c:pt>
                <c:pt idx="32">
                  <c:v>4.3621665805360102E-2</c:v>
                </c:pt>
                <c:pt idx="33">
                  <c:v>7.8611385224580693E-2</c:v>
                </c:pt>
                <c:pt idx="34">
                  <c:v>6.4174020570873E-2</c:v>
                </c:pt>
                <c:pt idx="35">
                  <c:v>2.41930337492091E-2</c:v>
                </c:pt>
                <c:pt idx="36">
                  <c:v>3.3883757249852903E-2</c:v>
                </c:pt>
                <c:pt idx="37">
                  <c:v>7.0191862561275201E-2</c:v>
                </c:pt>
                <c:pt idx="38">
                  <c:v>0</c:v>
                </c:pt>
                <c:pt idx="39">
                  <c:v>0</c:v>
                </c:pt>
                <c:pt idx="40">
                  <c:v>3.03463692512662E-2</c:v>
                </c:pt>
                <c:pt idx="41">
                  <c:v>8.9049625222636902E-2</c:v>
                </c:pt>
                <c:pt idx="42">
                  <c:v>0.119118864486467</c:v>
                </c:pt>
                <c:pt idx="43">
                  <c:v>8.2103125050214706E-2</c:v>
                </c:pt>
                <c:pt idx="44">
                  <c:v>4.8598743451810901E-2</c:v>
                </c:pt>
                <c:pt idx="45">
                  <c:v>0.117854442895149</c:v>
                </c:pt>
                <c:pt idx="46">
                  <c:v>2.6388848964265001E-2</c:v>
                </c:pt>
                <c:pt idx="47">
                  <c:v>8.5151275160444406E-2</c:v>
                </c:pt>
                <c:pt idx="48">
                  <c:v>0.13158484295564499</c:v>
                </c:pt>
                <c:pt idx="49">
                  <c:v>9.3392530557345796E-2</c:v>
                </c:pt>
                <c:pt idx="50">
                  <c:v>6.7893245204087002E-2</c:v>
                </c:pt>
                <c:pt idx="51">
                  <c:v>7.6871349007945303E-2</c:v>
                </c:pt>
                <c:pt idx="52">
                  <c:v>2.0595158197211898E-2</c:v>
                </c:pt>
                <c:pt idx="53">
                  <c:v>8.1415182531341404E-2</c:v>
                </c:pt>
                <c:pt idx="54">
                  <c:v>2.69113445388269E-2</c:v>
                </c:pt>
                <c:pt idx="55">
                  <c:v>6.7578953037727998E-2</c:v>
                </c:pt>
                <c:pt idx="56">
                  <c:v>2.3064118586812999E-2</c:v>
                </c:pt>
                <c:pt idx="57">
                  <c:v>7.0677389451234696E-2</c:v>
                </c:pt>
                <c:pt idx="58">
                  <c:v>1.9871955952954799E-2</c:v>
                </c:pt>
                <c:pt idx="59">
                  <c:v>4.3471699436070703E-2</c:v>
                </c:pt>
                <c:pt idx="60">
                  <c:v>0.115304968227825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1"/>
                <c:pt idx="0">
                  <c:v>0.254893948113388</c:v>
                </c:pt>
                <c:pt idx="1">
                  <c:v>0.138917627414548</c:v>
                </c:pt>
                <c:pt idx="2">
                  <c:v>0.12508188908627599</c:v>
                </c:pt>
                <c:pt idx="3">
                  <c:v>0.11193748816023</c:v>
                </c:pt>
                <c:pt idx="4">
                  <c:v>8.9934583843931395E-2</c:v>
                </c:pt>
                <c:pt idx="5">
                  <c:v>8.2590456575359905E-2</c:v>
                </c:pt>
                <c:pt idx="6">
                  <c:v>8.3640789553940401E-2</c:v>
                </c:pt>
                <c:pt idx="7">
                  <c:v>8.3819893234038406E-2</c:v>
                </c:pt>
                <c:pt idx="8">
                  <c:v>8.9888964057083201E-2</c:v>
                </c:pt>
                <c:pt idx="9">
                  <c:v>8.9796614295212199E-2</c:v>
                </c:pt>
                <c:pt idx="10">
                  <c:v>9.2941622631281806E-2</c:v>
                </c:pt>
                <c:pt idx="11">
                  <c:v>9.7950478356434403E-2</c:v>
                </c:pt>
                <c:pt idx="12">
                  <c:v>9.8501955374807895E-2</c:v>
                </c:pt>
                <c:pt idx="13">
                  <c:v>0.101589344331798</c:v>
                </c:pt>
                <c:pt idx="14">
                  <c:v>9.3278983892697301E-2</c:v>
                </c:pt>
                <c:pt idx="15">
                  <c:v>9.2849624242030707E-2</c:v>
                </c:pt>
                <c:pt idx="16">
                  <c:v>8.9662764357478802E-2</c:v>
                </c:pt>
                <c:pt idx="17">
                  <c:v>9.0814168804820294E-2</c:v>
                </c:pt>
                <c:pt idx="18">
                  <c:v>9.4477114569180301E-2</c:v>
                </c:pt>
                <c:pt idx="19">
                  <c:v>9.8523476076450803E-2</c:v>
                </c:pt>
                <c:pt idx="20">
                  <c:v>9.6521155044659898E-2</c:v>
                </c:pt>
                <c:pt idx="21">
                  <c:v>9.2102156507223296E-2</c:v>
                </c:pt>
                <c:pt idx="22">
                  <c:v>8.8540817109206096E-2</c:v>
                </c:pt>
                <c:pt idx="23">
                  <c:v>9.1902498872409297E-2</c:v>
                </c:pt>
                <c:pt idx="24">
                  <c:v>9.0162172167107493E-2</c:v>
                </c:pt>
                <c:pt idx="25">
                  <c:v>8.8694207917006093E-2</c:v>
                </c:pt>
                <c:pt idx="26">
                  <c:v>8.3327775305297405E-2</c:v>
                </c:pt>
                <c:pt idx="27">
                  <c:v>8.1571671499214293E-2</c:v>
                </c:pt>
                <c:pt idx="28">
                  <c:v>8.0307825473580105E-2</c:v>
                </c:pt>
                <c:pt idx="29">
                  <c:v>8.1778708343194201E-2</c:v>
                </c:pt>
                <c:pt idx="30">
                  <c:v>8.3267095517780595E-2</c:v>
                </c:pt>
                <c:pt idx="31">
                  <c:v>8.5384599857218899E-2</c:v>
                </c:pt>
                <c:pt idx="32">
                  <c:v>8.9709050014263894E-2</c:v>
                </c:pt>
                <c:pt idx="33">
                  <c:v>9.4652969217190505E-2</c:v>
                </c:pt>
                <c:pt idx="34">
                  <c:v>9.9537641414915196E-2</c:v>
                </c:pt>
                <c:pt idx="35">
                  <c:v>0.10202555258728201</c:v>
                </c:pt>
                <c:pt idx="36">
                  <c:v>0.107026393157095</c:v>
                </c:pt>
                <c:pt idx="37">
                  <c:v>0.113106216937198</c:v>
                </c:pt>
                <c:pt idx="38">
                  <c:v>0.117884530795176</c:v>
                </c:pt>
                <c:pt idx="39">
                  <c:v>0.122213372861735</c:v>
                </c:pt>
                <c:pt idx="40">
                  <c:v>0.12613168757902299</c:v>
                </c:pt>
                <c:pt idx="41">
                  <c:v>0.131215109176785</c:v>
                </c:pt>
                <c:pt idx="42">
                  <c:v>0.13523767896012101</c:v>
                </c:pt>
                <c:pt idx="43">
                  <c:v>0.13874190642995099</c:v>
                </c:pt>
                <c:pt idx="44">
                  <c:v>0.14256653498201399</c:v>
                </c:pt>
                <c:pt idx="45">
                  <c:v>0.14657742020532899</c:v>
                </c:pt>
                <c:pt idx="46">
                  <c:v>0.15065891295998901</c:v>
                </c:pt>
                <c:pt idx="47">
                  <c:v>0.15386724420922701</c:v>
                </c:pt>
                <c:pt idx="48">
                  <c:v>0.15802961582722699</c:v>
                </c:pt>
                <c:pt idx="49">
                  <c:v>0.161935359852206</c:v>
                </c:pt>
                <c:pt idx="50">
                  <c:v>0.16225907717802901</c:v>
                </c:pt>
                <c:pt idx="51">
                  <c:v>0.16319540794832399</c:v>
                </c:pt>
                <c:pt idx="52">
                  <c:v>0.16186590538757001</c:v>
                </c:pt>
                <c:pt idx="53">
                  <c:v>0.162020445793054</c:v>
                </c:pt>
                <c:pt idx="54">
                  <c:v>0.16324298328718201</c:v>
                </c:pt>
                <c:pt idx="55">
                  <c:v>0.164214696822018</c:v>
                </c:pt>
                <c:pt idx="56">
                  <c:v>0.168833440895966</c:v>
                </c:pt>
                <c:pt idx="57">
                  <c:v>0.173710398986682</c:v>
                </c:pt>
                <c:pt idx="58">
                  <c:v>0.180356743334709</c:v>
                </c:pt>
                <c:pt idx="59">
                  <c:v>0.186928535129738</c:v>
                </c:pt>
                <c:pt idx="60">
                  <c:v>0.193095557119805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1"/>
                <c:pt idx="0">
                  <c:v>0.23491253553617999</c:v>
                </c:pt>
                <c:pt idx="1">
                  <c:v>0.131241029026785</c:v>
                </c:pt>
                <c:pt idx="2">
                  <c:v>0.11974372711490699</c:v>
                </c:pt>
                <c:pt idx="3">
                  <c:v>0.108845324639306</c:v>
                </c:pt>
                <c:pt idx="4">
                  <c:v>9.6631916170997201E-2</c:v>
                </c:pt>
                <c:pt idx="5">
                  <c:v>8.9722980315620801E-2</c:v>
                </c:pt>
                <c:pt idx="6">
                  <c:v>8.9738570112940494E-2</c:v>
                </c:pt>
                <c:pt idx="7">
                  <c:v>9.0452568030186004E-2</c:v>
                </c:pt>
                <c:pt idx="8">
                  <c:v>9.5590106753873402E-2</c:v>
                </c:pt>
                <c:pt idx="9">
                  <c:v>9.3902771736376095E-2</c:v>
                </c:pt>
                <c:pt idx="10">
                  <c:v>9.5957643255151201E-2</c:v>
                </c:pt>
                <c:pt idx="11">
                  <c:v>9.9950684057104097E-2</c:v>
                </c:pt>
                <c:pt idx="12">
                  <c:v>9.90340112922872E-2</c:v>
                </c:pt>
                <c:pt idx="13">
                  <c:v>0.101251170493455</c:v>
                </c:pt>
                <c:pt idx="14">
                  <c:v>9.4302390074663095E-2</c:v>
                </c:pt>
                <c:pt idx="15">
                  <c:v>9.4347495530078304E-2</c:v>
                </c:pt>
                <c:pt idx="16">
                  <c:v>9.2837492807928995E-2</c:v>
                </c:pt>
                <c:pt idx="17">
                  <c:v>9.4580035658675704E-2</c:v>
                </c:pt>
                <c:pt idx="18">
                  <c:v>9.8377661156301394E-2</c:v>
                </c:pt>
                <c:pt idx="19">
                  <c:v>0.101647757179213</c:v>
                </c:pt>
                <c:pt idx="20">
                  <c:v>0.100211456198052</c:v>
                </c:pt>
                <c:pt idx="21">
                  <c:v>9.6293726489626905E-2</c:v>
                </c:pt>
                <c:pt idx="22">
                  <c:v>9.27447251305447E-2</c:v>
                </c:pt>
                <c:pt idx="23">
                  <c:v>9.7193058550570893E-2</c:v>
                </c:pt>
                <c:pt idx="24">
                  <c:v>9.6958957179060806E-2</c:v>
                </c:pt>
                <c:pt idx="25">
                  <c:v>9.7752497153902301E-2</c:v>
                </c:pt>
                <c:pt idx="26">
                  <c:v>9.4017453729422495E-2</c:v>
                </c:pt>
                <c:pt idx="27">
                  <c:v>9.4647837789962899E-2</c:v>
                </c:pt>
                <c:pt idx="28">
                  <c:v>9.5062644147525494E-2</c:v>
                </c:pt>
                <c:pt idx="29">
                  <c:v>9.6873908305017395E-2</c:v>
                </c:pt>
                <c:pt idx="30">
                  <c:v>9.8632979405444104E-2</c:v>
                </c:pt>
                <c:pt idx="31">
                  <c:v>0.101404652657622</c:v>
                </c:pt>
                <c:pt idx="32">
                  <c:v>0.107698567300007</c:v>
                </c:pt>
                <c:pt idx="33">
                  <c:v>0.114438334493994</c:v>
                </c:pt>
                <c:pt idx="34">
                  <c:v>0.121292914760029</c:v>
                </c:pt>
                <c:pt idx="35">
                  <c:v>0.12668205442321101</c:v>
                </c:pt>
                <c:pt idx="36">
                  <c:v>0.13351806348334</c:v>
                </c:pt>
                <c:pt idx="37">
                  <c:v>0.141068950468271</c:v>
                </c:pt>
                <c:pt idx="38">
                  <c:v>0.14578974038458301</c:v>
                </c:pt>
                <c:pt idx="39">
                  <c:v>0.149788387370653</c:v>
                </c:pt>
                <c:pt idx="40">
                  <c:v>0.153467852235911</c:v>
                </c:pt>
                <c:pt idx="41">
                  <c:v>0.159650767780595</c:v>
                </c:pt>
                <c:pt idx="42">
                  <c:v>0.165919876994369</c:v>
                </c:pt>
                <c:pt idx="43">
                  <c:v>0.16965117641409799</c:v>
                </c:pt>
                <c:pt idx="44">
                  <c:v>0.17523445155331899</c:v>
                </c:pt>
                <c:pt idx="45">
                  <c:v>0.18075821368093201</c:v>
                </c:pt>
                <c:pt idx="46">
                  <c:v>0.186472795618808</c:v>
                </c:pt>
                <c:pt idx="47">
                  <c:v>0.19050565252510801</c:v>
                </c:pt>
                <c:pt idx="48">
                  <c:v>0.195112520231633</c:v>
                </c:pt>
                <c:pt idx="49">
                  <c:v>0.20065167530443101</c:v>
                </c:pt>
                <c:pt idx="50">
                  <c:v>0.198869108160205</c:v>
                </c:pt>
                <c:pt idx="51">
                  <c:v>0.198623471515424</c:v>
                </c:pt>
                <c:pt idx="52">
                  <c:v>0.195805115391601</c:v>
                </c:pt>
                <c:pt idx="53">
                  <c:v>0.19643845434200699</c:v>
                </c:pt>
                <c:pt idx="54">
                  <c:v>0.19808291158289701</c:v>
                </c:pt>
                <c:pt idx="55">
                  <c:v>0.19956547490747001</c:v>
                </c:pt>
                <c:pt idx="56">
                  <c:v>0.20599085619643601</c:v>
                </c:pt>
                <c:pt idx="57">
                  <c:v>0.21294204367597899</c:v>
                </c:pt>
                <c:pt idx="58">
                  <c:v>0.221736454073407</c:v>
                </c:pt>
                <c:pt idx="59">
                  <c:v>0.22998010775068201</c:v>
                </c:pt>
                <c:pt idx="60">
                  <c:v>0.237935813759305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924672"/>
        <c:axId val="252926208"/>
      </c:lineChart>
      <c:dateAx>
        <c:axId val="2529246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2926208"/>
        <c:crosses val="autoZero"/>
        <c:auto val="1"/>
        <c:lblOffset val="100"/>
        <c:baseTimeUnit val="months"/>
        <c:majorUnit val="6"/>
        <c:majorTimeUnit val="months"/>
      </c:dateAx>
      <c:valAx>
        <c:axId val="252926208"/>
        <c:scaling>
          <c:orientation val="minMax"/>
          <c:max val="0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2924672"/>
        <c:crosses val="autoZero"/>
        <c:crossBetween val="midCat"/>
        <c:majorUnit val="0.1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1.04631944292003</c:v>
                </c:pt>
                <c:pt idx="1">
                  <c:v>2.08468844246653</c:v>
                </c:pt>
                <c:pt idx="2">
                  <c:v>1.4608417769295401</c:v>
                </c:pt>
                <c:pt idx="3">
                  <c:v>1.3464863334513799</c:v>
                </c:pt>
                <c:pt idx="4">
                  <c:v>0.98139407993934602</c:v>
                </c:pt>
                <c:pt idx="5">
                  <c:v>1.7104170283264699</c:v>
                </c:pt>
                <c:pt idx="6">
                  <c:v>2.6223027922401498</c:v>
                </c:pt>
                <c:pt idx="7">
                  <c:v>2.0476761053838</c:v>
                </c:pt>
                <c:pt idx="8">
                  <c:v>2.1192492021183602</c:v>
                </c:pt>
                <c:pt idx="9">
                  <c:v>1.96830303110418</c:v>
                </c:pt>
                <c:pt idx="10">
                  <c:v>2.03232550983684</c:v>
                </c:pt>
                <c:pt idx="11">
                  <c:v>2.7040705424370901</c:v>
                </c:pt>
                <c:pt idx="12">
                  <c:v>2.5757107416823102</c:v>
                </c:pt>
                <c:pt idx="13">
                  <c:v>2.8767326354994101</c:v>
                </c:pt>
                <c:pt idx="14">
                  <c:v>2.6239781294933899</c:v>
                </c:pt>
                <c:pt idx="15">
                  <c:v>2.72826900176414</c:v>
                </c:pt>
                <c:pt idx="16">
                  <c:v>2.0030860941525499</c:v>
                </c:pt>
                <c:pt idx="17">
                  <c:v>2.4424986805369602</c:v>
                </c:pt>
                <c:pt idx="18">
                  <c:v>2.4929084668971702</c:v>
                </c:pt>
                <c:pt idx="19">
                  <c:v>1.9543691302675601</c:v>
                </c:pt>
                <c:pt idx="20">
                  <c:v>1.9184626625608301</c:v>
                </c:pt>
                <c:pt idx="21">
                  <c:v>1.9430073958995</c:v>
                </c:pt>
                <c:pt idx="22">
                  <c:v>1.7836834859380699</c:v>
                </c:pt>
                <c:pt idx="23">
                  <c:v>2.1881943203382899</c:v>
                </c:pt>
                <c:pt idx="24">
                  <c:v>2.0141278748770901</c:v>
                </c:pt>
                <c:pt idx="25">
                  <c:v>1.73888594093961</c:v>
                </c:pt>
                <c:pt idx="26">
                  <c:v>1.4287742206391101</c:v>
                </c:pt>
                <c:pt idx="27">
                  <c:v>1.9456171696117399</c:v>
                </c:pt>
                <c:pt idx="28">
                  <c:v>1.48986728501623</c:v>
                </c:pt>
                <c:pt idx="29">
                  <c:v>1.4405699074860201</c:v>
                </c:pt>
                <c:pt idx="30">
                  <c:v>1.3337613025020501</c:v>
                </c:pt>
                <c:pt idx="31">
                  <c:v>1.3941480211156301</c:v>
                </c:pt>
                <c:pt idx="32">
                  <c:v>1.3402132094458601</c:v>
                </c:pt>
                <c:pt idx="33">
                  <c:v>1.3269382097018401</c:v>
                </c:pt>
                <c:pt idx="34">
                  <c:v>1.3562880465537099</c:v>
                </c:pt>
                <c:pt idx="35">
                  <c:v>1.3714922307227699</c:v>
                </c:pt>
                <c:pt idx="36">
                  <c:v>1.47682691699984</c:v>
                </c:pt>
                <c:pt idx="37">
                  <c:v>1.37684730894081</c:v>
                </c:pt>
                <c:pt idx="38">
                  <c:v>1.54768515471095</c:v>
                </c:pt>
                <c:pt idx="39">
                  <c:v>1.4226274987912999</c:v>
                </c:pt>
                <c:pt idx="40">
                  <c:v>1.0529067150036699</c:v>
                </c:pt>
                <c:pt idx="41">
                  <c:v>1.20405306635862</c:v>
                </c:pt>
                <c:pt idx="42">
                  <c:v>1.28709369852047</c:v>
                </c:pt>
                <c:pt idx="43">
                  <c:v>1.1971972018130199</c:v>
                </c:pt>
                <c:pt idx="44">
                  <c:v>1.29600732275778</c:v>
                </c:pt>
                <c:pt idx="45">
                  <c:v>1.32829716626701</c:v>
                </c:pt>
                <c:pt idx="46">
                  <c:v>1.3058516077720801</c:v>
                </c:pt>
                <c:pt idx="47">
                  <c:v>1.34509184270761</c:v>
                </c:pt>
                <c:pt idx="48">
                  <c:v>1.3463269879751301</c:v>
                </c:pt>
                <c:pt idx="49">
                  <c:v>1.3409663272022101</c:v>
                </c:pt>
                <c:pt idx="50">
                  <c:v>1.4401412931507001</c:v>
                </c:pt>
                <c:pt idx="51">
                  <c:v>1.19490477209233</c:v>
                </c:pt>
                <c:pt idx="52">
                  <c:v>1.1920219339351099</c:v>
                </c:pt>
                <c:pt idx="53">
                  <c:v>1.01760291330334</c:v>
                </c:pt>
                <c:pt idx="54">
                  <c:v>1.1365317123412799</c:v>
                </c:pt>
                <c:pt idx="55">
                  <c:v>1.2301638236166299</c:v>
                </c:pt>
                <c:pt idx="56">
                  <c:v>1.12937159314377</c:v>
                </c:pt>
                <c:pt idx="57">
                  <c:v>1.0327831652954</c:v>
                </c:pt>
                <c:pt idx="58">
                  <c:v>1.25225147109823</c:v>
                </c:pt>
                <c:pt idx="59">
                  <c:v>1.31575253897638</c:v>
                </c:pt>
                <c:pt idx="60">
                  <c:v>1.39335263816878</c:v>
                </c:pt>
                <c:pt idx="61">
                  <c:v>1.2641865579126701</c:v>
                </c:pt>
                <c:pt idx="62">
                  <c:v>1.1764374042884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0.47546789262165001</c:v>
                </c:pt>
                <c:pt idx="1">
                  <c:v>0.58294190948151603</c:v>
                </c:pt>
                <c:pt idx="2">
                  <c:v>0.62026705197405496</c:v>
                </c:pt>
                <c:pt idx="3">
                  <c:v>0.63787787371429905</c:v>
                </c:pt>
                <c:pt idx="4">
                  <c:v>0.64923301774482101</c:v>
                </c:pt>
                <c:pt idx="5">
                  <c:v>0.69058235831870296</c:v>
                </c:pt>
                <c:pt idx="6">
                  <c:v>0.57875713612879398</c:v>
                </c:pt>
                <c:pt idx="7">
                  <c:v>0.61825871119801601</c:v>
                </c:pt>
                <c:pt idx="8">
                  <c:v>0.66827240703405399</c:v>
                </c:pt>
                <c:pt idx="9">
                  <c:v>0.71711799241327401</c:v>
                </c:pt>
                <c:pt idx="10">
                  <c:v>0.76484040376508799</c:v>
                </c:pt>
                <c:pt idx="11">
                  <c:v>0.82233074703628195</c:v>
                </c:pt>
                <c:pt idx="12">
                  <c:v>0.87465626618302705</c:v>
                </c:pt>
                <c:pt idx="13">
                  <c:v>0.95585432027783801</c:v>
                </c:pt>
                <c:pt idx="14">
                  <c:v>0.96831160575668895</c:v>
                </c:pt>
                <c:pt idx="15">
                  <c:v>1.00176008880308</c:v>
                </c:pt>
                <c:pt idx="16">
                  <c:v>0.96714664279710105</c:v>
                </c:pt>
                <c:pt idx="17">
                  <c:v>0.96667140247158601</c:v>
                </c:pt>
                <c:pt idx="18">
                  <c:v>0.97321824965767001</c:v>
                </c:pt>
                <c:pt idx="19">
                  <c:v>0.93613120273973205</c:v>
                </c:pt>
                <c:pt idx="20">
                  <c:v>0.93072506362531504</c:v>
                </c:pt>
                <c:pt idx="21">
                  <c:v>0.93931194714643695</c:v>
                </c:pt>
                <c:pt idx="22">
                  <c:v>0.95382146414312297</c:v>
                </c:pt>
                <c:pt idx="23">
                  <c:v>0.97926347725985097</c:v>
                </c:pt>
                <c:pt idx="24">
                  <c:v>0.98844834748773602</c:v>
                </c:pt>
                <c:pt idx="25">
                  <c:v>1.0245987580676299</c:v>
                </c:pt>
                <c:pt idx="26">
                  <c:v>1.03763113512726</c:v>
                </c:pt>
                <c:pt idx="27">
                  <c:v>1.04326571748908</c:v>
                </c:pt>
                <c:pt idx="28">
                  <c:v>1.0334308928831899</c:v>
                </c:pt>
                <c:pt idx="29">
                  <c:v>1.0091148161250001</c:v>
                </c:pt>
                <c:pt idx="30">
                  <c:v>0.988465331340449</c:v>
                </c:pt>
                <c:pt idx="31">
                  <c:v>1.0115612047803999</c:v>
                </c:pt>
                <c:pt idx="32">
                  <c:v>1.04266851975319</c:v>
                </c:pt>
                <c:pt idx="33">
                  <c:v>1.07854164964112</c:v>
                </c:pt>
                <c:pt idx="34">
                  <c:v>1.1240921491156</c:v>
                </c:pt>
                <c:pt idx="35">
                  <c:v>1.1754386529982099</c:v>
                </c:pt>
                <c:pt idx="36">
                  <c:v>1.2325614702861201</c:v>
                </c:pt>
                <c:pt idx="37">
                  <c:v>1.2738526684331</c:v>
                </c:pt>
                <c:pt idx="38">
                  <c:v>1.3297662809149799</c:v>
                </c:pt>
                <c:pt idx="39">
                  <c:v>1.39354840491555</c:v>
                </c:pt>
                <c:pt idx="40">
                  <c:v>1.45385903737032</c:v>
                </c:pt>
                <c:pt idx="41">
                  <c:v>1.51695110671819</c:v>
                </c:pt>
                <c:pt idx="42">
                  <c:v>1.5762157883104999</c:v>
                </c:pt>
                <c:pt idx="43">
                  <c:v>1.6425984955170601</c:v>
                </c:pt>
                <c:pt idx="44">
                  <c:v>1.71420149803606</c:v>
                </c:pt>
                <c:pt idx="45">
                  <c:v>1.77651628368599</c:v>
                </c:pt>
                <c:pt idx="46">
                  <c:v>1.8458767107570599</c:v>
                </c:pt>
                <c:pt idx="47">
                  <c:v>1.9126629148202301</c:v>
                </c:pt>
                <c:pt idx="48">
                  <c:v>1.9809639983543601</c:v>
                </c:pt>
                <c:pt idx="49">
                  <c:v>2.0467567371279598</c:v>
                </c:pt>
                <c:pt idx="50">
                  <c:v>2.1113435949477899</c:v>
                </c:pt>
                <c:pt idx="51">
                  <c:v>2.1750905641565201</c:v>
                </c:pt>
                <c:pt idx="52">
                  <c:v>2.2280993333655501</c:v>
                </c:pt>
                <c:pt idx="53">
                  <c:v>2.2730081403698801</c:v>
                </c:pt>
                <c:pt idx="54">
                  <c:v>2.3123044778783099</c:v>
                </c:pt>
                <c:pt idx="55">
                  <c:v>2.3671945287838199</c:v>
                </c:pt>
                <c:pt idx="56">
                  <c:v>2.4173577588976101</c:v>
                </c:pt>
                <c:pt idx="57">
                  <c:v>2.4667354249690501</c:v>
                </c:pt>
                <c:pt idx="58">
                  <c:v>2.5283590544609802</c:v>
                </c:pt>
                <c:pt idx="59">
                  <c:v>2.5856426529041299</c:v>
                </c:pt>
                <c:pt idx="60">
                  <c:v>2.6399758614981299</c:v>
                </c:pt>
                <c:pt idx="61">
                  <c:v>2.69429269231436</c:v>
                </c:pt>
                <c:pt idx="62">
                  <c:v>2.7500129089449699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1.4039362236464299</c:v>
                </c:pt>
                <c:pt idx="1">
                  <c:v>1.40344885759658</c:v>
                </c:pt>
                <c:pt idx="2">
                  <c:v>1.52262944858337</c:v>
                </c:pt>
                <c:pt idx="3">
                  <c:v>1.5476715424390599</c:v>
                </c:pt>
                <c:pt idx="4">
                  <c:v>1.5496788385432401</c:v>
                </c:pt>
                <c:pt idx="5">
                  <c:v>1.62206798163878</c:v>
                </c:pt>
                <c:pt idx="6">
                  <c:v>1.73721220096742</c:v>
                </c:pt>
                <c:pt idx="7">
                  <c:v>1.8343490487777701</c:v>
                </c:pt>
                <c:pt idx="8">
                  <c:v>1.9552516853697699</c:v>
                </c:pt>
                <c:pt idx="9">
                  <c:v>2.0691216290555001</c:v>
                </c:pt>
                <c:pt idx="10">
                  <c:v>2.2106294780525499</c:v>
                </c:pt>
                <c:pt idx="11">
                  <c:v>2.3867471627207002</c:v>
                </c:pt>
                <c:pt idx="12">
                  <c:v>2.5465637023453498</c:v>
                </c:pt>
                <c:pt idx="13">
                  <c:v>2.7671094723547598</c:v>
                </c:pt>
                <c:pt idx="14">
                  <c:v>2.7988908582282201</c:v>
                </c:pt>
                <c:pt idx="15">
                  <c:v>2.8909361434240499</c:v>
                </c:pt>
                <c:pt idx="16">
                  <c:v>2.6824536648977402</c:v>
                </c:pt>
                <c:pt idx="17">
                  <c:v>2.5782942771635202</c:v>
                </c:pt>
                <c:pt idx="18">
                  <c:v>2.4897810611972799</c:v>
                </c:pt>
                <c:pt idx="19">
                  <c:v>2.3546159949986998</c:v>
                </c:pt>
                <c:pt idx="20">
                  <c:v>2.2990995502616398</c:v>
                </c:pt>
                <c:pt idx="21">
                  <c:v>2.2771531138754502</c:v>
                </c:pt>
                <c:pt idx="22">
                  <c:v>2.2980207323257802</c:v>
                </c:pt>
                <c:pt idx="23">
                  <c:v>2.3463629170783298</c:v>
                </c:pt>
                <c:pt idx="24">
                  <c:v>2.3548780530012601</c:v>
                </c:pt>
                <c:pt idx="25">
                  <c:v>2.4044365446367202</c:v>
                </c:pt>
                <c:pt idx="26">
                  <c:v>2.4191716157296201</c:v>
                </c:pt>
                <c:pt idx="27">
                  <c:v>2.4376804492814701</c:v>
                </c:pt>
                <c:pt idx="28">
                  <c:v>2.3084003585764599</c:v>
                </c:pt>
                <c:pt idx="29">
                  <c:v>2.1648697575747602</c:v>
                </c:pt>
                <c:pt idx="30">
                  <c:v>2.0227213043424901</c:v>
                </c:pt>
                <c:pt idx="31">
                  <c:v>1.99252138029987</c:v>
                </c:pt>
                <c:pt idx="32">
                  <c:v>1.97902606412438</c:v>
                </c:pt>
                <c:pt idx="33">
                  <c:v>1.97069862373689</c:v>
                </c:pt>
                <c:pt idx="34">
                  <c:v>2.0771865093275701</c:v>
                </c:pt>
                <c:pt idx="35">
                  <c:v>2.1966581191441001</c:v>
                </c:pt>
                <c:pt idx="36">
                  <c:v>2.3286553773395799</c:v>
                </c:pt>
                <c:pt idx="37">
                  <c:v>2.4318970986228798</c:v>
                </c:pt>
                <c:pt idx="38">
                  <c:v>2.5270099948525999</c:v>
                </c:pt>
                <c:pt idx="39">
                  <c:v>2.6239723565178998</c:v>
                </c:pt>
                <c:pt idx="40">
                  <c:v>2.5418992603293602</c:v>
                </c:pt>
                <c:pt idx="41">
                  <c:v>2.4647388056630701</c:v>
                </c:pt>
                <c:pt idx="42">
                  <c:v>2.3862735867786502</c:v>
                </c:pt>
                <c:pt idx="43">
                  <c:v>2.4360086670104102</c:v>
                </c:pt>
                <c:pt idx="44">
                  <c:v>2.5214115903367298</c:v>
                </c:pt>
                <c:pt idx="45">
                  <c:v>2.5373180305041299</c:v>
                </c:pt>
                <c:pt idx="46">
                  <c:v>2.6423743647857298</c:v>
                </c:pt>
                <c:pt idx="47">
                  <c:v>2.7450737741209799</c:v>
                </c:pt>
                <c:pt idx="48">
                  <c:v>2.8510892052435599</c:v>
                </c:pt>
                <c:pt idx="49">
                  <c:v>2.92053753286226</c:v>
                </c:pt>
                <c:pt idx="50">
                  <c:v>2.9859047938038099</c:v>
                </c:pt>
                <c:pt idx="51">
                  <c:v>3.0526450104871001</c:v>
                </c:pt>
                <c:pt idx="52">
                  <c:v>2.9182593900643501</c:v>
                </c:pt>
                <c:pt idx="53">
                  <c:v>2.7968009878532198</c:v>
                </c:pt>
                <c:pt idx="54">
                  <c:v>2.6866428802586202</c:v>
                </c:pt>
                <c:pt idx="55">
                  <c:v>2.7054653492143999</c:v>
                </c:pt>
                <c:pt idx="56">
                  <c:v>2.7174988379767102</c:v>
                </c:pt>
                <c:pt idx="57">
                  <c:v>2.7299318958567702</c:v>
                </c:pt>
                <c:pt idx="58">
                  <c:v>2.8171638171939102</c:v>
                </c:pt>
                <c:pt idx="59">
                  <c:v>2.9022416600313301</c:v>
                </c:pt>
                <c:pt idx="60">
                  <c:v>2.9818197765464598</c:v>
                </c:pt>
                <c:pt idx="61">
                  <c:v>3.0606308451050901</c:v>
                </c:pt>
                <c:pt idx="62">
                  <c:v>3.1382257296649798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034560"/>
        <c:axId val="254624128"/>
      </c:lineChart>
      <c:dateAx>
        <c:axId val="15803456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4624128"/>
        <c:crosses val="autoZero"/>
        <c:auto val="1"/>
        <c:lblOffset val="100"/>
        <c:baseTimeUnit val="months"/>
        <c:majorUnit val="6"/>
        <c:majorTimeUnit val="months"/>
      </c:dateAx>
      <c:valAx>
        <c:axId val="25462412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803456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0.65312715558033496</c:v>
                </c:pt>
                <c:pt idx="4">
                  <c:v>0.48694950416733301</c:v>
                </c:pt>
                <c:pt idx="5">
                  <c:v>0.896753166175424</c:v>
                </c:pt>
                <c:pt idx="6">
                  <c:v>0.88997950079841004</c:v>
                </c:pt>
                <c:pt idx="7">
                  <c:v>1.1800203781962399</c:v>
                </c:pt>
                <c:pt idx="8">
                  <c:v>1.25250120859004</c:v>
                </c:pt>
                <c:pt idx="9">
                  <c:v>1.14856878077</c:v>
                </c:pt>
                <c:pt idx="10">
                  <c:v>1.17273882688486</c:v>
                </c:pt>
                <c:pt idx="11">
                  <c:v>1.37035279794625</c:v>
                </c:pt>
                <c:pt idx="12">
                  <c:v>1.385849365856</c:v>
                </c:pt>
                <c:pt idx="13">
                  <c:v>1.5656034625891799</c:v>
                </c:pt>
                <c:pt idx="14">
                  <c:v>1.71359280558779</c:v>
                </c:pt>
                <c:pt idx="15">
                  <c:v>1.27631420091268</c:v>
                </c:pt>
                <c:pt idx="16">
                  <c:v>1.4239629615945499</c:v>
                </c:pt>
                <c:pt idx="17">
                  <c:v>1.79282550984931</c:v>
                </c:pt>
                <c:pt idx="18">
                  <c:v>1.7805170645210999</c:v>
                </c:pt>
                <c:pt idx="19">
                  <c:v>1.8107922145289399</c:v>
                </c:pt>
                <c:pt idx="20">
                  <c:v>1.6640735563037501</c:v>
                </c:pt>
                <c:pt idx="21">
                  <c:v>1.53863323571349</c:v>
                </c:pt>
                <c:pt idx="22">
                  <c:v>1.5313773380033</c:v>
                </c:pt>
                <c:pt idx="23">
                  <c:v>1.4016124675158299</c:v>
                </c:pt>
                <c:pt idx="24">
                  <c:v>1.5270716306070899</c:v>
                </c:pt>
                <c:pt idx="25">
                  <c:v>1.6665491841257301</c:v>
                </c:pt>
                <c:pt idx="26">
                  <c:v>1.6274068532113199</c:v>
                </c:pt>
                <c:pt idx="27">
                  <c:v>1.88570155247337</c:v>
                </c:pt>
                <c:pt idx="28">
                  <c:v>1.6119063154261</c:v>
                </c:pt>
                <c:pt idx="29">
                  <c:v>1.79346147600534</c:v>
                </c:pt>
                <c:pt idx="30">
                  <c:v>1.79483091128119</c:v>
                </c:pt>
                <c:pt idx="31">
                  <c:v>1.99176243301153</c:v>
                </c:pt>
                <c:pt idx="32">
                  <c:v>1.7729347115143299</c:v>
                </c:pt>
                <c:pt idx="33">
                  <c:v>1.27725129331081</c:v>
                </c:pt>
                <c:pt idx="34">
                  <c:v>1.4809219735186101</c:v>
                </c:pt>
                <c:pt idx="35">
                  <c:v>1.25351834824838</c:v>
                </c:pt>
                <c:pt idx="36">
                  <c:v>1.39034821854783</c:v>
                </c:pt>
                <c:pt idx="37">
                  <c:v>1.4367808750206901</c:v>
                </c:pt>
                <c:pt idx="38">
                  <c:v>1.5428042456961799</c:v>
                </c:pt>
                <c:pt idx="39">
                  <c:v>1.43328095771069</c:v>
                </c:pt>
                <c:pt idx="40">
                  <c:v>1.7660994374754999</c:v>
                </c:pt>
                <c:pt idx="41">
                  <c:v>1.50750669991996</c:v>
                </c:pt>
                <c:pt idx="42">
                  <c:v>1.64978599436628</c:v>
                </c:pt>
                <c:pt idx="43">
                  <c:v>1.4464891240081801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Sheet1!$C$2:$C$45</c:f>
              <c:numCache>
                <c:formatCode>General</c:formatCode>
                <c:ptCount val="44"/>
                <c:pt idx="0">
                  <c:v>1.94075325430032E-2</c:v>
                </c:pt>
                <c:pt idx="1">
                  <c:v>4.8163320063321399E-2</c:v>
                </c:pt>
                <c:pt idx="2">
                  <c:v>8.6499619156166205E-2</c:v>
                </c:pt>
                <c:pt idx="3">
                  <c:v>0.13095137997567499</c:v>
                </c:pt>
                <c:pt idx="4">
                  <c:v>0.18100080345091499</c:v>
                </c:pt>
                <c:pt idx="5">
                  <c:v>0.227969694048136</c:v>
                </c:pt>
                <c:pt idx="6">
                  <c:v>0.28634911393023998</c:v>
                </c:pt>
                <c:pt idx="7">
                  <c:v>0.33876504007622799</c:v>
                </c:pt>
                <c:pt idx="8">
                  <c:v>0.38776362437481499</c:v>
                </c:pt>
                <c:pt idx="9">
                  <c:v>0.424982118116846</c:v>
                </c:pt>
                <c:pt idx="10">
                  <c:v>0.45798079421799398</c:v>
                </c:pt>
                <c:pt idx="11">
                  <c:v>0.49313106094671699</c:v>
                </c:pt>
                <c:pt idx="12">
                  <c:v>0.54770687849473598</c:v>
                </c:pt>
                <c:pt idx="13">
                  <c:v>0.60564939005270901</c:v>
                </c:pt>
                <c:pt idx="14">
                  <c:v>0.66934575812053199</c:v>
                </c:pt>
                <c:pt idx="15">
                  <c:v>0.73592079714845904</c:v>
                </c:pt>
                <c:pt idx="16">
                  <c:v>0.80785455194478695</c:v>
                </c:pt>
                <c:pt idx="17">
                  <c:v>0.88283388863734702</c:v>
                </c:pt>
                <c:pt idx="18">
                  <c:v>0.94642443825655498</c:v>
                </c:pt>
                <c:pt idx="19">
                  <c:v>1.0223830375937999</c:v>
                </c:pt>
                <c:pt idx="20">
                  <c:v>1.1019387240101699</c:v>
                </c:pt>
                <c:pt idx="21">
                  <c:v>1.1806755782973399</c:v>
                </c:pt>
                <c:pt idx="22">
                  <c:v>1.2622568402230701</c:v>
                </c:pt>
                <c:pt idx="23">
                  <c:v>1.3439969618391401</c:v>
                </c:pt>
                <c:pt idx="24">
                  <c:v>1.4269515520304299</c:v>
                </c:pt>
                <c:pt idx="25">
                  <c:v>1.5084096962498801</c:v>
                </c:pt>
                <c:pt idx="26">
                  <c:v>1.5884641580574199</c:v>
                </c:pt>
                <c:pt idx="27">
                  <c:v>1.6687903425734101</c:v>
                </c:pt>
                <c:pt idx="28">
                  <c:v>1.7488056273222901</c:v>
                </c:pt>
                <c:pt idx="29">
                  <c:v>1.8270387428313399</c:v>
                </c:pt>
                <c:pt idx="30">
                  <c:v>1.9050559970930301</c:v>
                </c:pt>
                <c:pt idx="31">
                  <c:v>1.98017003655855</c:v>
                </c:pt>
                <c:pt idx="32">
                  <c:v>2.0562479891554899</c:v>
                </c:pt>
                <c:pt idx="33">
                  <c:v>2.1259266094078599</c:v>
                </c:pt>
                <c:pt idx="34">
                  <c:v>2.19598415275318</c:v>
                </c:pt>
                <c:pt idx="35">
                  <c:v>2.26462437180597</c:v>
                </c:pt>
                <c:pt idx="36">
                  <c:v>2.33828809174019</c:v>
                </c:pt>
                <c:pt idx="37">
                  <c:v>2.4092730353860898</c:v>
                </c:pt>
                <c:pt idx="38">
                  <c:v>2.4799262553640302</c:v>
                </c:pt>
                <c:pt idx="39">
                  <c:v>2.55067912786564</c:v>
                </c:pt>
                <c:pt idx="40">
                  <c:v>2.6226368560094002</c:v>
                </c:pt>
                <c:pt idx="41">
                  <c:v>2.69095906129041</c:v>
                </c:pt>
                <c:pt idx="42">
                  <c:v>2.7617878027139802</c:v>
                </c:pt>
                <c:pt idx="43">
                  <c:v>2.82968748567259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Sheet1!$D$2:$D$45</c:f>
              <c:numCache>
                <c:formatCode>General</c:formatCode>
                <c:ptCount val="44"/>
                <c:pt idx="0">
                  <c:v>0.30028540234311502</c:v>
                </c:pt>
                <c:pt idx="1">
                  <c:v>0.45887599046399202</c:v>
                </c:pt>
                <c:pt idx="2">
                  <c:v>0.63430867585078099</c:v>
                </c:pt>
                <c:pt idx="3">
                  <c:v>0.82961525860169005</c:v>
                </c:pt>
                <c:pt idx="4">
                  <c:v>1.04063654227908</c:v>
                </c:pt>
                <c:pt idx="5">
                  <c:v>1.22214430319036</c:v>
                </c:pt>
                <c:pt idx="6">
                  <c:v>1.4605461559019</c:v>
                </c:pt>
                <c:pt idx="7">
                  <c:v>1.6776543096546701</c:v>
                </c:pt>
                <c:pt idx="8">
                  <c:v>1.88972884685353</c:v>
                </c:pt>
                <c:pt idx="9">
                  <c:v>2.0516141133667198</c:v>
                </c:pt>
                <c:pt idx="10">
                  <c:v>2.2291296263364502</c:v>
                </c:pt>
                <c:pt idx="11">
                  <c:v>2.4255926601609099</c:v>
                </c:pt>
                <c:pt idx="12">
                  <c:v>2.6571551597413201</c:v>
                </c:pt>
                <c:pt idx="13">
                  <c:v>2.9053869653259299</c:v>
                </c:pt>
                <c:pt idx="14">
                  <c:v>3.1767160413380902</c:v>
                </c:pt>
                <c:pt idx="15">
                  <c:v>3.4896385002127799</c:v>
                </c:pt>
                <c:pt idx="16">
                  <c:v>3.83302714288196</c:v>
                </c:pt>
                <c:pt idx="17">
                  <c:v>4.1891163687453199</c:v>
                </c:pt>
                <c:pt idx="18">
                  <c:v>4.5482944005324804</c:v>
                </c:pt>
                <c:pt idx="19">
                  <c:v>4.9055050125501198</c:v>
                </c:pt>
                <c:pt idx="20">
                  <c:v>5.2660435410925404</c:v>
                </c:pt>
                <c:pt idx="21">
                  <c:v>5.5551069313287798</c:v>
                </c:pt>
                <c:pt idx="22">
                  <c:v>5.8426500580849599</c:v>
                </c:pt>
                <c:pt idx="23">
                  <c:v>6.1222442679248203</c:v>
                </c:pt>
                <c:pt idx="24">
                  <c:v>6.4540473177121704</c:v>
                </c:pt>
                <c:pt idx="25">
                  <c:v>6.7897757855188301</c:v>
                </c:pt>
                <c:pt idx="26">
                  <c:v>7.1072170077025998</c:v>
                </c:pt>
                <c:pt idx="27">
                  <c:v>7.4820461205890796</c:v>
                </c:pt>
                <c:pt idx="28">
                  <c:v>7.8588253742287799</c:v>
                </c:pt>
                <c:pt idx="29">
                  <c:v>8.2337591532615004</c:v>
                </c:pt>
                <c:pt idx="30">
                  <c:v>8.5690300953671006</c:v>
                </c:pt>
                <c:pt idx="31">
                  <c:v>8.9011365272726</c:v>
                </c:pt>
                <c:pt idx="32">
                  <c:v>9.2357241493006796</c:v>
                </c:pt>
                <c:pt idx="33">
                  <c:v>9.3649012789064603</c:v>
                </c:pt>
                <c:pt idx="34">
                  <c:v>9.4801468308637507</c:v>
                </c:pt>
                <c:pt idx="35">
                  <c:v>9.5712745028386497</c:v>
                </c:pt>
                <c:pt idx="36">
                  <c:v>9.8100181152813501</c:v>
                </c:pt>
                <c:pt idx="37">
                  <c:v>10.0232635254337</c:v>
                </c:pt>
                <c:pt idx="38">
                  <c:v>10.2091791425736</c:v>
                </c:pt>
                <c:pt idx="39">
                  <c:v>10.483552405938299</c:v>
                </c:pt>
                <c:pt idx="40">
                  <c:v>10.734889266466899</c:v>
                </c:pt>
                <c:pt idx="41">
                  <c:v>10.941200470106301</c:v>
                </c:pt>
                <c:pt idx="42">
                  <c:v>11.173444435704299</c:v>
                </c:pt>
                <c:pt idx="43">
                  <c:v>11.364858408640499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6283392"/>
        <c:axId val="256402560"/>
      </c:lineChart>
      <c:dateAx>
        <c:axId val="2562833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6402560"/>
        <c:crosses val="autoZero"/>
        <c:auto val="1"/>
        <c:lblOffset val="100"/>
        <c:baseTimeUnit val="months"/>
        <c:majorUnit val="6"/>
        <c:majorTimeUnit val="months"/>
      </c:dateAx>
      <c:valAx>
        <c:axId val="25640256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628339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Actual2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Sheet1!$B$2:$B$205</c:f>
              <c:numCache>
                <c:formatCode>General</c:formatCode>
                <c:ptCount val="204"/>
                <c:pt idx="0">
                  <c:v>0</c:v>
                </c:pt>
                <c:pt idx="1">
                  <c:v>1.4883822426503501E-2</c:v>
                </c:pt>
                <c:pt idx="2">
                  <c:v>1.6324421766111801E-2</c:v>
                </c:pt>
                <c:pt idx="3">
                  <c:v>2.52768241822077E-2</c:v>
                </c:pt>
                <c:pt idx="4">
                  <c:v>2.9062141687030699E-2</c:v>
                </c:pt>
                <c:pt idx="5">
                  <c:v>6.0712974114207598E-2</c:v>
                </c:pt>
                <c:pt idx="6">
                  <c:v>6.5832420370437503E-2</c:v>
                </c:pt>
                <c:pt idx="7">
                  <c:v>8.2015384939559996E-2</c:v>
                </c:pt>
                <c:pt idx="8">
                  <c:v>8.2767818432838397E-2</c:v>
                </c:pt>
                <c:pt idx="9">
                  <c:v>0.131703751046641</c:v>
                </c:pt>
                <c:pt idx="10">
                  <c:v>0.14161340833904701</c:v>
                </c:pt>
                <c:pt idx="11">
                  <c:v>0.21005512712825</c:v>
                </c:pt>
                <c:pt idx="12">
                  <c:v>0.22085049875316701</c:v>
                </c:pt>
                <c:pt idx="13">
                  <c:v>0.21403560823517501</c:v>
                </c:pt>
                <c:pt idx="14">
                  <c:v>0.196257044539316</c:v>
                </c:pt>
                <c:pt idx="15">
                  <c:v>0.19105318887421299</c:v>
                </c:pt>
                <c:pt idx="16">
                  <c:v>0.223554357063527</c:v>
                </c:pt>
                <c:pt idx="17">
                  <c:v>0.240473212617831</c:v>
                </c:pt>
                <c:pt idx="18">
                  <c:v>0.25638413509546698</c:v>
                </c:pt>
                <c:pt idx="19">
                  <c:v>0.33558846805797898</c:v>
                </c:pt>
                <c:pt idx="20">
                  <c:v>0.33165779649085803</c:v>
                </c:pt>
                <c:pt idx="21">
                  <c:v>0.35637697282649999</c:v>
                </c:pt>
                <c:pt idx="22">
                  <c:v>0.41243916371161998</c:v>
                </c:pt>
                <c:pt idx="23">
                  <c:v>0.44703116335084198</c:v>
                </c:pt>
                <c:pt idx="24">
                  <c:v>0.46140013989154299</c:v>
                </c:pt>
                <c:pt idx="25">
                  <c:v>0.45482191373494901</c:v>
                </c:pt>
                <c:pt idx="26">
                  <c:v>0.39467841715098401</c:v>
                </c:pt>
                <c:pt idx="27">
                  <c:v>0.38277448589761898</c:v>
                </c:pt>
                <c:pt idx="28">
                  <c:v>0.40140835327503499</c:v>
                </c:pt>
                <c:pt idx="29">
                  <c:v>0.41609590375928401</c:v>
                </c:pt>
                <c:pt idx="30">
                  <c:v>0.423983491062907</c:v>
                </c:pt>
                <c:pt idx="31">
                  <c:v>0.46452020827249002</c:v>
                </c:pt>
                <c:pt idx="32">
                  <c:v>0.502319892103953</c:v>
                </c:pt>
                <c:pt idx="33">
                  <c:v>0.55101987537786701</c:v>
                </c:pt>
                <c:pt idx="34">
                  <c:v>0.58337615833662404</c:v>
                </c:pt>
                <c:pt idx="35">
                  <c:v>0.67352034791856596</c:v>
                </c:pt>
                <c:pt idx="36">
                  <c:v>0.62915694669181099</c:v>
                </c:pt>
                <c:pt idx="37">
                  <c:v>0.52061885361077698</c:v>
                </c:pt>
                <c:pt idx="38">
                  <c:v>0.47807590542092698</c:v>
                </c:pt>
                <c:pt idx="39">
                  <c:v>0.46006889856737798</c:v>
                </c:pt>
                <c:pt idx="40">
                  <c:v>0.46236499517159402</c:v>
                </c:pt>
                <c:pt idx="41">
                  <c:v>0.49755405549173298</c:v>
                </c:pt>
                <c:pt idx="42">
                  <c:v>0.51927117631298503</c:v>
                </c:pt>
                <c:pt idx="43">
                  <c:v>0.59695954125765804</c:v>
                </c:pt>
                <c:pt idx="44">
                  <c:v>0.61466957631460795</c:v>
                </c:pt>
                <c:pt idx="45">
                  <c:v>0.68312660268507996</c:v>
                </c:pt>
                <c:pt idx="46">
                  <c:v>0.69368965878284805</c:v>
                </c:pt>
                <c:pt idx="47">
                  <c:v>0.78118513569595005</c:v>
                </c:pt>
                <c:pt idx="48">
                  <c:v>0.77232684445793798</c:v>
                </c:pt>
                <c:pt idx="49">
                  <c:v>0.68512157040298005</c:v>
                </c:pt>
                <c:pt idx="50">
                  <c:v>0.63832935605313601</c:v>
                </c:pt>
                <c:pt idx="51">
                  <c:v>0.64004318692116902</c:v>
                </c:pt>
                <c:pt idx="52">
                  <c:v>0.66739240303607095</c:v>
                </c:pt>
                <c:pt idx="53">
                  <c:v>0.69499933024194105</c:v>
                </c:pt>
                <c:pt idx="54">
                  <c:v>0.63704613289337098</c:v>
                </c:pt>
                <c:pt idx="55">
                  <c:v>0.68935173166751995</c:v>
                </c:pt>
                <c:pt idx="56">
                  <c:v>0.61998577400995702</c:v>
                </c:pt>
                <c:pt idx="57">
                  <c:v>0.63108913661869004</c:v>
                </c:pt>
                <c:pt idx="58">
                  <c:v>0.667210224272619</c:v>
                </c:pt>
                <c:pt idx="59">
                  <c:v>0.63771046400236098</c:v>
                </c:pt>
                <c:pt idx="60">
                  <c:v>0.65955979351871596</c:v>
                </c:pt>
                <c:pt idx="61">
                  <c:v>0.530538660971136</c:v>
                </c:pt>
                <c:pt idx="62">
                  <c:v>0.46066034342494599</c:v>
                </c:pt>
                <c:pt idx="63">
                  <c:v>0.446540078978097</c:v>
                </c:pt>
                <c:pt idx="64">
                  <c:v>0.47015695992189699</c:v>
                </c:pt>
                <c:pt idx="65">
                  <c:v>0.48376428282514999</c:v>
                </c:pt>
                <c:pt idx="66">
                  <c:v>0.49651218613475701</c:v>
                </c:pt>
                <c:pt idx="67">
                  <c:v>0.48998998907140401</c:v>
                </c:pt>
                <c:pt idx="68">
                  <c:v>0.54084924519743904</c:v>
                </c:pt>
                <c:pt idx="69">
                  <c:v>0.54508985320044201</c:v>
                </c:pt>
                <c:pt idx="70">
                  <c:v>0.513840227843543</c:v>
                </c:pt>
                <c:pt idx="71">
                  <c:v>0.515903232390447</c:v>
                </c:pt>
                <c:pt idx="72">
                  <c:v>0.50932447562097605</c:v>
                </c:pt>
                <c:pt idx="73">
                  <c:v>0.41077033491745402</c:v>
                </c:pt>
                <c:pt idx="74">
                  <c:v>0.36662923479314802</c:v>
                </c:pt>
                <c:pt idx="75">
                  <c:v>0.378939694281821</c:v>
                </c:pt>
                <c:pt idx="76">
                  <c:v>0.34598044638463099</c:v>
                </c:pt>
                <c:pt idx="77">
                  <c:v>0.38060646973148099</c:v>
                </c:pt>
                <c:pt idx="78">
                  <c:v>0.38388299285170302</c:v>
                </c:pt>
                <c:pt idx="79">
                  <c:v>0.39292331328130098</c:v>
                </c:pt>
                <c:pt idx="80">
                  <c:v>0.39896797668025302</c:v>
                </c:pt>
                <c:pt idx="81">
                  <c:v>0.44344397332379798</c:v>
                </c:pt>
                <c:pt idx="82">
                  <c:v>0.81671657692509203</c:v>
                </c:pt>
                <c:pt idx="83">
                  <c:v>0.61520331767598302</c:v>
                </c:pt>
                <c:pt idx="84">
                  <c:v>0.47488139808290503</c:v>
                </c:pt>
                <c:pt idx="85">
                  <c:v>0.33964192613772398</c:v>
                </c:pt>
                <c:pt idx="86">
                  <c:v>0.31615136021718698</c:v>
                </c:pt>
                <c:pt idx="87">
                  <c:v>0.30099273683741301</c:v>
                </c:pt>
                <c:pt idx="88">
                  <c:v>0.305863381771809</c:v>
                </c:pt>
                <c:pt idx="89">
                  <c:v>0.53217958721749603</c:v>
                </c:pt>
                <c:pt idx="90">
                  <c:v>0.33553031473254602</c:v>
                </c:pt>
                <c:pt idx="91">
                  <c:v>0.37035387260566699</c:v>
                </c:pt>
                <c:pt idx="92">
                  <c:v>0.40392519520222597</c:v>
                </c:pt>
                <c:pt idx="93">
                  <c:v>0.42968388841614402</c:v>
                </c:pt>
                <c:pt idx="94">
                  <c:v>0.470935490451663</c:v>
                </c:pt>
                <c:pt idx="95">
                  <c:v>0.48788618576141002</c:v>
                </c:pt>
                <c:pt idx="96">
                  <c:v>0.476497276174426</c:v>
                </c:pt>
                <c:pt idx="97">
                  <c:v>0.41117771638148298</c:v>
                </c:pt>
                <c:pt idx="98">
                  <c:v>0.37468703781634599</c:v>
                </c:pt>
                <c:pt idx="99">
                  <c:v>0.40101347627320399</c:v>
                </c:pt>
                <c:pt idx="100">
                  <c:v>0.42843390279647697</c:v>
                </c:pt>
                <c:pt idx="101">
                  <c:v>0.48428831981772702</c:v>
                </c:pt>
                <c:pt idx="102">
                  <c:v>0.53165405635983198</c:v>
                </c:pt>
                <c:pt idx="103">
                  <c:v>0.63381115674722199</c:v>
                </c:pt>
                <c:pt idx="104">
                  <c:v>0.67013422339865503</c:v>
                </c:pt>
                <c:pt idx="105">
                  <c:v>0.74550640106490995</c:v>
                </c:pt>
                <c:pt idx="106">
                  <c:v>0.88116394125605801</c:v>
                </c:pt>
                <c:pt idx="107">
                  <c:v>0.925923955101837</c:v>
                </c:pt>
                <c:pt idx="108">
                  <c:v>0.97514341090044798</c:v>
                </c:pt>
                <c:pt idx="109">
                  <c:v>0.91840788032556697</c:v>
                </c:pt>
                <c:pt idx="110">
                  <c:v>0.88793699598153097</c:v>
                </c:pt>
                <c:pt idx="111">
                  <c:v>1.0162584378038699</c:v>
                </c:pt>
                <c:pt idx="112">
                  <c:v>1.0555879871573199</c:v>
                </c:pt>
                <c:pt idx="113">
                  <c:v>1.19210343223439</c:v>
                </c:pt>
                <c:pt idx="114">
                  <c:v>1.2987063440570801</c:v>
                </c:pt>
                <c:pt idx="115">
                  <c:v>1.45991096311866</c:v>
                </c:pt>
                <c:pt idx="116">
                  <c:v>1.71961889531949</c:v>
                </c:pt>
                <c:pt idx="117">
                  <c:v>1.9214541780975301</c:v>
                </c:pt>
                <c:pt idx="118">
                  <c:v>2.25389090042033</c:v>
                </c:pt>
                <c:pt idx="119">
                  <c:v>2.7080037868882201</c:v>
                </c:pt>
                <c:pt idx="120">
                  <c:v>3.04805748311923</c:v>
                </c:pt>
                <c:pt idx="121">
                  <c:v>2.9852986648602902</c:v>
                </c:pt>
                <c:pt idx="122">
                  <c:v>2.8440022012460799</c:v>
                </c:pt>
                <c:pt idx="123">
                  <c:v>2.9627014279613899</c:v>
                </c:pt>
                <c:pt idx="124">
                  <c:v>2.94772192506049</c:v>
                </c:pt>
                <c:pt idx="125">
                  <c:v>2.9564448739643998</c:v>
                </c:pt>
                <c:pt idx="126">
                  <c:v>2.9643326185774801</c:v>
                </c:pt>
                <c:pt idx="127">
                  <c:v>3.1621062711956101</c:v>
                </c:pt>
                <c:pt idx="128">
                  <c:v>3.28985697699262</c:v>
                </c:pt>
                <c:pt idx="129">
                  <c:v>3.7075005189332702</c:v>
                </c:pt>
                <c:pt idx="130">
                  <c:v>3.5355514708824098</c:v>
                </c:pt>
                <c:pt idx="131">
                  <c:v>3.4270111055520598</c:v>
                </c:pt>
                <c:pt idx="132">
                  <c:v>3.5037176376604902</c:v>
                </c:pt>
                <c:pt idx="133">
                  <c:v>2.9012737379232201</c:v>
                </c:pt>
                <c:pt idx="134">
                  <c:v>2.5998715960288199</c:v>
                </c:pt>
                <c:pt idx="135">
                  <c:v>2.5867273100285502</c:v>
                </c:pt>
                <c:pt idx="136">
                  <c:v>2.3438828544702699</c:v>
                </c:pt>
                <c:pt idx="137">
                  <c:v>2.2651285913272701</c:v>
                </c:pt>
                <c:pt idx="138">
                  <c:v>2.3531104526959901</c:v>
                </c:pt>
                <c:pt idx="139">
                  <c:v>2.37002607196766</c:v>
                </c:pt>
                <c:pt idx="140">
                  <c:v>2.4093945316916101</c:v>
                </c:pt>
                <c:pt idx="141">
                  <c:v>2.94369415702606</c:v>
                </c:pt>
                <c:pt idx="142">
                  <c:v>2.8544039964127199</c:v>
                </c:pt>
                <c:pt idx="143">
                  <c:v>3.01847609904183</c:v>
                </c:pt>
                <c:pt idx="144">
                  <c:v>2.5918149559730499</c:v>
                </c:pt>
                <c:pt idx="145">
                  <c:v>2.2371485608154602</c:v>
                </c:pt>
                <c:pt idx="146">
                  <c:v>2.1435583911789799</c:v>
                </c:pt>
                <c:pt idx="147">
                  <c:v>2.1173279086885999</c:v>
                </c:pt>
                <c:pt idx="148">
                  <c:v>2.0846663640417198</c:v>
                </c:pt>
                <c:pt idx="149">
                  <c:v>2.0767136045586798</c:v>
                </c:pt>
                <c:pt idx="150">
                  <c:v>2.1306943676025099</c:v>
                </c:pt>
                <c:pt idx="151">
                  <c:v>2.1940195616872402</c:v>
                </c:pt>
                <c:pt idx="152">
                  <c:v>2.2744067973422899</c:v>
                </c:pt>
                <c:pt idx="153">
                  <c:v>2.3940326090877502</c:v>
                </c:pt>
                <c:pt idx="154">
                  <c:v>2.3577087559015699</c:v>
                </c:pt>
                <c:pt idx="155">
                  <c:v>2.3118167644729302</c:v>
                </c:pt>
                <c:pt idx="156">
                  <c:v>2.1955605382016499</c:v>
                </c:pt>
                <c:pt idx="157">
                  <c:v>1.96565477333005</c:v>
                </c:pt>
                <c:pt idx="158">
                  <c:v>1.8745477727752</c:v>
                </c:pt>
                <c:pt idx="159">
                  <c:v>1.8690522527376101</c:v>
                </c:pt>
                <c:pt idx="160">
                  <c:v>1.7835008421335901</c:v>
                </c:pt>
                <c:pt idx="161">
                  <c:v>1.7985188793426401</c:v>
                </c:pt>
                <c:pt idx="162">
                  <c:v>1.74821136020108</c:v>
                </c:pt>
                <c:pt idx="163">
                  <c:v>1.7948698080729599</c:v>
                </c:pt>
                <c:pt idx="164">
                  <c:v>1.7644306973522501</c:v>
                </c:pt>
                <c:pt idx="165">
                  <c:v>1.6842785823566599</c:v>
                </c:pt>
                <c:pt idx="166">
                  <c:v>1.7239156172621499</c:v>
                </c:pt>
                <c:pt idx="167">
                  <c:v>1.63407369714366</c:v>
                </c:pt>
                <c:pt idx="168">
                  <c:v>1.60644195897374</c:v>
                </c:pt>
                <c:pt idx="169">
                  <c:v>1.3451281632401499</c:v>
                </c:pt>
                <c:pt idx="170">
                  <c:v>1.1994987791385301</c:v>
                </c:pt>
                <c:pt idx="171">
                  <c:v>1.17734546359693</c:v>
                </c:pt>
                <c:pt idx="172">
                  <c:v>1.1428769843004101</c:v>
                </c:pt>
                <c:pt idx="173">
                  <c:v>1.0772854823956299</c:v>
                </c:pt>
                <c:pt idx="174">
                  <c:v>1.0788250312813501</c:v>
                </c:pt>
                <c:pt idx="175">
                  <c:v>1.0364740331311999</c:v>
                </c:pt>
                <c:pt idx="176">
                  <c:v>0.99584955516093299</c:v>
                </c:pt>
                <c:pt idx="177">
                  <c:v>1.0089726872343601</c:v>
                </c:pt>
                <c:pt idx="178">
                  <c:v>0.97823824772996804</c:v>
                </c:pt>
                <c:pt idx="179">
                  <c:v>0.94596064443802597</c:v>
                </c:pt>
                <c:pt idx="180">
                  <c:v>0.88176069656054101</c:v>
                </c:pt>
                <c:pt idx="181">
                  <c:v>0.77089322969239304</c:v>
                </c:pt>
                <c:pt idx="182">
                  <c:v>0.70730827752463199</c:v>
                </c:pt>
                <c:pt idx="183">
                  <c:v>0.73020794921990795</c:v>
                </c:pt>
                <c:pt idx="184">
                  <c:v>0.69287565148261598</c:v>
                </c:pt>
                <c:pt idx="185">
                  <c:v>0.71117159013176501</c:v>
                </c:pt>
                <c:pt idx="186">
                  <c:v>0.69269283228867695</c:v>
                </c:pt>
                <c:pt idx="187">
                  <c:v>0.689705290668985</c:v>
                </c:pt>
                <c:pt idx="188">
                  <c:v>0.65397913694174004</c:v>
                </c:pt>
                <c:pt idx="189">
                  <c:v>0.69831895263763299</c:v>
                </c:pt>
                <c:pt idx="190">
                  <c:v>0.64969267875842895</c:v>
                </c:pt>
                <c:pt idx="191">
                  <c:v>0.64380936081920304</c:v>
                </c:pt>
                <c:pt idx="192">
                  <c:v>0.58813600864986404</c:v>
                </c:pt>
                <c:pt idx="193">
                  <c:v>0.50731464004529803</c:v>
                </c:pt>
                <c:pt idx="194">
                  <c:v>0.48334304569323</c:v>
                </c:pt>
                <c:pt idx="195">
                  <c:v>0.44822073042972699</c:v>
                </c:pt>
                <c:pt idx="196">
                  <c:v>0.42191429944450398</c:v>
                </c:pt>
                <c:pt idx="197">
                  <c:v>0.43800255169093</c:v>
                </c:pt>
                <c:pt idx="198">
                  <c:v>0.43729943870187699</c:v>
                </c:pt>
                <c:pt idx="199">
                  <c:v>0.44998184278133302</c:v>
                </c:pt>
                <c:pt idx="200">
                  <c:v>0.468423935065643</c:v>
                </c:pt>
                <c:pt idx="201">
                  <c:v>0.47337548501534799</c:v>
                </c:pt>
                <c:pt idx="202">
                  <c:v>0.44586697615924797</c:v>
                </c:pt>
                <c:pt idx="203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Sheet1!$C$2:$C$205</c:f>
              <c:numCache>
                <c:formatCode>General</c:formatCode>
                <c:ptCount val="204"/>
                <c:pt idx="0">
                  <c:v>0.932673461488842</c:v>
                </c:pt>
                <c:pt idx="1">
                  <c:v>0.92096553042654306</c:v>
                </c:pt>
                <c:pt idx="2">
                  <c:v>0.90704237814700495</c:v>
                </c:pt>
                <c:pt idx="3">
                  <c:v>0.89905737246945805</c:v>
                </c:pt>
                <c:pt idx="4">
                  <c:v>0.89813849110741395</c:v>
                </c:pt>
                <c:pt idx="5">
                  <c:v>0.90132690014910199</c:v>
                </c:pt>
                <c:pt idx="6">
                  <c:v>0.90956134858238802</c:v>
                </c:pt>
                <c:pt idx="7">
                  <c:v>0.92006624978347995</c:v>
                </c:pt>
                <c:pt idx="8">
                  <c:v>0.93696602128694495</c:v>
                </c:pt>
                <c:pt idx="9">
                  <c:v>0.95482609195835</c:v>
                </c:pt>
                <c:pt idx="10">
                  <c:v>0.97539712482009899</c:v>
                </c:pt>
                <c:pt idx="11">
                  <c:v>0.98827893414611401</c:v>
                </c:pt>
                <c:pt idx="12">
                  <c:v>1.01106153284564</c:v>
                </c:pt>
                <c:pt idx="13">
                  <c:v>1.03199122464757</c:v>
                </c:pt>
                <c:pt idx="14">
                  <c:v>1.0517648849260799</c:v>
                </c:pt>
                <c:pt idx="15">
                  <c:v>1.06514934979888</c:v>
                </c:pt>
                <c:pt idx="16">
                  <c:v>1.0782839970282601</c:v>
                </c:pt>
                <c:pt idx="17">
                  <c:v>1.09203281876906</c:v>
                </c:pt>
                <c:pt idx="18">
                  <c:v>1.09732274113298</c:v>
                </c:pt>
                <c:pt idx="19">
                  <c:v>1.10673449832058</c:v>
                </c:pt>
                <c:pt idx="20">
                  <c:v>1.1140277245752299</c:v>
                </c:pt>
                <c:pt idx="21">
                  <c:v>1.1261758422630299</c:v>
                </c:pt>
                <c:pt idx="22">
                  <c:v>1.1324422547510999</c:v>
                </c:pt>
                <c:pt idx="23">
                  <c:v>1.1397444375949</c:v>
                </c:pt>
                <c:pt idx="24">
                  <c:v>1.15255633019378</c:v>
                </c:pt>
                <c:pt idx="25">
                  <c:v>1.1586691373159499</c:v>
                </c:pt>
                <c:pt idx="26">
                  <c:v>1.1515253711005899</c:v>
                </c:pt>
                <c:pt idx="27">
                  <c:v>1.1379162392214599</c:v>
                </c:pt>
                <c:pt idx="28">
                  <c:v>1.11560960928592</c:v>
                </c:pt>
                <c:pt idx="29">
                  <c:v>1.0947972430566799</c:v>
                </c:pt>
                <c:pt idx="30">
                  <c:v>1.08425969116865</c:v>
                </c:pt>
                <c:pt idx="31">
                  <c:v>1.0726672515861</c:v>
                </c:pt>
                <c:pt idx="32">
                  <c:v>1.06892034387287</c:v>
                </c:pt>
                <c:pt idx="33">
                  <c:v>1.05662882196444</c:v>
                </c:pt>
                <c:pt idx="34">
                  <c:v>1.0357193298132401</c:v>
                </c:pt>
                <c:pt idx="35">
                  <c:v>1.0140534314230001</c:v>
                </c:pt>
                <c:pt idx="36">
                  <c:v>0.99791226530840904</c:v>
                </c:pt>
                <c:pt idx="37">
                  <c:v>0.99131432483245996</c:v>
                </c:pt>
                <c:pt idx="38">
                  <c:v>0.98098579314847001</c:v>
                </c:pt>
                <c:pt idx="39">
                  <c:v>0.98242132366073198</c:v>
                </c:pt>
                <c:pt idx="40">
                  <c:v>0.98263709129391397</c:v>
                </c:pt>
                <c:pt idx="41">
                  <c:v>0.98316005297435205</c:v>
                </c:pt>
                <c:pt idx="42">
                  <c:v>0.97968723036941896</c:v>
                </c:pt>
                <c:pt idx="43">
                  <c:v>0.96879853123218496</c:v>
                </c:pt>
                <c:pt idx="44">
                  <c:v>0.94812684208503994</c:v>
                </c:pt>
                <c:pt idx="45">
                  <c:v>0.92401780708317705</c:v>
                </c:pt>
                <c:pt idx="46">
                  <c:v>0.89441569652778397</c:v>
                </c:pt>
                <c:pt idx="47">
                  <c:v>0.88330408515251402</c:v>
                </c:pt>
                <c:pt idx="48">
                  <c:v>0.87610085645606395</c:v>
                </c:pt>
                <c:pt idx="49">
                  <c:v>0.85230880619851002</c:v>
                </c:pt>
                <c:pt idx="50">
                  <c:v>0.83660143679155097</c:v>
                </c:pt>
                <c:pt idx="51">
                  <c:v>0.90475365208069203</c:v>
                </c:pt>
                <c:pt idx="52">
                  <c:v>0.88873015687629398</c:v>
                </c:pt>
                <c:pt idx="53">
                  <c:v>0.86738295385129205</c:v>
                </c:pt>
                <c:pt idx="54">
                  <c:v>0.81153565221070401</c:v>
                </c:pt>
                <c:pt idx="55">
                  <c:v>0.76927535879819398</c:v>
                </c:pt>
                <c:pt idx="56">
                  <c:v>0.73672007339830003</c:v>
                </c:pt>
                <c:pt idx="57">
                  <c:v>0.73237952214469904</c:v>
                </c:pt>
                <c:pt idx="58">
                  <c:v>0.72524145902016501</c:v>
                </c:pt>
                <c:pt idx="59">
                  <c:v>0.72759506953868902</c:v>
                </c:pt>
                <c:pt idx="60">
                  <c:v>0.733338777110493</c:v>
                </c:pt>
                <c:pt idx="61">
                  <c:v>0.73031295883576597</c:v>
                </c:pt>
                <c:pt idx="62">
                  <c:v>0.72368671248843597</c:v>
                </c:pt>
                <c:pt idx="63">
                  <c:v>0.71272684302822198</c:v>
                </c:pt>
                <c:pt idx="64">
                  <c:v>0.70904560011321205</c:v>
                </c:pt>
                <c:pt idx="65">
                  <c:v>0.710986667454372</c:v>
                </c:pt>
                <c:pt idx="66">
                  <c:v>0.71834798338912298</c:v>
                </c:pt>
                <c:pt idx="67">
                  <c:v>0.73053852323199397</c:v>
                </c:pt>
                <c:pt idx="68">
                  <c:v>0.740544357316408</c:v>
                </c:pt>
                <c:pt idx="69">
                  <c:v>0.751126591533124</c:v>
                </c:pt>
                <c:pt idx="70">
                  <c:v>0.754587025869213</c:v>
                </c:pt>
                <c:pt idx="71">
                  <c:v>0.76234078247450199</c:v>
                </c:pt>
                <c:pt idx="72">
                  <c:v>0.77704477152710205</c:v>
                </c:pt>
                <c:pt idx="73">
                  <c:v>0.78287521449159603</c:v>
                </c:pt>
                <c:pt idx="74">
                  <c:v>0.781559383313157</c:v>
                </c:pt>
                <c:pt idx="75">
                  <c:v>0.78159213205237799</c:v>
                </c:pt>
                <c:pt idx="76">
                  <c:v>0.78141566577478705</c:v>
                </c:pt>
                <c:pt idx="77">
                  <c:v>0.78242523117065799</c:v>
                </c:pt>
                <c:pt idx="78">
                  <c:v>0.77558005484768</c:v>
                </c:pt>
                <c:pt idx="79">
                  <c:v>0.76716999518651197</c:v>
                </c:pt>
                <c:pt idx="80">
                  <c:v>0.76362462954427901</c:v>
                </c:pt>
                <c:pt idx="81">
                  <c:v>0.76425971419628003</c:v>
                </c:pt>
                <c:pt idx="82">
                  <c:v>0.77225658156201404</c:v>
                </c:pt>
                <c:pt idx="83">
                  <c:v>0.777549626210017</c:v>
                </c:pt>
                <c:pt idx="84">
                  <c:v>0.78703108786698495</c:v>
                </c:pt>
                <c:pt idx="85">
                  <c:v>0.79550196779056803</c:v>
                </c:pt>
                <c:pt idx="86">
                  <c:v>0.80216568834053903</c:v>
                </c:pt>
                <c:pt idx="87">
                  <c:v>0.81001365635080502</c:v>
                </c:pt>
                <c:pt idx="88">
                  <c:v>0.81885515989268398</c:v>
                </c:pt>
                <c:pt idx="89">
                  <c:v>0.82657743358093305</c:v>
                </c:pt>
                <c:pt idx="90">
                  <c:v>0.83429376814255796</c:v>
                </c:pt>
                <c:pt idx="91">
                  <c:v>0.84673370409474902</c:v>
                </c:pt>
                <c:pt idx="92">
                  <c:v>0.86248576198868498</c:v>
                </c:pt>
                <c:pt idx="93">
                  <c:v>0.880377317535042</c:v>
                </c:pt>
                <c:pt idx="94">
                  <c:v>0.89140269960777996</c:v>
                </c:pt>
                <c:pt idx="95">
                  <c:v>0.904869141064502</c:v>
                </c:pt>
                <c:pt idx="96">
                  <c:v>0.91312305634984003</c:v>
                </c:pt>
                <c:pt idx="97">
                  <c:v>0.91946692611747405</c:v>
                </c:pt>
                <c:pt idx="98">
                  <c:v>0.926705061590827</c:v>
                </c:pt>
                <c:pt idx="99">
                  <c:v>0.930715205334398</c:v>
                </c:pt>
                <c:pt idx="100">
                  <c:v>0.95007072856151398</c:v>
                </c:pt>
                <c:pt idx="101">
                  <c:v>0.97481976155778804</c:v>
                </c:pt>
                <c:pt idx="102">
                  <c:v>0.99799471252488603</c:v>
                </c:pt>
                <c:pt idx="103">
                  <c:v>1.0359290498796401</c:v>
                </c:pt>
                <c:pt idx="104">
                  <c:v>1.08615832206406</c:v>
                </c:pt>
                <c:pt idx="105">
                  <c:v>1.13328428839318</c:v>
                </c:pt>
                <c:pt idx="106">
                  <c:v>1.1921647855947699</c:v>
                </c:pt>
                <c:pt idx="107">
                  <c:v>1.2532471629778701</c:v>
                </c:pt>
                <c:pt idx="108">
                  <c:v>1.3126003730101301</c:v>
                </c:pt>
                <c:pt idx="109">
                  <c:v>1.35775197463832</c:v>
                </c:pt>
                <c:pt idx="110">
                  <c:v>1.4026586861609101</c:v>
                </c:pt>
                <c:pt idx="111">
                  <c:v>1.4442232857036199</c:v>
                </c:pt>
                <c:pt idx="112">
                  <c:v>1.5044291259145399</c:v>
                </c:pt>
                <c:pt idx="113">
                  <c:v>1.5691128526161899</c:v>
                </c:pt>
                <c:pt idx="114">
                  <c:v>1.6337691768973801</c:v>
                </c:pt>
                <c:pt idx="115">
                  <c:v>1.7174580371972901</c:v>
                </c:pt>
                <c:pt idx="116">
                  <c:v>1.81253789042942</c:v>
                </c:pt>
                <c:pt idx="117">
                  <c:v>1.90023241070076</c:v>
                </c:pt>
                <c:pt idx="118">
                  <c:v>1.95529610925619</c:v>
                </c:pt>
                <c:pt idx="119">
                  <c:v>2.0236598756483999</c:v>
                </c:pt>
                <c:pt idx="120">
                  <c:v>2.0763857005210302</c:v>
                </c:pt>
                <c:pt idx="121">
                  <c:v>2.0731251154780801</c:v>
                </c:pt>
                <c:pt idx="122">
                  <c:v>2.0803869584272401</c:v>
                </c:pt>
                <c:pt idx="123">
                  <c:v>2.0964143312004402</c:v>
                </c:pt>
                <c:pt idx="124">
                  <c:v>2.0865965617148401</c:v>
                </c:pt>
                <c:pt idx="125">
                  <c:v>2.0887583499865001</c:v>
                </c:pt>
                <c:pt idx="126">
                  <c:v>2.0829603353842501</c:v>
                </c:pt>
                <c:pt idx="127">
                  <c:v>2.1013243943075799</c:v>
                </c:pt>
                <c:pt idx="128">
                  <c:v>2.1285248627337201</c:v>
                </c:pt>
                <c:pt idx="129">
                  <c:v>2.15533419944992</c:v>
                </c:pt>
                <c:pt idx="130">
                  <c:v>2.1750317439312199</c:v>
                </c:pt>
                <c:pt idx="131">
                  <c:v>2.1991493441112202</c:v>
                </c:pt>
                <c:pt idx="132">
                  <c:v>2.0717282234789001</c:v>
                </c:pt>
                <c:pt idx="133">
                  <c:v>2.04212606419433</c:v>
                </c:pt>
                <c:pt idx="134">
                  <c:v>2.0212931756613202</c:v>
                </c:pt>
                <c:pt idx="135">
                  <c:v>1.9985854904818099</c:v>
                </c:pt>
                <c:pt idx="136">
                  <c:v>2.0101403198958598</c:v>
                </c:pt>
                <c:pt idx="137">
                  <c:v>2.0272892333971999</c:v>
                </c:pt>
                <c:pt idx="138">
                  <c:v>2.0535553820977901</c:v>
                </c:pt>
                <c:pt idx="139">
                  <c:v>2.0799043681804599</c:v>
                </c:pt>
                <c:pt idx="140">
                  <c:v>2.1065131902028198</c:v>
                </c:pt>
                <c:pt idx="141">
                  <c:v>2.1342593766832301</c:v>
                </c:pt>
                <c:pt idx="142">
                  <c:v>3.0752527461675401</c:v>
                </c:pt>
                <c:pt idx="143">
                  <c:v>3.09339220891846</c:v>
                </c:pt>
                <c:pt idx="144">
                  <c:v>3.1172350902467501</c:v>
                </c:pt>
                <c:pt idx="145">
                  <c:v>3.0949099494008001</c:v>
                </c:pt>
                <c:pt idx="146">
                  <c:v>3.0505225751868101</c:v>
                </c:pt>
                <c:pt idx="147">
                  <c:v>2.15806558305629</c:v>
                </c:pt>
                <c:pt idx="148">
                  <c:v>2.1509977365031601</c:v>
                </c:pt>
                <c:pt idx="149">
                  <c:v>2.1453188857947301</c:v>
                </c:pt>
                <c:pt idx="150">
                  <c:v>2.1321079394541398</c:v>
                </c:pt>
                <c:pt idx="151">
                  <c:v>2.1512160183146598</c:v>
                </c:pt>
                <c:pt idx="152">
                  <c:v>2.1745383606331798</c:v>
                </c:pt>
                <c:pt idx="153">
                  <c:v>2.1947440903277302</c:v>
                </c:pt>
                <c:pt idx="154">
                  <c:v>2.2100223829546</c:v>
                </c:pt>
                <c:pt idx="155">
                  <c:v>2.2086654733768998</c:v>
                </c:pt>
                <c:pt idx="156">
                  <c:v>2.1931453512177499</c:v>
                </c:pt>
                <c:pt idx="157">
                  <c:v>2.12925337080876</c:v>
                </c:pt>
                <c:pt idx="158">
                  <c:v>2.0589997587534499</c:v>
                </c:pt>
                <c:pt idx="159">
                  <c:v>1.9898846166271</c:v>
                </c:pt>
                <c:pt idx="160">
                  <c:v>1.9308062093179601</c:v>
                </c:pt>
                <c:pt idx="161">
                  <c:v>1.8889468945966199</c:v>
                </c:pt>
                <c:pt idx="162">
                  <c:v>1.8406928513941301</c:v>
                </c:pt>
                <c:pt idx="163">
                  <c:v>1.81292274263509</c:v>
                </c:pt>
                <c:pt idx="164">
                  <c:v>1.76585105595499</c:v>
                </c:pt>
                <c:pt idx="165">
                  <c:v>1.70841382179588</c:v>
                </c:pt>
                <c:pt idx="166">
                  <c:v>1.6667520001098901</c:v>
                </c:pt>
                <c:pt idx="167">
                  <c:v>1.60485812774787</c:v>
                </c:pt>
                <c:pt idx="168">
                  <c:v>1.53754368031586</c:v>
                </c:pt>
                <c:pt idx="169">
                  <c:v>1.4189439746243799</c:v>
                </c:pt>
                <c:pt idx="170">
                  <c:v>1.3083559844541801</c:v>
                </c:pt>
                <c:pt idx="171">
                  <c:v>1.21293773281268</c:v>
                </c:pt>
                <c:pt idx="172">
                  <c:v>1.1428235553658901</c:v>
                </c:pt>
                <c:pt idx="173">
                  <c:v>1.07819689513426</c:v>
                </c:pt>
                <c:pt idx="174">
                  <c:v>1.01739715508172</c:v>
                </c:pt>
                <c:pt idx="175">
                  <c:v>0.99138413649387802</c:v>
                </c:pt>
                <c:pt idx="176">
                  <c:v>0.97211416016136398</c:v>
                </c:pt>
                <c:pt idx="177">
                  <c:v>0.95616695931676199</c:v>
                </c:pt>
                <c:pt idx="178">
                  <c:v>0.93337748637011297</c:v>
                </c:pt>
                <c:pt idx="179">
                  <c:v>0.914781584006918</c:v>
                </c:pt>
                <c:pt idx="180">
                  <c:v>0.89994058918423403</c:v>
                </c:pt>
                <c:pt idx="181">
                  <c:v>0.85965784216445196</c:v>
                </c:pt>
                <c:pt idx="182">
                  <c:v>0.82016679551624205</c:v>
                </c:pt>
                <c:pt idx="183">
                  <c:v>0.78464121624739502</c:v>
                </c:pt>
                <c:pt idx="184">
                  <c:v>0.76751546073147203</c:v>
                </c:pt>
                <c:pt idx="185">
                  <c:v>0.74280544263651804</c:v>
                </c:pt>
                <c:pt idx="186">
                  <c:v>0.73411845641013795</c:v>
                </c:pt>
                <c:pt idx="187">
                  <c:v>0.72397010094293901</c:v>
                </c:pt>
                <c:pt idx="188">
                  <c:v>0.71475498192067299</c:v>
                </c:pt>
                <c:pt idx="189">
                  <c:v>0.708098227006704</c:v>
                </c:pt>
                <c:pt idx="190">
                  <c:v>0.70022808395611102</c:v>
                </c:pt>
                <c:pt idx="191">
                  <c:v>0.69414576436556097</c:v>
                </c:pt>
                <c:pt idx="192">
                  <c:v>0.687575601014356</c:v>
                </c:pt>
                <c:pt idx="193">
                  <c:v>0.66966328333813996</c:v>
                </c:pt>
                <c:pt idx="194">
                  <c:v>0.64710563504628604</c:v>
                </c:pt>
                <c:pt idx="195">
                  <c:v>0.62529271473968895</c:v>
                </c:pt>
                <c:pt idx="196">
                  <c:v>0.613069471136096</c:v>
                </c:pt>
                <c:pt idx="197">
                  <c:v>0.60021829156644602</c:v>
                </c:pt>
                <c:pt idx="198">
                  <c:v>0.59149410216071696</c:v>
                </c:pt>
                <c:pt idx="199">
                  <c:v>0.58910443892801201</c:v>
                </c:pt>
                <c:pt idx="200">
                  <c:v>0.58676234795090898</c:v>
                </c:pt>
                <c:pt idx="201">
                  <c:v>0.58725904102836501</c:v>
                </c:pt>
                <c:pt idx="202">
                  <c:v>0.58708997022508502</c:v>
                </c:pt>
                <c:pt idx="203">
                  <c:v>0.58808762900394196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Sheet1!$D$2:$D$205</c:f>
              <c:numCache>
                <c:formatCode>General</c:formatCode>
                <c:ptCount val="204"/>
                <c:pt idx="0">
                  <c:v>0.43240462175884198</c:v>
                </c:pt>
                <c:pt idx="1">
                  <c:v>0.42603226595586702</c:v>
                </c:pt>
                <c:pt idx="2">
                  <c:v>0.418462729882141</c:v>
                </c:pt>
                <c:pt idx="3">
                  <c:v>0.41395946886693102</c:v>
                </c:pt>
                <c:pt idx="4">
                  <c:v>0.41225807936689002</c:v>
                </c:pt>
                <c:pt idx="5">
                  <c:v>0.41238628038540198</c:v>
                </c:pt>
                <c:pt idx="6">
                  <c:v>0.41493056779798898</c:v>
                </c:pt>
                <c:pt idx="7">
                  <c:v>0.419386240255881</c:v>
                </c:pt>
                <c:pt idx="8">
                  <c:v>0.42626880324512201</c:v>
                </c:pt>
                <c:pt idx="9">
                  <c:v>0.43411579846484</c:v>
                </c:pt>
                <c:pt idx="10">
                  <c:v>0.44070556916655501</c:v>
                </c:pt>
                <c:pt idx="11">
                  <c:v>0.44388874242526899</c:v>
                </c:pt>
                <c:pt idx="12">
                  <c:v>0.45139982062809603</c:v>
                </c:pt>
                <c:pt idx="13">
                  <c:v>0.45914740057653203</c:v>
                </c:pt>
                <c:pt idx="14">
                  <c:v>0.46609716609875601</c:v>
                </c:pt>
                <c:pt idx="15">
                  <c:v>0.47089257982433402</c:v>
                </c:pt>
                <c:pt idx="16">
                  <c:v>0.47510527494556398</c:v>
                </c:pt>
                <c:pt idx="17">
                  <c:v>0.47990128768490298</c:v>
                </c:pt>
                <c:pt idx="18">
                  <c:v>0.481298529789842</c:v>
                </c:pt>
                <c:pt idx="19">
                  <c:v>0.485088807049738</c:v>
                </c:pt>
                <c:pt idx="20">
                  <c:v>0.48777058279457802</c:v>
                </c:pt>
                <c:pt idx="21">
                  <c:v>0.49326461412503297</c:v>
                </c:pt>
                <c:pt idx="22">
                  <c:v>0.49324813674193102</c:v>
                </c:pt>
                <c:pt idx="23">
                  <c:v>0.49330963242067999</c:v>
                </c:pt>
                <c:pt idx="24">
                  <c:v>0.49520102698203899</c:v>
                </c:pt>
                <c:pt idx="25">
                  <c:v>0.496139717723865</c:v>
                </c:pt>
                <c:pt idx="26">
                  <c:v>0.491373349798507</c:v>
                </c:pt>
                <c:pt idx="27">
                  <c:v>0.48456989797855998</c:v>
                </c:pt>
                <c:pt idx="28">
                  <c:v>0.47411636819959502</c:v>
                </c:pt>
                <c:pt idx="29">
                  <c:v>0.46498996587237601</c:v>
                </c:pt>
                <c:pt idx="30">
                  <c:v>0.45896231240152302</c:v>
                </c:pt>
                <c:pt idx="31">
                  <c:v>0.45365219868301898</c:v>
                </c:pt>
                <c:pt idx="32">
                  <c:v>0.45095206065305399</c:v>
                </c:pt>
                <c:pt idx="33">
                  <c:v>0.44482842824722402</c:v>
                </c:pt>
                <c:pt idx="34">
                  <c:v>0.43431382178955602</c:v>
                </c:pt>
                <c:pt idx="35">
                  <c:v>0.42369177777244998</c:v>
                </c:pt>
                <c:pt idx="36">
                  <c:v>0.41518708483631001</c:v>
                </c:pt>
                <c:pt idx="37">
                  <c:v>0.41021520032666903</c:v>
                </c:pt>
                <c:pt idx="38">
                  <c:v>0.40323347340377502</c:v>
                </c:pt>
                <c:pt idx="39">
                  <c:v>0.40134575892255597</c:v>
                </c:pt>
                <c:pt idx="40">
                  <c:v>0.39851708261614499</c:v>
                </c:pt>
                <c:pt idx="41">
                  <c:v>0.395547124797901</c:v>
                </c:pt>
                <c:pt idx="42">
                  <c:v>0.39067847445651799</c:v>
                </c:pt>
                <c:pt idx="43">
                  <c:v>0.38441214505756699</c:v>
                </c:pt>
                <c:pt idx="44">
                  <c:v>0.37410499890808702</c:v>
                </c:pt>
                <c:pt idx="45">
                  <c:v>0.36317833714326597</c:v>
                </c:pt>
                <c:pt idx="46">
                  <c:v>0.35041999236165</c:v>
                </c:pt>
                <c:pt idx="47">
                  <c:v>0.34528520515035899</c:v>
                </c:pt>
                <c:pt idx="48">
                  <c:v>0.341598112127806</c:v>
                </c:pt>
                <c:pt idx="49">
                  <c:v>0.33163996441161198</c:v>
                </c:pt>
                <c:pt idx="50">
                  <c:v>0.32503108923280799</c:v>
                </c:pt>
                <c:pt idx="51">
                  <c:v>0.55720763945157303</c:v>
                </c:pt>
                <c:pt idx="52">
                  <c:v>0.55064123331190995</c:v>
                </c:pt>
                <c:pt idx="53">
                  <c:v>0.54261127317735103</c:v>
                </c:pt>
                <c:pt idx="54">
                  <c:v>0.51279443707376005</c:v>
                </c:pt>
                <c:pt idx="55">
                  <c:v>0.491203346806934</c:v>
                </c:pt>
                <c:pt idx="56">
                  <c:v>0.47359520842603597</c:v>
                </c:pt>
                <c:pt idx="57">
                  <c:v>0.47206642708869101</c:v>
                </c:pt>
                <c:pt idx="58">
                  <c:v>0.46779923122261002</c:v>
                </c:pt>
                <c:pt idx="59">
                  <c:v>0.46851703493352398</c:v>
                </c:pt>
                <c:pt idx="60">
                  <c:v>0.47158180890218798</c:v>
                </c:pt>
                <c:pt idx="61">
                  <c:v>0.46640030261322402</c:v>
                </c:pt>
                <c:pt idx="62">
                  <c:v>0.45964356297009101</c:v>
                </c:pt>
                <c:pt idx="63">
                  <c:v>0.449884648515819</c:v>
                </c:pt>
                <c:pt idx="64">
                  <c:v>0.44502884501580497</c:v>
                </c:pt>
                <c:pt idx="65">
                  <c:v>0.44307266466259199</c:v>
                </c:pt>
                <c:pt idx="66">
                  <c:v>0.44390639841306301</c:v>
                </c:pt>
                <c:pt idx="67">
                  <c:v>0.44982584305970402</c:v>
                </c:pt>
                <c:pt idx="68">
                  <c:v>0.45507217824477503</c:v>
                </c:pt>
                <c:pt idx="69">
                  <c:v>0.46055679464493998</c:v>
                </c:pt>
                <c:pt idx="70">
                  <c:v>0.46047213066275899</c:v>
                </c:pt>
                <c:pt idx="71">
                  <c:v>0.46276190299117098</c:v>
                </c:pt>
                <c:pt idx="72">
                  <c:v>0.46921510444041198</c:v>
                </c:pt>
                <c:pt idx="73">
                  <c:v>0.466934296648014</c:v>
                </c:pt>
                <c:pt idx="74">
                  <c:v>0.460858387475582</c:v>
                </c:pt>
                <c:pt idx="75">
                  <c:v>0.45692614884180699</c:v>
                </c:pt>
                <c:pt idx="76">
                  <c:v>0.45502500982356198</c:v>
                </c:pt>
                <c:pt idx="77">
                  <c:v>0.45452847236594501</c:v>
                </c:pt>
                <c:pt idx="78">
                  <c:v>0.44899387538902502</c:v>
                </c:pt>
                <c:pt idx="79">
                  <c:v>0.445285932813277</c:v>
                </c:pt>
                <c:pt idx="80">
                  <c:v>0.44437779422505902</c:v>
                </c:pt>
                <c:pt idx="81">
                  <c:v>0.44612361101715697</c:v>
                </c:pt>
                <c:pt idx="82">
                  <c:v>0.451791115326383</c:v>
                </c:pt>
                <c:pt idx="83">
                  <c:v>0.45598033753652101</c:v>
                </c:pt>
                <c:pt idx="84">
                  <c:v>0.46253869711631002</c:v>
                </c:pt>
                <c:pt idx="85">
                  <c:v>0.46713763659226298</c:v>
                </c:pt>
                <c:pt idx="86">
                  <c:v>0.47055649233236402</c:v>
                </c:pt>
                <c:pt idx="87">
                  <c:v>0.47526683269363301</c:v>
                </c:pt>
                <c:pt idx="88">
                  <c:v>0.48357389625943697</c:v>
                </c:pt>
                <c:pt idx="89">
                  <c:v>0.49125869075293799</c:v>
                </c:pt>
                <c:pt idx="90">
                  <c:v>0.498842995495064</c:v>
                </c:pt>
                <c:pt idx="91">
                  <c:v>0.51048362324596097</c:v>
                </c:pt>
                <c:pt idx="92">
                  <c:v>0.52264218672887197</c:v>
                </c:pt>
                <c:pt idx="93">
                  <c:v>0.53594813635716698</c:v>
                </c:pt>
                <c:pt idx="94">
                  <c:v>0.54405720288179804</c:v>
                </c:pt>
                <c:pt idx="95">
                  <c:v>0.55355757527518801</c:v>
                </c:pt>
                <c:pt idx="96">
                  <c:v>0.56002751920716198</c:v>
                </c:pt>
                <c:pt idx="97">
                  <c:v>0.56467403625232204</c:v>
                </c:pt>
                <c:pt idx="98">
                  <c:v>0.56955958741167201</c:v>
                </c:pt>
                <c:pt idx="99">
                  <c:v>0.57232849124047003</c:v>
                </c:pt>
                <c:pt idx="100">
                  <c:v>0.58584364426492697</c:v>
                </c:pt>
                <c:pt idx="101">
                  <c:v>0.60232429446374103</c:v>
                </c:pt>
                <c:pt idx="102">
                  <c:v>0.61744441471967004</c:v>
                </c:pt>
                <c:pt idx="103">
                  <c:v>0.64034373038421899</c:v>
                </c:pt>
                <c:pt idx="104">
                  <c:v>0.66944440155977103</c:v>
                </c:pt>
                <c:pt idx="105">
                  <c:v>0.69632905932865996</c:v>
                </c:pt>
                <c:pt idx="106">
                  <c:v>0.73069978774079603</c:v>
                </c:pt>
                <c:pt idx="107">
                  <c:v>0.76662782010864505</c:v>
                </c:pt>
                <c:pt idx="108">
                  <c:v>0.80382661379310205</c:v>
                </c:pt>
                <c:pt idx="109">
                  <c:v>0.83176656482094602</c:v>
                </c:pt>
                <c:pt idx="110">
                  <c:v>0.86067194405679004</c:v>
                </c:pt>
                <c:pt idx="111">
                  <c:v>0.88977869341234594</c:v>
                </c:pt>
                <c:pt idx="112">
                  <c:v>0.93770158254125002</c:v>
                </c:pt>
                <c:pt idx="113">
                  <c:v>0.99368662053303003</c:v>
                </c:pt>
                <c:pt idx="114">
                  <c:v>1.0571235298211099</c:v>
                </c:pt>
                <c:pt idx="115">
                  <c:v>1.14583967703601</c:v>
                </c:pt>
                <c:pt idx="116">
                  <c:v>1.2546151550301301</c:v>
                </c:pt>
                <c:pt idx="117">
                  <c:v>1.3719148686600999</c:v>
                </c:pt>
                <c:pt idx="118">
                  <c:v>1.44153027302354</c:v>
                </c:pt>
                <c:pt idx="119">
                  <c:v>1.52443595263947</c:v>
                </c:pt>
                <c:pt idx="120">
                  <c:v>1.5994819961795399</c:v>
                </c:pt>
                <c:pt idx="121">
                  <c:v>1.61613429101289</c:v>
                </c:pt>
                <c:pt idx="122">
                  <c:v>1.64172728587429</c:v>
                </c:pt>
                <c:pt idx="123">
                  <c:v>1.67949398597579</c:v>
                </c:pt>
                <c:pt idx="124">
                  <c:v>1.6957334735393801</c:v>
                </c:pt>
                <c:pt idx="125">
                  <c:v>1.7190956264956601</c:v>
                </c:pt>
                <c:pt idx="126">
                  <c:v>1.73190354625099</c:v>
                </c:pt>
                <c:pt idx="127">
                  <c:v>1.77838112316224</c:v>
                </c:pt>
                <c:pt idx="128">
                  <c:v>1.8344794338128201</c:v>
                </c:pt>
                <c:pt idx="129">
                  <c:v>1.89066402792417</c:v>
                </c:pt>
                <c:pt idx="130">
                  <c:v>1.9556891035936299</c:v>
                </c:pt>
                <c:pt idx="131">
                  <c:v>2.0227142698909999</c:v>
                </c:pt>
                <c:pt idx="132">
                  <c:v>1.78984479090274</c:v>
                </c:pt>
                <c:pt idx="133">
                  <c:v>1.7373978002160699</c:v>
                </c:pt>
                <c:pt idx="134">
                  <c:v>1.7014181154380199</c:v>
                </c:pt>
                <c:pt idx="135">
                  <c:v>1.6653029099526</c:v>
                </c:pt>
                <c:pt idx="136">
                  <c:v>1.7071129537693499</c:v>
                </c:pt>
                <c:pt idx="137">
                  <c:v>1.7519393671491801</c:v>
                </c:pt>
                <c:pt idx="138">
                  <c:v>1.8078802372862499</c:v>
                </c:pt>
                <c:pt idx="139">
                  <c:v>1.8748568750150201</c:v>
                </c:pt>
                <c:pt idx="140">
                  <c:v>1.94634934518282</c:v>
                </c:pt>
                <c:pt idx="141">
                  <c:v>2.0214944863669602</c:v>
                </c:pt>
                <c:pt idx="142">
                  <c:v>2.0580624549622302</c:v>
                </c:pt>
                <c:pt idx="143">
                  <c:v>2.1364089760918699</c:v>
                </c:pt>
                <c:pt idx="144">
                  <c:v>2.2132431343747898</c:v>
                </c:pt>
                <c:pt idx="145">
                  <c:v>2.15931454852588</c:v>
                </c:pt>
                <c:pt idx="146">
                  <c:v>2.11247056526862</c:v>
                </c:pt>
                <c:pt idx="147">
                  <c:v>2.1066670659945799</c:v>
                </c:pt>
                <c:pt idx="148">
                  <c:v>2.06535011892404</c:v>
                </c:pt>
                <c:pt idx="149">
                  <c:v>2.0290025539915502</c:v>
                </c:pt>
                <c:pt idx="150">
                  <c:v>1.9905624232852399</c:v>
                </c:pt>
                <c:pt idx="151">
                  <c:v>2.0088731975124801</c:v>
                </c:pt>
                <c:pt idx="152">
                  <c:v>2.0315901934890901</c:v>
                </c:pt>
                <c:pt idx="153">
                  <c:v>2.0561791648638401</c:v>
                </c:pt>
                <c:pt idx="154">
                  <c:v>2.0566094202990799</c:v>
                </c:pt>
                <c:pt idx="155">
                  <c:v>2.0403041251401701</c:v>
                </c:pt>
                <c:pt idx="156">
                  <c:v>2.0148548780368598</c:v>
                </c:pt>
                <c:pt idx="157">
                  <c:v>1.8715781790389401</c:v>
                </c:pt>
                <c:pt idx="158">
                  <c:v>1.7357332676352899</c:v>
                </c:pt>
                <c:pt idx="159">
                  <c:v>1.6153086687049301</c:v>
                </c:pt>
                <c:pt idx="160">
                  <c:v>1.54596310799648</c:v>
                </c:pt>
                <c:pt idx="161">
                  <c:v>1.49678689502984</c:v>
                </c:pt>
                <c:pt idx="162">
                  <c:v>1.4442810953027001</c:v>
                </c:pt>
                <c:pt idx="163">
                  <c:v>1.41613955326235</c:v>
                </c:pt>
                <c:pt idx="164">
                  <c:v>1.37712982673004</c:v>
                </c:pt>
                <c:pt idx="165">
                  <c:v>1.3306328543985499</c:v>
                </c:pt>
                <c:pt idx="166">
                  <c:v>1.2926883342623601</c:v>
                </c:pt>
                <c:pt idx="167">
                  <c:v>1.2438721796835399</c:v>
                </c:pt>
                <c:pt idx="168">
                  <c:v>1.1925854341394599</c:v>
                </c:pt>
                <c:pt idx="169">
                  <c:v>1.1014406414011599</c:v>
                </c:pt>
                <c:pt idx="170">
                  <c:v>1.0227533674374301</c:v>
                </c:pt>
                <c:pt idx="171">
                  <c:v>0.96054066080023504</c:v>
                </c:pt>
                <c:pt idx="172">
                  <c:v>0.91624505120213595</c:v>
                </c:pt>
                <c:pt idx="173">
                  <c:v>0.87670415808602797</c:v>
                </c:pt>
                <c:pt idx="174">
                  <c:v>0.83894353410357603</c:v>
                </c:pt>
                <c:pt idx="175">
                  <c:v>0.82521044623954398</c:v>
                </c:pt>
                <c:pt idx="176">
                  <c:v>0.81689177503437804</c:v>
                </c:pt>
                <c:pt idx="177">
                  <c:v>0.80939029838958998</c:v>
                </c:pt>
                <c:pt idx="178">
                  <c:v>0.79808000167362902</c:v>
                </c:pt>
                <c:pt idx="179">
                  <c:v>0.78918258497143701</c:v>
                </c:pt>
                <c:pt idx="180">
                  <c:v>0.78247961404456201</c:v>
                </c:pt>
                <c:pt idx="181">
                  <c:v>0.75880602368504402</c:v>
                </c:pt>
                <c:pt idx="182">
                  <c:v>0.73486946711488499</c:v>
                </c:pt>
                <c:pt idx="183">
                  <c:v>0.71205441493439303</c:v>
                </c:pt>
                <c:pt idx="184">
                  <c:v>0.702716749023791</c:v>
                </c:pt>
                <c:pt idx="185">
                  <c:v>0.69538935457670303</c:v>
                </c:pt>
                <c:pt idx="186">
                  <c:v>0.68046536933302804</c:v>
                </c:pt>
                <c:pt idx="187">
                  <c:v>0.67451217366938399</c:v>
                </c:pt>
                <c:pt idx="188">
                  <c:v>0.66860767704117796</c:v>
                </c:pt>
                <c:pt idx="189">
                  <c:v>0.66512661081309399</c:v>
                </c:pt>
                <c:pt idx="190">
                  <c:v>0.65957899363705597</c:v>
                </c:pt>
                <c:pt idx="191">
                  <c:v>0.65541165695933701</c:v>
                </c:pt>
                <c:pt idx="192">
                  <c:v>0.65030663897289698</c:v>
                </c:pt>
                <c:pt idx="193">
                  <c:v>0.63454004949169396</c:v>
                </c:pt>
                <c:pt idx="194">
                  <c:v>0.61354776258044597</c:v>
                </c:pt>
                <c:pt idx="195">
                  <c:v>0.594200581602089</c:v>
                </c:pt>
                <c:pt idx="196">
                  <c:v>0.58337284480440799</c:v>
                </c:pt>
                <c:pt idx="197">
                  <c:v>0.57307307997633805</c:v>
                </c:pt>
                <c:pt idx="198">
                  <c:v>0.56541900993673</c:v>
                </c:pt>
                <c:pt idx="199">
                  <c:v>0.56384894237739802</c:v>
                </c:pt>
                <c:pt idx="200">
                  <c:v>0.56287913696765302</c:v>
                </c:pt>
                <c:pt idx="201">
                  <c:v>0.56480533777908404</c:v>
                </c:pt>
                <c:pt idx="202">
                  <c:v>0.56580869358824304</c:v>
                </c:pt>
                <c:pt idx="203">
                  <c:v>0.56720945028213599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892096"/>
        <c:axId val="256016768"/>
      </c:lineChart>
      <c:dateAx>
        <c:axId val="255892096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6016768"/>
        <c:crosses val="autoZero"/>
        <c:auto val="1"/>
        <c:lblOffset val="100"/>
        <c:baseTimeUnit val="months"/>
        <c:majorUnit val="24"/>
        <c:majorTimeUnit val="months"/>
      </c:dateAx>
      <c:valAx>
        <c:axId val="25601676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58920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124" y="1838733"/>
            <a:ext cx="9226800" cy="5141371"/>
          </a:xfrm>
        </p:spPr>
        <p:txBody>
          <a:bodyPr>
            <a:normAutofit/>
          </a:bodyPr>
          <a:lstStyle>
            <a:lvl1pPr marL="0" indent="0">
              <a:spcBef>
                <a:spcPts val="2006"/>
              </a:spcBef>
              <a:spcAft>
                <a:spcPts val="0"/>
              </a:spcAft>
              <a:buNone/>
              <a:defRPr sz="2200" b="0">
                <a:solidFill>
                  <a:schemeClr val="bg1"/>
                </a:solidFill>
              </a:defRPr>
            </a:lvl1pPr>
            <a:lvl2pPr marL="298926" indent="-298926"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2200" b="0">
                <a:solidFill>
                  <a:schemeClr val="bg1"/>
                </a:solidFill>
              </a:defRPr>
            </a:lvl2pPr>
            <a:lvl3pPr marL="306002" indent="-306002"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defRPr sz="2200" b="0">
                <a:solidFill>
                  <a:schemeClr val="bg1"/>
                </a:solidFill>
              </a:defRPr>
            </a:lvl3pPr>
            <a:lvl4pPr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defRPr sz="2200" b="0">
                <a:solidFill>
                  <a:schemeClr val="bg1"/>
                </a:solidFill>
              </a:defRPr>
            </a:lvl4pPr>
            <a:lvl5pPr marL="491724" indent="-196337"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defRPr sz="2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6335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5000">
                <a:solidFill>
                  <a:schemeClr val="accent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8769196" y="7262213"/>
            <a:ext cx="871297" cy="2856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7125" y="7262213"/>
            <a:ext cx="8315420" cy="2856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2190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4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5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6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  <p:sldLayoutId id="2147483859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Defaul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t 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Module Version 2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March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Model Update </a:t>
            </a:r>
            <a:r>
              <a:rPr lang="en-US" b="1" u="sng" dirty="0" smtClean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7325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grpSp>
        <p:nvGrpSpPr>
          <p:cNvPr id="158" name="Group 157"/>
          <p:cNvGrpSpPr/>
          <p:nvPr/>
        </p:nvGrpSpPr>
        <p:grpSpPr>
          <a:xfrm>
            <a:off x="2344276" y="1517779"/>
            <a:ext cx="5369848" cy="4755392"/>
            <a:chOff x="1912695" y="1338627"/>
            <a:chExt cx="5369848" cy="4755392"/>
          </a:xfrm>
        </p:grpSpPr>
        <p:grpSp>
          <p:nvGrpSpPr>
            <p:cNvPr id="159" name="Group 158"/>
            <p:cNvGrpSpPr/>
            <p:nvPr/>
          </p:nvGrpSpPr>
          <p:grpSpPr>
            <a:xfrm>
              <a:off x="1912695" y="1338627"/>
              <a:ext cx="3405787" cy="3092192"/>
              <a:chOff x="2545080" y="892802"/>
              <a:chExt cx="3405787" cy="3092192"/>
            </a:xfrm>
          </p:grpSpPr>
          <p:sp>
            <p:nvSpPr>
              <p:cNvPr id="177" name="Rectangle 7"/>
              <p:cNvSpPr/>
              <p:nvPr/>
            </p:nvSpPr>
            <p:spPr>
              <a:xfrm rot="3173193">
                <a:off x="3380815" y="2112002"/>
                <a:ext cx="2865120" cy="426720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5120" h="426720">
                    <a:moveTo>
                      <a:pt x="0" y="0"/>
                    </a:moveTo>
                    <a:lnTo>
                      <a:pt x="2865120" y="0"/>
                    </a:lnTo>
                    <a:lnTo>
                      <a:pt x="2865120" y="426720"/>
                    </a:lnTo>
                    <a:lnTo>
                      <a:pt x="251466" y="425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8" name="Rectangle 9"/>
              <p:cNvSpPr/>
              <p:nvPr/>
            </p:nvSpPr>
            <p:spPr>
              <a:xfrm rot="17989464">
                <a:off x="2197800" y="2133482"/>
                <a:ext cx="2811657" cy="429008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1134 w 2865120"/>
                  <a:gd name="connsiteY2" fmla="*/ 412882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9397 w 2865120"/>
                  <a:gd name="connsiteY2" fmla="*/ 408146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7911 w 2865120"/>
                  <a:gd name="connsiteY2" fmla="*/ 400765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7911 w 2832921"/>
                  <a:gd name="connsiteY2" fmla="*/ 404264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0823 w 2832921"/>
                  <a:gd name="connsiteY2" fmla="*/ 404668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11657"/>
                  <a:gd name="connsiteY0" fmla="*/ 2288 h 429008"/>
                  <a:gd name="connsiteX1" fmla="*/ 2811657 w 2811657"/>
                  <a:gd name="connsiteY1" fmla="*/ 0 h 429008"/>
                  <a:gd name="connsiteX2" fmla="*/ 2620823 w 2811657"/>
                  <a:gd name="connsiteY2" fmla="*/ 403457 h 429008"/>
                  <a:gd name="connsiteX3" fmla="*/ 0 w 2811657"/>
                  <a:gd name="connsiteY3" fmla="*/ 429008 h 429008"/>
                  <a:gd name="connsiteX4" fmla="*/ 0 w 2811657"/>
                  <a:gd name="connsiteY4" fmla="*/ 2288 h 42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1657" h="429008">
                    <a:moveTo>
                      <a:pt x="0" y="2288"/>
                    </a:moveTo>
                    <a:lnTo>
                      <a:pt x="2811657" y="0"/>
                    </a:lnTo>
                    <a:lnTo>
                      <a:pt x="2620823" y="403457"/>
                    </a:lnTo>
                    <a:lnTo>
                      <a:pt x="0" y="429008"/>
                    </a:lnTo>
                    <a:lnTo>
                      <a:pt x="0" y="2288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9" name="Rectangle 5"/>
              <p:cNvSpPr/>
              <p:nvPr/>
            </p:nvSpPr>
            <p:spPr>
              <a:xfrm>
                <a:off x="2545080" y="3337561"/>
                <a:ext cx="3121343" cy="431483"/>
              </a:xfrm>
              <a:custGeom>
                <a:avLst/>
                <a:gdLst>
                  <a:gd name="connsiteX0" fmla="*/ 0 w 3040380"/>
                  <a:gd name="connsiteY0" fmla="*/ 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0 w 3040380"/>
                  <a:gd name="connsiteY4" fmla="*/ 0 h 426720"/>
                  <a:gd name="connsiteX0" fmla="*/ 228600 w 3040380"/>
                  <a:gd name="connsiteY0" fmla="*/ 762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28600 w 3040380"/>
                  <a:gd name="connsiteY4" fmla="*/ 7620 h 426720"/>
                  <a:gd name="connsiteX0" fmla="*/ 247650 w 3040380"/>
                  <a:gd name="connsiteY0" fmla="*/ 2858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7650 w 3040380"/>
                  <a:gd name="connsiteY4" fmla="*/ 2858 h 426720"/>
                  <a:gd name="connsiteX0" fmla="*/ 245269 w 3040380"/>
                  <a:gd name="connsiteY0" fmla="*/ 477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5269 w 3040380"/>
                  <a:gd name="connsiteY4" fmla="*/ 477 h 426720"/>
                  <a:gd name="connsiteX0" fmla="*/ 245269 w 3121343"/>
                  <a:gd name="connsiteY0" fmla="*/ 477 h 431483"/>
                  <a:gd name="connsiteX1" fmla="*/ 3040380 w 3121343"/>
                  <a:gd name="connsiteY1" fmla="*/ 0 h 431483"/>
                  <a:gd name="connsiteX2" fmla="*/ 3121343 w 3121343"/>
                  <a:gd name="connsiteY2" fmla="*/ 431483 h 431483"/>
                  <a:gd name="connsiteX3" fmla="*/ 0 w 3121343"/>
                  <a:gd name="connsiteY3" fmla="*/ 426720 h 431483"/>
                  <a:gd name="connsiteX4" fmla="*/ 245269 w 3121343"/>
                  <a:gd name="connsiteY4" fmla="*/ 477 h 431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1343" h="431483">
                    <a:moveTo>
                      <a:pt x="245269" y="477"/>
                    </a:moveTo>
                    <a:lnTo>
                      <a:pt x="3040380" y="0"/>
                    </a:lnTo>
                    <a:lnTo>
                      <a:pt x="3121343" y="431483"/>
                    </a:lnTo>
                    <a:lnTo>
                      <a:pt x="0" y="426720"/>
                    </a:lnTo>
                    <a:lnTo>
                      <a:pt x="245269" y="477"/>
                    </a:lnTo>
                    <a:close/>
                  </a:path>
                </a:pathLst>
              </a:custGeom>
              <a:solidFill>
                <a:srgbClr val="00277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80" name="Rectangle 7"/>
              <p:cNvSpPr/>
              <p:nvPr/>
            </p:nvSpPr>
            <p:spPr>
              <a:xfrm rot="3173193">
                <a:off x="5290448" y="3324575"/>
                <a:ext cx="886915" cy="433923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251466 w 4498063"/>
                  <a:gd name="connsiteY3" fmla="*/ 433087 h 433923"/>
                  <a:gd name="connsiteX4" fmla="*/ 0 w 4498063"/>
                  <a:gd name="connsiteY4" fmla="*/ 7203 h 433923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96864 w 4498063"/>
                  <a:gd name="connsiteY3" fmla="*/ 433910 h 433923"/>
                  <a:gd name="connsiteX4" fmla="*/ 0 w 4498063"/>
                  <a:gd name="connsiteY4" fmla="*/ 7203 h 433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3" h="433923">
                    <a:moveTo>
                      <a:pt x="0" y="7203"/>
                    </a:moveTo>
                    <a:lnTo>
                      <a:pt x="4498064" y="0"/>
                    </a:lnTo>
                    <a:lnTo>
                      <a:pt x="2865120" y="433923"/>
                    </a:lnTo>
                    <a:lnTo>
                      <a:pt x="96864" y="433910"/>
                    </a:lnTo>
                    <a:lnTo>
                      <a:pt x="0" y="7203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60" name="Rectangle 7"/>
            <p:cNvSpPr/>
            <p:nvPr/>
          </p:nvSpPr>
          <p:spPr>
            <a:xfrm rot="18426807" flipV="1">
              <a:off x="4020712" y="4429549"/>
              <a:ext cx="2865120" cy="426720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5120" h="426720">
                  <a:moveTo>
                    <a:pt x="0" y="0"/>
                  </a:moveTo>
                  <a:lnTo>
                    <a:pt x="2865120" y="0"/>
                  </a:lnTo>
                  <a:lnTo>
                    <a:pt x="2865120" y="426720"/>
                  </a:lnTo>
                  <a:lnTo>
                    <a:pt x="251466" y="425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1" name="Rectangle 9"/>
            <p:cNvSpPr/>
            <p:nvPr/>
          </p:nvSpPr>
          <p:spPr>
            <a:xfrm rot="3610536" flipV="1">
              <a:off x="2837697" y="4405781"/>
              <a:ext cx="2811657" cy="429008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1134 w 2865120"/>
                <a:gd name="connsiteY2" fmla="*/ 412882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9397 w 2865120"/>
                <a:gd name="connsiteY2" fmla="*/ 408146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7911 w 2865120"/>
                <a:gd name="connsiteY2" fmla="*/ 400765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7911 w 2832921"/>
                <a:gd name="connsiteY2" fmla="*/ 404264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0823 w 2832921"/>
                <a:gd name="connsiteY2" fmla="*/ 404668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11657"/>
                <a:gd name="connsiteY0" fmla="*/ 2288 h 429008"/>
                <a:gd name="connsiteX1" fmla="*/ 2811657 w 2811657"/>
                <a:gd name="connsiteY1" fmla="*/ 0 h 429008"/>
                <a:gd name="connsiteX2" fmla="*/ 2620823 w 2811657"/>
                <a:gd name="connsiteY2" fmla="*/ 403457 h 429008"/>
                <a:gd name="connsiteX3" fmla="*/ 0 w 2811657"/>
                <a:gd name="connsiteY3" fmla="*/ 429008 h 429008"/>
                <a:gd name="connsiteX4" fmla="*/ 0 w 2811657"/>
                <a:gd name="connsiteY4" fmla="*/ 2288 h 429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1657" h="429008">
                  <a:moveTo>
                    <a:pt x="0" y="2288"/>
                  </a:moveTo>
                  <a:lnTo>
                    <a:pt x="2811657" y="0"/>
                  </a:lnTo>
                  <a:lnTo>
                    <a:pt x="2620823" y="403457"/>
                  </a:lnTo>
                  <a:lnTo>
                    <a:pt x="0" y="429008"/>
                  </a:lnTo>
                  <a:lnTo>
                    <a:pt x="0" y="2288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2" name="Rectangle 5"/>
            <p:cNvSpPr/>
            <p:nvPr/>
          </p:nvSpPr>
          <p:spPr>
            <a:xfrm flipV="1">
              <a:off x="3184977" y="3199227"/>
              <a:ext cx="3121343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3" name="Rectangle 7"/>
            <p:cNvSpPr/>
            <p:nvPr/>
          </p:nvSpPr>
          <p:spPr>
            <a:xfrm rot="18426807" flipV="1">
              <a:off x="5930345" y="3209773"/>
              <a:ext cx="886915" cy="433923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251466 w 4498063"/>
                <a:gd name="connsiteY3" fmla="*/ 433087 h 433923"/>
                <a:gd name="connsiteX4" fmla="*/ 0 w 4498063"/>
                <a:gd name="connsiteY4" fmla="*/ 7203 h 433923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96864 w 4498063"/>
                <a:gd name="connsiteY3" fmla="*/ 433910 h 433923"/>
                <a:gd name="connsiteX4" fmla="*/ 0 w 4498063"/>
                <a:gd name="connsiteY4" fmla="*/ 7203 h 4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3" h="433923">
                  <a:moveTo>
                    <a:pt x="0" y="7203"/>
                  </a:moveTo>
                  <a:lnTo>
                    <a:pt x="4498064" y="0"/>
                  </a:lnTo>
                  <a:lnTo>
                    <a:pt x="2865120" y="433923"/>
                  </a:lnTo>
                  <a:lnTo>
                    <a:pt x="96864" y="433910"/>
                  </a:lnTo>
                  <a:lnTo>
                    <a:pt x="0" y="7203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4" name="Rectangle 5"/>
            <p:cNvSpPr/>
            <p:nvPr/>
          </p:nvSpPr>
          <p:spPr>
            <a:xfrm>
              <a:off x="2464656" y="3783386"/>
              <a:ext cx="1828800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6" name="Half Frame 165"/>
            <p:cNvSpPr/>
            <p:nvPr/>
          </p:nvSpPr>
          <p:spPr>
            <a:xfrm rot="8142470">
              <a:off x="4810095" y="2382553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7" name="TextBox 127"/>
            <p:cNvSpPr txBox="1"/>
            <p:nvPr/>
          </p:nvSpPr>
          <p:spPr>
            <a:xfrm>
              <a:off x="4345013" y="2228665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168" name="TextBox 128"/>
            <p:cNvSpPr txBox="1"/>
            <p:nvPr/>
          </p:nvSpPr>
          <p:spPr>
            <a:xfrm>
              <a:off x="4256098" y="2052574"/>
              <a:ext cx="901700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smtClean="0">
                  <a:solidFill>
                    <a:schemeClr val="accent1"/>
                  </a:solidFill>
                </a:rPr>
                <a:t>Update</a:t>
              </a:r>
              <a:endParaRPr lang="en-US" sz="1100" dirty="0" smtClean="0">
                <a:solidFill>
                  <a:schemeClr val="accent1"/>
                </a:solidFill>
              </a:endParaRP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276166" y="2282095"/>
              <a:ext cx="2006377" cy="7694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chemeClr val="accent1"/>
                  </a:solidFill>
                </a:rPr>
                <a:t/>
              </a:r>
              <a:br>
                <a:rPr lang="en-US" sz="1000" dirty="0">
                  <a:solidFill>
                    <a:schemeClr val="accent1"/>
                  </a:solidFill>
                </a:rPr>
              </a:br>
              <a:r>
                <a:rPr lang="en-US" sz="1000" dirty="0" smtClean="0">
                  <a:solidFill>
                    <a:schemeClr val="accent1"/>
                  </a:solidFill>
                </a:rPr>
                <a:t>Using pool level data instead of loan level to train the regression model;</a:t>
              </a:r>
            </a:p>
            <a:p>
              <a:r>
                <a:rPr lang="en-US" sz="1000" dirty="0" smtClean="0">
                  <a:solidFill>
                    <a:schemeClr val="accent1"/>
                  </a:solidFill>
                </a:rPr>
                <a:t>Calibrate mode using Conventional, Jumbo and CQ/CR data.</a:t>
              </a:r>
              <a:endParaRPr lang="en-US" sz="1000" dirty="0">
                <a:solidFill>
                  <a:schemeClr val="accent1"/>
                </a:solidFill>
              </a:endParaRPr>
            </a:p>
          </p:txBody>
        </p:sp>
        <p:sp>
          <p:nvSpPr>
            <p:cNvPr id="170" name="Half Frame 169"/>
            <p:cNvSpPr/>
            <p:nvPr/>
          </p:nvSpPr>
          <p:spPr>
            <a:xfrm rot="8142470">
              <a:off x="2679818" y="4570571"/>
              <a:ext cx="234950" cy="288147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1" name="TextBox 132"/>
            <p:cNvSpPr txBox="1"/>
            <p:nvPr/>
          </p:nvSpPr>
          <p:spPr>
            <a:xfrm>
              <a:off x="2214736" y="4432072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>
                      <a:lumMod val="50000"/>
                    </a:schemeClr>
                  </a:solidFill>
                </a:rPr>
                <a:t>02</a:t>
              </a:r>
              <a:endParaRPr lang="en-US" sz="3200" dirty="0" smtClean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2" name="TextBox 133"/>
            <p:cNvSpPr txBox="1"/>
            <p:nvPr/>
          </p:nvSpPr>
          <p:spPr>
            <a:xfrm>
              <a:off x="2212487" y="4254752"/>
              <a:ext cx="901700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smtClean="0">
                  <a:solidFill>
                    <a:schemeClr val="bg2">
                      <a:lumMod val="50000"/>
                    </a:schemeClr>
                  </a:solidFill>
                </a:rPr>
                <a:t>Update</a:t>
              </a:r>
              <a:endParaRPr lang="en-US" sz="1100" dirty="0" smtClean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593547" y="5478466"/>
              <a:ext cx="1714566" cy="61555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</a:rPr>
                <a:t/>
              </a:r>
              <a:br>
                <a:rPr lang="en-US" sz="10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en-US" sz="1000" dirty="0" smtClean="0">
                  <a:solidFill>
                    <a:schemeClr val="bg2">
                      <a:lumMod val="50000"/>
                    </a:schemeClr>
                  </a:solidFill>
                </a:rPr>
                <a:t>Remove 2 sub-models;</a:t>
              </a:r>
            </a:p>
            <a:p>
              <a:r>
                <a:rPr lang="en-US" sz="1000" dirty="0" smtClean="0">
                  <a:solidFill>
                    <a:schemeClr val="bg2">
                      <a:lumMod val="50000"/>
                    </a:schemeClr>
                  </a:solidFill>
                </a:rPr>
                <a:t>Re-structure model parameters;</a:t>
              </a:r>
            </a:p>
            <a:p>
              <a:r>
                <a:rPr lang="en-US" sz="1000" dirty="0" smtClean="0">
                  <a:solidFill>
                    <a:schemeClr val="bg2">
                      <a:lumMod val="50000"/>
                    </a:schemeClr>
                  </a:solidFill>
                </a:rPr>
                <a:t>Remove “tweak function”</a:t>
              </a:r>
              <a:endParaRPr lang="en-US" sz="1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4" name="Rectangle 173"/>
            <p:cNvSpPr/>
            <p:nvPr/>
          </p:nvSpPr>
          <p:spPr>
            <a:xfrm rot="17949264">
              <a:off x="2019472" y="2631930"/>
              <a:ext cx="1878386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 dirty="0" smtClean="0">
                  <a:solidFill>
                    <a:schemeClr val="bg2"/>
                  </a:solidFill>
                </a:rPr>
                <a:t>Loan Data -&gt; Pool Data</a:t>
              </a:r>
            </a:p>
            <a:p>
              <a:r>
                <a:rPr lang="en-US" sz="1000" b="1" dirty="0" smtClean="0">
                  <a:solidFill>
                    <a:schemeClr val="bg2"/>
                  </a:solidFill>
                </a:rPr>
                <a:t>Conventional + Jumbo + CQ + CR</a:t>
              </a:r>
              <a:endParaRPr lang="en-US" sz="1000" dirty="0">
                <a:solidFill>
                  <a:schemeClr val="bg2"/>
                </a:solidFill>
              </a:endParaRP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3537159" y="3276468"/>
              <a:ext cx="2136809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 smtClean="0">
                  <a:solidFill>
                    <a:schemeClr val="bg2"/>
                  </a:solidFill>
                </a:rPr>
                <a:t>Clearer model structure</a:t>
              </a:r>
            </a:p>
            <a:p>
              <a:r>
                <a:rPr lang="en-US" sz="900" b="1" dirty="0" smtClean="0">
                  <a:solidFill>
                    <a:schemeClr val="bg2"/>
                  </a:solidFill>
                </a:rPr>
                <a:t>Better performance for pool tracking</a:t>
              </a:r>
              <a:endParaRPr lang="en-US" sz="900" dirty="0">
                <a:solidFill>
                  <a:schemeClr val="bg2"/>
                </a:solidFill>
              </a:endParaRPr>
            </a:p>
          </p:txBody>
        </p:sp>
      </p:grpSp>
      <p:sp>
        <p:nvSpPr>
          <p:cNvPr id="183" name="TextBox 182"/>
          <p:cNvSpPr txBox="1"/>
          <p:nvPr/>
        </p:nvSpPr>
        <p:spPr>
          <a:xfrm>
            <a:off x="5560380" y="2231726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Data Set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2646317" y="5078958"/>
            <a:ext cx="1982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rial"/>
              </a:rPr>
              <a:t>Streamline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sp>
        <p:nvSpPr>
          <p:cNvPr id="147" name="Oval 146"/>
          <p:cNvSpPr>
            <a:spLocks noChangeArrowheads="1"/>
          </p:cNvSpPr>
          <p:nvPr/>
        </p:nvSpPr>
        <p:spPr bwMode="auto">
          <a:xfrm>
            <a:off x="1267617" y="1074736"/>
            <a:ext cx="2867025" cy="3679825"/>
          </a:xfrm>
          <a:prstGeom prst="ellipse">
            <a:avLst/>
          </a:prstGeom>
          <a:solidFill>
            <a:srgbClr val="B4B4B4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Model v1</a:t>
            </a: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Loan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1999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48" name="Oval 147"/>
          <p:cNvSpPr>
            <a:spLocks noChangeArrowheads="1"/>
          </p:cNvSpPr>
          <p:nvPr/>
        </p:nvSpPr>
        <p:spPr bwMode="auto">
          <a:xfrm>
            <a:off x="5980905" y="1074737"/>
            <a:ext cx="2809875" cy="3679825"/>
          </a:xfrm>
          <a:prstGeom prst="ellipse">
            <a:avLst/>
          </a:prstGeom>
          <a:solidFill>
            <a:srgbClr val="7F7F7F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8913" algn="ctr">
              <a:defRPr/>
            </a:pPr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endParaRPr lang="en-US" altLang="ja-JP" b="1" dirty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Model </a:t>
            </a: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v2</a:t>
            </a: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2011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marL="363538" indent="-188913" algn="ctr">
              <a:defRPr/>
            </a:pPr>
            <a:endParaRPr lang="en-US" altLang="ja-JP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49" name="Oval 148"/>
          <p:cNvSpPr>
            <a:spLocks noChangeArrowheads="1"/>
          </p:cNvSpPr>
          <p:nvPr/>
        </p:nvSpPr>
        <p:spPr bwMode="auto">
          <a:xfrm>
            <a:off x="3664742" y="1074737"/>
            <a:ext cx="2811463" cy="3679825"/>
          </a:xfrm>
          <a:prstGeom prst="ellipse">
            <a:avLst/>
          </a:prstGeom>
          <a:solidFill>
            <a:schemeClr val="accent2"/>
          </a:solidFill>
          <a:ln w="12700" algn="ctr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Purpose of Default Model</a:t>
            </a:r>
            <a:endParaRPr lang="en-US" altLang="ja-JP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Track and predict </a:t>
            </a:r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default speed on: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 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621851"/>
              </p:ext>
            </p:extLst>
          </p:nvPr>
        </p:nvGraphicFramePr>
        <p:xfrm>
          <a:off x="1270394" y="4965700"/>
          <a:ext cx="7600158" cy="167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3386"/>
                <a:gridCol w="2533386"/>
                <a:gridCol w="2533386"/>
              </a:tblGrid>
              <a:tr h="72072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Longer history</a:t>
                      </a:r>
                      <a:endParaRPr 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Strength</a:t>
                      </a:r>
                      <a:endParaRPr lang="en-US" sz="18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Pool level model for pool level tracking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Calibrate on Jumbo, CQ/CR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522817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Using loan level model to calculate pool level default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Not calibrate to Jumbo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, CQ/CR data set</a:t>
                      </a: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2"/>
                          </a:solidFill>
                          <a:latin typeface="+mn-lt"/>
                        </a:rPr>
                        <a:t>Weakness</a:t>
                      </a:r>
                      <a:endParaRPr lang="en-US" sz="18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Limited historical data</a:t>
                      </a:r>
                    </a:p>
                    <a:p>
                      <a:pPr marL="509235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(Tracking for history is not bad)</a:t>
                      </a: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54" name="Group 153"/>
          <p:cNvGrpSpPr/>
          <p:nvPr/>
        </p:nvGrpSpPr>
        <p:grpSpPr>
          <a:xfrm>
            <a:off x="6327847" y="6674983"/>
            <a:ext cx="2919200" cy="578107"/>
            <a:chOff x="4766944" y="4194810"/>
            <a:chExt cx="2226947" cy="884723"/>
          </a:xfrm>
          <a:solidFill>
            <a:srgbClr val="81BC00"/>
          </a:solidFill>
        </p:grpSpPr>
        <p:sp>
          <p:nvSpPr>
            <p:cNvPr id="155" name="Isosceles Triangle 154"/>
            <p:cNvSpPr/>
            <p:nvPr/>
          </p:nvSpPr>
          <p:spPr>
            <a:xfrm rot="16200000">
              <a:off x="4718403" y="4851692"/>
              <a:ext cx="283368" cy="172314"/>
            </a:xfrm>
            <a:prstGeom prst="triangle">
              <a:avLst/>
            </a:pr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56" name="Rounded Rectangle 36"/>
            <p:cNvSpPr/>
            <p:nvPr/>
          </p:nvSpPr>
          <p:spPr>
            <a:xfrm>
              <a:off x="4766944" y="4194810"/>
              <a:ext cx="2226947" cy="743039"/>
            </a:xfrm>
            <a:custGeom>
              <a:avLst/>
              <a:gdLst>
                <a:gd name="connsiteX0" fmla="*/ 0 w 2234565"/>
                <a:gd name="connsiteY0" fmla="*/ 85729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8" fmla="*/ 0 w 2234565"/>
                <a:gd name="connsiteY8" fmla="*/ 85729 h 742950"/>
                <a:gd name="connsiteX0" fmla="*/ 0 w 2234565"/>
                <a:gd name="connsiteY0" fmla="*/ 657221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0" fmla="*/ 0 w 2148836"/>
                <a:gd name="connsiteY0" fmla="*/ 742950 h 742950"/>
                <a:gd name="connsiteX1" fmla="*/ 0 w 2148836"/>
                <a:gd name="connsiteY1" fmla="*/ 0 h 742950"/>
                <a:gd name="connsiteX2" fmla="*/ 2063107 w 2148836"/>
                <a:gd name="connsiteY2" fmla="*/ 0 h 742950"/>
                <a:gd name="connsiteX3" fmla="*/ 2148836 w 2148836"/>
                <a:gd name="connsiteY3" fmla="*/ 85729 h 742950"/>
                <a:gd name="connsiteX4" fmla="*/ 2148836 w 2148836"/>
                <a:gd name="connsiteY4" fmla="*/ 657221 h 742950"/>
                <a:gd name="connsiteX5" fmla="*/ 2063107 w 2148836"/>
                <a:gd name="connsiteY5" fmla="*/ 742950 h 742950"/>
                <a:gd name="connsiteX6" fmla="*/ 0 w 2148836"/>
                <a:gd name="connsiteY6" fmla="*/ 742950 h 742950"/>
                <a:gd name="connsiteX0" fmla="*/ 153034 w 2301870"/>
                <a:gd name="connsiteY0" fmla="*/ 742950 h 743057"/>
                <a:gd name="connsiteX1" fmla="*/ 153034 w 2301870"/>
                <a:gd name="connsiteY1" fmla="*/ 0 h 743057"/>
                <a:gd name="connsiteX2" fmla="*/ 2216141 w 2301870"/>
                <a:gd name="connsiteY2" fmla="*/ 0 h 743057"/>
                <a:gd name="connsiteX3" fmla="*/ 2301870 w 2301870"/>
                <a:gd name="connsiteY3" fmla="*/ 85729 h 743057"/>
                <a:gd name="connsiteX4" fmla="*/ 2301870 w 2301870"/>
                <a:gd name="connsiteY4" fmla="*/ 657221 h 743057"/>
                <a:gd name="connsiteX5" fmla="*/ 2216141 w 2301870"/>
                <a:gd name="connsiteY5" fmla="*/ 742950 h 743057"/>
                <a:gd name="connsiteX6" fmla="*/ 153034 w 2301870"/>
                <a:gd name="connsiteY6" fmla="*/ 742950 h 743057"/>
                <a:gd name="connsiteX0" fmla="*/ 46 w 2148882"/>
                <a:gd name="connsiteY0" fmla="*/ 742950 h 743039"/>
                <a:gd name="connsiteX1" fmla="*/ 46 w 2148882"/>
                <a:gd name="connsiteY1" fmla="*/ 0 h 743039"/>
                <a:gd name="connsiteX2" fmla="*/ 2063153 w 2148882"/>
                <a:gd name="connsiteY2" fmla="*/ 0 h 743039"/>
                <a:gd name="connsiteX3" fmla="*/ 2148882 w 2148882"/>
                <a:gd name="connsiteY3" fmla="*/ 85729 h 743039"/>
                <a:gd name="connsiteX4" fmla="*/ 2148882 w 2148882"/>
                <a:gd name="connsiteY4" fmla="*/ 657221 h 743039"/>
                <a:gd name="connsiteX5" fmla="*/ 2063153 w 2148882"/>
                <a:gd name="connsiteY5" fmla="*/ 742950 h 743039"/>
                <a:gd name="connsiteX6" fmla="*/ 46 w 2148882"/>
                <a:gd name="connsiteY6" fmla="*/ 742950 h 743039"/>
                <a:gd name="connsiteX0" fmla="*/ 4875 w 2153711"/>
                <a:gd name="connsiteY0" fmla="*/ 742972 h 743061"/>
                <a:gd name="connsiteX1" fmla="*/ 4875 w 2153711"/>
                <a:gd name="connsiteY1" fmla="*/ 22 h 743061"/>
                <a:gd name="connsiteX2" fmla="*/ 2067982 w 2153711"/>
                <a:gd name="connsiteY2" fmla="*/ 22 h 743061"/>
                <a:gd name="connsiteX3" fmla="*/ 2153711 w 2153711"/>
                <a:gd name="connsiteY3" fmla="*/ 85751 h 743061"/>
                <a:gd name="connsiteX4" fmla="*/ 2153711 w 2153711"/>
                <a:gd name="connsiteY4" fmla="*/ 657243 h 743061"/>
                <a:gd name="connsiteX5" fmla="*/ 2067982 w 2153711"/>
                <a:gd name="connsiteY5" fmla="*/ 742972 h 743061"/>
                <a:gd name="connsiteX6" fmla="*/ 4875 w 2153711"/>
                <a:gd name="connsiteY6" fmla="*/ 742972 h 743061"/>
                <a:gd name="connsiteX0" fmla="*/ 232 w 2149068"/>
                <a:gd name="connsiteY0" fmla="*/ 742950 h 743039"/>
                <a:gd name="connsiteX1" fmla="*/ 232 w 2149068"/>
                <a:gd name="connsiteY1" fmla="*/ 0 h 743039"/>
                <a:gd name="connsiteX2" fmla="*/ 2063339 w 2149068"/>
                <a:gd name="connsiteY2" fmla="*/ 0 h 743039"/>
                <a:gd name="connsiteX3" fmla="*/ 2149068 w 2149068"/>
                <a:gd name="connsiteY3" fmla="*/ 85729 h 743039"/>
                <a:gd name="connsiteX4" fmla="*/ 2149068 w 2149068"/>
                <a:gd name="connsiteY4" fmla="*/ 657221 h 743039"/>
                <a:gd name="connsiteX5" fmla="*/ 2063339 w 2149068"/>
                <a:gd name="connsiteY5" fmla="*/ 742950 h 743039"/>
                <a:gd name="connsiteX6" fmla="*/ 232 w 2149068"/>
                <a:gd name="connsiteY6" fmla="*/ 742950 h 743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068" h="743039">
                  <a:moveTo>
                    <a:pt x="232" y="742950"/>
                  </a:moveTo>
                  <a:cubicBezTo>
                    <a:pt x="-719" y="752475"/>
                    <a:pt x="1661" y="2381"/>
                    <a:pt x="232" y="0"/>
                  </a:cubicBezTo>
                  <a:lnTo>
                    <a:pt x="2063339" y="0"/>
                  </a:lnTo>
                  <a:cubicBezTo>
                    <a:pt x="2110686" y="0"/>
                    <a:pt x="2149068" y="38382"/>
                    <a:pt x="2149068" y="85729"/>
                  </a:cubicBezTo>
                  <a:lnTo>
                    <a:pt x="2149068" y="657221"/>
                  </a:lnTo>
                  <a:cubicBezTo>
                    <a:pt x="2149068" y="704568"/>
                    <a:pt x="2110686" y="742950"/>
                    <a:pt x="2063339" y="742950"/>
                  </a:cubicBezTo>
                  <a:lnTo>
                    <a:pt x="232" y="74295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4860087" y="4353048"/>
              <a:ext cx="2133804" cy="276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smtClean="0">
                  <a:solidFill>
                    <a:schemeClr val="bg2"/>
                  </a:solidFill>
                </a:rPr>
                <a:t>Better Meet Model Purpose</a:t>
              </a:r>
              <a:endParaRPr lang="en-US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19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delinquent loans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redit availability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Remove occupancy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Change 2 sub-models to 1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As we use pool level data to calibrate the model, we changed the 2 sub models into one delinquent percentage  parameter.</a:t>
            </a:r>
            <a:endParaRPr lang="en-US" sz="1100" dirty="0" smtClean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From R-square we calculated, occupancy status is not significant for the pool level default data set.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</a:t>
            </a:r>
            <a:r>
              <a:rPr lang="en-US" sz="1100" dirty="0" smtClean="0">
                <a:solidFill>
                  <a:srgbClr val="313131"/>
                </a:solidFill>
              </a:rPr>
              <a:t>there is more credit availability, it tend to be easier for borrowers to refinance, instead of default. Add the regression result support a negative correlation between CAI and default rate.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1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involves tweaks because we use loan level data to calibrate model, then try to do tracking for pools.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2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Changes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delinquent loans</a:t>
              </a:r>
              <a:endParaRPr lang="en-GB" sz="1400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446754" y="1895199"/>
            <a:ext cx="3071559" cy="2063158"/>
            <a:chOff x="4662742" y="3056033"/>
            <a:chExt cx="3071559" cy="2063158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 smtClean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Delinquent Percentage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446754" y="4291378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 Condition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446754" y="5892871"/>
            <a:ext cx="3524252" cy="884723"/>
            <a:chOff x="4766944" y="4194810"/>
            <a:chExt cx="2234866" cy="884723"/>
          </a:xfrm>
          <a:solidFill>
            <a:srgbClr val="81BC00"/>
          </a:solidFill>
        </p:grpSpPr>
        <p:sp>
          <p:nvSpPr>
            <p:cNvPr id="45" name="Isosceles Triangle 44"/>
            <p:cNvSpPr/>
            <p:nvPr/>
          </p:nvSpPr>
          <p:spPr>
            <a:xfrm rot="16200000">
              <a:off x="4718403" y="4851692"/>
              <a:ext cx="283368" cy="172314"/>
            </a:xfrm>
            <a:prstGeom prst="triangle">
              <a:avLst/>
            </a:pr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46" name="Rounded Rectangle 36"/>
            <p:cNvSpPr/>
            <p:nvPr/>
          </p:nvSpPr>
          <p:spPr>
            <a:xfrm>
              <a:off x="4766944" y="4194810"/>
              <a:ext cx="2226947" cy="743039"/>
            </a:xfrm>
            <a:custGeom>
              <a:avLst/>
              <a:gdLst>
                <a:gd name="connsiteX0" fmla="*/ 0 w 2234565"/>
                <a:gd name="connsiteY0" fmla="*/ 85729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8" fmla="*/ 0 w 2234565"/>
                <a:gd name="connsiteY8" fmla="*/ 85729 h 742950"/>
                <a:gd name="connsiteX0" fmla="*/ 0 w 2234565"/>
                <a:gd name="connsiteY0" fmla="*/ 657221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0" fmla="*/ 0 w 2148836"/>
                <a:gd name="connsiteY0" fmla="*/ 742950 h 742950"/>
                <a:gd name="connsiteX1" fmla="*/ 0 w 2148836"/>
                <a:gd name="connsiteY1" fmla="*/ 0 h 742950"/>
                <a:gd name="connsiteX2" fmla="*/ 2063107 w 2148836"/>
                <a:gd name="connsiteY2" fmla="*/ 0 h 742950"/>
                <a:gd name="connsiteX3" fmla="*/ 2148836 w 2148836"/>
                <a:gd name="connsiteY3" fmla="*/ 85729 h 742950"/>
                <a:gd name="connsiteX4" fmla="*/ 2148836 w 2148836"/>
                <a:gd name="connsiteY4" fmla="*/ 657221 h 742950"/>
                <a:gd name="connsiteX5" fmla="*/ 2063107 w 2148836"/>
                <a:gd name="connsiteY5" fmla="*/ 742950 h 742950"/>
                <a:gd name="connsiteX6" fmla="*/ 0 w 2148836"/>
                <a:gd name="connsiteY6" fmla="*/ 742950 h 742950"/>
                <a:gd name="connsiteX0" fmla="*/ 153034 w 2301870"/>
                <a:gd name="connsiteY0" fmla="*/ 742950 h 743057"/>
                <a:gd name="connsiteX1" fmla="*/ 153034 w 2301870"/>
                <a:gd name="connsiteY1" fmla="*/ 0 h 743057"/>
                <a:gd name="connsiteX2" fmla="*/ 2216141 w 2301870"/>
                <a:gd name="connsiteY2" fmla="*/ 0 h 743057"/>
                <a:gd name="connsiteX3" fmla="*/ 2301870 w 2301870"/>
                <a:gd name="connsiteY3" fmla="*/ 85729 h 743057"/>
                <a:gd name="connsiteX4" fmla="*/ 2301870 w 2301870"/>
                <a:gd name="connsiteY4" fmla="*/ 657221 h 743057"/>
                <a:gd name="connsiteX5" fmla="*/ 2216141 w 2301870"/>
                <a:gd name="connsiteY5" fmla="*/ 742950 h 743057"/>
                <a:gd name="connsiteX6" fmla="*/ 153034 w 2301870"/>
                <a:gd name="connsiteY6" fmla="*/ 742950 h 743057"/>
                <a:gd name="connsiteX0" fmla="*/ 46 w 2148882"/>
                <a:gd name="connsiteY0" fmla="*/ 742950 h 743039"/>
                <a:gd name="connsiteX1" fmla="*/ 46 w 2148882"/>
                <a:gd name="connsiteY1" fmla="*/ 0 h 743039"/>
                <a:gd name="connsiteX2" fmla="*/ 2063153 w 2148882"/>
                <a:gd name="connsiteY2" fmla="*/ 0 h 743039"/>
                <a:gd name="connsiteX3" fmla="*/ 2148882 w 2148882"/>
                <a:gd name="connsiteY3" fmla="*/ 85729 h 743039"/>
                <a:gd name="connsiteX4" fmla="*/ 2148882 w 2148882"/>
                <a:gd name="connsiteY4" fmla="*/ 657221 h 743039"/>
                <a:gd name="connsiteX5" fmla="*/ 2063153 w 2148882"/>
                <a:gd name="connsiteY5" fmla="*/ 742950 h 743039"/>
                <a:gd name="connsiteX6" fmla="*/ 46 w 2148882"/>
                <a:gd name="connsiteY6" fmla="*/ 742950 h 743039"/>
                <a:gd name="connsiteX0" fmla="*/ 4875 w 2153711"/>
                <a:gd name="connsiteY0" fmla="*/ 742972 h 743061"/>
                <a:gd name="connsiteX1" fmla="*/ 4875 w 2153711"/>
                <a:gd name="connsiteY1" fmla="*/ 22 h 743061"/>
                <a:gd name="connsiteX2" fmla="*/ 2067982 w 2153711"/>
                <a:gd name="connsiteY2" fmla="*/ 22 h 743061"/>
                <a:gd name="connsiteX3" fmla="*/ 2153711 w 2153711"/>
                <a:gd name="connsiteY3" fmla="*/ 85751 h 743061"/>
                <a:gd name="connsiteX4" fmla="*/ 2153711 w 2153711"/>
                <a:gd name="connsiteY4" fmla="*/ 657243 h 743061"/>
                <a:gd name="connsiteX5" fmla="*/ 2067982 w 2153711"/>
                <a:gd name="connsiteY5" fmla="*/ 742972 h 743061"/>
                <a:gd name="connsiteX6" fmla="*/ 4875 w 2153711"/>
                <a:gd name="connsiteY6" fmla="*/ 742972 h 743061"/>
                <a:gd name="connsiteX0" fmla="*/ 232 w 2149068"/>
                <a:gd name="connsiteY0" fmla="*/ 742950 h 743039"/>
                <a:gd name="connsiteX1" fmla="*/ 232 w 2149068"/>
                <a:gd name="connsiteY1" fmla="*/ 0 h 743039"/>
                <a:gd name="connsiteX2" fmla="*/ 2063339 w 2149068"/>
                <a:gd name="connsiteY2" fmla="*/ 0 h 743039"/>
                <a:gd name="connsiteX3" fmla="*/ 2149068 w 2149068"/>
                <a:gd name="connsiteY3" fmla="*/ 85729 h 743039"/>
                <a:gd name="connsiteX4" fmla="*/ 2149068 w 2149068"/>
                <a:gd name="connsiteY4" fmla="*/ 657221 h 743039"/>
                <a:gd name="connsiteX5" fmla="*/ 2063339 w 2149068"/>
                <a:gd name="connsiteY5" fmla="*/ 742950 h 743039"/>
                <a:gd name="connsiteX6" fmla="*/ 232 w 2149068"/>
                <a:gd name="connsiteY6" fmla="*/ 742950 h 743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068" h="743039">
                  <a:moveTo>
                    <a:pt x="232" y="742950"/>
                  </a:moveTo>
                  <a:cubicBezTo>
                    <a:pt x="-719" y="752475"/>
                    <a:pt x="1661" y="2381"/>
                    <a:pt x="232" y="0"/>
                  </a:cubicBezTo>
                  <a:lnTo>
                    <a:pt x="2063339" y="0"/>
                  </a:lnTo>
                  <a:cubicBezTo>
                    <a:pt x="2110686" y="0"/>
                    <a:pt x="2149068" y="38382"/>
                    <a:pt x="2149068" y="85729"/>
                  </a:cubicBezTo>
                  <a:lnTo>
                    <a:pt x="2149068" y="657221"/>
                  </a:lnTo>
                  <a:cubicBezTo>
                    <a:pt x="2149068" y="704568"/>
                    <a:pt x="2110686" y="742950"/>
                    <a:pt x="2063339" y="742950"/>
                  </a:cubicBezTo>
                  <a:lnTo>
                    <a:pt x="232" y="74295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868006" y="4289330"/>
              <a:ext cx="2133804" cy="5539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smtClean="0">
                  <a:solidFill>
                    <a:schemeClr val="bg2"/>
                  </a:solidFill>
                </a:rPr>
                <a:t>More Clear Model Structure</a:t>
              </a:r>
            </a:p>
            <a:p>
              <a:r>
                <a:rPr lang="en-US" dirty="0" smtClean="0">
                  <a:solidFill>
                    <a:schemeClr val="bg2"/>
                  </a:solidFill>
                </a:rPr>
                <a:t>Better Tracking Performance</a:t>
              </a:r>
              <a:endParaRPr lang="en-US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Model Update </a:t>
            </a:r>
            <a:r>
              <a:rPr lang="en-US" dirty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4484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7835554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15412" y="1048940"/>
            <a:ext cx="1517488" cy="1150620"/>
            <a:chOff x="8115412" y="925830"/>
            <a:chExt cx="1517488" cy="1150620"/>
          </a:xfrm>
        </p:grpSpPr>
        <p:sp>
          <p:nvSpPr>
            <p:cNvPr id="3" name="Rectangle 2"/>
            <p:cNvSpPr/>
            <p:nvPr/>
          </p:nvSpPr>
          <p:spPr>
            <a:xfrm>
              <a:off x="8115412" y="925830"/>
              <a:ext cx="1517488" cy="11506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8849" y="1266557"/>
              <a:ext cx="1454051" cy="771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8115412" y="92583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Overall</a:t>
              </a:r>
              <a:endParaRPr lang="en-US" sz="1000" dirty="0">
                <a:latin typeface="+mn-lt"/>
              </a:endParaRP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v2 has better performance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in two areas: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For most recent 2 years, model v1 is too fast, while v2 has better tracking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Model v2 is better capturing the peak in 2011.</a:t>
            </a:r>
          </a:p>
        </p:txBody>
      </p:sp>
      <p:pic>
        <p:nvPicPr>
          <p:cNvPr id="10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0" name="Rectangle 109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5" name="Group 114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116" name="Rectangle 115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19" name="Rectangle 118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21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15412" y="229260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Conventional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170623042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60648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Conventional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a good performance for conventional model 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Tracking error for model v2 is smaller especially for the most two years.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61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3" name="Rectangle 62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66" name="Rectangle 65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8115412" y="359562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Jumbo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36728411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21535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Jumbo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sp>
        <p:nvSpPr>
          <p:cNvPr id="62" name="Text Placeholder 3"/>
          <p:cNvSpPr txBox="1">
            <a:spLocks/>
          </p:cNvSpPr>
          <p:nvPr/>
        </p:nvSpPr>
        <p:spPr>
          <a:xfrm>
            <a:off x="676275" y="5825222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a good performance for  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Tracking error for model v2 is smaller.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7" name="Group 6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8" name="Rectangle 6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73" name="Rectangle 72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8115257" y="4772857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CQ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232182302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894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CQ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For CQ pools, both of the models are too fast after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2014, but model v2 is closer to actual in that period. However, Model v1 shows a better performance in 2011/2012.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40" name="Rectangle 39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1" name="Group 100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02" name="Rectangle 10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0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5. CR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722574337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413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CR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v2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has a much better performance in CR pools compare with model v1.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616" y="6059805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38" name="Rectangle 3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115412" y="6059805"/>
            <a:ext cx="1517488" cy="1150620"/>
            <a:chOff x="8115412" y="6059805"/>
            <a:chExt cx="1517488" cy="1150620"/>
          </a:xfrm>
        </p:grpSpPr>
        <p:sp>
          <p:nvSpPr>
            <p:cNvPr id="42" name="Rectangle 4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7808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753225" y="2095499"/>
            <a:ext cx="2057400" cy="3228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57375" y="2095500"/>
            <a:ext cx="4895850" cy="3228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6. Historical Performance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1858691512"/>
              </p:ext>
            </p:extLst>
          </p:nvPr>
        </p:nvGraphicFramePr>
        <p:xfrm>
          <a:off x="1285225" y="194500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1453500" y="1624965"/>
            <a:ext cx="238206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Historical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1600200" y="6061710"/>
            <a:ext cx="7324725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In order to exam our model for the historical performance, we use a partial loan level actual default number as benchmark.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 shows even only using data from 2011 to calibrate the model, the v2 model is not worse than v1 for the historical part(1999 to 2011).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And for tracking from2011 to 2016, v2 shows its strength.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8825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Loan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6387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Pool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395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Model Update </a:t>
            </a:r>
            <a:r>
              <a:rPr lang="en-US" dirty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39093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Detail of Default Model v2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420019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444750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469481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494212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518944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432719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894580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Delinquent Percent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78" name="TextBox 69"/>
          <p:cNvSpPr txBox="1"/>
          <p:nvPr/>
        </p:nvSpPr>
        <p:spPr>
          <a:xfrm>
            <a:off x="384334" y="24926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95452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CLTV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0" name="TextBox 71"/>
          <p:cNvSpPr txBox="1"/>
          <p:nvPr/>
        </p:nvSpPr>
        <p:spPr>
          <a:xfrm>
            <a:off x="384334" y="35340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995922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Credit Availability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2" name="TextBox 73"/>
          <p:cNvSpPr txBox="1"/>
          <p:nvPr/>
        </p:nvSpPr>
        <p:spPr>
          <a:xfrm>
            <a:off x="384334" y="45564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50182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FICO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4" name="TextBox 75"/>
          <p:cNvSpPr txBox="1"/>
          <p:nvPr/>
        </p:nvSpPr>
        <p:spPr>
          <a:xfrm>
            <a:off x="384334" y="55851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60469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WALA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7080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539712"/>
            <a:ext cx="2212390" cy="6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Pools with higher </a:t>
            </a:r>
            <a:r>
              <a:rPr lang="en-US" sz="1100" dirty="0" smtClean="0">
                <a:solidFill>
                  <a:schemeClr val="bg2"/>
                </a:solidFill>
              </a:rPr>
              <a:t>delinquent</a:t>
            </a:r>
            <a:r>
              <a:rPr lang="en-US" sz="1050" dirty="0" smtClean="0">
                <a:solidFill>
                  <a:schemeClr val="bg2"/>
                </a:solidFill>
              </a:rPr>
              <a:t> percentage will expect a faster pace of default. As it shows more borrows are in trouble of making payments.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73278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564444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 with higher CLTV will have a higher risk of default. Especially for CLTV close or higher than 100 loans.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757515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589175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credit availability goes higher, borrowers will have a better chance to refinance, which in case lower the default rate.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78224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748725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Borrowers with lower FICO score will have higher risk of default. 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80697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5" y="563863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The WALA ramp effect shows a increasing trend of default with loan age goes up.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Our default model version 2 includes five predict parameters</a:t>
            </a:r>
            <a:r>
              <a:rPr lang="en-GB" noProof="0" dirty="0" smtClean="0">
                <a:solidFill>
                  <a:srgbClr val="313131"/>
                </a:solidFill>
                <a:latin typeface="Arial"/>
              </a:rPr>
              <a:t> listed left.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The order of parameter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of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235448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Detail of Default Model v2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Model Multipliers</a:t>
            </a:r>
            <a:endParaRPr lang="en-US" dirty="0">
              <a:latin typeface="+mn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2" y="1195390"/>
            <a:ext cx="3017520" cy="237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163" y="1195392"/>
            <a:ext cx="3017520" cy="237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41"/>
          <p:cNvPicPr/>
          <p:nvPr/>
        </p:nvPicPr>
        <p:blipFill>
          <a:blip r:embed="rId4"/>
          <a:stretch>
            <a:fillRect/>
          </a:stretch>
        </p:blipFill>
        <p:spPr>
          <a:xfrm>
            <a:off x="369951" y="4000501"/>
            <a:ext cx="3017520" cy="2743200"/>
          </a:xfrm>
          <a:prstGeom prst="rect">
            <a:avLst/>
          </a:prstGeom>
        </p:spPr>
      </p:pic>
      <p:pic>
        <p:nvPicPr>
          <p:cNvPr id="45" name="Picture 44"/>
          <p:cNvPicPr/>
          <p:nvPr/>
        </p:nvPicPr>
        <p:blipFill>
          <a:blip r:embed="rId5"/>
          <a:stretch>
            <a:fillRect/>
          </a:stretch>
        </p:blipFill>
        <p:spPr>
          <a:xfrm>
            <a:off x="3518685" y="4000502"/>
            <a:ext cx="3017520" cy="2743200"/>
          </a:xfrm>
          <a:prstGeom prst="rect">
            <a:avLst/>
          </a:prstGeom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419" y="4000502"/>
            <a:ext cx="3017520" cy="274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077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Detail of Default Model v2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Model </a:t>
            </a:r>
            <a:r>
              <a:rPr lang="en-US" sz="1600" dirty="0">
                <a:latin typeface="+mn-lt"/>
              </a:rPr>
              <a:t>T</a:t>
            </a:r>
            <a:r>
              <a:rPr lang="en-US" sz="1600" dirty="0" smtClean="0">
                <a:latin typeface="+mn-lt"/>
              </a:rPr>
              <a:t>racking for Multipliers</a:t>
            </a:r>
            <a:endParaRPr lang="en-US" dirty="0">
              <a:latin typeface="+mn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6723978" y="4391025"/>
            <a:ext cx="3017520" cy="21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2"/>
          <a:stretch/>
        </p:blipFill>
        <p:spPr bwMode="auto">
          <a:xfrm>
            <a:off x="5497184" y="1781174"/>
            <a:ext cx="3017520" cy="2107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3587243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3"/>
          <a:stretch/>
        </p:blipFill>
        <p:spPr bwMode="auto">
          <a:xfrm>
            <a:off x="1632633" y="1781175"/>
            <a:ext cx="3017520" cy="2071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450507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Placeholder 12"/>
          <p:cNvSpPr>
            <a:spLocks/>
          </p:cNvSpPr>
          <p:nvPr/>
        </p:nvSpPr>
        <p:spPr bwMode="auto">
          <a:xfrm>
            <a:off x="2606791" y="1642644"/>
            <a:ext cx="10692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err="1" smtClean="0">
                <a:solidFill>
                  <a:srgbClr val="313131"/>
                </a:solidFill>
              </a:rPr>
              <a:t>Delinq</a:t>
            </a:r>
            <a:r>
              <a:rPr lang="en-US" sz="1100" b="1" dirty="0" smtClean="0">
                <a:solidFill>
                  <a:srgbClr val="313131"/>
                </a:solidFill>
              </a:rPr>
              <a:t> Percentage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19" name="Text Placeholder 12"/>
          <p:cNvSpPr>
            <a:spLocks/>
          </p:cNvSpPr>
          <p:nvPr/>
        </p:nvSpPr>
        <p:spPr bwMode="auto">
          <a:xfrm>
            <a:off x="7005944" y="1611897"/>
            <a:ext cx="28854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CLTV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0" name="Text Placeholder 12"/>
          <p:cNvSpPr>
            <a:spLocks/>
          </p:cNvSpPr>
          <p:nvPr/>
        </p:nvSpPr>
        <p:spPr bwMode="auto">
          <a:xfrm>
            <a:off x="1814996" y="4221748"/>
            <a:ext cx="104676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Credit Availability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1" name="Text Placeholder 12"/>
          <p:cNvSpPr>
            <a:spLocks/>
          </p:cNvSpPr>
          <p:nvPr/>
        </p:nvSpPr>
        <p:spPr bwMode="auto">
          <a:xfrm>
            <a:off x="5096003" y="4221748"/>
            <a:ext cx="27251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FICO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2" name="Text Placeholder 12"/>
          <p:cNvSpPr>
            <a:spLocks/>
          </p:cNvSpPr>
          <p:nvPr/>
        </p:nvSpPr>
        <p:spPr bwMode="auto">
          <a:xfrm>
            <a:off x="8088467" y="4221748"/>
            <a:ext cx="35747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WALA</a:t>
            </a:r>
            <a:endParaRPr lang="en-US" sz="1100" b="1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03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Model Update </a:t>
            </a:r>
            <a:r>
              <a:rPr lang="en-US" dirty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Appendix</a:t>
            </a:r>
            <a:endParaRPr lang="en-US" b="1" u="sng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2155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649906"/>
              </p:ext>
            </p:extLst>
          </p:nvPr>
        </p:nvGraphicFramePr>
        <p:xfrm>
          <a:off x="1676400" y="1651000"/>
          <a:ext cx="67056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Max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+mn-lt"/>
                        </a:rPr>
                        <a:t>pct_dq</a:t>
                      </a: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0.700552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1.011429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cltv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0.554088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2.126816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hpa2yr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0.998536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1.324714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fico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0.32096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3.561365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wala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0.020321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1.063774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+mn-lt"/>
                        </a:rPr>
                        <a:t>extreme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+mn-lt"/>
                        </a:rPr>
                        <a:t>0.002528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+mn-lt"/>
                        </a:rPr>
                        <a:t>10.79575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Data Statistics</a:t>
            </a:r>
            <a:endParaRPr lang="en-US" dirty="0"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754380" y="1174163"/>
            <a:ext cx="8549640" cy="4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smtClean="0">
                <a:solidFill>
                  <a:schemeClr val="tx1"/>
                </a:solidFill>
              </a:rPr>
              <a:t>Description of Default Data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583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187449" indent="-187449" algn="l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665" indent="-185681" algn="l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2pPr>
            <a:lvl3pPr marL="565882" indent="-18568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3pPr>
            <a:lvl4pPr marL="803088" indent="-23489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025285" indent="-22219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5pPr>
            <a:lvl6pPr marL="2800798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331003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819270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432850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smtClean="0"/>
              <a:t>Prepay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Pool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Delinquency/Default information only available for Freddie pools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~ 352 K pools with data as far back as 2011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30 Day, 60 Day, 90 Day, 120 Day and Repurchased balances are available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Loan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No Delinquency/Default information is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smtClean="0"/>
              <a:t>Credit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Delinquency/Default information available for Fannie and Freddie loans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~ 40 M loans with data as far back as 1999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Loan Age up to 180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Has indicators for Prepayment, and Default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Excellent coverage for FICO, DTI, CLTV (msa level), Occupancy, etc.</a:t>
            </a:r>
            <a:endParaRPr lang="en-US" sz="1400" kern="0" dirty="0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2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Data: Default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120 day delinquent loans are removed from the pool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Default balance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180 day delinquent loans are removed from the data and a Zero Balance Code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Revised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smtClean="0"/>
              <a:t>must modify </a:t>
            </a:r>
            <a:r>
              <a:rPr lang="en-US" sz="1400" dirty="0"/>
              <a:t>the default criteria to match with the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First time a loan reaches 120 days delinquent, the loan is marked as a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Default Empirical Formula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MDR (monthly default rate) = default balance / current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3. Default Definition</a:t>
            </a:r>
            <a:endParaRPr lang="en-US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415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87106</TotalTime>
  <Words>1129</Words>
  <Application>Microsoft Office PowerPoint</Application>
  <PresentationFormat>Custom</PresentationFormat>
  <Paragraphs>288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21</vt:i4>
      </vt:variant>
    </vt:vector>
  </HeadingPairs>
  <TitlesOfParts>
    <vt:vector size="36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Contents</vt:lpstr>
      <vt:lpstr>Model Update Overview </vt:lpstr>
      <vt:lpstr>Model Update Overview 1. Data Set</vt:lpstr>
      <vt:lpstr>Model Update Overview 2. Streamline Model Parameters</vt:lpstr>
      <vt:lpstr>Model Update Overview 2. Streamline Model Parameters</vt:lpstr>
      <vt:lpstr>Contents</vt:lpstr>
      <vt:lpstr>Performance Comparison 1. Overall</vt:lpstr>
      <vt:lpstr>Performance Comparison 2. Conventional</vt:lpstr>
      <vt:lpstr>Performance Comparison 3. Jumbo</vt:lpstr>
      <vt:lpstr>Performance Comparison 4. CQ</vt:lpstr>
      <vt:lpstr>Performance Comparison 5. CR</vt:lpstr>
      <vt:lpstr>Performance Comparison 6. Historical Performance</vt:lpstr>
      <vt:lpstr>Contents</vt:lpstr>
      <vt:lpstr>Detail of Default Model v2 Model Multipliers</vt:lpstr>
      <vt:lpstr>Detail of Default Model v2 Model Multipliers</vt:lpstr>
      <vt:lpstr>Detail of Default Model v2 Model Tracking for Multipliers</vt:lpstr>
      <vt:lpstr>Contents</vt:lpstr>
      <vt:lpstr>Appendix 1. Max Value of Multipliers</vt:lpstr>
      <vt:lpstr>Appendix 2. Data Statistics</vt:lpstr>
      <vt:lpstr>Description of Default Data: Default Definition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2048</cp:revision>
  <cp:lastPrinted>2014-08-14T21:45:56Z</cp:lastPrinted>
  <dcterms:created xsi:type="dcterms:W3CDTF">2011-07-07T12:37:32Z</dcterms:created>
  <dcterms:modified xsi:type="dcterms:W3CDTF">2016-03-10T22:51:29Z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