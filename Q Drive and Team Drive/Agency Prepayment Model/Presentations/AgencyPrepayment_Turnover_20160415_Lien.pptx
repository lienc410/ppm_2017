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43"/>
  </p:notesMasterIdLst>
  <p:handoutMasterIdLst>
    <p:handoutMasterId r:id="rId44"/>
  </p:handoutMasterIdLst>
  <p:sldIdLst>
    <p:sldId id="433" r:id="rId16"/>
    <p:sldId id="631" r:id="rId17"/>
    <p:sldId id="632" r:id="rId18"/>
    <p:sldId id="606" r:id="rId19"/>
    <p:sldId id="605" r:id="rId20"/>
    <p:sldId id="640" r:id="rId21"/>
    <p:sldId id="635" r:id="rId22"/>
    <p:sldId id="636" r:id="rId23"/>
    <p:sldId id="638" r:id="rId24"/>
    <p:sldId id="639" r:id="rId25"/>
    <p:sldId id="641" r:id="rId26"/>
    <p:sldId id="642" r:id="rId27"/>
    <p:sldId id="643" r:id="rId28"/>
    <p:sldId id="644" r:id="rId29"/>
    <p:sldId id="646" r:id="rId30"/>
    <p:sldId id="652" r:id="rId31"/>
    <p:sldId id="654" r:id="rId32"/>
    <p:sldId id="645" r:id="rId33"/>
    <p:sldId id="647" r:id="rId34"/>
    <p:sldId id="633" r:id="rId35"/>
    <p:sldId id="634" r:id="rId36"/>
    <p:sldId id="624" r:id="rId37"/>
    <p:sldId id="604" r:id="rId38"/>
    <p:sldId id="650" r:id="rId39"/>
    <p:sldId id="655" r:id="rId40"/>
    <p:sldId id="620" r:id="rId41"/>
    <p:sldId id="656" r:id="rId42"/>
  </p:sldIdLst>
  <p:sldSz cx="10058400" cy="7772400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D6E3"/>
    <a:srgbClr val="968880"/>
    <a:srgbClr val="2E8A60"/>
    <a:srgbClr val="8C2B18"/>
    <a:srgbClr val="AD275C"/>
    <a:srgbClr val="2E398A"/>
    <a:srgbClr val="C3EBD9"/>
    <a:srgbClr val="CDD1EF"/>
    <a:srgbClr val="996633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695" autoAdjust="0"/>
    <p:restoredTop sz="95014" autoAdjust="0"/>
  </p:normalViewPr>
  <p:slideViewPr>
    <p:cSldViewPr snapToGrid="0" snapToObjects="1">
      <p:cViewPr varScale="1">
        <p:scale>
          <a:sx n="100" d="100"/>
          <a:sy n="100" d="100"/>
        </p:scale>
        <p:origin x="-738" y="-108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slide" Target="slides/slide2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slide" Target="slides/slide27.xml"/><Relationship Id="rId47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slide" Target="slides/slide25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1.Work%20Progress%20Documents\Turnover%20Model%20Analysis_OTM%20Refi_20160411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0"/>
    <c:plotArea>
      <c:layout/>
      <c:area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Non-Eligible</c:v>
                </c:pt>
              </c:strCache>
            </c:strRef>
          </c:tx>
          <c:spPr>
            <a:solidFill>
              <a:srgbClr val="2E398A"/>
            </a:solidFill>
          </c:spPr>
          <c:cat>
            <c:numRef>
              <c:f>Sheet1!$A$2:$A$134</c:f>
              <c:numCache>
                <c:formatCode>m/d/yyyy</c:formatCode>
                <c:ptCount val="133"/>
                <c:pt idx="0">
                  <c:v>38353</c:v>
                </c:pt>
                <c:pt idx="1">
                  <c:v>38384</c:v>
                </c:pt>
                <c:pt idx="2">
                  <c:v>38412</c:v>
                </c:pt>
                <c:pt idx="3">
                  <c:v>38443</c:v>
                </c:pt>
                <c:pt idx="4">
                  <c:v>38473</c:v>
                </c:pt>
                <c:pt idx="5">
                  <c:v>38504</c:v>
                </c:pt>
                <c:pt idx="6">
                  <c:v>38534</c:v>
                </c:pt>
                <c:pt idx="7">
                  <c:v>38565</c:v>
                </c:pt>
                <c:pt idx="8">
                  <c:v>38596</c:v>
                </c:pt>
                <c:pt idx="9">
                  <c:v>38626</c:v>
                </c:pt>
                <c:pt idx="10">
                  <c:v>38657</c:v>
                </c:pt>
                <c:pt idx="11">
                  <c:v>38687</c:v>
                </c:pt>
                <c:pt idx="12">
                  <c:v>38718</c:v>
                </c:pt>
                <c:pt idx="13">
                  <c:v>38749</c:v>
                </c:pt>
                <c:pt idx="14">
                  <c:v>38777</c:v>
                </c:pt>
                <c:pt idx="15">
                  <c:v>38808</c:v>
                </c:pt>
                <c:pt idx="16">
                  <c:v>38838</c:v>
                </c:pt>
                <c:pt idx="17">
                  <c:v>38869</c:v>
                </c:pt>
                <c:pt idx="18">
                  <c:v>38899</c:v>
                </c:pt>
                <c:pt idx="19">
                  <c:v>38930</c:v>
                </c:pt>
                <c:pt idx="20">
                  <c:v>38961</c:v>
                </c:pt>
                <c:pt idx="21">
                  <c:v>38991</c:v>
                </c:pt>
                <c:pt idx="22">
                  <c:v>39022</c:v>
                </c:pt>
                <c:pt idx="23">
                  <c:v>39052</c:v>
                </c:pt>
                <c:pt idx="24">
                  <c:v>39083</c:v>
                </c:pt>
                <c:pt idx="25">
                  <c:v>39114</c:v>
                </c:pt>
                <c:pt idx="26">
                  <c:v>39142</c:v>
                </c:pt>
                <c:pt idx="27">
                  <c:v>39173</c:v>
                </c:pt>
                <c:pt idx="28">
                  <c:v>39203</c:v>
                </c:pt>
                <c:pt idx="29">
                  <c:v>39234</c:v>
                </c:pt>
                <c:pt idx="30">
                  <c:v>39264</c:v>
                </c:pt>
                <c:pt idx="31">
                  <c:v>39295</c:v>
                </c:pt>
                <c:pt idx="32">
                  <c:v>39326</c:v>
                </c:pt>
                <c:pt idx="33">
                  <c:v>39356</c:v>
                </c:pt>
                <c:pt idx="34">
                  <c:v>39387</c:v>
                </c:pt>
                <c:pt idx="35">
                  <c:v>39417</c:v>
                </c:pt>
                <c:pt idx="36">
                  <c:v>39448</c:v>
                </c:pt>
                <c:pt idx="37">
                  <c:v>39479</c:v>
                </c:pt>
                <c:pt idx="38">
                  <c:v>39508</c:v>
                </c:pt>
                <c:pt idx="39">
                  <c:v>39539</c:v>
                </c:pt>
                <c:pt idx="40">
                  <c:v>39569</c:v>
                </c:pt>
                <c:pt idx="41">
                  <c:v>39600</c:v>
                </c:pt>
                <c:pt idx="42">
                  <c:v>39630</c:v>
                </c:pt>
                <c:pt idx="43">
                  <c:v>39661</c:v>
                </c:pt>
                <c:pt idx="44">
                  <c:v>39692</c:v>
                </c:pt>
                <c:pt idx="45">
                  <c:v>39722</c:v>
                </c:pt>
                <c:pt idx="46">
                  <c:v>39753</c:v>
                </c:pt>
                <c:pt idx="47">
                  <c:v>39783</c:v>
                </c:pt>
                <c:pt idx="48">
                  <c:v>39814</c:v>
                </c:pt>
                <c:pt idx="49">
                  <c:v>39845</c:v>
                </c:pt>
                <c:pt idx="50">
                  <c:v>39873</c:v>
                </c:pt>
                <c:pt idx="51">
                  <c:v>39904</c:v>
                </c:pt>
                <c:pt idx="52">
                  <c:v>39934</c:v>
                </c:pt>
                <c:pt idx="53">
                  <c:v>39965</c:v>
                </c:pt>
                <c:pt idx="54">
                  <c:v>39995</c:v>
                </c:pt>
                <c:pt idx="55">
                  <c:v>40026</c:v>
                </c:pt>
                <c:pt idx="56">
                  <c:v>40057</c:v>
                </c:pt>
                <c:pt idx="57">
                  <c:v>40087</c:v>
                </c:pt>
                <c:pt idx="58">
                  <c:v>40118</c:v>
                </c:pt>
                <c:pt idx="59">
                  <c:v>40148</c:v>
                </c:pt>
                <c:pt idx="60">
                  <c:v>40179</c:v>
                </c:pt>
                <c:pt idx="61">
                  <c:v>40210</c:v>
                </c:pt>
                <c:pt idx="62">
                  <c:v>40238</c:v>
                </c:pt>
                <c:pt idx="63">
                  <c:v>40269</c:v>
                </c:pt>
                <c:pt idx="64">
                  <c:v>40299</c:v>
                </c:pt>
                <c:pt idx="65">
                  <c:v>40330</c:v>
                </c:pt>
                <c:pt idx="66">
                  <c:v>40360</c:v>
                </c:pt>
                <c:pt idx="67">
                  <c:v>40391</c:v>
                </c:pt>
                <c:pt idx="68">
                  <c:v>40422</c:v>
                </c:pt>
                <c:pt idx="69">
                  <c:v>40452</c:v>
                </c:pt>
                <c:pt idx="70">
                  <c:v>40483</c:v>
                </c:pt>
                <c:pt idx="71">
                  <c:v>40513</c:v>
                </c:pt>
                <c:pt idx="72">
                  <c:v>40544</c:v>
                </c:pt>
                <c:pt idx="73">
                  <c:v>40575</c:v>
                </c:pt>
                <c:pt idx="74">
                  <c:v>40603</c:v>
                </c:pt>
                <c:pt idx="75">
                  <c:v>40634</c:v>
                </c:pt>
                <c:pt idx="76">
                  <c:v>40664</c:v>
                </c:pt>
                <c:pt idx="77">
                  <c:v>40695</c:v>
                </c:pt>
                <c:pt idx="78">
                  <c:v>40725</c:v>
                </c:pt>
                <c:pt idx="79">
                  <c:v>40756</c:v>
                </c:pt>
                <c:pt idx="80">
                  <c:v>40787</c:v>
                </c:pt>
                <c:pt idx="81">
                  <c:v>40817</c:v>
                </c:pt>
                <c:pt idx="82">
                  <c:v>40848</c:v>
                </c:pt>
                <c:pt idx="83">
                  <c:v>40878</c:v>
                </c:pt>
                <c:pt idx="84">
                  <c:v>40909</c:v>
                </c:pt>
                <c:pt idx="85">
                  <c:v>40940</c:v>
                </c:pt>
                <c:pt idx="86">
                  <c:v>40969</c:v>
                </c:pt>
                <c:pt idx="87">
                  <c:v>41000</c:v>
                </c:pt>
                <c:pt idx="88">
                  <c:v>41030</c:v>
                </c:pt>
                <c:pt idx="89">
                  <c:v>41061</c:v>
                </c:pt>
                <c:pt idx="90">
                  <c:v>41091</c:v>
                </c:pt>
                <c:pt idx="91">
                  <c:v>41122</c:v>
                </c:pt>
                <c:pt idx="92">
                  <c:v>41153</c:v>
                </c:pt>
                <c:pt idx="93">
                  <c:v>41183</c:v>
                </c:pt>
                <c:pt idx="94">
                  <c:v>41214</c:v>
                </c:pt>
                <c:pt idx="95">
                  <c:v>41244</c:v>
                </c:pt>
                <c:pt idx="96">
                  <c:v>41275</c:v>
                </c:pt>
                <c:pt idx="97">
                  <c:v>41306</c:v>
                </c:pt>
                <c:pt idx="98">
                  <c:v>41334</c:v>
                </c:pt>
                <c:pt idx="99">
                  <c:v>41365</c:v>
                </c:pt>
                <c:pt idx="100">
                  <c:v>41395</c:v>
                </c:pt>
                <c:pt idx="101">
                  <c:v>41426</c:v>
                </c:pt>
                <c:pt idx="102">
                  <c:v>41456</c:v>
                </c:pt>
                <c:pt idx="103">
                  <c:v>41487</c:v>
                </c:pt>
                <c:pt idx="104">
                  <c:v>41518</c:v>
                </c:pt>
                <c:pt idx="105">
                  <c:v>41548</c:v>
                </c:pt>
                <c:pt idx="106">
                  <c:v>41579</c:v>
                </c:pt>
                <c:pt idx="107">
                  <c:v>41609</c:v>
                </c:pt>
                <c:pt idx="108">
                  <c:v>41640</c:v>
                </c:pt>
                <c:pt idx="109">
                  <c:v>41671</c:v>
                </c:pt>
                <c:pt idx="110">
                  <c:v>41699</c:v>
                </c:pt>
                <c:pt idx="111">
                  <c:v>41730</c:v>
                </c:pt>
                <c:pt idx="112">
                  <c:v>41760</c:v>
                </c:pt>
                <c:pt idx="113">
                  <c:v>41791</c:v>
                </c:pt>
                <c:pt idx="114">
                  <c:v>41821</c:v>
                </c:pt>
                <c:pt idx="115">
                  <c:v>41852</c:v>
                </c:pt>
                <c:pt idx="116">
                  <c:v>41883</c:v>
                </c:pt>
                <c:pt idx="117">
                  <c:v>41913</c:v>
                </c:pt>
                <c:pt idx="118">
                  <c:v>41944</c:v>
                </c:pt>
                <c:pt idx="119">
                  <c:v>41974</c:v>
                </c:pt>
                <c:pt idx="120">
                  <c:v>42005</c:v>
                </c:pt>
                <c:pt idx="121">
                  <c:v>42036</c:v>
                </c:pt>
                <c:pt idx="122">
                  <c:v>42064</c:v>
                </c:pt>
                <c:pt idx="123">
                  <c:v>42095</c:v>
                </c:pt>
                <c:pt idx="124">
                  <c:v>42125</c:v>
                </c:pt>
                <c:pt idx="125">
                  <c:v>42156</c:v>
                </c:pt>
                <c:pt idx="126">
                  <c:v>42186</c:v>
                </c:pt>
                <c:pt idx="127">
                  <c:v>42217</c:v>
                </c:pt>
                <c:pt idx="128">
                  <c:v>42248</c:v>
                </c:pt>
                <c:pt idx="129">
                  <c:v>42278</c:v>
                </c:pt>
                <c:pt idx="130">
                  <c:v>42309</c:v>
                </c:pt>
                <c:pt idx="131">
                  <c:v>42339</c:v>
                </c:pt>
                <c:pt idx="132">
                  <c:v>42370</c:v>
                </c:pt>
              </c:numCache>
            </c:numRef>
          </c:cat>
          <c:val>
            <c:numRef>
              <c:f>Sheet1!$B$2:$B$134</c:f>
              <c:numCache>
                <c:formatCode>General</c:formatCode>
                <c:ptCount val="133"/>
                <c:pt idx="0">
                  <c:v>1751</c:v>
                </c:pt>
                <c:pt idx="1">
                  <c:v>1713</c:v>
                </c:pt>
                <c:pt idx="2">
                  <c:v>1379</c:v>
                </c:pt>
                <c:pt idx="3">
                  <c:v>1407</c:v>
                </c:pt>
                <c:pt idx="4">
                  <c:v>1954</c:v>
                </c:pt>
                <c:pt idx="5">
                  <c:v>2080</c:v>
                </c:pt>
                <c:pt idx="6">
                  <c:v>2676</c:v>
                </c:pt>
                <c:pt idx="7">
                  <c:v>3213</c:v>
                </c:pt>
                <c:pt idx="8">
                  <c:v>4049</c:v>
                </c:pt>
                <c:pt idx="9">
                  <c:v>7482</c:v>
                </c:pt>
                <c:pt idx="10">
                  <c:v>15992</c:v>
                </c:pt>
                <c:pt idx="11">
                  <c:v>58394</c:v>
                </c:pt>
                <c:pt idx="12">
                  <c:v>96347</c:v>
                </c:pt>
                <c:pt idx="13">
                  <c:v>93070</c:v>
                </c:pt>
                <c:pt idx="14">
                  <c:v>77021</c:v>
                </c:pt>
                <c:pt idx="15">
                  <c:v>86488</c:v>
                </c:pt>
                <c:pt idx="16">
                  <c:v>99743</c:v>
                </c:pt>
                <c:pt idx="17">
                  <c:v>94688</c:v>
                </c:pt>
                <c:pt idx="18">
                  <c:v>102712</c:v>
                </c:pt>
                <c:pt idx="19">
                  <c:v>111391</c:v>
                </c:pt>
                <c:pt idx="20">
                  <c:v>101466</c:v>
                </c:pt>
                <c:pt idx="21">
                  <c:v>102383</c:v>
                </c:pt>
                <c:pt idx="22">
                  <c:v>96093</c:v>
                </c:pt>
                <c:pt idx="23">
                  <c:v>107333</c:v>
                </c:pt>
                <c:pt idx="24">
                  <c:v>98456</c:v>
                </c:pt>
                <c:pt idx="25">
                  <c:v>99305</c:v>
                </c:pt>
                <c:pt idx="26">
                  <c:v>86895</c:v>
                </c:pt>
                <c:pt idx="27">
                  <c:v>93294</c:v>
                </c:pt>
                <c:pt idx="28">
                  <c:v>118081</c:v>
                </c:pt>
                <c:pt idx="29">
                  <c:v>122699</c:v>
                </c:pt>
                <c:pt idx="30">
                  <c:v>125490</c:v>
                </c:pt>
                <c:pt idx="31">
                  <c:v>118350</c:v>
                </c:pt>
                <c:pt idx="32">
                  <c:v>113663</c:v>
                </c:pt>
                <c:pt idx="33">
                  <c:v>110255</c:v>
                </c:pt>
                <c:pt idx="34">
                  <c:v>99634</c:v>
                </c:pt>
                <c:pt idx="35">
                  <c:v>101090</c:v>
                </c:pt>
                <c:pt idx="36">
                  <c:v>88196</c:v>
                </c:pt>
                <c:pt idx="37">
                  <c:v>95942</c:v>
                </c:pt>
                <c:pt idx="38">
                  <c:v>78250</c:v>
                </c:pt>
                <c:pt idx="39">
                  <c:v>99187</c:v>
                </c:pt>
                <c:pt idx="40">
                  <c:v>102401</c:v>
                </c:pt>
                <c:pt idx="41">
                  <c:v>98366</c:v>
                </c:pt>
                <c:pt idx="42">
                  <c:v>81925</c:v>
                </c:pt>
                <c:pt idx="43">
                  <c:v>80739</c:v>
                </c:pt>
                <c:pt idx="44">
                  <c:v>67217</c:v>
                </c:pt>
                <c:pt idx="45">
                  <c:v>45118</c:v>
                </c:pt>
                <c:pt idx="46">
                  <c:v>50695</c:v>
                </c:pt>
                <c:pt idx="47">
                  <c:v>52104</c:v>
                </c:pt>
                <c:pt idx="48">
                  <c:v>32449</c:v>
                </c:pt>
                <c:pt idx="49">
                  <c:v>52470</c:v>
                </c:pt>
                <c:pt idx="50">
                  <c:v>58125</c:v>
                </c:pt>
                <c:pt idx="51">
                  <c:v>72314</c:v>
                </c:pt>
                <c:pt idx="52">
                  <c:v>87478</c:v>
                </c:pt>
                <c:pt idx="53">
                  <c:v>80977</c:v>
                </c:pt>
                <c:pt idx="54">
                  <c:v>82570</c:v>
                </c:pt>
                <c:pt idx="55">
                  <c:v>89410</c:v>
                </c:pt>
                <c:pt idx="56">
                  <c:v>83867</c:v>
                </c:pt>
                <c:pt idx="57">
                  <c:v>62931</c:v>
                </c:pt>
                <c:pt idx="58">
                  <c:v>58846</c:v>
                </c:pt>
                <c:pt idx="59">
                  <c:v>62802</c:v>
                </c:pt>
                <c:pt idx="60">
                  <c:v>60390</c:v>
                </c:pt>
                <c:pt idx="61">
                  <c:v>54738</c:v>
                </c:pt>
                <c:pt idx="62">
                  <c:v>43730</c:v>
                </c:pt>
                <c:pt idx="63">
                  <c:v>42612</c:v>
                </c:pt>
                <c:pt idx="64">
                  <c:v>46376</c:v>
                </c:pt>
                <c:pt idx="65">
                  <c:v>49599</c:v>
                </c:pt>
                <c:pt idx="66">
                  <c:v>51493</c:v>
                </c:pt>
                <c:pt idx="67">
                  <c:v>55048</c:v>
                </c:pt>
                <c:pt idx="68">
                  <c:v>40328</c:v>
                </c:pt>
                <c:pt idx="69">
                  <c:v>41549</c:v>
                </c:pt>
                <c:pt idx="70">
                  <c:v>37451</c:v>
                </c:pt>
                <c:pt idx="71">
                  <c:v>38965</c:v>
                </c:pt>
                <c:pt idx="72">
                  <c:v>36931</c:v>
                </c:pt>
                <c:pt idx="73">
                  <c:v>41383</c:v>
                </c:pt>
                <c:pt idx="74">
                  <c:v>32412</c:v>
                </c:pt>
                <c:pt idx="75">
                  <c:v>22609</c:v>
                </c:pt>
                <c:pt idx="76">
                  <c:v>29812</c:v>
                </c:pt>
                <c:pt idx="77">
                  <c:v>30453</c:v>
                </c:pt>
                <c:pt idx="78">
                  <c:v>31434</c:v>
                </c:pt>
                <c:pt idx="79">
                  <c:v>41640</c:v>
                </c:pt>
                <c:pt idx="80">
                  <c:v>37088</c:v>
                </c:pt>
                <c:pt idx="81">
                  <c:v>36313</c:v>
                </c:pt>
                <c:pt idx="82">
                  <c:v>32247</c:v>
                </c:pt>
                <c:pt idx="83">
                  <c:v>24463</c:v>
                </c:pt>
                <c:pt idx="84">
                  <c:v>25528</c:v>
                </c:pt>
                <c:pt idx="85">
                  <c:v>30766</c:v>
                </c:pt>
                <c:pt idx="86">
                  <c:v>21030</c:v>
                </c:pt>
                <c:pt idx="87">
                  <c:v>20238</c:v>
                </c:pt>
                <c:pt idx="88">
                  <c:v>24409</c:v>
                </c:pt>
                <c:pt idx="89">
                  <c:v>32503</c:v>
                </c:pt>
                <c:pt idx="90">
                  <c:v>40917</c:v>
                </c:pt>
                <c:pt idx="91">
                  <c:v>40189</c:v>
                </c:pt>
                <c:pt idx="92">
                  <c:v>43003</c:v>
                </c:pt>
                <c:pt idx="93">
                  <c:v>47014</c:v>
                </c:pt>
                <c:pt idx="94">
                  <c:v>49818</c:v>
                </c:pt>
                <c:pt idx="95">
                  <c:v>49998</c:v>
                </c:pt>
                <c:pt idx="96">
                  <c:v>39738</c:v>
                </c:pt>
                <c:pt idx="97">
                  <c:v>44263</c:v>
                </c:pt>
                <c:pt idx="98">
                  <c:v>42588</c:v>
                </c:pt>
                <c:pt idx="99">
                  <c:v>46379</c:v>
                </c:pt>
                <c:pt idx="100">
                  <c:v>47961</c:v>
                </c:pt>
                <c:pt idx="101">
                  <c:v>48520</c:v>
                </c:pt>
                <c:pt idx="102">
                  <c:v>62247</c:v>
                </c:pt>
                <c:pt idx="103">
                  <c:v>60521</c:v>
                </c:pt>
                <c:pt idx="104">
                  <c:v>56084</c:v>
                </c:pt>
                <c:pt idx="105">
                  <c:v>49158</c:v>
                </c:pt>
                <c:pt idx="106">
                  <c:v>41648</c:v>
                </c:pt>
                <c:pt idx="107">
                  <c:v>45669</c:v>
                </c:pt>
                <c:pt idx="108">
                  <c:v>45743</c:v>
                </c:pt>
                <c:pt idx="109">
                  <c:v>48084</c:v>
                </c:pt>
                <c:pt idx="110">
                  <c:v>32181</c:v>
                </c:pt>
                <c:pt idx="111">
                  <c:v>34463</c:v>
                </c:pt>
                <c:pt idx="112">
                  <c:v>46338</c:v>
                </c:pt>
                <c:pt idx="113">
                  <c:v>49506</c:v>
                </c:pt>
                <c:pt idx="114">
                  <c:v>55296</c:v>
                </c:pt>
                <c:pt idx="115">
                  <c:v>65987</c:v>
                </c:pt>
                <c:pt idx="116">
                  <c:v>67292</c:v>
                </c:pt>
                <c:pt idx="117">
                  <c:v>63700</c:v>
                </c:pt>
                <c:pt idx="118">
                  <c:v>59685</c:v>
                </c:pt>
                <c:pt idx="119">
                  <c:v>54342</c:v>
                </c:pt>
                <c:pt idx="120">
                  <c:v>47250</c:v>
                </c:pt>
                <c:pt idx="121">
                  <c:v>50078</c:v>
                </c:pt>
                <c:pt idx="122">
                  <c:v>39431</c:v>
                </c:pt>
                <c:pt idx="123">
                  <c:v>45767</c:v>
                </c:pt>
                <c:pt idx="124">
                  <c:v>63289</c:v>
                </c:pt>
                <c:pt idx="125">
                  <c:v>66830</c:v>
                </c:pt>
                <c:pt idx="126">
                  <c:v>70156</c:v>
                </c:pt>
                <c:pt idx="127">
                  <c:v>73092</c:v>
                </c:pt>
                <c:pt idx="128">
                  <c:v>71669</c:v>
                </c:pt>
                <c:pt idx="129">
                  <c:v>69113</c:v>
                </c:pt>
                <c:pt idx="130">
                  <c:v>65422</c:v>
                </c:pt>
                <c:pt idx="131">
                  <c:v>62442</c:v>
                </c:pt>
                <c:pt idx="132">
                  <c:v>48675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Pre-HARP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</c:spPr>
          <c:cat>
            <c:numRef>
              <c:f>Sheet1!$A$2:$A$134</c:f>
              <c:numCache>
                <c:formatCode>m/d/yyyy</c:formatCode>
                <c:ptCount val="133"/>
                <c:pt idx="0">
                  <c:v>38353</c:v>
                </c:pt>
                <c:pt idx="1">
                  <c:v>38384</c:v>
                </c:pt>
                <c:pt idx="2">
                  <c:v>38412</c:v>
                </c:pt>
                <c:pt idx="3">
                  <c:v>38443</c:v>
                </c:pt>
                <c:pt idx="4">
                  <c:v>38473</c:v>
                </c:pt>
                <c:pt idx="5">
                  <c:v>38504</c:v>
                </c:pt>
                <c:pt idx="6">
                  <c:v>38534</c:v>
                </c:pt>
                <c:pt idx="7">
                  <c:v>38565</c:v>
                </c:pt>
                <c:pt idx="8">
                  <c:v>38596</c:v>
                </c:pt>
                <c:pt idx="9">
                  <c:v>38626</c:v>
                </c:pt>
                <c:pt idx="10">
                  <c:v>38657</c:v>
                </c:pt>
                <c:pt idx="11">
                  <c:v>38687</c:v>
                </c:pt>
                <c:pt idx="12">
                  <c:v>38718</c:v>
                </c:pt>
                <c:pt idx="13">
                  <c:v>38749</c:v>
                </c:pt>
                <c:pt idx="14">
                  <c:v>38777</c:v>
                </c:pt>
                <c:pt idx="15">
                  <c:v>38808</c:v>
                </c:pt>
                <c:pt idx="16">
                  <c:v>38838</c:v>
                </c:pt>
                <c:pt idx="17">
                  <c:v>38869</c:v>
                </c:pt>
                <c:pt idx="18">
                  <c:v>38899</c:v>
                </c:pt>
                <c:pt idx="19">
                  <c:v>38930</c:v>
                </c:pt>
                <c:pt idx="20">
                  <c:v>38961</c:v>
                </c:pt>
                <c:pt idx="21">
                  <c:v>38991</c:v>
                </c:pt>
                <c:pt idx="22">
                  <c:v>39022</c:v>
                </c:pt>
                <c:pt idx="23">
                  <c:v>39052</c:v>
                </c:pt>
                <c:pt idx="24">
                  <c:v>39083</c:v>
                </c:pt>
                <c:pt idx="25">
                  <c:v>39114</c:v>
                </c:pt>
                <c:pt idx="26">
                  <c:v>39142</c:v>
                </c:pt>
                <c:pt idx="27">
                  <c:v>39173</c:v>
                </c:pt>
                <c:pt idx="28">
                  <c:v>39203</c:v>
                </c:pt>
                <c:pt idx="29">
                  <c:v>39234</c:v>
                </c:pt>
                <c:pt idx="30">
                  <c:v>39264</c:v>
                </c:pt>
                <c:pt idx="31">
                  <c:v>39295</c:v>
                </c:pt>
                <c:pt idx="32">
                  <c:v>39326</c:v>
                </c:pt>
                <c:pt idx="33">
                  <c:v>39356</c:v>
                </c:pt>
                <c:pt idx="34">
                  <c:v>39387</c:v>
                </c:pt>
                <c:pt idx="35">
                  <c:v>39417</c:v>
                </c:pt>
                <c:pt idx="36">
                  <c:v>39448</c:v>
                </c:pt>
                <c:pt idx="37">
                  <c:v>39479</c:v>
                </c:pt>
                <c:pt idx="38">
                  <c:v>39508</c:v>
                </c:pt>
                <c:pt idx="39">
                  <c:v>39539</c:v>
                </c:pt>
                <c:pt idx="40">
                  <c:v>39569</c:v>
                </c:pt>
                <c:pt idx="41">
                  <c:v>39600</c:v>
                </c:pt>
                <c:pt idx="42">
                  <c:v>39630</c:v>
                </c:pt>
                <c:pt idx="43">
                  <c:v>39661</c:v>
                </c:pt>
                <c:pt idx="44">
                  <c:v>39692</c:v>
                </c:pt>
                <c:pt idx="45">
                  <c:v>39722</c:v>
                </c:pt>
                <c:pt idx="46">
                  <c:v>39753</c:v>
                </c:pt>
                <c:pt idx="47">
                  <c:v>39783</c:v>
                </c:pt>
                <c:pt idx="48">
                  <c:v>39814</c:v>
                </c:pt>
                <c:pt idx="49">
                  <c:v>39845</c:v>
                </c:pt>
                <c:pt idx="50">
                  <c:v>39873</c:v>
                </c:pt>
                <c:pt idx="51">
                  <c:v>39904</c:v>
                </c:pt>
                <c:pt idx="52">
                  <c:v>39934</c:v>
                </c:pt>
                <c:pt idx="53">
                  <c:v>39965</c:v>
                </c:pt>
                <c:pt idx="54">
                  <c:v>39995</c:v>
                </c:pt>
                <c:pt idx="55">
                  <c:v>40026</c:v>
                </c:pt>
                <c:pt idx="56">
                  <c:v>40057</c:v>
                </c:pt>
                <c:pt idx="57">
                  <c:v>40087</c:v>
                </c:pt>
                <c:pt idx="58">
                  <c:v>40118</c:v>
                </c:pt>
                <c:pt idx="59">
                  <c:v>40148</c:v>
                </c:pt>
                <c:pt idx="60">
                  <c:v>40179</c:v>
                </c:pt>
                <c:pt idx="61">
                  <c:v>40210</c:v>
                </c:pt>
                <c:pt idx="62">
                  <c:v>40238</c:v>
                </c:pt>
                <c:pt idx="63">
                  <c:v>40269</c:v>
                </c:pt>
                <c:pt idx="64">
                  <c:v>40299</c:v>
                </c:pt>
                <c:pt idx="65">
                  <c:v>40330</c:v>
                </c:pt>
                <c:pt idx="66">
                  <c:v>40360</c:v>
                </c:pt>
                <c:pt idx="67">
                  <c:v>40391</c:v>
                </c:pt>
                <c:pt idx="68">
                  <c:v>40422</c:v>
                </c:pt>
                <c:pt idx="69">
                  <c:v>40452</c:v>
                </c:pt>
                <c:pt idx="70">
                  <c:v>40483</c:v>
                </c:pt>
                <c:pt idx="71">
                  <c:v>40513</c:v>
                </c:pt>
                <c:pt idx="72">
                  <c:v>40544</c:v>
                </c:pt>
                <c:pt idx="73">
                  <c:v>40575</c:v>
                </c:pt>
                <c:pt idx="74">
                  <c:v>40603</c:v>
                </c:pt>
                <c:pt idx="75">
                  <c:v>40634</c:v>
                </c:pt>
                <c:pt idx="76">
                  <c:v>40664</c:v>
                </c:pt>
                <c:pt idx="77">
                  <c:v>40695</c:v>
                </c:pt>
                <c:pt idx="78">
                  <c:v>40725</c:v>
                </c:pt>
                <c:pt idx="79">
                  <c:v>40756</c:v>
                </c:pt>
                <c:pt idx="80">
                  <c:v>40787</c:v>
                </c:pt>
                <c:pt idx="81">
                  <c:v>40817</c:v>
                </c:pt>
                <c:pt idx="82">
                  <c:v>40848</c:v>
                </c:pt>
                <c:pt idx="83">
                  <c:v>40878</c:v>
                </c:pt>
                <c:pt idx="84">
                  <c:v>40909</c:v>
                </c:pt>
                <c:pt idx="85">
                  <c:v>40940</c:v>
                </c:pt>
                <c:pt idx="86">
                  <c:v>40969</c:v>
                </c:pt>
                <c:pt idx="87">
                  <c:v>41000</c:v>
                </c:pt>
                <c:pt idx="88">
                  <c:v>41030</c:v>
                </c:pt>
                <c:pt idx="89">
                  <c:v>41061</c:v>
                </c:pt>
                <c:pt idx="90">
                  <c:v>41091</c:v>
                </c:pt>
                <c:pt idx="91">
                  <c:v>41122</c:v>
                </c:pt>
                <c:pt idx="92">
                  <c:v>41153</c:v>
                </c:pt>
                <c:pt idx="93">
                  <c:v>41183</c:v>
                </c:pt>
                <c:pt idx="94">
                  <c:v>41214</c:v>
                </c:pt>
                <c:pt idx="95">
                  <c:v>41244</c:v>
                </c:pt>
                <c:pt idx="96">
                  <c:v>41275</c:v>
                </c:pt>
                <c:pt idx="97">
                  <c:v>41306</c:v>
                </c:pt>
                <c:pt idx="98">
                  <c:v>41334</c:v>
                </c:pt>
                <c:pt idx="99">
                  <c:v>41365</c:v>
                </c:pt>
                <c:pt idx="100">
                  <c:v>41395</c:v>
                </c:pt>
                <c:pt idx="101">
                  <c:v>41426</c:v>
                </c:pt>
                <c:pt idx="102">
                  <c:v>41456</c:v>
                </c:pt>
                <c:pt idx="103">
                  <c:v>41487</c:v>
                </c:pt>
                <c:pt idx="104">
                  <c:v>41518</c:v>
                </c:pt>
                <c:pt idx="105">
                  <c:v>41548</c:v>
                </c:pt>
                <c:pt idx="106">
                  <c:v>41579</c:v>
                </c:pt>
                <c:pt idx="107">
                  <c:v>41609</c:v>
                </c:pt>
                <c:pt idx="108">
                  <c:v>41640</c:v>
                </c:pt>
                <c:pt idx="109">
                  <c:v>41671</c:v>
                </c:pt>
                <c:pt idx="110">
                  <c:v>41699</c:v>
                </c:pt>
                <c:pt idx="111">
                  <c:v>41730</c:v>
                </c:pt>
                <c:pt idx="112">
                  <c:v>41760</c:v>
                </c:pt>
                <c:pt idx="113">
                  <c:v>41791</c:v>
                </c:pt>
                <c:pt idx="114">
                  <c:v>41821</c:v>
                </c:pt>
                <c:pt idx="115">
                  <c:v>41852</c:v>
                </c:pt>
                <c:pt idx="116">
                  <c:v>41883</c:v>
                </c:pt>
                <c:pt idx="117">
                  <c:v>41913</c:v>
                </c:pt>
                <c:pt idx="118">
                  <c:v>41944</c:v>
                </c:pt>
                <c:pt idx="119">
                  <c:v>41974</c:v>
                </c:pt>
                <c:pt idx="120">
                  <c:v>42005</c:v>
                </c:pt>
                <c:pt idx="121">
                  <c:v>42036</c:v>
                </c:pt>
                <c:pt idx="122">
                  <c:v>42064</c:v>
                </c:pt>
                <c:pt idx="123">
                  <c:v>42095</c:v>
                </c:pt>
                <c:pt idx="124">
                  <c:v>42125</c:v>
                </c:pt>
                <c:pt idx="125">
                  <c:v>42156</c:v>
                </c:pt>
                <c:pt idx="126">
                  <c:v>42186</c:v>
                </c:pt>
                <c:pt idx="127">
                  <c:v>42217</c:v>
                </c:pt>
                <c:pt idx="128">
                  <c:v>42248</c:v>
                </c:pt>
                <c:pt idx="129">
                  <c:v>42278</c:v>
                </c:pt>
                <c:pt idx="130">
                  <c:v>42309</c:v>
                </c:pt>
                <c:pt idx="131">
                  <c:v>42339</c:v>
                </c:pt>
                <c:pt idx="132">
                  <c:v>42370</c:v>
                </c:pt>
              </c:numCache>
            </c:numRef>
          </c:cat>
          <c:val>
            <c:numRef>
              <c:f>Sheet1!$C$2:$C$134</c:f>
              <c:numCache>
                <c:formatCode>General</c:formatCode>
                <c:ptCount val="133"/>
                <c:pt idx="0">
                  <c:v>226</c:v>
                </c:pt>
                <c:pt idx="1">
                  <c:v>237</c:v>
                </c:pt>
                <c:pt idx="2">
                  <c:v>165</c:v>
                </c:pt>
                <c:pt idx="3">
                  <c:v>248</c:v>
                </c:pt>
                <c:pt idx="4">
                  <c:v>357</c:v>
                </c:pt>
                <c:pt idx="5">
                  <c:v>256</c:v>
                </c:pt>
                <c:pt idx="6">
                  <c:v>314</c:v>
                </c:pt>
                <c:pt idx="7">
                  <c:v>373</c:v>
                </c:pt>
                <c:pt idx="8">
                  <c:v>618</c:v>
                </c:pt>
                <c:pt idx="9">
                  <c:v>996</c:v>
                </c:pt>
                <c:pt idx="10">
                  <c:v>2199</c:v>
                </c:pt>
                <c:pt idx="11">
                  <c:v>9660</c:v>
                </c:pt>
                <c:pt idx="12">
                  <c:v>14686</c:v>
                </c:pt>
                <c:pt idx="13">
                  <c:v>13545</c:v>
                </c:pt>
                <c:pt idx="14">
                  <c:v>12672</c:v>
                </c:pt>
                <c:pt idx="15">
                  <c:v>13588</c:v>
                </c:pt>
                <c:pt idx="16">
                  <c:v>13902</c:v>
                </c:pt>
                <c:pt idx="17">
                  <c:v>12297</c:v>
                </c:pt>
                <c:pt idx="18">
                  <c:v>11912</c:v>
                </c:pt>
                <c:pt idx="19">
                  <c:v>11212</c:v>
                </c:pt>
                <c:pt idx="20">
                  <c:v>10662</c:v>
                </c:pt>
                <c:pt idx="21">
                  <c:v>11537</c:v>
                </c:pt>
                <c:pt idx="22">
                  <c:v>12948</c:v>
                </c:pt>
                <c:pt idx="23">
                  <c:v>17880</c:v>
                </c:pt>
                <c:pt idx="24">
                  <c:v>17232</c:v>
                </c:pt>
                <c:pt idx="25">
                  <c:v>21209</c:v>
                </c:pt>
                <c:pt idx="26">
                  <c:v>20923</c:v>
                </c:pt>
                <c:pt idx="27">
                  <c:v>18017</c:v>
                </c:pt>
                <c:pt idx="28">
                  <c:v>22875</c:v>
                </c:pt>
                <c:pt idx="29">
                  <c:v>24801</c:v>
                </c:pt>
                <c:pt idx="30">
                  <c:v>21810</c:v>
                </c:pt>
                <c:pt idx="31">
                  <c:v>17435</c:v>
                </c:pt>
                <c:pt idx="32">
                  <c:v>15468</c:v>
                </c:pt>
                <c:pt idx="33">
                  <c:v>15255</c:v>
                </c:pt>
                <c:pt idx="34">
                  <c:v>18097</c:v>
                </c:pt>
                <c:pt idx="35">
                  <c:v>21973</c:v>
                </c:pt>
                <c:pt idx="36">
                  <c:v>20897</c:v>
                </c:pt>
                <c:pt idx="37">
                  <c:v>30555</c:v>
                </c:pt>
                <c:pt idx="38">
                  <c:v>34268</c:v>
                </c:pt>
                <c:pt idx="39">
                  <c:v>60058</c:v>
                </c:pt>
                <c:pt idx="40">
                  <c:v>41596</c:v>
                </c:pt>
                <c:pt idx="41">
                  <c:v>38213</c:v>
                </c:pt>
                <c:pt idx="42">
                  <c:v>23471</c:v>
                </c:pt>
                <c:pt idx="43">
                  <c:v>17448</c:v>
                </c:pt>
                <c:pt idx="44">
                  <c:v>11583</c:v>
                </c:pt>
                <c:pt idx="45">
                  <c:v>7202</c:v>
                </c:pt>
                <c:pt idx="46">
                  <c:v>10585</c:v>
                </c:pt>
                <c:pt idx="47">
                  <c:v>15821</c:v>
                </c:pt>
                <c:pt idx="48">
                  <c:v>7542</c:v>
                </c:pt>
                <c:pt idx="49">
                  <c:v>32323</c:v>
                </c:pt>
                <c:pt idx="50">
                  <c:v>81506</c:v>
                </c:pt>
                <c:pt idx="51">
                  <c:v>104826</c:v>
                </c:pt>
                <c:pt idx="52">
                  <c:v>108692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Non-HARPed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</c:spPr>
          <c:cat>
            <c:numRef>
              <c:f>Sheet1!$A$2:$A$134</c:f>
              <c:numCache>
                <c:formatCode>m/d/yyyy</c:formatCode>
                <c:ptCount val="133"/>
                <c:pt idx="0">
                  <c:v>38353</c:v>
                </c:pt>
                <c:pt idx="1">
                  <c:v>38384</c:v>
                </c:pt>
                <c:pt idx="2">
                  <c:v>38412</c:v>
                </c:pt>
                <c:pt idx="3">
                  <c:v>38443</c:v>
                </c:pt>
                <c:pt idx="4">
                  <c:v>38473</c:v>
                </c:pt>
                <c:pt idx="5">
                  <c:v>38504</c:v>
                </c:pt>
                <c:pt idx="6">
                  <c:v>38534</c:v>
                </c:pt>
                <c:pt idx="7">
                  <c:v>38565</c:v>
                </c:pt>
                <c:pt idx="8">
                  <c:v>38596</c:v>
                </c:pt>
                <c:pt idx="9">
                  <c:v>38626</c:v>
                </c:pt>
                <c:pt idx="10">
                  <c:v>38657</c:v>
                </c:pt>
                <c:pt idx="11">
                  <c:v>38687</c:v>
                </c:pt>
                <c:pt idx="12">
                  <c:v>38718</c:v>
                </c:pt>
                <c:pt idx="13">
                  <c:v>38749</c:v>
                </c:pt>
                <c:pt idx="14">
                  <c:v>38777</c:v>
                </c:pt>
                <c:pt idx="15">
                  <c:v>38808</c:v>
                </c:pt>
                <c:pt idx="16">
                  <c:v>38838</c:v>
                </c:pt>
                <c:pt idx="17">
                  <c:v>38869</c:v>
                </c:pt>
                <c:pt idx="18">
                  <c:v>38899</c:v>
                </c:pt>
                <c:pt idx="19">
                  <c:v>38930</c:v>
                </c:pt>
                <c:pt idx="20">
                  <c:v>38961</c:v>
                </c:pt>
                <c:pt idx="21">
                  <c:v>38991</c:v>
                </c:pt>
                <c:pt idx="22">
                  <c:v>39022</c:v>
                </c:pt>
                <c:pt idx="23">
                  <c:v>39052</c:v>
                </c:pt>
                <c:pt idx="24">
                  <c:v>39083</c:v>
                </c:pt>
                <c:pt idx="25">
                  <c:v>39114</c:v>
                </c:pt>
                <c:pt idx="26">
                  <c:v>39142</c:v>
                </c:pt>
                <c:pt idx="27">
                  <c:v>39173</c:v>
                </c:pt>
                <c:pt idx="28">
                  <c:v>39203</c:v>
                </c:pt>
                <c:pt idx="29">
                  <c:v>39234</c:v>
                </c:pt>
                <c:pt idx="30">
                  <c:v>39264</c:v>
                </c:pt>
                <c:pt idx="31">
                  <c:v>39295</c:v>
                </c:pt>
                <c:pt idx="32">
                  <c:v>39326</c:v>
                </c:pt>
                <c:pt idx="33">
                  <c:v>39356</c:v>
                </c:pt>
                <c:pt idx="34">
                  <c:v>39387</c:v>
                </c:pt>
                <c:pt idx="35">
                  <c:v>39417</c:v>
                </c:pt>
                <c:pt idx="36">
                  <c:v>39448</c:v>
                </c:pt>
                <c:pt idx="37">
                  <c:v>39479</c:v>
                </c:pt>
                <c:pt idx="38">
                  <c:v>39508</c:v>
                </c:pt>
                <c:pt idx="39">
                  <c:v>39539</c:v>
                </c:pt>
                <c:pt idx="40">
                  <c:v>39569</c:v>
                </c:pt>
                <c:pt idx="41">
                  <c:v>39600</c:v>
                </c:pt>
                <c:pt idx="42">
                  <c:v>39630</c:v>
                </c:pt>
                <c:pt idx="43">
                  <c:v>39661</c:v>
                </c:pt>
                <c:pt idx="44">
                  <c:v>39692</c:v>
                </c:pt>
                <c:pt idx="45">
                  <c:v>39722</c:v>
                </c:pt>
                <c:pt idx="46">
                  <c:v>39753</c:v>
                </c:pt>
                <c:pt idx="47">
                  <c:v>39783</c:v>
                </c:pt>
                <c:pt idx="48">
                  <c:v>39814</c:v>
                </c:pt>
                <c:pt idx="49">
                  <c:v>39845</c:v>
                </c:pt>
                <c:pt idx="50">
                  <c:v>39873</c:v>
                </c:pt>
                <c:pt idx="51">
                  <c:v>39904</c:v>
                </c:pt>
                <c:pt idx="52">
                  <c:v>39934</c:v>
                </c:pt>
                <c:pt idx="53">
                  <c:v>39965</c:v>
                </c:pt>
                <c:pt idx="54">
                  <c:v>39995</c:v>
                </c:pt>
                <c:pt idx="55">
                  <c:v>40026</c:v>
                </c:pt>
                <c:pt idx="56">
                  <c:v>40057</c:v>
                </c:pt>
                <c:pt idx="57">
                  <c:v>40087</c:v>
                </c:pt>
                <c:pt idx="58">
                  <c:v>40118</c:v>
                </c:pt>
                <c:pt idx="59">
                  <c:v>40148</c:v>
                </c:pt>
                <c:pt idx="60">
                  <c:v>40179</c:v>
                </c:pt>
                <c:pt idx="61">
                  <c:v>40210</c:v>
                </c:pt>
                <c:pt idx="62">
                  <c:v>40238</c:v>
                </c:pt>
                <c:pt idx="63">
                  <c:v>40269</c:v>
                </c:pt>
                <c:pt idx="64">
                  <c:v>40299</c:v>
                </c:pt>
                <c:pt idx="65">
                  <c:v>40330</c:v>
                </c:pt>
                <c:pt idx="66">
                  <c:v>40360</c:v>
                </c:pt>
                <c:pt idx="67">
                  <c:v>40391</c:v>
                </c:pt>
                <c:pt idx="68">
                  <c:v>40422</c:v>
                </c:pt>
                <c:pt idx="69">
                  <c:v>40452</c:v>
                </c:pt>
                <c:pt idx="70">
                  <c:v>40483</c:v>
                </c:pt>
                <c:pt idx="71">
                  <c:v>40513</c:v>
                </c:pt>
                <c:pt idx="72">
                  <c:v>40544</c:v>
                </c:pt>
                <c:pt idx="73">
                  <c:v>40575</c:v>
                </c:pt>
                <c:pt idx="74">
                  <c:v>40603</c:v>
                </c:pt>
                <c:pt idx="75">
                  <c:v>40634</c:v>
                </c:pt>
                <c:pt idx="76">
                  <c:v>40664</c:v>
                </c:pt>
                <c:pt idx="77">
                  <c:v>40695</c:v>
                </c:pt>
                <c:pt idx="78">
                  <c:v>40725</c:v>
                </c:pt>
                <c:pt idx="79">
                  <c:v>40756</c:v>
                </c:pt>
                <c:pt idx="80">
                  <c:v>40787</c:v>
                </c:pt>
                <c:pt idx="81">
                  <c:v>40817</c:v>
                </c:pt>
                <c:pt idx="82">
                  <c:v>40848</c:v>
                </c:pt>
                <c:pt idx="83">
                  <c:v>40878</c:v>
                </c:pt>
                <c:pt idx="84">
                  <c:v>40909</c:v>
                </c:pt>
                <c:pt idx="85">
                  <c:v>40940</c:v>
                </c:pt>
                <c:pt idx="86">
                  <c:v>40969</c:v>
                </c:pt>
                <c:pt idx="87">
                  <c:v>41000</c:v>
                </c:pt>
                <c:pt idx="88">
                  <c:v>41030</c:v>
                </c:pt>
                <c:pt idx="89">
                  <c:v>41061</c:v>
                </c:pt>
                <c:pt idx="90">
                  <c:v>41091</c:v>
                </c:pt>
                <c:pt idx="91">
                  <c:v>41122</c:v>
                </c:pt>
                <c:pt idx="92">
                  <c:v>41153</c:v>
                </c:pt>
                <c:pt idx="93">
                  <c:v>41183</c:v>
                </c:pt>
                <c:pt idx="94">
                  <c:v>41214</c:v>
                </c:pt>
                <c:pt idx="95">
                  <c:v>41244</c:v>
                </c:pt>
                <c:pt idx="96">
                  <c:v>41275</c:v>
                </c:pt>
                <c:pt idx="97">
                  <c:v>41306</c:v>
                </c:pt>
                <c:pt idx="98">
                  <c:v>41334</c:v>
                </c:pt>
                <c:pt idx="99">
                  <c:v>41365</c:v>
                </c:pt>
                <c:pt idx="100">
                  <c:v>41395</c:v>
                </c:pt>
                <c:pt idx="101">
                  <c:v>41426</c:v>
                </c:pt>
                <c:pt idx="102">
                  <c:v>41456</c:v>
                </c:pt>
                <c:pt idx="103">
                  <c:v>41487</c:v>
                </c:pt>
                <c:pt idx="104">
                  <c:v>41518</c:v>
                </c:pt>
                <c:pt idx="105">
                  <c:v>41548</c:v>
                </c:pt>
                <c:pt idx="106">
                  <c:v>41579</c:v>
                </c:pt>
                <c:pt idx="107">
                  <c:v>41609</c:v>
                </c:pt>
                <c:pt idx="108">
                  <c:v>41640</c:v>
                </c:pt>
                <c:pt idx="109">
                  <c:v>41671</c:v>
                </c:pt>
                <c:pt idx="110">
                  <c:v>41699</c:v>
                </c:pt>
                <c:pt idx="111">
                  <c:v>41730</c:v>
                </c:pt>
                <c:pt idx="112">
                  <c:v>41760</c:v>
                </c:pt>
                <c:pt idx="113">
                  <c:v>41791</c:v>
                </c:pt>
                <c:pt idx="114">
                  <c:v>41821</c:v>
                </c:pt>
                <c:pt idx="115">
                  <c:v>41852</c:v>
                </c:pt>
                <c:pt idx="116">
                  <c:v>41883</c:v>
                </c:pt>
                <c:pt idx="117">
                  <c:v>41913</c:v>
                </c:pt>
                <c:pt idx="118">
                  <c:v>41944</c:v>
                </c:pt>
                <c:pt idx="119">
                  <c:v>41974</c:v>
                </c:pt>
                <c:pt idx="120">
                  <c:v>42005</c:v>
                </c:pt>
                <c:pt idx="121">
                  <c:v>42036</c:v>
                </c:pt>
                <c:pt idx="122">
                  <c:v>42064</c:v>
                </c:pt>
                <c:pt idx="123">
                  <c:v>42095</c:v>
                </c:pt>
                <c:pt idx="124">
                  <c:v>42125</c:v>
                </c:pt>
                <c:pt idx="125">
                  <c:v>42156</c:v>
                </c:pt>
                <c:pt idx="126">
                  <c:v>42186</c:v>
                </c:pt>
                <c:pt idx="127">
                  <c:v>42217</c:v>
                </c:pt>
                <c:pt idx="128">
                  <c:v>42248</c:v>
                </c:pt>
                <c:pt idx="129">
                  <c:v>42278</c:v>
                </c:pt>
                <c:pt idx="130">
                  <c:v>42309</c:v>
                </c:pt>
                <c:pt idx="131">
                  <c:v>42339</c:v>
                </c:pt>
                <c:pt idx="132">
                  <c:v>42370</c:v>
                </c:pt>
              </c:numCache>
            </c:numRef>
          </c:cat>
          <c:val>
            <c:numRef>
              <c:f>Sheet1!$D$2:$D$134</c:f>
              <c:numCache>
                <c:formatCode>General</c:formatCode>
                <c:ptCount val="13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94312</c:v>
                </c:pt>
                <c:pt idx="54">
                  <c:v>90531</c:v>
                </c:pt>
                <c:pt idx="55">
                  <c:v>71783</c:v>
                </c:pt>
                <c:pt idx="56">
                  <c:v>45076</c:v>
                </c:pt>
                <c:pt idx="57">
                  <c:v>24616</c:v>
                </c:pt>
                <c:pt idx="58">
                  <c:v>20958</c:v>
                </c:pt>
                <c:pt idx="59">
                  <c:v>26484</c:v>
                </c:pt>
                <c:pt idx="60">
                  <c:v>27562</c:v>
                </c:pt>
                <c:pt idx="61">
                  <c:v>29806</c:v>
                </c:pt>
                <c:pt idx="62">
                  <c:v>25134</c:v>
                </c:pt>
                <c:pt idx="63">
                  <c:v>17800</c:v>
                </c:pt>
                <c:pt idx="64">
                  <c:v>16829</c:v>
                </c:pt>
                <c:pt idx="65">
                  <c:v>14699</c:v>
                </c:pt>
                <c:pt idx="66">
                  <c:v>11907</c:v>
                </c:pt>
                <c:pt idx="67">
                  <c:v>16456</c:v>
                </c:pt>
                <c:pt idx="68">
                  <c:v>22322</c:v>
                </c:pt>
                <c:pt idx="69">
                  <c:v>30002</c:v>
                </c:pt>
                <c:pt idx="70">
                  <c:v>30869</c:v>
                </c:pt>
                <c:pt idx="71">
                  <c:v>34888</c:v>
                </c:pt>
                <c:pt idx="72">
                  <c:v>33215</c:v>
                </c:pt>
                <c:pt idx="73">
                  <c:v>30768</c:v>
                </c:pt>
                <c:pt idx="74">
                  <c:v>20081</c:v>
                </c:pt>
                <c:pt idx="75">
                  <c:v>10793</c:v>
                </c:pt>
                <c:pt idx="76">
                  <c:v>9553</c:v>
                </c:pt>
                <c:pt idx="77">
                  <c:v>7592</c:v>
                </c:pt>
                <c:pt idx="78">
                  <c:v>6380</c:v>
                </c:pt>
                <c:pt idx="79">
                  <c:v>8952</c:v>
                </c:pt>
                <c:pt idx="80">
                  <c:v>9875</c:v>
                </c:pt>
                <c:pt idx="81">
                  <c:v>11433</c:v>
                </c:pt>
                <c:pt idx="82">
                  <c:v>22206</c:v>
                </c:pt>
                <c:pt idx="83">
                  <c:v>21822</c:v>
                </c:pt>
                <c:pt idx="84">
                  <c:v>22762</c:v>
                </c:pt>
                <c:pt idx="85">
                  <c:v>25465</c:v>
                </c:pt>
                <c:pt idx="86">
                  <c:v>22392</c:v>
                </c:pt>
                <c:pt idx="87">
                  <c:v>22169</c:v>
                </c:pt>
                <c:pt idx="88">
                  <c:v>21904</c:v>
                </c:pt>
                <c:pt idx="89">
                  <c:v>18591</c:v>
                </c:pt>
                <c:pt idx="90">
                  <c:v>20169</c:v>
                </c:pt>
                <c:pt idx="91">
                  <c:v>20467</c:v>
                </c:pt>
                <c:pt idx="92">
                  <c:v>25359</c:v>
                </c:pt>
                <c:pt idx="93">
                  <c:v>33904</c:v>
                </c:pt>
                <c:pt idx="94">
                  <c:v>40037</c:v>
                </c:pt>
                <c:pt idx="95">
                  <c:v>40485</c:v>
                </c:pt>
                <c:pt idx="96">
                  <c:v>36497</c:v>
                </c:pt>
                <c:pt idx="97">
                  <c:v>41281</c:v>
                </c:pt>
                <c:pt idx="98">
                  <c:v>45862</c:v>
                </c:pt>
                <c:pt idx="99">
                  <c:v>40421</c:v>
                </c:pt>
                <c:pt idx="100">
                  <c:v>30711</c:v>
                </c:pt>
                <c:pt idx="101">
                  <c:v>26806</c:v>
                </c:pt>
                <c:pt idx="102">
                  <c:v>32722</c:v>
                </c:pt>
                <c:pt idx="103">
                  <c:v>27485</c:v>
                </c:pt>
                <c:pt idx="104">
                  <c:v>19112</c:v>
                </c:pt>
                <c:pt idx="105">
                  <c:v>11604</c:v>
                </c:pt>
                <c:pt idx="106">
                  <c:v>7900</c:v>
                </c:pt>
                <c:pt idx="107">
                  <c:v>8033</c:v>
                </c:pt>
                <c:pt idx="108">
                  <c:v>9674</c:v>
                </c:pt>
                <c:pt idx="109">
                  <c:v>9770</c:v>
                </c:pt>
                <c:pt idx="110">
                  <c:v>6585.9</c:v>
                </c:pt>
                <c:pt idx="111">
                  <c:v>6591.8</c:v>
                </c:pt>
                <c:pt idx="112">
                  <c:v>8160.55</c:v>
                </c:pt>
                <c:pt idx="113">
                  <c:v>7871.9000000000005</c:v>
                </c:pt>
                <c:pt idx="114">
                  <c:v>7418.35</c:v>
                </c:pt>
                <c:pt idx="115">
                  <c:v>9569.75</c:v>
                </c:pt>
                <c:pt idx="116">
                  <c:v>10031.049999999999</c:v>
                </c:pt>
                <c:pt idx="117">
                  <c:v>10208.75</c:v>
                </c:pt>
                <c:pt idx="118">
                  <c:v>10948.7</c:v>
                </c:pt>
                <c:pt idx="119">
                  <c:v>11460.7</c:v>
                </c:pt>
                <c:pt idx="120">
                  <c:v>14130.25</c:v>
                </c:pt>
                <c:pt idx="121">
                  <c:v>13418.6</c:v>
                </c:pt>
                <c:pt idx="122">
                  <c:v>16116.9</c:v>
                </c:pt>
                <c:pt idx="123">
                  <c:v>23823.3</c:v>
                </c:pt>
                <c:pt idx="124">
                  <c:v>27135.3</c:v>
                </c:pt>
                <c:pt idx="125">
                  <c:v>20450.300000000003</c:v>
                </c:pt>
                <c:pt idx="126">
                  <c:v>17553.25</c:v>
                </c:pt>
                <c:pt idx="127">
                  <c:v>14187.1</c:v>
                </c:pt>
                <c:pt idx="128">
                  <c:v>11192.15</c:v>
                </c:pt>
                <c:pt idx="129">
                  <c:v>10829.05</c:v>
                </c:pt>
                <c:pt idx="130">
                  <c:v>11648.300000000001</c:v>
                </c:pt>
                <c:pt idx="131">
                  <c:v>12564.85</c:v>
                </c:pt>
                <c:pt idx="132">
                  <c:v>11229.55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HARPed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</c:spPr>
          <c:cat>
            <c:numRef>
              <c:f>Sheet1!$A$2:$A$134</c:f>
              <c:numCache>
                <c:formatCode>m/d/yyyy</c:formatCode>
                <c:ptCount val="133"/>
                <c:pt idx="0">
                  <c:v>38353</c:v>
                </c:pt>
                <c:pt idx="1">
                  <c:v>38384</c:v>
                </c:pt>
                <c:pt idx="2">
                  <c:v>38412</c:v>
                </c:pt>
                <c:pt idx="3">
                  <c:v>38443</c:v>
                </c:pt>
                <c:pt idx="4">
                  <c:v>38473</c:v>
                </c:pt>
                <c:pt idx="5">
                  <c:v>38504</c:v>
                </c:pt>
                <c:pt idx="6">
                  <c:v>38534</c:v>
                </c:pt>
                <c:pt idx="7">
                  <c:v>38565</c:v>
                </c:pt>
                <c:pt idx="8">
                  <c:v>38596</c:v>
                </c:pt>
                <c:pt idx="9">
                  <c:v>38626</c:v>
                </c:pt>
                <c:pt idx="10">
                  <c:v>38657</c:v>
                </c:pt>
                <c:pt idx="11">
                  <c:v>38687</c:v>
                </c:pt>
                <c:pt idx="12">
                  <c:v>38718</c:v>
                </c:pt>
                <c:pt idx="13">
                  <c:v>38749</c:v>
                </c:pt>
                <c:pt idx="14">
                  <c:v>38777</c:v>
                </c:pt>
                <c:pt idx="15">
                  <c:v>38808</c:v>
                </c:pt>
                <c:pt idx="16">
                  <c:v>38838</c:v>
                </c:pt>
                <c:pt idx="17">
                  <c:v>38869</c:v>
                </c:pt>
                <c:pt idx="18">
                  <c:v>38899</c:v>
                </c:pt>
                <c:pt idx="19">
                  <c:v>38930</c:v>
                </c:pt>
                <c:pt idx="20">
                  <c:v>38961</c:v>
                </c:pt>
                <c:pt idx="21">
                  <c:v>38991</c:v>
                </c:pt>
                <c:pt idx="22">
                  <c:v>39022</c:v>
                </c:pt>
                <c:pt idx="23">
                  <c:v>39052</c:v>
                </c:pt>
                <c:pt idx="24">
                  <c:v>39083</c:v>
                </c:pt>
                <c:pt idx="25">
                  <c:v>39114</c:v>
                </c:pt>
                <c:pt idx="26">
                  <c:v>39142</c:v>
                </c:pt>
                <c:pt idx="27">
                  <c:v>39173</c:v>
                </c:pt>
                <c:pt idx="28">
                  <c:v>39203</c:v>
                </c:pt>
                <c:pt idx="29">
                  <c:v>39234</c:v>
                </c:pt>
                <c:pt idx="30">
                  <c:v>39264</c:v>
                </c:pt>
                <c:pt idx="31">
                  <c:v>39295</c:v>
                </c:pt>
                <c:pt idx="32">
                  <c:v>39326</c:v>
                </c:pt>
                <c:pt idx="33">
                  <c:v>39356</c:v>
                </c:pt>
                <c:pt idx="34">
                  <c:v>39387</c:v>
                </c:pt>
                <c:pt idx="35">
                  <c:v>39417</c:v>
                </c:pt>
                <c:pt idx="36">
                  <c:v>39448</c:v>
                </c:pt>
                <c:pt idx="37">
                  <c:v>39479</c:v>
                </c:pt>
                <c:pt idx="38">
                  <c:v>39508</c:v>
                </c:pt>
                <c:pt idx="39">
                  <c:v>39539</c:v>
                </c:pt>
                <c:pt idx="40">
                  <c:v>39569</c:v>
                </c:pt>
                <c:pt idx="41">
                  <c:v>39600</c:v>
                </c:pt>
                <c:pt idx="42">
                  <c:v>39630</c:v>
                </c:pt>
                <c:pt idx="43">
                  <c:v>39661</c:v>
                </c:pt>
                <c:pt idx="44">
                  <c:v>39692</c:v>
                </c:pt>
                <c:pt idx="45">
                  <c:v>39722</c:v>
                </c:pt>
                <c:pt idx="46">
                  <c:v>39753</c:v>
                </c:pt>
                <c:pt idx="47">
                  <c:v>39783</c:v>
                </c:pt>
                <c:pt idx="48">
                  <c:v>39814</c:v>
                </c:pt>
                <c:pt idx="49">
                  <c:v>39845</c:v>
                </c:pt>
                <c:pt idx="50">
                  <c:v>39873</c:v>
                </c:pt>
                <c:pt idx="51">
                  <c:v>39904</c:v>
                </c:pt>
                <c:pt idx="52">
                  <c:v>39934</c:v>
                </c:pt>
                <c:pt idx="53">
                  <c:v>39965</c:v>
                </c:pt>
                <c:pt idx="54">
                  <c:v>39995</c:v>
                </c:pt>
                <c:pt idx="55">
                  <c:v>40026</c:v>
                </c:pt>
                <c:pt idx="56">
                  <c:v>40057</c:v>
                </c:pt>
                <c:pt idx="57">
                  <c:v>40087</c:v>
                </c:pt>
                <c:pt idx="58">
                  <c:v>40118</c:v>
                </c:pt>
                <c:pt idx="59">
                  <c:v>40148</c:v>
                </c:pt>
                <c:pt idx="60">
                  <c:v>40179</c:v>
                </c:pt>
                <c:pt idx="61">
                  <c:v>40210</c:v>
                </c:pt>
                <c:pt idx="62">
                  <c:v>40238</c:v>
                </c:pt>
                <c:pt idx="63">
                  <c:v>40269</c:v>
                </c:pt>
                <c:pt idx="64">
                  <c:v>40299</c:v>
                </c:pt>
                <c:pt idx="65">
                  <c:v>40330</c:v>
                </c:pt>
                <c:pt idx="66">
                  <c:v>40360</c:v>
                </c:pt>
                <c:pt idx="67">
                  <c:v>40391</c:v>
                </c:pt>
                <c:pt idx="68">
                  <c:v>40422</c:v>
                </c:pt>
                <c:pt idx="69">
                  <c:v>40452</c:v>
                </c:pt>
                <c:pt idx="70">
                  <c:v>40483</c:v>
                </c:pt>
                <c:pt idx="71">
                  <c:v>40513</c:v>
                </c:pt>
                <c:pt idx="72">
                  <c:v>40544</c:v>
                </c:pt>
                <c:pt idx="73">
                  <c:v>40575</c:v>
                </c:pt>
                <c:pt idx="74">
                  <c:v>40603</c:v>
                </c:pt>
                <c:pt idx="75">
                  <c:v>40634</c:v>
                </c:pt>
                <c:pt idx="76">
                  <c:v>40664</c:v>
                </c:pt>
                <c:pt idx="77">
                  <c:v>40695</c:v>
                </c:pt>
                <c:pt idx="78">
                  <c:v>40725</c:v>
                </c:pt>
                <c:pt idx="79">
                  <c:v>40756</c:v>
                </c:pt>
                <c:pt idx="80">
                  <c:v>40787</c:v>
                </c:pt>
                <c:pt idx="81">
                  <c:v>40817</c:v>
                </c:pt>
                <c:pt idx="82">
                  <c:v>40848</c:v>
                </c:pt>
                <c:pt idx="83">
                  <c:v>40878</c:v>
                </c:pt>
                <c:pt idx="84">
                  <c:v>40909</c:v>
                </c:pt>
                <c:pt idx="85">
                  <c:v>40940</c:v>
                </c:pt>
                <c:pt idx="86">
                  <c:v>40969</c:v>
                </c:pt>
                <c:pt idx="87">
                  <c:v>41000</c:v>
                </c:pt>
                <c:pt idx="88">
                  <c:v>41030</c:v>
                </c:pt>
                <c:pt idx="89">
                  <c:v>41061</c:v>
                </c:pt>
                <c:pt idx="90">
                  <c:v>41091</c:v>
                </c:pt>
                <c:pt idx="91">
                  <c:v>41122</c:v>
                </c:pt>
                <c:pt idx="92">
                  <c:v>41153</c:v>
                </c:pt>
                <c:pt idx="93">
                  <c:v>41183</c:v>
                </c:pt>
                <c:pt idx="94">
                  <c:v>41214</c:v>
                </c:pt>
                <c:pt idx="95">
                  <c:v>41244</c:v>
                </c:pt>
                <c:pt idx="96">
                  <c:v>41275</c:v>
                </c:pt>
                <c:pt idx="97">
                  <c:v>41306</c:v>
                </c:pt>
                <c:pt idx="98">
                  <c:v>41334</c:v>
                </c:pt>
                <c:pt idx="99">
                  <c:v>41365</c:v>
                </c:pt>
                <c:pt idx="100">
                  <c:v>41395</c:v>
                </c:pt>
                <c:pt idx="101">
                  <c:v>41426</c:v>
                </c:pt>
                <c:pt idx="102">
                  <c:v>41456</c:v>
                </c:pt>
                <c:pt idx="103">
                  <c:v>41487</c:v>
                </c:pt>
                <c:pt idx="104">
                  <c:v>41518</c:v>
                </c:pt>
                <c:pt idx="105">
                  <c:v>41548</c:v>
                </c:pt>
                <c:pt idx="106">
                  <c:v>41579</c:v>
                </c:pt>
                <c:pt idx="107">
                  <c:v>41609</c:v>
                </c:pt>
                <c:pt idx="108">
                  <c:v>41640</c:v>
                </c:pt>
                <c:pt idx="109">
                  <c:v>41671</c:v>
                </c:pt>
                <c:pt idx="110">
                  <c:v>41699</c:v>
                </c:pt>
                <c:pt idx="111">
                  <c:v>41730</c:v>
                </c:pt>
                <c:pt idx="112">
                  <c:v>41760</c:v>
                </c:pt>
                <c:pt idx="113">
                  <c:v>41791</c:v>
                </c:pt>
                <c:pt idx="114">
                  <c:v>41821</c:v>
                </c:pt>
                <c:pt idx="115">
                  <c:v>41852</c:v>
                </c:pt>
                <c:pt idx="116">
                  <c:v>41883</c:v>
                </c:pt>
                <c:pt idx="117">
                  <c:v>41913</c:v>
                </c:pt>
                <c:pt idx="118">
                  <c:v>41944</c:v>
                </c:pt>
                <c:pt idx="119">
                  <c:v>41974</c:v>
                </c:pt>
                <c:pt idx="120">
                  <c:v>42005</c:v>
                </c:pt>
                <c:pt idx="121">
                  <c:v>42036</c:v>
                </c:pt>
                <c:pt idx="122">
                  <c:v>42064</c:v>
                </c:pt>
                <c:pt idx="123">
                  <c:v>42095</c:v>
                </c:pt>
                <c:pt idx="124">
                  <c:v>42125</c:v>
                </c:pt>
                <c:pt idx="125">
                  <c:v>42156</c:v>
                </c:pt>
                <c:pt idx="126">
                  <c:v>42186</c:v>
                </c:pt>
                <c:pt idx="127">
                  <c:v>42217</c:v>
                </c:pt>
                <c:pt idx="128">
                  <c:v>42248</c:v>
                </c:pt>
                <c:pt idx="129">
                  <c:v>42278</c:v>
                </c:pt>
                <c:pt idx="130">
                  <c:v>42309</c:v>
                </c:pt>
                <c:pt idx="131">
                  <c:v>42339</c:v>
                </c:pt>
                <c:pt idx="132">
                  <c:v>42370</c:v>
                </c:pt>
              </c:numCache>
            </c:numRef>
          </c:cat>
          <c:val>
            <c:numRef>
              <c:f>Sheet1!$E$2:$E$134</c:f>
              <c:numCache>
                <c:formatCode>General</c:formatCode>
                <c:ptCount val="13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10383</c:v>
                </c:pt>
                <c:pt idx="54">
                  <c:v>16311</c:v>
                </c:pt>
                <c:pt idx="55">
                  <c:v>25480</c:v>
                </c:pt>
                <c:pt idx="56">
                  <c:v>22620</c:v>
                </c:pt>
                <c:pt idx="57">
                  <c:v>16406</c:v>
                </c:pt>
                <c:pt idx="58">
                  <c:v>13051</c:v>
                </c:pt>
                <c:pt idx="59">
                  <c:v>18179</c:v>
                </c:pt>
                <c:pt idx="60">
                  <c:v>23590</c:v>
                </c:pt>
                <c:pt idx="61">
                  <c:v>26564</c:v>
                </c:pt>
                <c:pt idx="62">
                  <c:v>24648</c:v>
                </c:pt>
                <c:pt idx="63">
                  <c:v>17440</c:v>
                </c:pt>
                <c:pt idx="64">
                  <c:v>21045</c:v>
                </c:pt>
                <c:pt idx="65">
                  <c:v>19445</c:v>
                </c:pt>
                <c:pt idx="66">
                  <c:v>15205</c:v>
                </c:pt>
                <c:pt idx="67">
                  <c:v>21345</c:v>
                </c:pt>
                <c:pt idx="68">
                  <c:v>28168</c:v>
                </c:pt>
                <c:pt idx="69">
                  <c:v>33340</c:v>
                </c:pt>
                <c:pt idx="70">
                  <c:v>38106</c:v>
                </c:pt>
                <c:pt idx="71">
                  <c:v>43237</c:v>
                </c:pt>
                <c:pt idx="72">
                  <c:v>44477</c:v>
                </c:pt>
                <c:pt idx="73">
                  <c:v>37323</c:v>
                </c:pt>
                <c:pt idx="74">
                  <c:v>32289</c:v>
                </c:pt>
                <c:pt idx="75">
                  <c:v>21224</c:v>
                </c:pt>
                <c:pt idx="76">
                  <c:v>14491</c:v>
                </c:pt>
                <c:pt idx="77">
                  <c:v>13261</c:v>
                </c:pt>
                <c:pt idx="78">
                  <c:v>11117</c:v>
                </c:pt>
                <c:pt idx="79">
                  <c:v>12492</c:v>
                </c:pt>
                <c:pt idx="80">
                  <c:v>14123</c:v>
                </c:pt>
                <c:pt idx="81">
                  <c:v>14085</c:v>
                </c:pt>
                <c:pt idx="82">
                  <c:v>17552</c:v>
                </c:pt>
                <c:pt idx="83">
                  <c:v>20154</c:v>
                </c:pt>
                <c:pt idx="84">
                  <c:v>21858</c:v>
                </c:pt>
                <c:pt idx="85">
                  <c:v>18923</c:v>
                </c:pt>
                <c:pt idx="86">
                  <c:v>20650</c:v>
                </c:pt>
                <c:pt idx="87">
                  <c:v>23750</c:v>
                </c:pt>
                <c:pt idx="88">
                  <c:v>22147</c:v>
                </c:pt>
                <c:pt idx="89">
                  <c:v>20132</c:v>
                </c:pt>
                <c:pt idx="90">
                  <c:v>20818</c:v>
                </c:pt>
                <c:pt idx="91">
                  <c:v>21157</c:v>
                </c:pt>
                <c:pt idx="92">
                  <c:v>23362</c:v>
                </c:pt>
                <c:pt idx="93">
                  <c:v>24936</c:v>
                </c:pt>
                <c:pt idx="94">
                  <c:v>26328</c:v>
                </c:pt>
                <c:pt idx="95">
                  <c:v>29752</c:v>
                </c:pt>
                <c:pt idx="96">
                  <c:v>26821</c:v>
                </c:pt>
                <c:pt idx="97">
                  <c:v>27440</c:v>
                </c:pt>
                <c:pt idx="98">
                  <c:v>29625</c:v>
                </c:pt>
                <c:pt idx="99">
                  <c:v>29886</c:v>
                </c:pt>
                <c:pt idx="100">
                  <c:v>30221</c:v>
                </c:pt>
                <c:pt idx="101">
                  <c:v>28245</c:v>
                </c:pt>
                <c:pt idx="102">
                  <c:v>26789</c:v>
                </c:pt>
                <c:pt idx="103">
                  <c:v>23013</c:v>
                </c:pt>
                <c:pt idx="104">
                  <c:v>20542</c:v>
                </c:pt>
                <c:pt idx="105">
                  <c:v>15993</c:v>
                </c:pt>
                <c:pt idx="106">
                  <c:v>12082</c:v>
                </c:pt>
                <c:pt idx="107">
                  <c:v>10922</c:v>
                </c:pt>
                <c:pt idx="108">
                  <c:v>9752</c:v>
                </c:pt>
                <c:pt idx="109">
                  <c:v>9671</c:v>
                </c:pt>
                <c:pt idx="110">
                  <c:v>8097.1</c:v>
                </c:pt>
                <c:pt idx="111">
                  <c:v>6196.2</c:v>
                </c:pt>
                <c:pt idx="112">
                  <c:v>6825.45</c:v>
                </c:pt>
                <c:pt idx="113">
                  <c:v>6610.1</c:v>
                </c:pt>
                <c:pt idx="114">
                  <c:v>5905.65</c:v>
                </c:pt>
                <c:pt idx="115">
                  <c:v>6307.25</c:v>
                </c:pt>
                <c:pt idx="116">
                  <c:v>6461.95</c:v>
                </c:pt>
                <c:pt idx="117">
                  <c:v>6522.25</c:v>
                </c:pt>
                <c:pt idx="118">
                  <c:v>6776.2999999999993</c:v>
                </c:pt>
                <c:pt idx="119">
                  <c:v>6707.2999999999993</c:v>
                </c:pt>
                <c:pt idx="120">
                  <c:v>7345.75</c:v>
                </c:pt>
                <c:pt idx="121">
                  <c:v>7519.4</c:v>
                </c:pt>
                <c:pt idx="122">
                  <c:v>8014.0999999999995</c:v>
                </c:pt>
                <c:pt idx="123">
                  <c:v>11192.699999999999</c:v>
                </c:pt>
                <c:pt idx="124">
                  <c:v>12482.699999999999</c:v>
                </c:pt>
                <c:pt idx="125">
                  <c:v>10089.700000000001</c:v>
                </c:pt>
                <c:pt idx="126">
                  <c:v>8687.75</c:v>
                </c:pt>
                <c:pt idx="127">
                  <c:v>7217.9</c:v>
                </c:pt>
                <c:pt idx="128">
                  <c:v>5989.8499999999995</c:v>
                </c:pt>
                <c:pt idx="129">
                  <c:v>5717.95</c:v>
                </c:pt>
                <c:pt idx="130">
                  <c:v>6002.7</c:v>
                </c:pt>
                <c:pt idx="131">
                  <c:v>6142.15</c:v>
                </c:pt>
                <c:pt idx="132">
                  <c:v>5270.45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0431616"/>
        <c:axId val="110463616"/>
      </c:areaChart>
      <c:dateAx>
        <c:axId val="11043161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10463616"/>
        <c:crosses val="autoZero"/>
        <c:auto val="1"/>
        <c:lblOffset val="100"/>
        <c:baseTimeUnit val="months"/>
        <c:majorUnit val="12"/>
        <c:majorTimeUnit val="months"/>
      </c:dateAx>
      <c:valAx>
        <c:axId val="110463616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Percent of Loans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10431616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LLPA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Sheet1!$B$2:$B$72</c:f>
              <c:numCache>
                <c:formatCode>General</c:formatCode>
                <c:ptCount val="71"/>
                <c:pt idx="0">
                  <c:v>1.10048435650886</c:v>
                </c:pt>
                <c:pt idx="1">
                  <c:v>1.09039290416059</c:v>
                </c:pt>
                <c:pt idx="2">
                  <c:v>1.1029645033809501</c:v>
                </c:pt>
                <c:pt idx="3">
                  <c:v>1.12638761207617</c:v>
                </c:pt>
                <c:pt idx="4">
                  <c:v>1.16928270167279</c:v>
                </c:pt>
                <c:pt idx="5">
                  <c:v>1.2240364403513999</c:v>
                </c:pt>
                <c:pt idx="6">
                  <c:v>1.2746317679999799</c:v>
                </c:pt>
                <c:pt idx="7">
                  <c:v>1.32513665828771</c:v>
                </c:pt>
                <c:pt idx="8">
                  <c:v>1.3922072822479199</c:v>
                </c:pt>
                <c:pt idx="9">
                  <c:v>1.45935704319111</c:v>
                </c:pt>
                <c:pt idx="10">
                  <c:v>1.5352561096679</c:v>
                </c:pt>
                <c:pt idx="11">
                  <c:v>1.5223498212339599</c:v>
                </c:pt>
                <c:pt idx="12">
                  <c:v>1.49426244072371</c:v>
                </c:pt>
                <c:pt idx="13">
                  <c:v>1.46666443987407</c:v>
                </c:pt>
                <c:pt idx="14">
                  <c:v>1.4649247060817501</c:v>
                </c:pt>
                <c:pt idx="15">
                  <c:v>1.4644527955458799</c:v>
                </c:pt>
                <c:pt idx="16">
                  <c:v>1.4523218428446401</c:v>
                </c:pt>
                <c:pt idx="17">
                  <c:v>1.4825695303942401</c:v>
                </c:pt>
                <c:pt idx="18">
                  <c:v>1.5086189164825301</c:v>
                </c:pt>
                <c:pt idx="19">
                  <c:v>1.52702480287493</c:v>
                </c:pt>
                <c:pt idx="20">
                  <c:v>1.5458554764602701</c:v>
                </c:pt>
                <c:pt idx="21">
                  <c:v>1.5278632892403801</c:v>
                </c:pt>
                <c:pt idx="22">
                  <c:v>1.5374112726985201</c:v>
                </c:pt>
                <c:pt idx="23">
                  <c:v>1.49506220826863</c:v>
                </c:pt>
                <c:pt idx="24">
                  <c:v>1.4282494112203299</c:v>
                </c:pt>
                <c:pt idx="25">
                  <c:v>1.34645402407982</c:v>
                </c:pt>
                <c:pt idx="26">
                  <c:v>1.3280163142185599</c:v>
                </c:pt>
                <c:pt idx="27">
                  <c:v>1.3012729533662399</c:v>
                </c:pt>
                <c:pt idx="28">
                  <c:v>1.26908751247429</c:v>
                </c:pt>
                <c:pt idx="29">
                  <c:v>1.2674617047329499</c:v>
                </c:pt>
                <c:pt idx="30">
                  <c:v>1.25799037258161</c:v>
                </c:pt>
                <c:pt idx="31">
                  <c:v>1.2332243481271601</c:v>
                </c:pt>
                <c:pt idx="32">
                  <c:v>1.1800018933364</c:v>
                </c:pt>
                <c:pt idx="33">
                  <c:v>1.17025746102675</c:v>
                </c:pt>
                <c:pt idx="34">
                  <c:v>1.15124285515889</c:v>
                </c:pt>
                <c:pt idx="35">
                  <c:v>1.0525304832874101</c:v>
                </c:pt>
                <c:pt idx="36">
                  <c:v>0.96359734279909104</c:v>
                </c:pt>
                <c:pt idx="37">
                  <c:v>0.91691813845832204</c:v>
                </c:pt>
                <c:pt idx="38">
                  <c:v>0.89436216352159303</c:v>
                </c:pt>
                <c:pt idx="39">
                  <c:v>0.86486167192674501</c:v>
                </c:pt>
                <c:pt idx="40">
                  <c:v>0.85039592857559898</c:v>
                </c:pt>
                <c:pt idx="41">
                  <c:v>0.85416544798150495</c:v>
                </c:pt>
                <c:pt idx="42">
                  <c:v>0.84015035635631996</c:v>
                </c:pt>
                <c:pt idx="43">
                  <c:v>1.0769184681188699</c:v>
                </c:pt>
                <c:pt idx="44">
                  <c:v>1.0759296532467999</c:v>
                </c:pt>
                <c:pt idx="45">
                  <c:v>1.0806455491651401</c:v>
                </c:pt>
                <c:pt idx="46">
                  <c:v>1.0657902941886399</c:v>
                </c:pt>
                <c:pt idx="47">
                  <c:v>0.97618931058411396</c:v>
                </c:pt>
                <c:pt idx="48">
                  <c:v>0.92829806306663099</c:v>
                </c:pt>
                <c:pt idx="49">
                  <c:v>0.87633280188261697</c:v>
                </c:pt>
                <c:pt idx="50">
                  <c:v>0.86240556087551401</c:v>
                </c:pt>
                <c:pt idx="51">
                  <c:v>0.85605430243689096</c:v>
                </c:pt>
                <c:pt idx="52">
                  <c:v>0.84642101606178699</c:v>
                </c:pt>
                <c:pt idx="53">
                  <c:v>0.84548956671998199</c:v>
                </c:pt>
                <c:pt idx="54">
                  <c:v>0.84162500795685702</c:v>
                </c:pt>
                <c:pt idx="55">
                  <c:v>0.854442302068669</c:v>
                </c:pt>
                <c:pt idx="56">
                  <c:v>0.69196929621004</c:v>
                </c:pt>
                <c:pt idx="57">
                  <c:v>0.686183712499425</c:v>
                </c:pt>
                <c:pt idx="58">
                  <c:v>0.67317641633476399</c:v>
                </c:pt>
                <c:pt idx="59">
                  <c:v>0.66362493875828998</c:v>
                </c:pt>
                <c:pt idx="60">
                  <c:v>0.64645344268374705</c:v>
                </c:pt>
                <c:pt idx="61">
                  <c:v>0.62379192069824396</c:v>
                </c:pt>
                <c:pt idx="62">
                  <c:v>0.62527710040596696</c:v>
                </c:pt>
                <c:pt idx="63">
                  <c:v>0.62367603965993001</c:v>
                </c:pt>
                <c:pt idx="64">
                  <c:v>0.56141721884741003</c:v>
                </c:pt>
                <c:pt idx="65">
                  <c:v>0.54846673453905903</c:v>
                </c:pt>
                <c:pt idx="66">
                  <c:v>0.56012931693189505</c:v>
                </c:pt>
                <c:pt idx="67">
                  <c:v>0.54229462758323999</c:v>
                </c:pt>
                <c:pt idx="68">
                  <c:v>0.53825180725819399</c:v>
                </c:pt>
                <c:pt idx="69">
                  <c:v>0.54188418433621699</c:v>
                </c:pt>
                <c:pt idx="70">
                  <c:v>0.54787511457400295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rgbClr val="8C8C8C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Sheet1!$C$2:$C$72</c:f>
              <c:numCache>
                <c:formatCode>General</c:formatCode>
                <c:ptCount val="71"/>
                <c:pt idx="0">
                  <c:v>0.55010000000000003</c:v>
                </c:pt>
                <c:pt idx="1">
                  <c:v>0.55010000000000003</c:v>
                </c:pt>
                <c:pt idx="2">
                  <c:v>0.55010000000000003</c:v>
                </c:pt>
                <c:pt idx="3">
                  <c:v>0.55069999999999997</c:v>
                </c:pt>
                <c:pt idx="4">
                  <c:v>0.55159999999999998</c:v>
                </c:pt>
                <c:pt idx="5">
                  <c:v>0.55279999999999996</c:v>
                </c:pt>
                <c:pt idx="6">
                  <c:v>0.55400000000000005</c:v>
                </c:pt>
                <c:pt idx="7">
                  <c:v>0.55520000000000003</c:v>
                </c:pt>
                <c:pt idx="8">
                  <c:v>0.57010000000000005</c:v>
                </c:pt>
                <c:pt idx="9">
                  <c:v>0.82199999999999995</c:v>
                </c:pt>
                <c:pt idx="10">
                  <c:v>0.82310000000000005</c:v>
                </c:pt>
                <c:pt idx="11">
                  <c:v>0.82350000000000001</c:v>
                </c:pt>
                <c:pt idx="12">
                  <c:v>0.82050000000000001</c:v>
                </c:pt>
                <c:pt idx="13">
                  <c:v>0.82079999999999997</c:v>
                </c:pt>
                <c:pt idx="14">
                  <c:v>0.82120000000000004</c:v>
                </c:pt>
                <c:pt idx="15">
                  <c:v>0.82199999999999995</c:v>
                </c:pt>
                <c:pt idx="16">
                  <c:v>0.82310000000000005</c:v>
                </c:pt>
                <c:pt idx="17">
                  <c:v>0.82379999999999998</c:v>
                </c:pt>
                <c:pt idx="18">
                  <c:v>0.82499999999999996</c:v>
                </c:pt>
                <c:pt idx="19">
                  <c:v>0.82569999999999999</c:v>
                </c:pt>
                <c:pt idx="20">
                  <c:v>0.8276</c:v>
                </c:pt>
                <c:pt idx="21">
                  <c:v>0.82979999999999998</c:v>
                </c:pt>
                <c:pt idx="22">
                  <c:v>0.83169999999999999</c:v>
                </c:pt>
                <c:pt idx="23">
                  <c:v>0.83320000000000005</c:v>
                </c:pt>
                <c:pt idx="24">
                  <c:v>0.83509999999999995</c:v>
                </c:pt>
                <c:pt idx="25">
                  <c:v>0.81510000000000005</c:v>
                </c:pt>
                <c:pt idx="26">
                  <c:v>0.81599999999999995</c:v>
                </c:pt>
                <c:pt idx="27">
                  <c:v>0.8175</c:v>
                </c:pt>
                <c:pt idx="28">
                  <c:v>0.81930000000000003</c:v>
                </c:pt>
                <c:pt idx="29">
                  <c:v>0.82110000000000005</c:v>
                </c:pt>
                <c:pt idx="30">
                  <c:v>0.8226</c:v>
                </c:pt>
                <c:pt idx="31">
                  <c:v>0.82379999999999998</c:v>
                </c:pt>
                <c:pt idx="32">
                  <c:v>0.8175</c:v>
                </c:pt>
                <c:pt idx="33">
                  <c:v>0.81930000000000003</c:v>
                </c:pt>
                <c:pt idx="34">
                  <c:v>0.82079999999999997</c:v>
                </c:pt>
                <c:pt idx="35">
                  <c:v>0.81359999999999999</c:v>
                </c:pt>
                <c:pt idx="36">
                  <c:v>0.53810000000000002</c:v>
                </c:pt>
                <c:pt idx="37">
                  <c:v>0.53879999999999995</c:v>
                </c:pt>
                <c:pt idx="38">
                  <c:v>0.53969999999999996</c:v>
                </c:pt>
                <c:pt idx="39">
                  <c:v>0.54069999999999996</c:v>
                </c:pt>
                <c:pt idx="40">
                  <c:v>0.53990000000000005</c:v>
                </c:pt>
                <c:pt idx="41">
                  <c:v>0.2913</c:v>
                </c:pt>
                <c:pt idx="42">
                  <c:v>0.2923</c:v>
                </c:pt>
                <c:pt idx="43">
                  <c:v>0.29270000000000002</c:v>
                </c:pt>
                <c:pt idx="44">
                  <c:v>0.79339999999999999</c:v>
                </c:pt>
                <c:pt idx="45">
                  <c:v>0.79479999999999995</c:v>
                </c:pt>
                <c:pt idx="46">
                  <c:v>0.79510000000000003</c:v>
                </c:pt>
                <c:pt idx="47">
                  <c:v>0.79339999999999999</c:v>
                </c:pt>
                <c:pt idx="48">
                  <c:v>0.29389999999999999</c:v>
                </c:pt>
                <c:pt idx="49">
                  <c:v>0.2949</c:v>
                </c:pt>
                <c:pt idx="50">
                  <c:v>0.29549999999999998</c:v>
                </c:pt>
                <c:pt idx="51">
                  <c:v>0.29670000000000002</c:v>
                </c:pt>
                <c:pt idx="52">
                  <c:v>0.29759999999999998</c:v>
                </c:pt>
                <c:pt idx="53">
                  <c:v>0.2984</c:v>
                </c:pt>
                <c:pt idx="54">
                  <c:v>0.29909999999999998</c:v>
                </c:pt>
                <c:pt idx="55">
                  <c:v>0.30020000000000002</c:v>
                </c:pt>
                <c:pt idx="56">
                  <c:v>0.30070000000000002</c:v>
                </c:pt>
                <c:pt idx="57">
                  <c:v>0.30180000000000001</c:v>
                </c:pt>
                <c:pt idx="58">
                  <c:v>0.30259999999999998</c:v>
                </c:pt>
                <c:pt idx="59">
                  <c:v>0.30370000000000003</c:v>
                </c:pt>
                <c:pt idx="60">
                  <c:v>0.3044</c:v>
                </c:pt>
                <c:pt idx="61">
                  <c:v>0.30649999999999999</c:v>
                </c:pt>
                <c:pt idx="62">
                  <c:v>0.3075</c:v>
                </c:pt>
                <c:pt idx="63">
                  <c:v>0.30819999999999997</c:v>
                </c:pt>
                <c:pt idx="64">
                  <c:v>0.30980000000000002</c:v>
                </c:pt>
                <c:pt idx="65">
                  <c:v>0.32450000000000001</c:v>
                </c:pt>
                <c:pt idx="66">
                  <c:v>0.32729999999999998</c:v>
                </c:pt>
                <c:pt idx="67">
                  <c:v>6.9199999999999998E-2</c:v>
                </c:pt>
                <c:pt idx="68">
                  <c:v>0.31990000000000002</c:v>
                </c:pt>
                <c:pt idx="69">
                  <c:v>0.32029999999999997</c:v>
                </c:pt>
                <c:pt idx="70">
                  <c:v>0.32069999999999999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814400"/>
        <c:axId val="119848960"/>
      </c:lineChart>
      <c:dateAx>
        <c:axId val="11981440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19848960"/>
        <c:crosses val="autoZero"/>
        <c:auto val="1"/>
        <c:lblOffset val="100"/>
        <c:baseTimeUnit val="months"/>
        <c:majorUnit val="12"/>
        <c:majorTimeUnit val="months"/>
      </c:dateAx>
      <c:valAx>
        <c:axId val="11984896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19814400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FICO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Sheet1!$B$2:$B$72</c:f>
              <c:numCache>
                <c:formatCode>General</c:formatCode>
                <c:ptCount val="71"/>
                <c:pt idx="0">
                  <c:v>742.39401860597297</c:v>
                </c:pt>
                <c:pt idx="1">
                  <c:v>742.31024125164902</c:v>
                </c:pt>
                <c:pt idx="2">
                  <c:v>742.34927637522696</c:v>
                </c:pt>
                <c:pt idx="3">
                  <c:v>742.21951976706896</c:v>
                </c:pt>
                <c:pt idx="4">
                  <c:v>741.58470282715405</c:v>
                </c:pt>
                <c:pt idx="5">
                  <c:v>741.03196470715102</c:v>
                </c:pt>
                <c:pt idx="6">
                  <c:v>740.59592833518798</c:v>
                </c:pt>
                <c:pt idx="7">
                  <c:v>740.53277863997005</c:v>
                </c:pt>
                <c:pt idx="8">
                  <c:v>739.99837850697497</c:v>
                </c:pt>
                <c:pt idx="9">
                  <c:v>739.31744346851997</c:v>
                </c:pt>
                <c:pt idx="10">
                  <c:v>739.10237629616802</c:v>
                </c:pt>
                <c:pt idx="11">
                  <c:v>739.06919195128296</c:v>
                </c:pt>
                <c:pt idx="12">
                  <c:v>738.93385660846695</c:v>
                </c:pt>
                <c:pt idx="13">
                  <c:v>739.08813112592895</c:v>
                </c:pt>
                <c:pt idx="14">
                  <c:v>738.95629721236401</c:v>
                </c:pt>
                <c:pt idx="15">
                  <c:v>738.76832190028699</c:v>
                </c:pt>
                <c:pt idx="16">
                  <c:v>738.57888381812995</c:v>
                </c:pt>
                <c:pt idx="17">
                  <c:v>738.71829484124896</c:v>
                </c:pt>
                <c:pt idx="18">
                  <c:v>738.65272421190002</c:v>
                </c:pt>
                <c:pt idx="19">
                  <c:v>738.56036753609101</c:v>
                </c:pt>
                <c:pt idx="20">
                  <c:v>738.39144753888695</c:v>
                </c:pt>
                <c:pt idx="21">
                  <c:v>738.84747675490098</c:v>
                </c:pt>
                <c:pt idx="22">
                  <c:v>738.72611577356395</c:v>
                </c:pt>
                <c:pt idx="23">
                  <c:v>738.38388914215204</c:v>
                </c:pt>
                <c:pt idx="24">
                  <c:v>737.76399451896896</c:v>
                </c:pt>
                <c:pt idx="25">
                  <c:v>737.43658509938098</c:v>
                </c:pt>
                <c:pt idx="26">
                  <c:v>736.96310430203903</c:v>
                </c:pt>
                <c:pt idx="27">
                  <c:v>736.37651341851699</c:v>
                </c:pt>
                <c:pt idx="28">
                  <c:v>736.45722916590296</c:v>
                </c:pt>
                <c:pt idx="29">
                  <c:v>736.13522233551805</c:v>
                </c:pt>
                <c:pt idx="30">
                  <c:v>735.78580669604901</c:v>
                </c:pt>
                <c:pt idx="31">
                  <c:v>735.21633738469905</c:v>
                </c:pt>
                <c:pt idx="32">
                  <c:v>734.89276975953396</c:v>
                </c:pt>
                <c:pt idx="33">
                  <c:v>735.08015496052894</c:v>
                </c:pt>
                <c:pt idx="34">
                  <c:v>734.98972346790401</c:v>
                </c:pt>
                <c:pt idx="35">
                  <c:v>734.82058080242496</c:v>
                </c:pt>
                <c:pt idx="36">
                  <c:v>734.37733313422802</c:v>
                </c:pt>
                <c:pt idx="37">
                  <c:v>734.23711083839498</c:v>
                </c:pt>
                <c:pt idx="38">
                  <c:v>733.49041441266399</c:v>
                </c:pt>
                <c:pt idx="39">
                  <c:v>733.13089492857</c:v>
                </c:pt>
                <c:pt idx="40">
                  <c:v>733.11687628565005</c:v>
                </c:pt>
                <c:pt idx="41">
                  <c:v>733.06489431103603</c:v>
                </c:pt>
                <c:pt idx="42">
                  <c:v>734.05476856305597</c:v>
                </c:pt>
                <c:pt idx="43">
                  <c:v>733.78264138753502</c:v>
                </c:pt>
                <c:pt idx="44">
                  <c:v>733.79835842242801</c:v>
                </c:pt>
                <c:pt idx="45">
                  <c:v>733.33880862291198</c:v>
                </c:pt>
                <c:pt idx="46">
                  <c:v>733.79884765604004</c:v>
                </c:pt>
                <c:pt idx="47">
                  <c:v>733.90350436865106</c:v>
                </c:pt>
                <c:pt idx="48">
                  <c:v>733.90416932453604</c:v>
                </c:pt>
                <c:pt idx="49">
                  <c:v>733.61808515663404</c:v>
                </c:pt>
                <c:pt idx="50">
                  <c:v>733.77480197590103</c:v>
                </c:pt>
                <c:pt idx="51">
                  <c:v>733.77866211203605</c:v>
                </c:pt>
                <c:pt idx="52">
                  <c:v>733.94203620194696</c:v>
                </c:pt>
                <c:pt idx="53">
                  <c:v>733.85627284866496</c:v>
                </c:pt>
                <c:pt idx="54">
                  <c:v>733.75487141019096</c:v>
                </c:pt>
                <c:pt idx="55">
                  <c:v>733.44034184045904</c:v>
                </c:pt>
                <c:pt idx="56">
                  <c:v>733.32036514599201</c:v>
                </c:pt>
                <c:pt idx="57">
                  <c:v>733.22910383087401</c:v>
                </c:pt>
                <c:pt idx="58">
                  <c:v>733.594550273766</c:v>
                </c:pt>
                <c:pt idx="59">
                  <c:v>732.89151418612903</c:v>
                </c:pt>
                <c:pt idx="60">
                  <c:v>732.67989492903496</c:v>
                </c:pt>
                <c:pt idx="61">
                  <c:v>732.549350806961</c:v>
                </c:pt>
                <c:pt idx="62">
                  <c:v>731.74266969820997</c:v>
                </c:pt>
                <c:pt idx="63">
                  <c:v>731.69177599995396</c:v>
                </c:pt>
                <c:pt idx="64">
                  <c:v>731.06823654789105</c:v>
                </c:pt>
                <c:pt idx="65">
                  <c:v>731.55052628749297</c:v>
                </c:pt>
                <c:pt idx="66">
                  <c:v>731.07657600999403</c:v>
                </c:pt>
                <c:pt idx="67">
                  <c:v>731.60827643227299</c:v>
                </c:pt>
                <c:pt idx="68">
                  <c:v>732.16138540272004</c:v>
                </c:pt>
                <c:pt idx="69">
                  <c:v>731.88685669905396</c:v>
                </c:pt>
                <c:pt idx="70">
                  <c:v>731.92843390421103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rgbClr val="8C8C8C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Sheet1!$C$2:$C$72</c:f>
              <c:numCache>
                <c:formatCode>General</c:formatCode>
                <c:ptCount val="71"/>
                <c:pt idx="0">
                  <c:v>742</c:v>
                </c:pt>
                <c:pt idx="1">
                  <c:v>742</c:v>
                </c:pt>
                <c:pt idx="2">
                  <c:v>742</c:v>
                </c:pt>
                <c:pt idx="3">
                  <c:v>742</c:v>
                </c:pt>
                <c:pt idx="4">
                  <c:v>742</c:v>
                </c:pt>
                <c:pt idx="5">
                  <c:v>741</c:v>
                </c:pt>
                <c:pt idx="6">
                  <c:v>741</c:v>
                </c:pt>
                <c:pt idx="7">
                  <c:v>741</c:v>
                </c:pt>
                <c:pt idx="8">
                  <c:v>740</c:v>
                </c:pt>
                <c:pt idx="9">
                  <c:v>739</c:v>
                </c:pt>
                <c:pt idx="10">
                  <c:v>739</c:v>
                </c:pt>
                <c:pt idx="11">
                  <c:v>739</c:v>
                </c:pt>
                <c:pt idx="12">
                  <c:v>739</c:v>
                </c:pt>
                <c:pt idx="13">
                  <c:v>739</c:v>
                </c:pt>
                <c:pt idx="14">
                  <c:v>739</c:v>
                </c:pt>
                <c:pt idx="15">
                  <c:v>739</c:v>
                </c:pt>
                <c:pt idx="16">
                  <c:v>739</c:v>
                </c:pt>
                <c:pt idx="17">
                  <c:v>739</c:v>
                </c:pt>
                <c:pt idx="18">
                  <c:v>739</c:v>
                </c:pt>
                <c:pt idx="19">
                  <c:v>739</c:v>
                </c:pt>
                <c:pt idx="20">
                  <c:v>738</c:v>
                </c:pt>
                <c:pt idx="21">
                  <c:v>739</c:v>
                </c:pt>
                <c:pt idx="22">
                  <c:v>739</c:v>
                </c:pt>
                <c:pt idx="23">
                  <c:v>738</c:v>
                </c:pt>
                <c:pt idx="24">
                  <c:v>738</c:v>
                </c:pt>
                <c:pt idx="25">
                  <c:v>737</c:v>
                </c:pt>
                <c:pt idx="26">
                  <c:v>737</c:v>
                </c:pt>
                <c:pt idx="27">
                  <c:v>736</c:v>
                </c:pt>
                <c:pt idx="28">
                  <c:v>736</c:v>
                </c:pt>
                <c:pt idx="29">
                  <c:v>736</c:v>
                </c:pt>
                <c:pt idx="30">
                  <c:v>736</c:v>
                </c:pt>
                <c:pt idx="31">
                  <c:v>735</c:v>
                </c:pt>
                <c:pt idx="32">
                  <c:v>735</c:v>
                </c:pt>
                <c:pt idx="33">
                  <c:v>735</c:v>
                </c:pt>
                <c:pt idx="34">
                  <c:v>735</c:v>
                </c:pt>
                <c:pt idx="35">
                  <c:v>735</c:v>
                </c:pt>
                <c:pt idx="36">
                  <c:v>734</c:v>
                </c:pt>
                <c:pt idx="37">
                  <c:v>734</c:v>
                </c:pt>
                <c:pt idx="38">
                  <c:v>733</c:v>
                </c:pt>
                <c:pt idx="39">
                  <c:v>733</c:v>
                </c:pt>
                <c:pt idx="40">
                  <c:v>733</c:v>
                </c:pt>
                <c:pt idx="41">
                  <c:v>733</c:v>
                </c:pt>
                <c:pt idx="42">
                  <c:v>734</c:v>
                </c:pt>
                <c:pt idx="43">
                  <c:v>734</c:v>
                </c:pt>
                <c:pt idx="44">
                  <c:v>734</c:v>
                </c:pt>
                <c:pt idx="45">
                  <c:v>733</c:v>
                </c:pt>
                <c:pt idx="46">
                  <c:v>734</c:v>
                </c:pt>
                <c:pt idx="47">
                  <c:v>734</c:v>
                </c:pt>
                <c:pt idx="48">
                  <c:v>734</c:v>
                </c:pt>
                <c:pt idx="49">
                  <c:v>734</c:v>
                </c:pt>
                <c:pt idx="50">
                  <c:v>734</c:v>
                </c:pt>
                <c:pt idx="51">
                  <c:v>734</c:v>
                </c:pt>
                <c:pt idx="52">
                  <c:v>734</c:v>
                </c:pt>
                <c:pt idx="53">
                  <c:v>734</c:v>
                </c:pt>
                <c:pt idx="54">
                  <c:v>734</c:v>
                </c:pt>
                <c:pt idx="55">
                  <c:v>733</c:v>
                </c:pt>
                <c:pt idx="56">
                  <c:v>733</c:v>
                </c:pt>
                <c:pt idx="57">
                  <c:v>733</c:v>
                </c:pt>
                <c:pt idx="58">
                  <c:v>734</c:v>
                </c:pt>
                <c:pt idx="59">
                  <c:v>733</c:v>
                </c:pt>
                <c:pt idx="60">
                  <c:v>733</c:v>
                </c:pt>
                <c:pt idx="61">
                  <c:v>733</c:v>
                </c:pt>
                <c:pt idx="62">
                  <c:v>732</c:v>
                </c:pt>
                <c:pt idx="63">
                  <c:v>732</c:v>
                </c:pt>
                <c:pt idx="64">
                  <c:v>731</c:v>
                </c:pt>
                <c:pt idx="65">
                  <c:v>732</c:v>
                </c:pt>
                <c:pt idx="66">
                  <c:v>731</c:v>
                </c:pt>
                <c:pt idx="67">
                  <c:v>732</c:v>
                </c:pt>
                <c:pt idx="68">
                  <c:v>732</c:v>
                </c:pt>
                <c:pt idx="69">
                  <c:v>732</c:v>
                </c:pt>
                <c:pt idx="70">
                  <c:v>732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886592"/>
        <c:axId val="119888128"/>
      </c:lineChart>
      <c:dateAx>
        <c:axId val="11988659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19888128"/>
        <c:crosses val="autoZero"/>
        <c:auto val="1"/>
        <c:lblOffset val="100"/>
        <c:baseTimeUnit val="months"/>
        <c:majorUnit val="12"/>
        <c:majorTimeUnit val="months"/>
      </c:dateAx>
      <c:valAx>
        <c:axId val="11988812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1988659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CLTV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Sheet1!$B$2:$B$72</c:f>
              <c:numCache>
                <c:formatCode>General</c:formatCode>
                <c:ptCount val="71"/>
                <c:pt idx="0">
                  <c:v>76.862725711994997</c:v>
                </c:pt>
                <c:pt idx="1">
                  <c:v>76.466153998369194</c:v>
                </c:pt>
                <c:pt idx="2">
                  <c:v>76.794739141389698</c:v>
                </c:pt>
                <c:pt idx="3">
                  <c:v>77.216417415116197</c:v>
                </c:pt>
                <c:pt idx="4">
                  <c:v>77.734834227051905</c:v>
                </c:pt>
                <c:pt idx="5">
                  <c:v>78.527085491381797</c:v>
                </c:pt>
                <c:pt idx="6">
                  <c:v>79.201470551279002</c:v>
                </c:pt>
                <c:pt idx="7">
                  <c:v>79.919703827175297</c:v>
                </c:pt>
                <c:pt idx="8">
                  <c:v>80.748494865260099</c:v>
                </c:pt>
                <c:pt idx="9">
                  <c:v>81.724688255754401</c:v>
                </c:pt>
                <c:pt idx="10">
                  <c:v>82.634807043638702</c:v>
                </c:pt>
                <c:pt idx="11">
                  <c:v>82.346609295659803</c:v>
                </c:pt>
                <c:pt idx="12">
                  <c:v>82.002957400989601</c:v>
                </c:pt>
                <c:pt idx="13">
                  <c:v>81.671438143351097</c:v>
                </c:pt>
                <c:pt idx="14">
                  <c:v>81.447806524310096</c:v>
                </c:pt>
                <c:pt idx="15">
                  <c:v>81.301662280043104</c:v>
                </c:pt>
                <c:pt idx="16">
                  <c:v>81.186994167609399</c:v>
                </c:pt>
                <c:pt idx="17">
                  <c:v>81.497748482188996</c:v>
                </c:pt>
                <c:pt idx="18">
                  <c:v>81.809791531081899</c:v>
                </c:pt>
                <c:pt idx="19">
                  <c:v>82.101720645818801</c:v>
                </c:pt>
                <c:pt idx="20">
                  <c:v>82.222834475056999</c:v>
                </c:pt>
                <c:pt idx="21">
                  <c:v>82.4366854417909</c:v>
                </c:pt>
                <c:pt idx="22">
                  <c:v>82.600747796371195</c:v>
                </c:pt>
                <c:pt idx="23">
                  <c:v>81.351441441978594</c:v>
                </c:pt>
                <c:pt idx="24">
                  <c:v>80.270836802543897</c:v>
                </c:pt>
                <c:pt idx="25">
                  <c:v>79.166945593634296</c:v>
                </c:pt>
                <c:pt idx="26">
                  <c:v>78.771962087731296</c:v>
                </c:pt>
                <c:pt idx="27">
                  <c:v>78.394752944878704</c:v>
                </c:pt>
                <c:pt idx="28">
                  <c:v>77.924143894448093</c:v>
                </c:pt>
                <c:pt idx="29">
                  <c:v>77.709124323012702</c:v>
                </c:pt>
                <c:pt idx="30">
                  <c:v>77.509811017205607</c:v>
                </c:pt>
                <c:pt idx="31">
                  <c:v>77.259326920626194</c:v>
                </c:pt>
                <c:pt idx="32">
                  <c:v>76.854117980019595</c:v>
                </c:pt>
                <c:pt idx="33">
                  <c:v>76.587641612116997</c:v>
                </c:pt>
                <c:pt idx="34">
                  <c:v>76.139556051698804</c:v>
                </c:pt>
                <c:pt idx="35">
                  <c:v>74.8259729843993</c:v>
                </c:pt>
                <c:pt idx="36">
                  <c:v>73.344309760804606</c:v>
                </c:pt>
                <c:pt idx="37">
                  <c:v>72.067894848793699</c:v>
                </c:pt>
                <c:pt idx="38">
                  <c:v>71.478373948561895</c:v>
                </c:pt>
                <c:pt idx="39">
                  <c:v>71.079576597681907</c:v>
                </c:pt>
                <c:pt idx="40">
                  <c:v>70.535258683116297</c:v>
                </c:pt>
                <c:pt idx="41">
                  <c:v>70.564640381115595</c:v>
                </c:pt>
                <c:pt idx="42">
                  <c:v>70.440626574408597</c:v>
                </c:pt>
                <c:pt idx="43">
                  <c:v>70.454211954763593</c:v>
                </c:pt>
                <c:pt idx="44">
                  <c:v>70.267114316633993</c:v>
                </c:pt>
                <c:pt idx="45">
                  <c:v>70.208251522768506</c:v>
                </c:pt>
                <c:pt idx="46">
                  <c:v>69.983314326338402</c:v>
                </c:pt>
                <c:pt idx="47">
                  <c:v>69.055188096426804</c:v>
                </c:pt>
                <c:pt idx="48">
                  <c:v>68.103379464807006</c:v>
                </c:pt>
                <c:pt idx="49">
                  <c:v>67.220217208948796</c:v>
                </c:pt>
                <c:pt idx="50">
                  <c:v>66.869441485839104</c:v>
                </c:pt>
                <c:pt idx="51">
                  <c:v>66.698643289582904</c:v>
                </c:pt>
                <c:pt idx="52">
                  <c:v>66.405029334707393</c:v>
                </c:pt>
                <c:pt idx="53">
                  <c:v>66.277914105852801</c:v>
                </c:pt>
                <c:pt idx="54">
                  <c:v>66.256690987831703</c:v>
                </c:pt>
                <c:pt idx="55">
                  <c:v>66.345091426682799</c:v>
                </c:pt>
                <c:pt idx="56">
                  <c:v>66.000020517211297</c:v>
                </c:pt>
                <c:pt idx="57">
                  <c:v>65.5497538709119</c:v>
                </c:pt>
                <c:pt idx="58">
                  <c:v>65.312946763430503</c:v>
                </c:pt>
                <c:pt idx="59">
                  <c:v>64.504125617590304</c:v>
                </c:pt>
                <c:pt idx="60">
                  <c:v>63.572888402405297</c:v>
                </c:pt>
                <c:pt idx="61">
                  <c:v>62.580636639128997</c:v>
                </c:pt>
                <c:pt idx="62">
                  <c:v>62.113677305165403</c:v>
                </c:pt>
                <c:pt idx="63">
                  <c:v>61.643183021218</c:v>
                </c:pt>
                <c:pt idx="64">
                  <c:v>61.070694041873999</c:v>
                </c:pt>
                <c:pt idx="65">
                  <c:v>60.770527561935403</c:v>
                </c:pt>
                <c:pt idx="66">
                  <c:v>60.892885764542498</c:v>
                </c:pt>
                <c:pt idx="67">
                  <c:v>60.746479566893399</c:v>
                </c:pt>
                <c:pt idx="68">
                  <c:v>60.723805581149797</c:v>
                </c:pt>
                <c:pt idx="69">
                  <c:v>60.623808073076901</c:v>
                </c:pt>
                <c:pt idx="70">
                  <c:v>60.545959683907697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rgbClr val="8C8C8C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Sheet1!$C$2:$C$72</c:f>
              <c:numCache>
                <c:formatCode>General</c:formatCode>
                <c:ptCount val="71"/>
                <c:pt idx="0">
                  <c:v>77.55</c:v>
                </c:pt>
                <c:pt idx="1">
                  <c:v>77.099999999999994</c:v>
                </c:pt>
                <c:pt idx="2">
                  <c:v>76.709999999999994</c:v>
                </c:pt>
                <c:pt idx="3">
                  <c:v>77.03</c:v>
                </c:pt>
                <c:pt idx="4">
                  <c:v>77.28</c:v>
                </c:pt>
                <c:pt idx="5">
                  <c:v>77.62</c:v>
                </c:pt>
                <c:pt idx="6">
                  <c:v>78.13</c:v>
                </c:pt>
                <c:pt idx="7">
                  <c:v>79.63</c:v>
                </c:pt>
                <c:pt idx="8">
                  <c:v>80.180000000000007</c:v>
                </c:pt>
                <c:pt idx="9">
                  <c:v>80.900000000000006</c:v>
                </c:pt>
                <c:pt idx="10">
                  <c:v>81.69</c:v>
                </c:pt>
                <c:pt idx="11">
                  <c:v>82.52</c:v>
                </c:pt>
                <c:pt idx="12">
                  <c:v>82.17</c:v>
                </c:pt>
                <c:pt idx="13">
                  <c:v>81.83</c:v>
                </c:pt>
                <c:pt idx="14">
                  <c:v>81.52</c:v>
                </c:pt>
                <c:pt idx="15">
                  <c:v>81.27</c:v>
                </c:pt>
                <c:pt idx="16">
                  <c:v>81.05</c:v>
                </c:pt>
                <c:pt idx="17">
                  <c:v>80.84</c:v>
                </c:pt>
                <c:pt idx="18">
                  <c:v>80.94</c:v>
                </c:pt>
                <c:pt idx="19">
                  <c:v>81.13</c:v>
                </c:pt>
                <c:pt idx="20">
                  <c:v>81.37</c:v>
                </c:pt>
                <c:pt idx="21">
                  <c:v>82.34</c:v>
                </c:pt>
                <c:pt idx="22">
                  <c:v>82.29</c:v>
                </c:pt>
                <c:pt idx="23">
                  <c:v>82.27</c:v>
                </c:pt>
                <c:pt idx="24">
                  <c:v>80.92</c:v>
                </c:pt>
                <c:pt idx="25">
                  <c:v>79.63</c:v>
                </c:pt>
                <c:pt idx="26">
                  <c:v>78.349999999999994</c:v>
                </c:pt>
                <c:pt idx="27">
                  <c:v>77.849999999999994</c:v>
                </c:pt>
                <c:pt idx="28">
                  <c:v>77.36</c:v>
                </c:pt>
                <c:pt idx="29">
                  <c:v>76.900000000000006</c:v>
                </c:pt>
                <c:pt idx="30">
                  <c:v>77.44</c:v>
                </c:pt>
                <c:pt idx="31">
                  <c:v>77.28</c:v>
                </c:pt>
                <c:pt idx="32">
                  <c:v>76.91</c:v>
                </c:pt>
                <c:pt idx="33">
                  <c:v>76.58</c:v>
                </c:pt>
                <c:pt idx="34">
                  <c:v>76.099999999999994</c:v>
                </c:pt>
                <c:pt idx="35">
                  <c:v>75.58</c:v>
                </c:pt>
                <c:pt idx="36">
                  <c:v>74.16</c:v>
                </c:pt>
                <c:pt idx="37">
                  <c:v>72.900000000000006</c:v>
                </c:pt>
                <c:pt idx="38">
                  <c:v>71.64</c:v>
                </c:pt>
                <c:pt idx="39">
                  <c:v>71.03</c:v>
                </c:pt>
                <c:pt idx="40">
                  <c:v>70.510000000000005</c:v>
                </c:pt>
                <c:pt idx="41">
                  <c:v>69.989999999999995</c:v>
                </c:pt>
                <c:pt idx="42">
                  <c:v>69.86</c:v>
                </c:pt>
                <c:pt idx="43">
                  <c:v>69.84</c:v>
                </c:pt>
                <c:pt idx="44">
                  <c:v>69.73</c:v>
                </c:pt>
                <c:pt idx="45">
                  <c:v>69.5</c:v>
                </c:pt>
                <c:pt idx="46">
                  <c:v>69.31</c:v>
                </c:pt>
                <c:pt idx="47">
                  <c:v>69.12</c:v>
                </c:pt>
                <c:pt idx="48">
                  <c:v>68.17</c:v>
                </c:pt>
                <c:pt idx="49">
                  <c:v>67.25</c:v>
                </c:pt>
                <c:pt idx="50">
                  <c:v>66.349999999999994</c:v>
                </c:pt>
                <c:pt idx="51">
                  <c:v>66.06</c:v>
                </c:pt>
                <c:pt idx="52">
                  <c:v>65.89</c:v>
                </c:pt>
                <c:pt idx="53">
                  <c:v>65.52</c:v>
                </c:pt>
                <c:pt idx="54">
                  <c:v>65.39</c:v>
                </c:pt>
                <c:pt idx="55">
                  <c:v>66.180000000000007</c:v>
                </c:pt>
                <c:pt idx="56">
                  <c:v>65.260000000000005</c:v>
                </c:pt>
                <c:pt idx="57">
                  <c:v>64.88</c:v>
                </c:pt>
                <c:pt idx="58">
                  <c:v>64.53</c:v>
                </c:pt>
                <c:pt idx="59">
                  <c:v>65.010000000000005</c:v>
                </c:pt>
                <c:pt idx="60">
                  <c:v>64.02</c:v>
                </c:pt>
                <c:pt idx="61">
                  <c:v>62.75</c:v>
                </c:pt>
                <c:pt idx="62">
                  <c:v>61.88</c:v>
                </c:pt>
                <c:pt idx="63">
                  <c:v>61.51</c:v>
                </c:pt>
                <c:pt idx="64">
                  <c:v>61</c:v>
                </c:pt>
                <c:pt idx="65">
                  <c:v>60.58</c:v>
                </c:pt>
                <c:pt idx="66">
                  <c:v>60.58</c:v>
                </c:pt>
                <c:pt idx="67">
                  <c:v>59.83</c:v>
                </c:pt>
                <c:pt idx="68">
                  <c:v>60.55</c:v>
                </c:pt>
                <c:pt idx="69">
                  <c:v>60.4</c:v>
                </c:pt>
                <c:pt idx="70">
                  <c:v>60.31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0409088"/>
        <c:axId val="120410880"/>
      </c:lineChart>
      <c:dateAx>
        <c:axId val="12040908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20410880"/>
        <c:crosses val="autoZero"/>
        <c:auto val="1"/>
        <c:lblOffset val="100"/>
        <c:baseTimeUnit val="months"/>
        <c:majorUnit val="12"/>
        <c:majorTimeUnit val="months"/>
      </c:dateAx>
      <c:valAx>
        <c:axId val="120410880"/>
        <c:scaling>
          <c:orientation val="minMax"/>
          <c:min val="6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20409088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PMI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Sheet1!$B$2:$B$72</c:f>
              <c:numCache>
                <c:formatCode>General</c:formatCode>
                <c:ptCount val="71"/>
                <c:pt idx="0">
                  <c:v>0.32304261643587501</c:v>
                </c:pt>
                <c:pt idx="1">
                  <c:v>0.31777987001907698</c:v>
                </c:pt>
                <c:pt idx="2">
                  <c:v>0.32893001800627297</c:v>
                </c:pt>
                <c:pt idx="3">
                  <c:v>0.34381932469940102</c:v>
                </c:pt>
                <c:pt idx="4">
                  <c:v>0.391830947623592</c:v>
                </c:pt>
                <c:pt idx="5">
                  <c:v>0.44617774519697001</c:v>
                </c:pt>
                <c:pt idx="6">
                  <c:v>0.48082718611761799</c:v>
                </c:pt>
                <c:pt idx="7">
                  <c:v>0.50556262480707403</c:v>
                </c:pt>
                <c:pt idx="8">
                  <c:v>0.54493598121130304</c:v>
                </c:pt>
                <c:pt idx="9">
                  <c:v>0.57975914485496804</c:v>
                </c:pt>
                <c:pt idx="10">
                  <c:v>0.61916123753000996</c:v>
                </c:pt>
                <c:pt idx="11">
                  <c:v>0.60901884236429504</c:v>
                </c:pt>
                <c:pt idx="12">
                  <c:v>0.58709608534934998</c:v>
                </c:pt>
                <c:pt idx="13">
                  <c:v>0.567888504532294</c:v>
                </c:pt>
                <c:pt idx="14">
                  <c:v>0.55463446035877695</c:v>
                </c:pt>
                <c:pt idx="15">
                  <c:v>0.49703569171809298</c:v>
                </c:pt>
                <c:pt idx="16">
                  <c:v>0.48887254131824698</c:v>
                </c:pt>
                <c:pt idx="17">
                  <c:v>0.50087732963876996</c:v>
                </c:pt>
                <c:pt idx="18">
                  <c:v>0.51586702493695902</c:v>
                </c:pt>
                <c:pt idx="19">
                  <c:v>0.52289863628924804</c:v>
                </c:pt>
                <c:pt idx="20">
                  <c:v>0.52529462609218602</c:v>
                </c:pt>
                <c:pt idx="21">
                  <c:v>0.52967134016199202</c:v>
                </c:pt>
                <c:pt idx="22">
                  <c:v>0.55450587359528103</c:v>
                </c:pt>
                <c:pt idx="23">
                  <c:v>0.52635947512486103</c:v>
                </c:pt>
                <c:pt idx="24">
                  <c:v>0.48420479290285001</c:v>
                </c:pt>
                <c:pt idx="25">
                  <c:v>0.40990269697556397</c:v>
                </c:pt>
                <c:pt idx="26">
                  <c:v>0.39507951011838699</c:v>
                </c:pt>
                <c:pt idx="27">
                  <c:v>0.38516918431631603</c:v>
                </c:pt>
                <c:pt idx="28">
                  <c:v>0.37664326717561902</c:v>
                </c:pt>
                <c:pt idx="29">
                  <c:v>0.38424619210783001</c:v>
                </c:pt>
                <c:pt idx="30">
                  <c:v>0.38060919188079301</c:v>
                </c:pt>
                <c:pt idx="31">
                  <c:v>0.37692842507086699</c:v>
                </c:pt>
                <c:pt idx="32">
                  <c:v>0.36821079154236802</c:v>
                </c:pt>
                <c:pt idx="33">
                  <c:v>0.35961927312663899</c:v>
                </c:pt>
                <c:pt idx="34">
                  <c:v>0.35015998864185199</c:v>
                </c:pt>
                <c:pt idx="35">
                  <c:v>0.30888299211611903</c:v>
                </c:pt>
                <c:pt idx="36">
                  <c:v>0.27671868645515402</c:v>
                </c:pt>
                <c:pt idx="37">
                  <c:v>0.25437360750354798</c:v>
                </c:pt>
                <c:pt idx="38">
                  <c:v>0.24317723176276601</c:v>
                </c:pt>
                <c:pt idx="39">
                  <c:v>0.25449385833506699</c:v>
                </c:pt>
                <c:pt idx="40">
                  <c:v>0.24071754657917399</c:v>
                </c:pt>
                <c:pt idx="41">
                  <c:v>0.24117547857778199</c:v>
                </c:pt>
                <c:pt idx="42">
                  <c:v>0.23770958625040201</c:v>
                </c:pt>
                <c:pt idx="43">
                  <c:v>0.24253870417121301</c:v>
                </c:pt>
                <c:pt idx="44">
                  <c:v>0.24735846839008599</c:v>
                </c:pt>
                <c:pt idx="45">
                  <c:v>0.23977467538674499</c:v>
                </c:pt>
                <c:pt idx="46">
                  <c:v>0.23546795079986799</c:v>
                </c:pt>
                <c:pt idx="47">
                  <c:v>0.210267851864335</c:v>
                </c:pt>
                <c:pt idx="48">
                  <c:v>0.17462262514268001</c:v>
                </c:pt>
                <c:pt idx="49">
                  <c:v>0.159094140984608</c:v>
                </c:pt>
                <c:pt idx="50">
                  <c:v>0.156598433240318</c:v>
                </c:pt>
                <c:pt idx="51">
                  <c:v>0.154977308239338</c:v>
                </c:pt>
                <c:pt idx="52">
                  <c:v>0.14910958170654401</c:v>
                </c:pt>
                <c:pt idx="53">
                  <c:v>0.15027589513887299</c:v>
                </c:pt>
                <c:pt idx="54">
                  <c:v>0.15026533050232499</c:v>
                </c:pt>
                <c:pt idx="55">
                  <c:v>0.151744593898544</c:v>
                </c:pt>
                <c:pt idx="56">
                  <c:v>0.15037325137715901</c:v>
                </c:pt>
                <c:pt idx="57">
                  <c:v>0.14780844188883899</c:v>
                </c:pt>
                <c:pt idx="58">
                  <c:v>0.148100752727226</c:v>
                </c:pt>
                <c:pt idx="59">
                  <c:v>0.13328976824271399</c:v>
                </c:pt>
                <c:pt idx="60">
                  <c:v>0.12581708380135401</c:v>
                </c:pt>
                <c:pt idx="61">
                  <c:v>0.11651673390921601</c:v>
                </c:pt>
                <c:pt idx="62">
                  <c:v>0.11711021096322299</c:v>
                </c:pt>
                <c:pt idx="63">
                  <c:v>0.109514480963945</c:v>
                </c:pt>
                <c:pt idx="64">
                  <c:v>0.10536979842126901</c:v>
                </c:pt>
                <c:pt idx="65">
                  <c:v>0.10011472097884699</c:v>
                </c:pt>
                <c:pt idx="66">
                  <c:v>0.107330923405783</c:v>
                </c:pt>
                <c:pt idx="67">
                  <c:v>0.111854811023576</c:v>
                </c:pt>
                <c:pt idx="68">
                  <c:v>0.109485195261421</c:v>
                </c:pt>
                <c:pt idx="69">
                  <c:v>0.109161519666112</c:v>
                </c:pt>
                <c:pt idx="70">
                  <c:v>0.10681867993055599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rgbClr val="8C8C8C"/>
              </a:solidFill>
            </a:ln>
          </c:spPr>
          <c:marker>
            <c:symbol val="none"/>
          </c:marker>
          <c:cat>
            <c:numRef>
              <c:f>Sheet1!$A$2:$A$72</c:f>
              <c:numCache>
                <c:formatCode>m/d/yyyy</c:formatCode>
                <c:ptCount val="71"/>
                <c:pt idx="0">
                  <c:v>40299</c:v>
                </c:pt>
                <c:pt idx="1">
                  <c:v>40330</c:v>
                </c:pt>
                <c:pt idx="2">
                  <c:v>40360</c:v>
                </c:pt>
                <c:pt idx="3">
                  <c:v>40391</c:v>
                </c:pt>
                <c:pt idx="4">
                  <c:v>40422</c:v>
                </c:pt>
                <c:pt idx="5">
                  <c:v>40452</c:v>
                </c:pt>
                <c:pt idx="6">
                  <c:v>40483</c:v>
                </c:pt>
                <c:pt idx="7">
                  <c:v>40513</c:v>
                </c:pt>
                <c:pt idx="8">
                  <c:v>40544</c:v>
                </c:pt>
                <c:pt idx="9">
                  <c:v>40575</c:v>
                </c:pt>
                <c:pt idx="10">
                  <c:v>40603</c:v>
                </c:pt>
                <c:pt idx="11">
                  <c:v>40634</c:v>
                </c:pt>
                <c:pt idx="12">
                  <c:v>40664</c:v>
                </c:pt>
                <c:pt idx="13">
                  <c:v>40695</c:v>
                </c:pt>
                <c:pt idx="14">
                  <c:v>40725</c:v>
                </c:pt>
                <c:pt idx="15">
                  <c:v>40756</c:v>
                </c:pt>
                <c:pt idx="16">
                  <c:v>40787</c:v>
                </c:pt>
                <c:pt idx="17">
                  <c:v>40817</c:v>
                </c:pt>
                <c:pt idx="18">
                  <c:v>40848</c:v>
                </c:pt>
                <c:pt idx="19">
                  <c:v>40878</c:v>
                </c:pt>
                <c:pt idx="20">
                  <c:v>40909</c:v>
                </c:pt>
                <c:pt idx="21">
                  <c:v>40940</c:v>
                </c:pt>
                <c:pt idx="22">
                  <c:v>40969</c:v>
                </c:pt>
                <c:pt idx="23">
                  <c:v>41000</c:v>
                </c:pt>
                <c:pt idx="24">
                  <c:v>41030</c:v>
                </c:pt>
                <c:pt idx="25">
                  <c:v>41061</c:v>
                </c:pt>
                <c:pt idx="26">
                  <c:v>41091</c:v>
                </c:pt>
                <c:pt idx="27">
                  <c:v>41122</c:v>
                </c:pt>
                <c:pt idx="28">
                  <c:v>41153</c:v>
                </c:pt>
                <c:pt idx="29">
                  <c:v>41183</c:v>
                </c:pt>
                <c:pt idx="30">
                  <c:v>41214</c:v>
                </c:pt>
                <c:pt idx="31">
                  <c:v>41244</c:v>
                </c:pt>
                <c:pt idx="32">
                  <c:v>41275</c:v>
                </c:pt>
                <c:pt idx="33">
                  <c:v>41306</c:v>
                </c:pt>
                <c:pt idx="34">
                  <c:v>41334</c:v>
                </c:pt>
                <c:pt idx="35">
                  <c:v>41365</c:v>
                </c:pt>
                <c:pt idx="36">
                  <c:v>41395</c:v>
                </c:pt>
                <c:pt idx="37">
                  <c:v>41426</c:v>
                </c:pt>
                <c:pt idx="38">
                  <c:v>41456</c:v>
                </c:pt>
                <c:pt idx="39">
                  <c:v>41487</c:v>
                </c:pt>
                <c:pt idx="40">
                  <c:v>41518</c:v>
                </c:pt>
                <c:pt idx="41">
                  <c:v>41548</c:v>
                </c:pt>
                <c:pt idx="42">
                  <c:v>41579</c:v>
                </c:pt>
                <c:pt idx="43">
                  <c:v>41609</c:v>
                </c:pt>
                <c:pt idx="44">
                  <c:v>41640</c:v>
                </c:pt>
                <c:pt idx="45">
                  <c:v>41671</c:v>
                </c:pt>
                <c:pt idx="46">
                  <c:v>41699</c:v>
                </c:pt>
                <c:pt idx="47">
                  <c:v>41730</c:v>
                </c:pt>
                <c:pt idx="48">
                  <c:v>41760</c:v>
                </c:pt>
                <c:pt idx="49">
                  <c:v>41791</c:v>
                </c:pt>
                <c:pt idx="50">
                  <c:v>41821</c:v>
                </c:pt>
                <c:pt idx="51">
                  <c:v>41852</c:v>
                </c:pt>
                <c:pt idx="52">
                  <c:v>41883</c:v>
                </c:pt>
                <c:pt idx="53">
                  <c:v>41913</c:v>
                </c:pt>
                <c:pt idx="54">
                  <c:v>41944</c:v>
                </c:pt>
                <c:pt idx="55">
                  <c:v>41974</c:v>
                </c:pt>
                <c:pt idx="56">
                  <c:v>42005</c:v>
                </c:pt>
                <c:pt idx="57">
                  <c:v>42036</c:v>
                </c:pt>
                <c:pt idx="58">
                  <c:v>42064</c:v>
                </c:pt>
                <c:pt idx="59">
                  <c:v>42095</c:v>
                </c:pt>
                <c:pt idx="60">
                  <c:v>42125</c:v>
                </c:pt>
                <c:pt idx="61">
                  <c:v>42156</c:v>
                </c:pt>
                <c:pt idx="62">
                  <c:v>42186</c:v>
                </c:pt>
                <c:pt idx="63">
                  <c:v>42217</c:v>
                </c:pt>
                <c:pt idx="64">
                  <c:v>42248</c:v>
                </c:pt>
                <c:pt idx="65">
                  <c:v>42278</c:v>
                </c:pt>
                <c:pt idx="66">
                  <c:v>42309</c:v>
                </c:pt>
                <c:pt idx="67">
                  <c:v>42339</c:v>
                </c:pt>
                <c:pt idx="68">
                  <c:v>42370</c:v>
                </c:pt>
                <c:pt idx="69">
                  <c:v>42401</c:v>
                </c:pt>
                <c:pt idx="70">
                  <c:v>42430</c:v>
                </c:pt>
              </c:numCache>
            </c:numRef>
          </c:cat>
          <c:val>
            <c:numRef>
              <c:f>Sheet1!$C$2:$C$72</c:f>
              <c:numCache>
                <c:formatCode>General</c:formatCode>
                <c:ptCount val="7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0.42820000000000003</c:v>
                </c:pt>
                <c:pt idx="9">
                  <c:v>0.4284</c:v>
                </c:pt>
                <c:pt idx="10">
                  <c:v>0.4284</c:v>
                </c:pt>
                <c:pt idx="11">
                  <c:v>0.42820000000000003</c:v>
                </c:pt>
                <c:pt idx="12">
                  <c:v>0.42809999999999998</c:v>
                </c:pt>
                <c:pt idx="13">
                  <c:v>0.42820000000000003</c:v>
                </c:pt>
                <c:pt idx="14">
                  <c:v>0.42799999999999999</c:v>
                </c:pt>
                <c:pt idx="15">
                  <c:v>0.42809999999999998</c:v>
                </c:pt>
                <c:pt idx="16">
                  <c:v>0.42809999999999998</c:v>
                </c:pt>
                <c:pt idx="17">
                  <c:v>0.42809999999999998</c:v>
                </c:pt>
                <c:pt idx="18">
                  <c:v>0.42799999999999999</c:v>
                </c:pt>
                <c:pt idx="19">
                  <c:v>0.42809999999999998</c:v>
                </c:pt>
                <c:pt idx="20">
                  <c:v>0.42830000000000001</c:v>
                </c:pt>
                <c:pt idx="21">
                  <c:v>0.4284</c:v>
                </c:pt>
                <c:pt idx="22">
                  <c:v>0.42859999999999998</c:v>
                </c:pt>
                <c:pt idx="23">
                  <c:v>0.42880000000000001</c:v>
                </c:pt>
                <c:pt idx="24">
                  <c:v>0.42870000000000003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0436224"/>
        <c:axId val="120437760"/>
      </c:lineChart>
      <c:dateAx>
        <c:axId val="12043622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20437760"/>
        <c:crosses val="autoZero"/>
        <c:auto val="1"/>
        <c:lblOffset val="100"/>
        <c:baseTimeUnit val="months"/>
        <c:majorUnit val="12"/>
        <c:majorTimeUnit val="months"/>
      </c:dateAx>
      <c:valAx>
        <c:axId val="12043776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20436224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Jumbo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Sheet1!$A$2:$A$94</c:f>
              <c:numCache>
                <c:formatCode>m/d/yyyy</c:formatCode>
                <c:ptCount val="93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39814</c:v>
                </c:pt>
                <c:pt idx="8">
                  <c:v>39845</c:v>
                </c:pt>
                <c:pt idx="9">
                  <c:v>39873</c:v>
                </c:pt>
                <c:pt idx="10">
                  <c:v>39904</c:v>
                </c:pt>
                <c:pt idx="11">
                  <c:v>39934</c:v>
                </c:pt>
                <c:pt idx="12">
                  <c:v>39965</c:v>
                </c:pt>
                <c:pt idx="13">
                  <c:v>39995</c:v>
                </c:pt>
                <c:pt idx="14">
                  <c:v>40026</c:v>
                </c:pt>
                <c:pt idx="15">
                  <c:v>40057</c:v>
                </c:pt>
                <c:pt idx="16">
                  <c:v>40087</c:v>
                </c:pt>
                <c:pt idx="17">
                  <c:v>40118</c:v>
                </c:pt>
                <c:pt idx="18">
                  <c:v>40148</c:v>
                </c:pt>
                <c:pt idx="19">
                  <c:v>40179</c:v>
                </c:pt>
                <c:pt idx="20">
                  <c:v>40210</c:v>
                </c:pt>
                <c:pt idx="21">
                  <c:v>40238</c:v>
                </c:pt>
                <c:pt idx="22">
                  <c:v>40269</c:v>
                </c:pt>
                <c:pt idx="23">
                  <c:v>40299</c:v>
                </c:pt>
                <c:pt idx="24">
                  <c:v>40330</c:v>
                </c:pt>
                <c:pt idx="25">
                  <c:v>40360</c:v>
                </c:pt>
                <c:pt idx="26">
                  <c:v>40391</c:v>
                </c:pt>
                <c:pt idx="27">
                  <c:v>40422</c:v>
                </c:pt>
                <c:pt idx="28">
                  <c:v>40452</c:v>
                </c:pt>
                <c:pt idx="29">
                  <c:v>40483</c:v>
                </c:pt>
                <c:pt idx="30">
                  <c:v>40513</c:v>
                </c:pt>
                <c:pt idx="31">
                  <c:v>40544</c:v>
                </c:pt>
                <c:pt idx="32">
                  <c:v>40575</c:v>
                </c:pt>
                <c:pt idx="33">
                  <c:v>40603</c:v>
                </c:pt>
                <c:pt idx="34">
                  <c:v>40634</c:v>
                </c:pt>
                <c:pt idx="35">
                  <c:v>40664</c:v>
                </c:pt>
                <c:pt idx="36">
                  <c:v>40695</c:v>
                </c:pt>
                <c:pt idx="37">
                  <c:v>40725</c:v>
                </c:pt>
                <c:pt idx="38">
                  <c:v>40756</c:v>
                </c:pt>
                <c:pt idx="39">
                  <c:v>40787</c:v>
                </c:pt>
                <c:pt idx="40">
                  <c:v>40817</c:v>
                </c:pt>
                <c:pt idx="41">
                  <c:v>40848</c:v>
                </c:pt>
                <c:pt idx="42">
                  <c:v>40878</c:v>
                </c:pt>
                <c:pt idx="43">
                  <c:v>40909</c:v>
                </c:pt>
                <c:pt idx="44">
                  <c:v>40940</c:v>
                </c:pt>
                <c:pt idx="45">
                  <c:v>40969</c:v>
                </c:pt>
                <c:pt idx="46">
                  <c:v>41000</c:v>
                </c:pt>
                <c:pt idx="47">
                  <c:v>41030</c:v>
                </c:pt>
                <c:pt idx="48">
                  <c:v>41061</c:v>
                </c:pt>
                <c:pt idx="49">
                  <c:v>41091</c:v>
                </c:pt>
                <c:pt idx="50">
                  <c:v>41122</c:v>
                </c:pt>
                <c:pt idx="51">
                  <c:v>41153</c:v>
                </c:pt>
                <c:pt idx="52">
                  <c:v>41183</c:v>
                </c:pt>
                <c:pt idx="53">
                  <c:v>41214</c:v>
                </c:pt>
                <c:pt idx="54">
                  <c:v>41244</c:v>
                </c:pt>
                <c:pt idx="55">
                  <c:v>41275</c:v>
                </c:pt>
                <c:pt idx="56">
                  <c:v>41306</c:v>
                </c:pt>
                <c:pt idx="57">
                  <c:v>41334</c:v>
                </c:pt>
                <c:pt idx="58">
                  <c:v>41365</c:v>
                </c:pt>
                <c:pt idx="59">
                  <c:v>41395</c:v>
                </c:pt>
                <c:pt idx="60">
                  <c:v>41426</c:v>
                </c:pt>
                <c:pt idx="61">
                  <c:v>41456</c:v>
                </c:pt>
                <c:pt idx="62">
                  <c:v>41487</c:v>
                </c:pt>
                <c:pt idx="63">
                  <c:v>41518</c:v>
                </c:pt>
                <c:pt idx="64">
                  <c:v>41548</c:v>
                </c:pt>
                <c:pt idx="65">
                  <c:v>41579</c:v>
                </c:pt>
                <c:pt idx="66">
                  <c:v>41609</c:v>
                </c:pt>
                <c:pt idx="67">
                  <c:v>41640</c:v>
                </c:pt>
                <c:pt idx="68">
                  <c:v>41671</c:v>
                </c:pt>
                <c:pt idx="69">
                  <c:v>41699</c:v>
                </c:pt>
                <c:pt idx="70">
                  <c:v>41730</c:v>
                </c:pt>
                <c:pt idx="71">
                  <c:v>41760</c:v>
                </c:pt>
                <c:pt idx="72">
                  <c:v>41791</c:v>
                </c:pt>
                <c:pt idx="73">
                  <c:v>41821</c:v>
                </c:pt>
                <c:pt idx="74">
                  <c:v>41852</c:v>
                </c:pt>
                <c:pt idx="75">
                  <c:v>41883</c:v>
                </c:pt>
                <c:pt idx="76">
                  <c:v>41913</c:v>
                </c:pt>
                <c:pt idx="77">
                  <c:v>41944</c:v>
                </c:pt>
                <c:pt idx="78">
                  <c:v>41974</c:v>
                </c:pt>
                <c:pt idx="79">
                  <c:v>42005</c:v>
                </c:pt>
                <c:pt idx="80">
                  <c:v>42036</c:v>
                </c:pt>
                <c:pt idx="81">
                  <c:v>42064</c:v>
                </c:pt>
                <c:pt idx="82">
                  <c:v>42095</c:v>
                </c:pt>
                <c:pt idx="83">
                  <c:v>42125</c:v>
                </c:pt>
                <c:pt idx="84">
                  <c:v>42156</c:v>
                </c:pt>
                <c:pt idx="85">
                  <c:v>42186</c:v>
                </c:pt>
                <c:pt idx="86">
                  <c:v>42217</c:v>
                </c:pt>
                <c:pt idx="87">
                  <c:v>42248</c:v>
                </c:pt>
                <c:pt idx="88">
                  <c:v>42278</c:v>
                </c:pt>
                <c:pt idx="89">
                  <c:v>42309</c:v>
                </c:pt>
                <c:pt idx="90">
                  <c:v>42339</c:v>
                </c:pt>
                <c:pt idx="91">
                  <c:v>42370</c:v>
                </c:pt>
                <c:pt idx="92">
                  <c:v>42401</c:v>
                </c:pt>
              </c:numCache>
            </c:numRef>
          </c:cat>
          <c:val>
            <c:numRef>
              <c:f>Sheet1!$B$2:$B$94</c:f>
              <c:numCache>
                <c:formatCode>General</c:formatCode>
                <c:ptCount val="93"/>
                <c:pt idx="0">
                  <c:v>-11.743841661125</c:v>
                </c:pt>
                <c:pt idx="1">
                  <c:v>-53.925963358305196</c:v>
                </c:pt>
                <c:pt idx="2">
                  <c:v>-70.552746471045296</c:v>
                </c:pt>
                <c:pt idx="3">
                  <c:v>-67.628576753302596</c:v>
                </c:pt>
                <c:pt idx="4">
                  <c:v>-11.2183136087788</c:v>
                </c:pt>
                <c:pt idx="5">
                  <c:v>-7.1385280776422597</c:v>
                </c:pt>
                <c:pt idx="6">
                  <c:v>5.1691776003341001</c:v>
                </c:pt>
                <c:pt idx="7">
                  <c:v>89.287058725830704</c:v>
                </c:pt>
                <c:pt idx="8">
                  <c:v>116.911549111358</c:v>
                </c:pt>
                <c:pt idx="9">
                  <c:v>103.14007302663801</c:v>
                </c:pt>
                <c:pt idx="10">
                  <c:v>111.81664784501601</c:v>
                </c:pt>
                <c:pt idx="11">
                  <c:v>130.68366920113201</c:v>
                </c:pt>
                <c:pt idx="12">
                  <c:v>124.728173793217</c:v>
                </c:pt>
                <c:pt idx="13">
                  <c:v>63.295016940594003</c:v>
                </c:pt>
                <c:pt idx="14">
                  <c:v>79.609947281185697</c:v>
                </c:pt>
                <c:pt idx="15">
                  <c:v>84.692738336899893</c:v>
                </c:pt>
                <c:pt idx="16">
                  <c:v>104.87563390392</c:v>
                </c:pt>
                <c:pt idx="17">
                  <c:v>113.948998733702</c:v>
                </c:pt>
                <c:pt idx="18">
                  <c:v>123.16688471778301</c:v>
                </c:pt>
                <c:pt idx="19">
                  <c:v>121.53168280009599</c:v>
                </c:pt>
                <c:pt idx="20">
                  <c:v>114.39866075955101</c:v>
                </c:pt>
                <c:pt idx="21">
                  <c:v>117.425630758523</c:v>
                </c:pt>
                <c:pt idx="22">
                  <c:v>116.636813382261</c:v>
                </c:pt>
                <c:pt idx="23">
                  <c:v>104.715913664521</c:v>
                </c:pt>
                <c:pt idx="24">
                  <c:v>124.74774744088801</c:v>
                </c:pt>
                <c:pt idx="25">
                  <c:v>143.00784122020599</c:v>
                </c:pt>
                <c:pt idx="26">
                  <c:v>158.76857935121501</c:v>
                </c:pt>
                <c:pt idx="27">
                  <c:v>174.162150311929</c:v>
                </c:pt>
                <c:pt idx="28">
                  <c:v>182.25964870231701</c:v>
                </c:pt>
                <c:pt idx="29">
                  <c:v>191.822269066161</c:v>
                </c:pt>
                <c:pt idx="30">
                  <c:v>184.04777470949</c:v>
                </c:pt>
                <c:pt idx="31">
                  <c:v>41.5174262089038</c:v>
                </c:pt>
                <c:pt idx="32">
                  <c:v>14.6938948916542</c:v>
                </c:pt>
                <c:pt idx="33">
                  <c:v>-19.076637522325299</c:v>
                </c:pt>
                <c:pt idx="34">
                  <c:v>-6.6500026464916102</c:v>
                </c:pt>
                <c:pt idx="35">
                  <c:v>-1.7276751987002801</c:v>
                </c:pt>
                <c:pt idx="36">
                  <c:v>22.5654996617736</c:v>
                </c:pt>
                <c:pt idx="37">
                  <c:v>39.812345773032398</c:v>
                </c:pt>
                <c:pt idx="38">
                  <c:v>36.765674605552697</c:v>
                </c:pt>
                <c:pt idx="39">
                  <c:v>64.395948753649705</c:v>
                </c:pt>
                <c:pt idx="40">
                  <c:v>80.477521478838895</c:v>
                </c:pt>
                <c:pt idx="41">
                  <c:v>71.538393399383096</c:v>
                </c:pt>
                <c:pt idx="42">
                  <c:v>74.674431509196495</c:v>
                </c:pt>
                <c:pt idx="43">
                  <c:v>73.0046120542913</c:v>
                </c:pt>
                <c:pt idx="44">
                  <c:v>68.050726640530698</c:v>
                </c:pt>
                <c:pt idx="45">
                  <c:v>62.754074874386198</c:v>
                </c:pt>
                <c:pt idx="46">
                  <c:v>48.871099005353102</c:v>
                </c:pt>
                <c:pt idx="47">
                  <c:v>51.082671657465198</c:v>
                </c:pt>
                <c:pt idx="48">
                  <c:v>58.5296097318788</c:v>
                </c:pt>
                <c:pt idx="49">
                  <c:v>70.470473808095704</c:v>
                </c:pt>
                <c:pt idx="50">
                  <c:v>81.723140650706895</c:v>
                </c:pt>
                <c:pt idx="51">
                  <c:v>76.585060872799403</c:v>
                </c:pt>
                <c:pt idx="52">
                  <c:v>81.477800753819196</c:v>
                </c:pt>
                <c:pt idx="53">
                  <c:v>84.7792603078572</c:v>
                </c:pt>
                <c:pt idx="54">
                  <c:v>79.829364398701301</c:v>
                </c:pt>
                <c:pt idx="55">
                  <c:v>78.329855795120196</c:v>
                </c:pt>
                <c:pt idx="56">
                  <c:v>66.194573975700905</c:v>
                </c:pt>
                <c:pt idx="57">
                  <c:v>47.646774390551997</c:v>
                </c:pt>
                <c:pt idx="58">
                  <c:v>41.562122371241699</c:v>
                </c:pt>
                <c:pt idx="59">
                  <c:v>52.886492981869402</c:v>
                </c:pt>
                <c:pt idx="60">
                  <c:v>44.155390613701897</c:v>
                </c:pt>
                <c:pt idx="61">
                  <c:v>-11.822492713775301</c:v>
                </c:pt>
                <c:pt idx="62">
                  <c:v>-42.008374196683597</c:v>
                </c:pt>
                <c:pt idx="63">
                  <c:v>-50.960358304586499</c:v>
                </c:pt>
                <c:pt idx="64">
                  <c:v>-51.108446729962097</c:v>
                </c:pt>
                <c:pt idx="65">
                  <c:v>-19.738677048454701</c:v>
                </c:pt>
                <c:pt idx="66">
                  <c:v>-25.3055685832385</c:v>
                </c:pt>
                <c:pt idx="67">
                  <c:v>-41.714102339941903</c:v>
                </c:pt>
                <c:pt idx="68">
                  <c:v>-39.754964619093798</c:v>
                </c:pt>
                <c:pt idx="69">
                  <c:v>-25.6199014016441</c:v>
                </c:pt>
                <c:pt idx="70">
                  <c:v>-25.983380862116999</c:v>
                </c:pt>
                <c:pt idx="71">
                  <c:v>-24.084778393886101</c:v>
                </c:pt>
                <c:pt idx="72">
                  <c:v>-4.0395411608184597</c:v>
                </c:pt>
                <c:pt idx="73">
                  <c:v>-1.4607704492751901</c:v>
                </c:pt>
                <c:pt idx="74">
                  <c:v>1.3110681354815401</c:v>
                </c:pt>
                <c:pt idx="75">
                  <c:v>4.6085011323931804</c:v>
                </c:pt>
                <c:pt idx="76">
                  <c:v>2.4867484620164699</c:v>
                </c:pt>
                <c:pt idx="77">
                  <c:v>15.579454156860001</c:v>
                </c:pt>
                <c:pt idx="78">
                  <c:v>18.818227428113602</c:v>
                </c:pt>
                <c:pt idx="79">
                  <c:v>31.6460884002528</c:v>
                </c:pt>
                <c:pt idx="80">
                  <c:v>49.614371696866399</c:v>
                </c:pt>
                <c:pt idx="81">
                  <c:v>44.6370191997269</c:v>
                </c:pt>
                <c:pt idx="82">
                  <c:v>38.2589853830751</c:v>
                </c:pt>
                <c:pt idx="83">
                  <c:v>46.513019673726397</c:v>
                </c:pt>
                <c:pt idx="84">
                  <c:v>28.438240654949499</c:v>
                </c:pt>
                <c:pt idx="85">
                  <c:v>11.771430594665601</c:v>
                </c:pt>
                <c:pt idx="86">
                  <c:v>5.9344104574471501</c:v>
                </c:pt>
                <c:pt idx="87">
                  <c:v>12.887784810335001</c:v>
                </c:pt>
                <c:pt idx="88">
                  <c:v>14.5477656617019</c:v>
                </c:pt>
                <c:pt idx="89">
                  <c:v>25.5595300904778</c:v>
                </c:pt>
                <c:pt idx="90">
                  <c:v>10.1161196089051</c:v>
                </c:pt>
                <c:pt idx="91">
                  <c:v>9.8801430387645794</c:v>
                </c:pt>
                <c:pt idx="92">
                  <c:v>19.916250870970099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Sheet1!$A$2:$A$94</c:f>
              <c:numCache>
                <c:formatCode>m/d/yyyy</c:formatCode>
                <c:ptCount val="93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39814</c:v>
                </c:pt>
                <c:pt idx="8">
                  <c:v>39845</c:v>
                </c:pt>
                <c:pt idx="9">
                  <c:v>39873</c:v>
                </c:pt>
                <c:pt idx="10">
                  <c:v>39904</c:v>
                </c:pt>
                <c:pt idx="11">
                  <c:v>39934</c:v>
                </c:pt>
                <c:pt idx="12">
                  <c:v>39965</c:v>
                </c:pt>
                <c:pt idx="13">
                  <c:v>39995</c:v>
                </c:pt>
                <c:pt idx="14">
                  <c:v>40026</c:v>
                </c:pt>
                <c:pt idx="15">
                  <c:v>40057</c:v>
                </c:pt>
                <c:pt idx="16">
                  <c:v>40087</c:v>
                </c:pt>
                <c:pt idx="17">
                  <c:v>40118</c:v>
                </c:pt>
                <c:pt idx="18">
                  <c:v>40148</c:v>
                </c:pt>
                <c:pt idx="19">
                  <c:v>40179</c:v>
                </c:pt>
                <c:pt idx="20">
                  <c:v>40210</c:v>
                </c:pt>
                <c:pt idx="21">
                  <c:v>40238</c:v>
                </c:pt>
                <c:pt idx="22">
                  <c:v>40269</c:v>
                </c:pt>
                <c:pt idx="23">
                  <c:v>40299</c:v>
                </c:pt>
                <c:pt idx="24">
                  <c:v>40330</c:v>
                </c:pt>
                <c:pt idx="25">
                  <c:v>40360</c:v>
                </c:pt>
                <c:pt idx="26">
                  <c:v>40391</c:v>
                </c:pt>
                <c:pt idx="27">
                  <c:v>40422</c:v>
                </c:pt>
                <c:pt idx="28">
                  <c:v>40452</c:v>
                </c:pt>
                <c:pt idx="29">
                  <c:v>40483</c:v>
                </c:pt>
                <c:pt idx="30">
                  <c:v>40513</c:v>
                </c:pt>
                <c:pt idx="31">
                  <c:v>40544</c:v>
                </c:pt>
                <c:pt idx="32">
                  <c:v>40575</c:v>
                </c:pt>
                <c:pt idx="33">
                  <c:v>40603</c:v>
                </c:pt>
                <c:pt idx="34">
                  <c:v>40634</c:v>
                </c:pt>
                <c:pt idx="35">
                  <c:v>40664</c:v>
                </c:pt>
                <c:pt idx="36">
                  <c:v>40695</c:v>
                </c:pt>
                <c:pt idx="37">
                  <c:v>40725</c:v>
                </c:pt>
                <c:pt idx="38">
                  <c:v>40756</c:v>
                </c:pt>
                <c:pt idx="39">
                  <c:v>40787</c:v>
                </c:pt>
                <c:pt idx="40">
                  <c:v>40817</c:v>
                </c:pt>
                <c:pt idx="41">
                  <c:v>40848</c:v>
                </c:pt>
                <c:pt idx="42">
                  <c:v>40878</c:v>
                </c:pt>
                <c:pt idx="43">
                  <c:v>40909</c:v>
                </c:pt>
                <c:pt idx="44">
                  <c:v>40940</c:v>
                </c:pt>
                <c:pt idx="45">
                  <c:v>40969</c:v>
                </c:pt>
                <c:pt idx="46">
                  <c:v>41000</c:v>
                </c:pt>
                <c:pt idx="47">
                  <c:v>41030</c:v>
                </c:pt>
                <c:pt idx="48">
                  <c:v>41061</c:v>
                </c:pt>
                <c:pt idx="49">
                  <c:v>41091</c:v>
                </c:pt>
                <c:pt idx="50">
                  <c:v>41122</c:v>
                </c:pt>
                <c:pt idx="51">
                  <c:v>41153</c:v>
                </c:pt>
                <c:pt idx="52">
                  <c:v>41183</c:v>
                </c:pt>
                <c:pt idx="53">
                  <c:v>41214</c:v>
                </c:pt>
                <c:pt idx="54">
                  <c:v>41244</c:v>
                </c:pt>
                <c:pt idx="55">
                  <c:v>41275</c:v>
                </c:pt>
                <c:pt idx="56">
                  <c:v>41306</c:v>
                </c:pt>
                <c:pt idx="57">
                  <c:v>41334</c:v>
                </c:pt>
                <c:pt idx="58">
                  <c:v>41365</c:v>
                </c:pt>
                <c:pt idx="59">
                  <c:v>41395</c:v>
                </c:pt>
                <c:pt idx="60">
                  <c:v>41426</c:v>
                </c:pt>
                <c:pt idx="61">
                  <c:v>41456</c:v>
                </c:pt>
                <c:pt idx="62">
                  <c:v>41487</c:v>
                </c:pt>
                <c:pt idx="63">
                  <c:v>41518</c:v>
                </c:pt>
                <c:pt idx="64">
                  <c:v>41548</c:v>
                </c:pt>
                <c:pt idx="65">
                  <c:v>41579</c:v>
                </c:pt>
                <c:pt idx="66">
                  <c:v>41609</c:v>
                </c:pt>
                <c:pt idx="67">
                  <c:v>41640</c:v>
                </c:pt>
                <c:pt idx="68">
                  <c:v>41671</c:v>
                </c:pt>
                <c:pt idx="69">
                  <c:v>41699</c:v>
                </c:pt>
                <c:pt idx="70">
                  <c:v>41730</c:v>
                </c:pt>
                <c:pt idx="71">
                  <c:v>41760</c:v>
                </c:pt>
                <c:pt idx="72">
                  <c:v>41791</c:v>
                </c:pt>
                <c:pt idx="73">
                  <c:v>41821</c:v>
                </c:pt>
                <c:pt idx="74">
                  <c:v>41852</c:v>
                </c:pt>
                <c:pt idx="75">
                  <c:v>41883</c:v>
                </c:pt>
                <c:pt idx="76">
                  <c:v>41913</c:v>
                </c:pt>
                <c:pt idx="77">
                  <c:v>41944</c:v>
                </c:pt>
                <c:pt idx="78">
                  <c:v>41974</c:v>
                </c:pt>
                <c:pt idx="79">
                  <c:v>42005</c:v>
                </c:pt>
                <c:pt idx="80">
                  <c:v>42036</c:v>
                </c:pt>
                <c:pt idx="81">
                  <c:v>42064</c:v>
                </c:pt>
                <c:pt idx="82">
                  <c:v>42095</c:v>
                </c:pt>
                <c:pt idx="83">
                  <c:v>42125</c:v>
                </c:pt>
                <c:pt idx="84">
                  <c:v>42156</c:v>
                </c:pt>
                <c:pt idx="85">
                  <c:v>42186</c:v>
                </c:pt>
                <c:pt idx="86">
                  <c:v>42217</c:v>
                </c:pt>
                <c:pt idx="87">
                  <c:v>42248</c:v>
                </c:pt>
                <c:pt idx="88">
                  <c:v>42278</c:v>
                </c:pt>
                <c:pt idx="89">
                  <c:v>42309</c:v>
                </c:pt>
                <c:pt idx="90">
                  <c:v>42339</c:v>
                </c:pt>
                <c:pt idx="91">
                  <c:v>42370</c:v>
                </c:pt>
                <c:pt idx="92">
                  <c:v>42401</c:v>
                </c:pt>
              </c:numCache>
            </c:numRef>
          </c:cat>
          <c:val>
            <c:numRef>
              <c:f>Sheet1!$C$2:$C$94</c:f>
              <c:numCache>
                <c:formatCode>General</c:formatCode>
                <c:ptCount val="93"/>
                <c:pt idx="0">
                  <c:v>0</c:v>
                </c:pt>
                <c:pt idx="1">
                  <c:v>-20.018739541405701</c:v>
                </c:pt>
                <c:pt idx="2">
                  <c:v>-37.716827365880903</c:v>
                </c:pt>
                <c:pt idx="3">
                  <c:v>-55.0605319057805</c:v>
                </c:pt>
                <c:pt idx="4">
                  <c:v>-9.8247995042097607</c:v>
                </c:pt>
                <c:pt idx="5">
                  <c:v>-7.5060935250484198</c:v>
                </c:pt>
                <c:pt idx="6">
                  <c:v>8.7486402681943005</c:v>
                </c:pt>
                <c:pt idx="7">
                  <c:v>84.437865054881698</c:v>
                </c:pt>
                <c:pt idx="8">
                  <c:v>114.937513206912</c:v>
                </c:pt>
                <c:pt idx="9">
                  <c:v>104.046212729795</c:v>
                </c:pt>
                <c:pt idx="10">
                  <c:v>114.608209417891</c:v>
                </c:pt>
                <c:pt idx="11">
                  <c:v>133.97335040404599</c:v>
                </c:pt>
                <c:pt idx="12">
                  <c:v>128.051192357632</c:v>
                </c:pt>
                <c:pt idx="13">
                  <c:v>66.7286009605331</c:v>
                </c:pt>
                <c:pt idx="14">
                  <c:v>82.866338494422294</c:v>
                </c:pt>
                <c:pt idx="15">
                  <c:v>88.268101983143197</c:v>
                </c:pt>
                <c:pt idx="16">
                  <c:v>108.113998074297</c:v>
                </c:pt>
                <c:pt idx="17">
                  <c:v>116.96670340922699</c:v>
                </c:pt>
                <c:pt idx="18">
                  <c:v>126.18047176506001</c:v>
                </c:pt>
                <c:pt idx="19">
                  <c:v>124.91124701571999</c:v>
                </c:pt>
                <c:pt idx="20">
                  <c:v>117.899369021409</c:v>
                </c:pt>
                <c:pt idx="21">
                  <c:v>121.048555961538</c:v>
                </c:pt>
                <c:pt idx="22">
                  <c:v>120.620661710604</c:v>
                </c:pt>
                <c:pt idx="23">
                  <c:v>108.456805061222</c:v>
                </c:pt>
                <c:pt idx="24">
                  <c:v>128.16486765262701</c:v>
                </c:pt>
                <c:pt idx="25">
                  <c:v>146.31019178071</c:v>
                </c:pt>
                <c:pt idx="26">
                  <c:v>162.097357085944</c:v>
                </c:pt>
                <c:pt idx="27">
                  <c:v>177.181983160231</c:v>
                </c:pt>
                <c:pt idx="28">
                  <c:v>185.58690104919799</c:v>
                </c:pt>
                <c:pt idx="29">
                  <c:v>195.417225265154</c:v>
                </c:pt>
                <c:pt idx="30">
                  <c:v>187.39206261369</c:v>
                </c:pt>
                <c:pt idx="31">
                  <c:v>28.617351444073201</c:v>
                </c:pt>
                <c:pt idx="32">
                  <c:v>-1.34846536078344</c:v>
                </c:pt>
                <c:pt idx="33">
                  <c:v>-37.9787062378267</c:v>
                </c:pt>
                <c:pt idx="34">
                  <c:v>-23.265302735211201</c:v>
                </c:pt>
                <c:pt idx="35">
                  <c:v>-15.707909210405999</c:v>
                </c:pt>
                <c:pt idx="36">
                  <c:v>10.1937523989757</c:v>
                </c:pt>
                <c:pt idx="37">
                  <c:v>28.1257737407084</c:v>
                </c:pt>
                <c:pt idx="38">
                  <c:v>26.0317315500644</c:v>
                </c:pt>
                <c:pt idx="39">
                  <c:v>54.111300417106399</c:v>
                </c:pt>
                <c:pt idx="40">
                  <c:v>66.776718747426202</c:v>
                </c:pt>
                <c:pt idx="41">
                  <c:v>55.816505373894202</c:v>
                </c:pt>
                <c:pt idx="42">
                  <c:v>56.202313916723</c:v>
                </c:pt>
                <c:pt idx="43">
                  <c:v>59.803865391923502</c:v>
                </c:pt>
                <c:pt idx="44">
                  <c:v>56.294026761058497</c:v>
                </c:pt>
                <c:pt idx="45">
                  <c:v>52.8003595146291</c:v>
                </c:pt>
                <c:pt idx="46">
                  <c:v>42.580978036161298</c:v>
                </c:pt>
                <c:pt idx="47">
                  <c:v>46.6704905463179</c:v>
                </c:pt>
                <c:pt idx="48">
                  <c:v>55.341816130608898</c:v>
                </c:pt>
                <c:pt idx="49">
                  <c:v>67.733515369910194</c:v>
                </c:pt>
                <c:pt idx="50">
                  <c:v>78.903307172390797</c:v>
                </c:pt>
                <c:pt idx="51">
                  <c:v>73.871083119669507</c:v>
                </c:pt>
                <c:pt idx="52">
                  <c:v>78.450880246725802</c:v>
                </c:pt>
                <c:pt idx="53">
                  <c:v>81.612755620046002</c:v>
                </c:pt>
                <c:pt idx="54">
                  <c:v>76.624876996938298</c:v>
                </c:pt>
                <c:pt idx="55">
                  <c:v>75.399143700450594</c:v>
                </c:pt>
                <c:pt idx="56">
                  <c:v>63.028128554221396</c:v>
                </c:pt>
                <c:pt idx="57">
                  <c:v>44.450274395003902</c:v>
                </c:pt>
                <c:pt idx="58">
                  <c:v>39.428012088324003</c:v>
                </c:pt>
                <c:pt idx="59">
                  <c:v>50.9380813113644</c:v>
                </c:pt>
                <c:pt idx="60">
                  <c:v>42.154604199411402</c:v>
                </c:pt>
                <c:pt idx="61">
                  <c:v>-14.047429884422099</c:v>
                </c:pt>
                <c:pt idx="62">
                  <c:v>-44.716249794354297</c:v>
                </c:pt>
                <c:pt idx="63">
                  <c:v>-53.759928800163003</c:v>
                </c:pt>
                <c:pt idx="64">
                  <c:v>-54.1771877783845</c:v>
                </c:pt>
                <c:pt idx="65">
                  <c:v>-22.934202003044199</c:v>
                </c:pt>
                <c:pt idx="66">
                  <c:v>-29.873170704715001</c:v>
                </c:pt>
                <c:pt idx="67">
                  <c:v>-46.247072551568699</c:v>
                </c:pt>
                <c:pt idx="68">
                  <c:v>-44.323121622727598</c:v>
                </c:pt>
                <c:pt idx="69">
                  <c:v>-30.1737039142734</c:v>
                </c:pt>
                <c:pt idx="70">
                  <c:v>-29.374384892809701</c:v>
                </c:pt>
                <c:pt idx="71">
                  <c:v>-27.478833606270101</c:v>
                </c:pt>
                <c:pt idx="72">
                  <c:v>-7.17846372223641</c:v>
                </c:pt>
                <c:pt idx="73">
                  <c:v>-4.5743515505459396</c:v>
                </c:pt>
                <c:pt idx="74">
                  <c:v>-1.84747245573354</c:v>
                </c:pt>
                <c:pt idx="75">
                  <c:v>1.27967182270399</c:v>
                </c:pt>
                <c:pt idx="76">
                  <c:v>-0.79648389763494398</c:v>
                </c:pt>
                <c:pt idx="77">
                  <c:v>12.1022798569718</c:v>
                </c:pt>
                <c:pt idx="78">
                  <c:v>15.165134266170799</c:v>
                </c:pt>
                <c:pt idx="79">
                  <c:v>28.815338272533399</c:v>
                </c:pt>
                <c:pt idx="80">
                  <c:v>46.906721686172197</c:v>
                </c:pt>
                <c:pt idx="81">
                  <c:v>42.001335975471697</c:v>
                </c:pt>
                <c:pt idx="82">
                  <c:v>36.091890757362101</c:v>
                </c:pt>
                <c:pt idx="83">
                  <c:v>44.537295515288697</c:v>
                </c:pt>
                <c:pt idx="84">
                  <c:v>26.6376864912942</c:v>
                </c:pt>
                <c:pt idx="85">
                  <c:v>10.032120528756501</c:v>
                </c:pt>
                <c:pt idx="86">
                  <c:v>4.1202362481734101</c:v>
                </c:pt>
                <c:pt idx="87">
                  <c:v>12.1702289586513</c:v>
                </c:pt>
                <c:pt idx="88">
                  <c:v>13.7012861837048</c:v>
                </c:pt>
                <c:pt idx="89">
                  <c:v>24.559253414058698</c:v>
                </c:pt>
                <c:pt idx="90">
                  <c:v>9.0975953785772798</c:v>
                </c:pt>
                <c:pt idx="91">
                  <c:v>8.9542606452284605</c:v>
                </c:pt>
                <c:pt idx="92">
                  <c:v>18.947480679832299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0339072"/>
        <c:axId val="120344960"/>
      </c:lineChart>
      <c:dateAx>
        <c:axId val="12033907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20344960"/>
        <c:crosses val="autoZero"/>
        <c:auto val="1"/>
        <c:lblOffset val="100"/>
        <c:baseTimeUnit val="months"/>
        <c:majorUnit val="12"/>
        <c:majorTimeUnit val="months"/>
      </c:dateAx>
      <c:valAx>
        <c:axId val="12034496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20339072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4170611711984455"/>
          <c:y val="0.90094906614934001"/>
          <c:w val="0.31658754249798393"/>
          <c:h val="9.905093385065996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CQ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Sheet1!$A$2:$A$77</c:f>
              <c:numCache>
                <c:formatCode>m/d/yyyy</c:formatCode>
                <c:ptCount val="76"/>
                <c:pt idx="0">
                  <c:v>40118</c:v>
                </c:pt>
                <c:pt idx="1">
                  <c:v>40148</c:v>
                </c:pt>
                <c:pt idx="2">
                  <c:v>40179</c:v>
                </c:pt>
                <c:pt idx="3">
                  <c:v>40210</c:v>
                </c:pt>
                <c:pt idx="4">
                  <c:v>40238</c:v>
                </c:pt>
                <c:pt idx="5">
                  <c:v>40269</c:v>
                </c:pt>
                <c:pt idx="6">
                  <c:v>40299</c:v>
                </c:pt>
                <c:pt idx="7">
                  <c:v>40330</c:v>
                </c:pt>
                <c:pt idx="8">
                  <c:v>40360</c:v>
                </c:pt>
                <c:pt idx="9">
                  <c:v>40391</c:v>
                </c:pt>
                <c:pt idx="10">
                  <c:v>40422</c:v>
                </c:pt>
                <c:pt idx="11">
                  <c:v>40452</c:v>
                </c:pt>
                <c:pt idx="12">
                  <c:v>40483</c:v>
                </c:pt>
                <c:pt idx="13">
                  <c:v>40513</c:v>
                </c:pt>
                <c:pt idx="14">
                  <c:v>40544</c:v>
                </c:pt>
                <c:pt idx="15">
                  <c:v>40575</c:v>
                </c:pt>
                <c:pt idx="16">
                  <c:v>40603</c:v>
                </c:pt>
                <c:pt idx="17">
                  <c:v>40634</c:v>
                </c:pt>
                <c:pt idx="18">
                  <c:v>40664</c:v>
                </c:pt>
                <c:pt idx="19">
                  <c:v>40695</c:v>
                </c:pt>
                <c:pt idx="20">
                  <c:v>40725</c:v>
                </c:pt>
                <c:pt idx="21">
                  <c:v>40756</c:v>
                </c:pt>
                <c:pt idx="22">
                  <c:v>40787</c:v>
                </c:pt>
                <c:pt idx="23">
                  <c:v>40817</c:v>
                </c:pt>
                <c:pt idx="24">
                  <c:v>40848</c:v>
                </c:pt>
                <c:pt idx="25">
                  <c:v>40878</c:v>
                </c:pt>
                <c:pt idx="26">
                  <c:v>40909</c:v>
                </c:pt>
                <c:pt idx="27">
                  <c:v>40940</c:v>
                </c:pt>
                <c:pt idx="28">
                  <c:v>40969</c:v>
                </c:pt>
                <c:pt idx="29">
                  <c:v>41000</c:v>
                </c:pt>
                <c:pt idx="30">
                  <c:v>41030</c:v>
                </c:pt>
                <c:pt idx="31">
                  <c:v>41061</c:v>
                </c:pt>
                <c:pt idx="32">
                  <c:v>41091</c:v>
                </c:pt>
                <c:pt idx="33">
                  <c:v>41122</c:v>
                </c:pt>
                <c:pt idx="34">
                  <c:v>41153</c:v>
                </c:pt>
                <c:pt idx="35">
                  <c:v>41183</c:v>
                </c:pt>
                <c:pt idx="36">
                  <c:v>41214</c:v>
                </c:pt>
                <c:pt idx="37">
                  <c:v>41244</c:v>
                </c:pt>
                <c:pt idx="38">
                  <c:v>41275</c:v>
                </c:pt>
                <c:pt idx="39">
                  <c:v>41306</c:v>
                </c:pt>
                <c:pt idx="40">
                  <c:v>41334</c:v>
                </c:pt>
                <c:pt idx="41">
                  <c:v>41365</c:v>
                </c:pt>
                <c:pt idx="42">
                  <c:v>41395</c:v>
                </c:pt>
                <c:pt idx="43">
                  <c:v>41426</c:v>
                </c:pt>
                <c:pt idx="44">
                  <c:v>41456</c:v>
                </c:pt>
                <c:pt idx="45">
                  <c:v>41487</c:v>
                </c:pt>
                <c:pt idx="46">
                  <c:v>41518</c:v>
                </c:pt>
                <c:pt idx="47">
                  <c:v>41548</c:v>
                </c:pt>
                <c:pt idx="48">
                  <c:v>41579</c:v>
                </c:pt>
                <c:pt idx="49">
                  <c:v>41609</c:v>
                </c:pt>
                <c:pt idx="50">
                  <c:v>41640</c:v>
                </c:pt>
                <c:pt idx="51">
                  <c:v>41671</c:v>
                </c:pt>
                <c:pt idx="52">
                  <c:v>41699</c:v>
                </c:pt>
                <c:pt idx="53">
                  <c:v>41730</c:v>
                </c:pt>
                <c:pt idx="54">
                  <c:v>41760</c:v>
                </c:pt>
                <c:pt idx="55">
                  <c:v>41791</c:v>
                </c:pt>
                <c:pt idx="56">
                  <c:v>41821</c:v>
                </c:pt>
                <c:pt idx="57">
                  <c:v>41852</c:v>
                </c:pt>
                <c:pt idx="58">
                  <c:v>41883</c:v>
                </c:pt>
                <c:pt idx="59">
                  <c:v>41913</c:v>
                </c:pt>
                <c:pt idx="60">
                  <c:v>41944</c:v>
                </c:pt>
                <c:pt idx="61">
                  <c:v>41974</c:v>
                </c:pt>
                <c:pt idx="62">
                  <c:v>42005</c:v>
                </c:pt>
                <c:pt idx="63">
                  <c:v>42036</c:v>
                </c:pt>
                <c:pt idx="64">
                  <c:v>42064</c:v>
                </c:pt>
                <c:pt idx="65">
                  <c:v>42095</c:v>
                </c:pt>
                <c:pt idx="66">
                  <c:v>42125</c:v>
                </c:pt>
                <c:pt idx="67">
                  <c:v>42156</c:v>
                </c:pt>
                <c:pt idx="68">
                  <c:v>42186</c:v>
                </c:pt>
                <c:pt idx="69">
                  <c:v>42217</c:v>
                </c:pt>
                <c:pt idx="70">
                  <c:v>42248</c:v>
                </c:pt>
                <c:pt idx="71">
                  <c:v>42278</c:v>
                </c:pt>
                <c:pt idx="72">
                  <c:v>42309</c:v>
                </c:pt>
                <c:pt idx="73">
                  <c:v>42339</c:v>
                </c:pt>
                <c:pt idx="74">
                  <c:v>42370</c:v>
                </c:pt>
                <c:pt idx="75">
                  <c:v>42401</c:v>
                </c:pt>
              </c:numCache>
            </c:numRef>
          </c:cat>
          <c:val>
            <c:numRef>
              <c:f>Sheet1!$B$2:$B$77</c:f>
              <c:numCache>
                <c:formatCode>General</c:formatCode>
                <c:ptCount val="76"/>
                <c:pt idx="0">
                  <c:v>-33.707845904198599</c:v>
                </c:pt>
                <c:pt idx="1">
                  <c:v>-26.659638940675901</c:v>
                </c:pt>
                <c:pt idx="2">
                  <c:v>-22.899343913045101</c:v>
                </c:pt>
                <c:pt idx="3">
                  <c:v>-30.561541260637899</c:v>
                </c:pt>
                <c:pt idx="4">
                  <c:v>-26.0699366865488</c:v>
                </c:pt>
                <c:pt idx="5">
                  <c:v>-25.056185112943801</c:v>
                </c:pt>
                <c:pt idx="6">
                  <c:v>-91.905688118768197</c:v>
                </c:pt>
                <c:pt idx="7">
                  <c:v>-59.935428006769499</c:v>
                </c:pt>
                <c:pt idx="8">
                  <c:v>-33.701063119249703</c:v>
                </c:pt>
                <c:pt idx="9">
                  <c:v>-13.8008892363383</c:v>
                </c:pt>
                <c:pt idx="10">
                  <c:v>1.7802663290442799</c:v>
                </c:pt>
                <c:pt idx="11">
                  <c:v>10.3922324490888</c:v>
                </c:pt>
                <c:pt idx="12">
                  <c:v>19.327120962401899</c:v>
                </c:pt>
                <c:pt idx="13">
                  <c:v>10.219790849787699</c:v>
                </c:pt>
                <c:pt idx="14">
                  <c:v>-34.948626922046898</c:v>
                </c:pt>
                <c:pt idx="15">
                  <c:v>-43.850216971003299</c:v>
                </c:pt>
                <c:pt idx="16">
                  <c:v>-65.615428491254207</c:v>
                </c:pt>
                <c:pt idx="17">
                  <c:v>-54.774402827021198</c:v>
                </c:pt>
                <c:pt idx="18">
                  <c:v>-53.463766619070398</c:v>
                </c:pt>
                <c:pt idx="19">
                  <c:v>-32.601144736483803</c:v>
                </c:pt>
                <c:pt idx="20">
                  <c:v>-18.804666259870601</c:v>
                </c:pt>
                <c:pt idx="21">
                  <c:v>7.30229180139031</c:v>
                </c:pt>
                <c:pt idx="22">
                  <c:v>33.357188461453397</c:v>
                </c:pt>
                <c:pt idx="23">
                  <c:v>49.662503529667703</c:v>
                </c:pt>
                <c:pt idx="24">
                  <c:v>45.4991671497285</c:v>
                </c:pt>
                <c:pt idx="25">
                  <c:v>52.158800228407699</c:v>
                </c:pt>
                <c:pt idx="26">
                  <c:v>54.743011778794603</c:v>
                </c:pt>
                <c:pt idx="27">
                  <c:v>51.745992574838603</c:v>
                </c:pt>
                <c:pt idx="28">
                  <c:v>22.849314706923</c:v>
                </c:pt>
                <c:pt idx="29">
                  <c:v>8.2801945268904191</c:v>
                </c:pt>
                <c:pt idx="30">
                  <c:v>9.4576738037235408</c:v>
                </c:pt>
                <c:pt idx="31">
                  <c:v>15.675313940605101</c:v>
                </c:pt>
                <c:pt idx="32">
                  <c:v>23.131136692733399</c:v>
                </c:pt>
                <c:pt idx="33">
                  <c:v>29.883138475453801</c:v>
                </c:pt>
                <c:pt idx="34">
                  <c:v>22.336880252734701</c:v>
                </c:pt>
                <c:pt idx="35">
                  <c:v>28.810250783163301</c:v>
                </c:pt>
                <c:pt idx="36">
                  <c:v>35.062731610017302</c:v>
                </c:pt>
                <c:pt idx="37">
                  <c:v>33.242843836006102</c:v>
                </c:pt>
                <c:pt idx="38">
                  <c:v>31.088002652242398</c:v>
                </c:pt>
                <c:pt idx="39">
                  <c:v>20.821094686420899</c:v>
                </c:pt>
                <c:pt idx="40">
                  <c:v>3.3548472879931199</c:v>
                </c:pt>
                <c:pt idx="41">
                  <c:v>-1.85232775912442</c:v>
                </c:pt>
                <c:pt idx="42">
                  <c:v>8.3770957185732602</c:v>
                </c:pt>
                <c:pt idx="43">
                  <c:v>8.6800435056834697</c:v>
                </c:pt>
                <c:pt idx="44">
                  <c:v>-39.158668513172998</c:v>
                </c:pt>
                <c:pt idx="45">
                  <c:v>-83.395086711062405</c:v>
                </c:pt>
                <c:pt idx="46">
                  <c:v>-82.841910557307699</c:v>
                </c:pt>
                <c:pt idx="47">
                  <c:v>-84.622762446136505</c:v>
                </c:pt>
                <c:pt idx="48">
                  <c:v>-53.279030363604498</c:v>
                </c:pt>
                <c:pt idx="49">
                  <c:v>-60.9549187189455</c:v>
                </c:pt>
                <c:pt idx="50">
                  <c:v>-76.977364592085394</c:v>
                </c:pt>
                <c:pt idx="51">
                  <c:v>-73.866395374766498</c:v>
                </c:pt>
                <c:pt idx="52">
                  <c:v>-57.606057626353099</c:v>
                </c:pt>
                <c:pt idx="53">
                  <c:v>-50.839662430403799</c:v>
                </c:pt>
                <c:pt idx="54">
                  <c:v>-35.945747966305902</c:v>
                </c:pt>
                <c:pt idx="55">
                  <c:v>-2.8745022189706702</c:v>
                </c:pt>
                <c:pt idx="56">
                  <c:v>6.0882668506466704</c:v>
                </c:pt>
                <c:pt idx="57">
                  <c:v>11.402883350234699</c:v>
                </c:pt>
                <c:pt idx="58">
                  <c:v>19.570927441637402</c:v>
                </c:pt>
                <c:pt idx="59">
                  <c:v>17.490081383411301</c:v>
                </c:pt>
                <c:pt idx="60">
                  <c:v>31.212936565941298</c:v>
                </c:pt>
                <c:pt idx="61">
                  <c:v>35.137646861187697</c:v>
                </c:pt>
                <c:pt idx="62">
                  <c:v>66.925922507685598</c:v>
                </c:pt>
                <c:pt idx="63">
                  <c:v>86.985164806318394</c:v>
                </c:pt>
                <c:pt idx="64">
                  <c:v>85.4012428221167</c:v>
                </c:pt>
                <c:pt idx="65">
                  <c:v>88.376827239594903</c:v>
                </c:pt>
                <c:pt idx="66">
                  <c:v>106.66696194582801</c:v>
                </c:pt>
                <c:pt idx="67">
                  <c:v>97.219386063048006</c:v>
                </c:pt>
                <c:pt idx="68">
                  <c:v>85.727178638781893</c:v>
                </c:pt>
                <c:pt idx="69">
                  <c:v>83.940724928061002</c:v>
                </c:pt>
                <c:pt idx="70">
                  <c:v>107.12612453749701</c:v>
                </c:pt>
                <c:pt idx="71">
                  <c:v>109.60214873777799</c:v>
                </c:pt>
                <c:pt idx="72">
                  <c:v>120.293148259929</c:v>
                </c:pt>
                <c:pt idx="73">
                  <c:v>104.440294867369</c:v>
                </c:pt>
                <c:pt idx="74">
                  <c:v>103.4513879596</c:v>
                </c:pt>
                <c:pt idx="75">
                  <c:v>113.165454434517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Sheet1!$A$2:$A$77</c:f>
              <c:numCache>
                <c:formatCode>m/d/yyyy</c:formatCode>
                <c:ptCount val="76"/>
                <c:pt idx="0">
                  <c:v>40118</c:v>
                </c:pt>
                <c:pt idx="1">
                  <c:v>40148</c:v>
                </c:pt>
                <c:pt idx="2">
                  <c:v>40179</c:v>
                </c:pt>
                <c:pt idx="3">
                  <c:v>40210</c:v>
                </c:pt>
                <c:pt idx="4">
                  <c:v>40238</c:v>
                </c:pt>
                <c:pt idx="5">
                  <c:v>40269</c:v>
                </c:pt>
                <c:pt idx="6">
                  <c:v>40299</c:v>
                </c:pt>
                <c:pt idx="7">
                  <c:v>40330</c:v>
                </c:pt>
                <c:pt idx="8">
                  <c:v>40360</c:v>
                </c:pt>
                <c:pt idx="9">
                  <c:v>40391</c:v>
                </c:pt>
                <c:pt idx="10">
                  <c:v>40422</c:v>
                </c:pt>
                <c:pt idx="11">
                  <c:v>40452</c:v>
                </c:pt>
                <c:pt idx="12">
                  <c:v>40483</c:v>
                </c:pt>
                <c:pt idx="13">
                  <c:v>40513</c:v>
                </c:pt>
                <c:pt idx="14">
                  <c:v>40544</c:v>
                </c:pt>
                <c:pt idx="15">
                  <c:v>40575</c:v>
                </c:pt>
                <c:pt idx="16">
                  <c:v>40603</c:v>
                </c:pt>
                <c:pt idx="17">
                  <c:v>40634</c:v>
                </c:pt>
                <c:pt idx="18">
                  <c:v>40664</c:v>
                </c:pt>
                <c:pt idx="19">
                  <c:v>40695</c:v>
                </c:pt>
                <c:pt idx="20">
                  <c:v>40725</c:v>
                </c:pt>
                <c:pt idx="21">
                  <c:v>40756</c:v>
                </c:pt>
                <c:pt idx="22">
                  <c:v>40787</c:v>
                </c:pt>
                <c:pt idx="23">
                  <c:v>40817</c:v>
                </c:pt>
                <c:pt idx="24">
                  <c:v>40848</c:v>
                </c:pt>
                <c:pt idx="25">
                  <c:v>40878</c:v>
                </c:pt>
                <c:pt idx="26">
                  <c:v>40909</c:v>
                </c:pt>
                <c:pt idx="27">
                  <c:v>40940</c:v>
                </c:pt>
                <c:pt idx="28">
                  <c:v>40969</c:v>
                </c:pt>
                <c:pt idx="29">
                  <c:v>41000</c:v>
                </c:pt>
                <c:pt idx="30">
                  <c:v>41030</c:v>
                </c:pt>
                <c:pt idx="31">
                  <c:v>41061</c:v>
                </c:pt>
                <c:pt idx="32">
                  <c:v>41091</c:v>
                </c:pt>
                <c:pt idx="33">
                  <c:v>41122</c:v>
                </c:pt>
                <c:pt idx="34">
                  <c:v>41153</c:v>
                </c:pt>
                <c:pt idx="35">
                  <c:v>41183</c:v>
                </c:pt>
                <c:pt idx="36">
                  <c:v>41214</c:v>
                </c:pt>
                <c:pt idx="37">
                  <c:v>41244</c:v>
                </c:pt>
                <c:pt idx="38">
                  <c:v>41275</c:v>
                </c:pt>
                <c:pt idx="39">
                  <c:v>41306</c:v>
                </c:pt>
                <c:pt idx="40">
                  <c:v>41334</c:v>
                </c:pt>
                <c:pt idx="41">
                  <c:v>41365</c:v>
                </c:pt>
                <c:pt idx="42">
                  <c:v>41395</c:v>
                </c:pt>
                <c:pt idx="43">
                  <c:v>41426</c:v>
                </c:pt>
                <c:pt idx="44">
                  <c:v>41456</c:v>
                </c:pt>
                <c:pt idx="45">
                  <c:v>41487</c:v>
                </c:pt>
                <c:pt idx="46">
                  <c:v>41518</c:v>
                </c:pt>
                <c:pt idx="47">
                  <c:v>41548</c:v>
                </c:pt>
                <c:pt idx="48">
                  <c:v>41579</c:v>
                </c:pt>
                <c:pt idx="49">
                  <c:v>41609</c:v>
                </c:pt>
                <c:pt idx="50">
                  <c:v>41640</c:v>
                </c:pt>
                <c:pt idx="51">
                  <c:v>41671</c:v>
                </c:pt>
                <c:pt idx="52">
                  <c:v>41699</c:v>
                </c:pt>
                <c:pt idx="53">
                  <c:v>41730</c:v>
                </c:pt>
                <c:pt idx="54">
                  <c:v>41760</c:v>
                </c:pt>
                <c:pt idx="55">
                  <c:v>41791</c:v>
                </c:pt>
                <c:pt idx="56">
                  <c:v>41821</c:v>
                </c:pt>
                <c:pt idx="57">
                  <c:v>41852</c:v>
                </c:pt>
                <c:pt idx="58">
                  <c:v>41883</c:v>
                </c:pt>
                <c:pt idx="59">
                  <c:v>41913</c:v>
                </c:pt>
                <c:pt idx="60">
                  <c:v>41944</c:v>
                </c:pt>
                <c:pt idx="61">
                  <c:v>41974</c:v>
                </c:pt>
                <c:pt idx="62">
                  <c:v>42005</c:v>
                </c:pt>
                <c:pt idx="63">
                  <c:v>42036</c:v>
                </c:pt>
                <c:pt idx="64">
                  <c:v>42064</c:v>
                </c:pt>
                <c:pt idx="65">
                  <c:v>42095</c:v>
                </c:pt>
                <c:pt idx="66">
                  <c:v>42125</c:v>
                </c:pt>
                <c:pt idx="67">
                  <c:v>42156</c:v>
                </c:pt>
                <c:pt idx="68">
                  <c:v>42186</c:v>
                </c:pt>
                <c:pt idx="69">
                  <c:v>42217</c:v>
                </c:pt>
                <c:pt idx="70">
                  <c:v>42248</c:v>
                </c:pt>
                <c:pt idx="71">
                  <c:v>42278</c:v>
                </c:pt>
                <c:pt idx="72">
                  <c:v>42309</c:v>
                </c:pt>
                <c:pt idx="73">
                  <c:v>42339</c:v>
                </c:pt>
                <c:pt idx="74">
                  <c:v>42370</c:v>
                </c:pt>
                <c:pt idx="75">
                  <c:v>42401</c:v>
                </c:pt>
              </c:numCache>
            </c:numRef>
          </c:cat>
          <c:val>
            <c:numRef>
              <c:f>Sheet1!$C$2:$C$77</c:f>
              <c:numCache>
                <c:formatCode>General</c:formatCode>
                <c:ptCount val="76"/>
                <c:pt idx="0">
                  <c:v>0</c:v>
                </c:pt>
                <c:pt idx="1">
                  <c:v>-6.3087048991916399</c:v>
                </c:pt>
                <c:pt idx="2">
                  <c:v>-33.6363500750955</c:v>
                </c:pt>
                <c:pt idx="3">
                  <c:v>-50.244673205674601</c:v>
                </c:pt>
                <c:pt idx="4">
                  <c:v>-59.574146123483096</c:v>
                </c:pt>
                <c:pt idx="5">
                  <c:v>-67.051744656376798</c:v>
                </c:pt>
                <c:pt idx="6">
                  <c:v>-120.361679664664</c:v>
                </c:pt>
                <c:pt idx="7">
                  <c:v>-114.088879934209</c:v>
                </c:pt>
                <c:pt idx="8">
                  <c:v>-111.992609041015</c:v>
                </c:pt>
                <c:pt idx="9">
                  <c:v>-112.262078365894</c:v>
                </c:pt>
                <c:pt idx="10">
                  <c:v>-101.14105637666</c:v>
                </c:pt>
                <c:pt idx="11">
                  <c:v>-99.632301848952295</c:v>
                </c:pt>
                <c:pt idx="12">
                  <c:v>-92.618563296656106</c:v>
                </c:pt>
                <c:pt idx="13">
                  <c:v>-102.71728572287699</c:v>
                </c:pt>
                <c:pt idx="14">
                  <c:v>-152.66161565728001</c:v>
                </c:pt>
                <c:pt idx="15">
                  <c:v>-163.30937108582401</c:v>
                </c:pt>
                <c:pt idx="16">
                  <c:v>-188.54078812749901</c:v>
                </c:pt>
                <c:pt idx="17">
                  <c:v>-180.149122494323</c:v>
                </c:pt>
                <c:pt idx="18">
                  <c:v>-179.948699346876</c:v>
                </c:pt>
                <c:pt idx="19">
                  <c:v>-159.897263468902</c:v>
                </c:pt>
                <c:pt idx="20">
                  <c:v>-146.973281850022</c:v>
                </c:pt>
                <c:pt idx="21">
                  <c:v>-121.33428889821199</c:v>
                </c:pt>
                <c:pt idx="22">
                  <c:v>-93.822098826832601</c:v>
                </c:pt>
                <c:pt idx="23">
                  <c:v>-76.133590055043697</c:v>
                </c:pt>
                <c:pt idx="24">
                  <c:v>-79.404008630436905</c:v>
                </c:pt>
                <c:pt idx="25">
                  <c:v>-71.601355401170693</c:v>
                </c:pt>
                <c:pt idx="26">
                  <c:v>-68.736338286989806</c:v>
                </c:pt>
                <c:pt idx="27">
                  <c:v>-70.049803945244307</c:v>
                </c:pt>
                <c:pt idx="28">
                  <c:v>-97.688548839569194</c:v>
                </c:pt>
                <c:pt idx="29">
                  <c:v>-113.38533658092</c:v>
                </c:pt>
                <c:pt idx="30">
                  <c:v>-112.920205086482</c:v>
                </c:pt>
                <c:pt idx="31">
                  <c:v>-106.919959150892</c:v>
                </c:pt>
                <c:pt idx="32">
                  <c:v>-100.05762229856001</c:v>
                </c:pt>
                <c:pt idx="33">
                  <c:v>-93.365630977383702</c:v>
                </c:pt>
                <c:pt idx="34">
                  <c:v>-100.437851528876</c:v>
                </c:pt>
                <c:pt idx="35">
                  <c:v>-93.543752768798598</c:v>
                </c:pt>
                <c:pt idx="36">
                  <c:v>-86.667490867902899</c:v>
                </c:pt>
                <c:pt idx="37">
                  <c:v>-87.879210028289606</c:v>
                </c:pt>
                <c:pt idx="38">
                  <c:v>-88.067790035688901</c:v>
                </c:pt>
                <c:pt idx="39">
                  <c:v>-96.2854641378282</c:v>
                </c:pt>
                <c:pt idx="40">
                  <c:v>-111.21402828330601</c:v>
                </c:pt>
                <c:pt idx="41">
                  <c:v>-110.32455857925601</c:v>
                </c:pt>
                <c:pt idx="42">
                  <c:v>-96.308334985345198</c:v>
                </c:pt>
                <c:pt idx="43">
                  <c:v>-98.493452433755294</c:v>
                </c:pt>
                <c:pt idx="44">
                  <c:v>-149.703489008584</c:v>
                </c:pt>
                <c:pt idx="45">
                  <c:v>-198.97646308505699</c:v>
                </c:pt>
                <c:pt idx="46">
                  <c:v>-203.468370016758</c:v>
                </c:pt>
                <c:pt idx="47">
                  <c:v>-205.092654548025</c:v>
                </c:pt>
                <c:pt idx="48">
                  <c:v>-174.369966342304</c:v>
                </c:pt>
                <c:pt idx="49">
                  <c:v>-181.57913934590999</c:v>
                </c:pt>
                <c:pt idx="50">
                  <c:v>-197.59219651711601</c:v>
                </c:pt>
                <c:pt idx="51">
                  <c:v>-194.533449395692</c:v>
                </c:pt>
                <c:pt idx="52">
                  <c:v>-178.700127790941</c:v>
                </c:pt>
                <c:pt idx="53">
                  <c:v>-176.16880810336599</c:v>
                </c:pt>
                <c:pt idx="54">
                  <c:v>-168.84305255432801</c:v>
                </c:pt>
                <c:pt idx="55">
                  <c:v>-142.60501923273699</c:v>
                </c:pt>
                <c:pt idx="56">
                  <c:v>-137.59043357532099</c:v>
                </c:pt>
                <c:pt idx="57">
                  <c:v>-132.31080305220999</c:v>
                </c:pt>
                <c:pt idx="58">
                  <c:v>-126.893707241679</c:v>
                </c:pt>
                <c:pt idx="59">
                  <c:v>-129.080379748014</c:v>
                </c:pt>
                <c:pt idx="60">
                  <c:v>-115.16467029237801</c:v>
                </c:pt>
                <c:pt idx="61">
                  <c:v>-111.080262547205</c:v>
                </c:pt>
                <c:pt idx="62">
                  <c:v>-91.027437984627895</c:v>
                </c:pt>
                <c:pt idx="63">
                  <c:v>-71.116488216445205</c:v>
                </c:pt>
                <c:pt idx="64">
                  <c:v>-72.977161005247595</c:v>
                </c:pt>
                <c:pt idx="65">
                  <c:v>-69.181840092116005</c:v>
                </c:pt>
                <c:pt idx="66">
                  <c:v>-50.973031259655897</c:v>
                </c:pt>
                <c:pt idx="67">
                  <c:v>-59.306945605365101</c:v>
                </c:pt>
                <c:pt idx="68">
                  <c:v>-71.106173279869196</c:v>
                </c:pt>
                <c:pt idx="69">
                  <c:v>-73.120839915715905</c:v>
                </c:pt>
                <c:pt idx="70">
                  <c:v>-50.686469617149399</c:v>
                </c:pt>
                <c:pt idx="71">
                  <c:v>-48.780316962717301</c:v>
                </c:pt>
                <c:pt idx="72">
                  <c:v>-38.211946497586197</c:v>
                </c:pt>
                <c:pt idx="73">
                  <c:v>-54.746653830162501</c:v>
                </c:pt>
                <c:pt idx="74">
                  <c:v>-55.918448112126796</c:v>
                </c:pt>
                <c:pt idx="75">
                  <c:v>-46.414185876603099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0288384"/>
        <c:axId val="120289920"/>
      </c:lineChart>
      <c:dateAx>
        <c:axId val="12028838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20289920"/>
        <c:crosses val="autoZero"/>
        <c:auto val="1"/>
        <c:lblOffset val="100"/>
        <c:baseTimeUnit val="months"/>
        <c:majorUnit val="12"/>
        <c:majorTimeUnit val="months"/>
      </c:dateAx>
      <c:valAx>
        <c:axId val="1202899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20288384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4170611711984455"/>
          <c:y val="0.90094906614934001"/>
          <c:w val="0.31658754249798393"/>
          <c:h val="9.905093385065996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Conventional</a:t>
            </a:r>
            <a:r>
              <a:rPr lang="en-US" baseline="0" dirty="0" smtClean="0"/>
              <a:t> Incentive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Sheet1!$A$2:$A$263</c:f>
              <c:numCache>
                <c:formatCode>m/d/yyyy</c:formatCode>
                <c:ptCount val="262"/>
                <c:pt idx="0">
                  <c:v>34335</c:v>
                </c:pt>
                <c:pt idx="1">
                  <c:v>34366</c:v>
                </c:pt>
                <c:pt idx="2">
                  <c:v>34394</c:v>
                </c:pt>
                <c:pt idx="3">
                  <c:v>34486</c:v>
                </c:pt>
                <c:pt idx="4">
                  <c:v>34516</c:v>
                </c:pt>
                <c:pt idx="5">
                  <c:v>34547</c:v>
                </c:pt>
                <c:pt idx="6">
                  <c:v>34578</c:v>
                </c:pt>
                <c:pt idx="7">
                  <c:v>34608</c:v>
                </c:pt>
                <c:pt idx="8">
                  <c:v>34639</c:v>
                </c:pt>
                <c:pt idx="9">
                  <c:v>34669</c:v>
                </c:pt>
                <c:pt idx="10">
                  <c:v>34700</c:v>
                </c:pt>
                <c:pt idx="11">
                  <c:v>34731</c:v>
                </c:pt>
                <c:pt idx="12">
                  <c:v>34759</c:v>
                </c:pt>
                <c:pt idx="13">
                  <c:v>34790</c:v>
                </c:pt>
                <c:pt idx="14">
                  <c:v>34820</c:v>
                </c:pt>
                <c:pt idx="15">
                  <c:v>34851</c:v>
                </c:pt>
                <c:pt idx="16">
                  <c:v>34881</c:v>
                </c:pt>
                <c:pt idx="17">
                  <c:v>34912</c:v>
                </c:pt>
                <c:pt idx="18">
                  <c:v>34943</c:v>
                </c:pt>
                <c:pt idx="19">
                  <c:v>34973</c:v>
                </c:pt>
                <c:pt idx="20">
                  <c:v>35004</c:v>
                </c:pt>
                <c:pt idx="21">
                  <c:v>35034</c:v>
                </c:pt>
                <c:pt idx="22">
                  <c:v>35065</c:v>
                </c:pt>
                <c:pt idx="23">
                  <c:v>35096</c:v>
                </c:pt>
                <c:pt idx="24">
                  <c:v>35125</c:v>
                </c:pt>
                <c:pt idx="25">
                  <c:v>35156</c:v>
                </c:pt>
                <c:pt idx="26">
                  <c:v>35186</c:v>
                </c:pt>
                <c:pt idx="27">
                  <c:v>35217</c:v>
                </c:pt>
                <c:pt idx="28">
                  <c:v>35247</c:v>
                </c:pt>
                <c:pt idx="29">
                  <c:v>35278</c:v>
                </c:pt>
                <c:pt idx="30">
                  <c:v>35309</c:v>
                </c:pt>
                <c:pt idx="31">
                  <c:v>35339</c:v>
                </c:pt>
                <c:pt idx="32">
                  <c:v>35370</c:v>
                </c:pt>
                <c:pt idx="33">
                  <c:v>35462</c:v>
                </c:pt>
                <c:pt idx="34">
                  <c:v>35490</c:v>
                </c:pt>
                <c:pt idx="35">
                  <c:v>35521</c:v>
                </c:pt>
                <c:pt idx="36">
                  <c:v>35551</c:v>
                </c:pt>
                <c:pt idx="37">
                  <c:v>35582</c:v>
                </c:pt>
                <c:pt idx="38">
                  <c:v>35612</c:v>
                </c:pt>
                <c:pt idx="39">
                  <c:v>35643</c:v>
                </c:pt>
                <c:pt idx="40">
                  <c:v>35674</c:v>
                </c:pt>
                <c:pt idx="41">
                  <c:v>35704</c:v>
                </c:pt>
                <c:pt idx="42">
                  <c:v>35735</c:v>
                </c:pt>
                <c:pt idx="43">
                  <c:v>35765</c:v>
                </c:pt>
                <c:pt idx="44">
                  <c:v>35796</c:v>
                </c:pt>
                <c:pt idx="45">
                  <c:v>35827</c:v>
                </c:pt>
                <c:pt idx="46">
                  <c:v>35855</c:v>
                </c:pt>
                <c:pt idx="47">
                  <c:v>35886</c:v>
                </c:pt>
                <c:pt idx="48">
                  <c:v>35916</c:v>
                </c:pt>
                <c:pt idx="49">
                  <c:v>35947</c:v>
                </c:pt>
                <c:pt idx="50">
                  <c:v>35977</c:v>
                </c:pt>
                <c:pt idx="51">
                  <c:v>36008</c:v>
                </c:pt>
                <c:pt idx="52">
                  <c:v>36039</c:v>
                </c:pt>
                <c:pt idx="53">
                  <c:v>36069</c:v>
                </c:pt>
                <c:pt idx="54">
                  <c:v>36100</c:v>
                </c:pt>
                <c:pt idx="55">
                  <c:v>36130</c:v>
                </c:pt>
                <c:pt idx="56">
                  <c:v>36161</c:v>
                </c:pt>
                <c:pt idx="57">
                  <c:v>36192</c:v>
                </c:pt>
                <c:pt idx="58">
                  <c:v>36220</c:v>
                </c:pt>
                <c:pt idx="59">
                  <c:v>36251</c:v>
                </c:pt>
                <c:pt idx="60">
                  <c:v>36281</c:v>
                </c:pt>
                <c:pt idx="61">
                  <c:v>36312</c:v>
                </c:pt>
                <c:pt idx="62">
                  <c:v>36342</c:v>
                </c:pt>
                <c:pt idx="63">
                  <c:v>36373</c:v>
                </c:pt>
                <c:pt idx="64">
                  <c:v>36404</c:v>
                </c:pt>
                <c:pt idx="65">
                  <c:v>36434</c:v>
                </c:pt>
                <c:pt idx="66">
                  <c:v>36465</c:v>
                </c:pt>
                <c:pt idx="67">
                  <c:v>36495</c:v>
                </c:pt>
                <c:pt idx="68">
                  <c:v>36526</c:v>
                </c:pt>
                <c:pt idx="69">
                  <c:v>36557</c:v>
                </c:pt>
                <c:pt idx="70">
                  <c:v>36586</c:v>
                </c:pt>
                <c:pt idx="71">
                  <c:v>36617</c:v>
                </c:pt>
                <c:pt idx="72">
                  <c:v>36647</c:v>
                </c:pt>
                <c:pt idx="73">
                  <c:v>36678</c:v>
                </c:pt>
                <c:pt idx="74">
                  <c:v>36708</c:v>
                </c:pt>
                <c:pt idx="75">
                  <c:v>36739</c:v>
                </c:pt>
                <c:pt idx="76">
                  <c:v>36770</c:v>
                </c:pt>
                <c:pt idx="77">
                  <c:v>36800</c:v>
                </c:pt>
                <c:pt idx="78">
                  <c:v>36831</c:v>
                </c:pt>
                <c:pt idx="79">
                  <c:v>36861</c:v>
                </c:pt>
                <c:pt idx="80">
                  <c:v>36892</c:v>
                </c:pt>
                <c:pt idx="81">
                  <c:v>36923</c:v>
                </c:pt>
                <c:pt idx="82">
                  <c:v>36951</c:v>
                </c:pt>
                <c:pt idx="83">
                  <c:v>36982</c:v>
                </c:pt>
                <c:pt idx="84">
                  <c:v>37012</c:v>
                </c:pt>
                <c:pt idx="85">
                  <c:v>37043</c:v>
                </c:pt>
                <c:pt idx="86">
                  <c:v>37073</c:v>
                </c:pt>
                <c:pt idx="87">
                  <c:v>37104</c:v>
                </c:pt>
                <c:pt idx="88">
                  <c:v>37135</c:v>
                </c:pt>
                <c:pt idx="89">
                  <c:v>37165</c:v>
                </c:pt>
                <c:pt idx="90">
                  <c:v>37196</c:v>
                </c:pt>
                <c:pt idx="91">
                  <c:v>37226</c:v>
                </c:pt>
                <c:pt idx="92">
                  <c:v>37257</c:v>
                </c:pt>
                <c:pt idx="93">
                  <c:v>37288</c:v>
                </c:pt>
                <c:pt idx="94">
                  <c:v>37316</c:v>
                </c:pt>
                <c:pt idx="95">
                  <c:v>37347</c:v>
                </c:pt>
                <c:pt idx="96">
                  <c:v>37377</c:v>
                </c:pt>
                <c:pt idx="97">
                  <c:v>37408</c:v>
                </c:pt>
                <c:pt idx="98">
                  <c:v>37438</c:v>
                </c:pt>
                <c:pt idx="99">
                  <c:v>37469</c:v>
                </c:pt>
                <c:pt idx="100">
                  <c:v>37500</c:v>
                </c:pt>
                <c:pt idx="101">
                  <c:v>37530</c:v>
                </c:pt>
                <c:pt idx="102">
                  <c:v>37561</c:v>
                </c:pt>
                <c:pt idx="103">
                  <c:v>37591</c:v>
                </c:pt>
                <c:pt idx="104">
                  <c:v>37622</c:v>
                </c:pt>
                <c:pt idx="105">
                  <c:v>37653</c:v>
                </c:pt>
                <c:pt idx="106">
                  <c:v>37681</c:v>
                </c:pt>
                <c:pt idx="107">
                  <c:v>37712</c:v>
                </c:pt>
                <c:pt idx="108">
                  <c:v>37742</c:v>
                </c:pt>
                <c:pt idx="109">
                  <c:v>37773</c:v>
                </c:pt>
                <c:pt idx="110">
                  <c:v>37803</c:v>
                </c:pt>
                <c:pt idx="111">
                  <c:v>37834</c:v>
                </c:pt>
                <c:pt idx="112">
                  <c:v>37865</c:v>
                </c:pt>
                <c:pt idx="113">
                  <c:v>37895</c:v>
                </c:pt>
                <c:pt idx="114">
                  <c:v>37926</c:v>
                </c:pt>
                <c:pt idx="115">
                  <c:v>37956</c:v>
                </c:pt>
                <c:pt idx="116">
                  <c:v>37987</c:v>
                </c:pt>
                <c:pt idx="117">
                  <c:v>38018</c:v>
                </c:pt>
                <c:pt idx="118">
                  <c:v>38047</c:v>
                </c:pt>
                <c:pt idx="119">
                  <c:v>38078</c:v>
                </c:pt>
                <c:pt idx="120">
                  <c:v>38108</c:v>
                </c:pt>
                <c:pt idx="121">
                  <c:v>38139</c:v>
                </c:pt>
                <c:pt idx="122">
                  <c:v>38169</c:v>
                </c:pt>
                <c:pt idx="123">
                  <c:v>38200</c:v>
                </c:pt>
                <c:pt idx="124">
                  <c:v>38231</c:v>
                </c:pt>
                <c:pt idx="125">
                  <c:v>38261</c:v>
                </c:pt>
                <c:pt idx="126">
                  <c:v>38292</c:v>
                </c:pt>
                <c:pt idx="127">
                  <c:v>38322</c:v>
                </c:pt>
                <c:pt idx="128">
                  <c:v>38353</c:v>
                </c:pt>
                <c:pt idx="129">
                  <c:v>38384</c:v>
                </c:pt>
                <c:pt idx="130">
                  <c:v>38412</c:v>
                </c:pt>
                <c:pt idx="131">
                  <c:v>38443</c:v>
                </c:pt>
                <c:pt idx="132">
                  <c:v>38473</c:v>
                </c:pt>
                <c:pt idx="133">
                  <c:v>38504</c:v>
                </c:pt>
                <c:pt idx="134">
                  <c:v>38534</c:v>
                </c:pt>
                <c:pt idx="135">
                  <c:v>38565</c:v>
                </c:pt>
                <c:pt idx="136">
                  <c:v>38596</c:v>
                </c:pt>
                <c:pt idx="137">
                  <c:v>38626</c:v>
                </c:pt>
                <c:pt idx="138">
                  <c:v>38657</c:v>
                </c:pt>
                <c:pt idx="139">
                  <c:v>38687</c:v>
                </c:pt>
                <c:pt idx="140">
                  <c:v>38718</c:v>
                </c:pt>
                <c:pt idx="141">
                  <c:v>38749</c:v>
                </c:pt>
                <c:pt idx="142">
                  <c:v>38777</c:v>
                </c:pt>
                <c:pt idx="143">
                  <c:v>38808</c:v>
                </c:pt>
                <c:pt idx="144">
                  <c:v>38838</c:v>
                </c:pt>
                <c:pt idx="145">
                  <c:v>38869</c:v>
                </c:pt>
                <c:pt idx="146">
                  <c:v>38899</c:v>
                </c:pt>
                <c:pt idx="147">
                  <c:v>38930</c:v>
                </c:pt>
                <c:pt idx="148">
                  <c:v>38961</c:v>
                </c:pt>
                <c:pt idx="149">
                  <c:v>38991</c:v>
                </c:pt>
                <c:pt idx="150">
                  <c:v>39022</c:v>
                </c:pt>
                <c:pt idx="151">
                  <c:v>39052</c:v>
                </c:pt>
                <c:pt idx="152">
                  <c:v>39083</c:v>
                </c:pt>
                <c:pt idx="153">
                  <c:v>39114</c:v>
                </c:pt>
                <c:pt idx="154">
                  <c:v>39142</c:v>
                </c:pt>
                <c:pt idx="155">
                  <c:v>39173</c:v>
                </c:pt>
                <c:pt idx="156">
                  <c:v>39203</c:v>
                </c:pt>
                <c:pt idx="157">
                  <c:v>39234</c:v>
                </c:pt>
                <c:pt idx="158">
                  <c:v>39264</c:v>
                </c:pt>
                <c:pt idx="159">
                  <c:v>39295</c:v>
                </c:pt>
                <c:pt idx="160">
                  <c:v>39326</c:v>
                </c:pt>
                <c:pt idx="161">
                  <c:v>39356</c:v>
                </c:pt>
                <c:pt idx="162">
                  <c:v>39387</c:v>
                </c:pt>
                <c:pt idx="163">
                  <c:v>39417</c:v>
                </c:pt>
                <c:pt idx="164">
                  <c:v>39448</c:v>
                </c:pt>
                <c:pt idx="165">
                  <c:v>39479</c:v>
                </c:pt>
                <c:pt idx="166">
                  <c:v>39508</c:v>
                </c:pt>
                <c:pt idx="167">
                  <c:v>39539</c:v>
                </c:pt>
                <c:pt idx="168">
                  <c:v>39569</c:v>
                </c:pt>
                <c:pt idx="169">
                  <c:v>39600</c:v>
                </c:pt>
                <c:pt idx="170">
                  <c:v>39630</c:v>
                </c:pt>
                <c:pt idx="171">
                  <c:v>39661</c:v>
                </c:pt>
                <c:pt idx="172">
                  <c:v>39692</c:v>
                </c:pt>
                <c:pt idx="173">
                  <c:v>39722</c:v>
                </c:pt>
                <c:pt idx="174">
                  <c:v>39753</c:v>
                </c:pt>
                <c:pt idx="175">
                  <c:v>39783</c:v>
                </c:pt>
                <c:pt idx="176">
                  <c:v>39814</c:v>
                </c:pt>
                <c:pt idx="177">
                  <c:v>39845</c:v>
                </c:pt>
                <c:pt idx="178">
                  <c:v>39873</c:v>
                </c:pt>
                <c:pt idx="179">
                  <c:v>39904</c:v>
                </c:pt>
                <c:pt idx="180">
                  <c:v>39934</c:v>
                </c:pt>
                <c:pt idx="181">
                  <c:v>39965</c:v>
                </c:pt>
                <c:pt idx="182">
                  <c:v>39995</c:v>
                </c:pt>
                <c:pt idx="183">
                  <c:v>40026</c:v>
                </c:pt>
                <c:pt idx="184">
                  <c:v>40057</c:v>
                </c:pt>
                <c:pt idx="185">
                  <c:v>40087</c:v>
                </c:pt>
                <c:pt idx="186">
                  <c:v>40118</c:v>
                </c:pt>
                <c:pt idx="187">
                  <c:v>40148</c:v>
                </c:pt>
                <c:pt idx="188">
                  <c:v>40179</c:v>
                </c:pt>
                <c:pt idx="189">
                  <c:v>40210</c:v>
                </c:pt>
                <c:pt idx="190">
                  <c:v>40238</c:v>
                </c:pt>
                <c:pt idx="191">
                  <c:v>40269</c:v>
                </c:pt>
                <c:pt idx="192">
                  <c:v>40299</c:v>
                </c:pt>
                <c:pt idx="193">
                  <c:v>40330</c:v>
                </c:pt>
                <c:pt idx="194">
                  <c:v>40360</c:v>
                </c:pt>
                <c:pt idx="195">
                  <c:v>40391</c:v>
                </c:pt>
                <c:pt idx="196">
                  <c:v>40422</c:v>
                </c:pt>
                <c:pt idx="197">
                  <c:v>40452</c:v>
                </c:pt>
                <c:pt idx="198">
                  <c:v>40483</c:v>
                </c:pt>
                <c:pt idx="199">
                  <c:v>40513</c:v>
                </c:pt>
                <c:pt idx="200">
                  <c:v>40544</c:v>
                </c:pt>
                <c:pt idx="201">
                  <c:v>40575</c:v>
                </c:pt>
                <c:pt idx="202">
                  <c:v>40603</c:v>
                </c:pt>
                <c:pt idx="203">
                  <c:v>40634</c:v>
                </c:pt>
                <c:pt idx="204">
                  <c:v>40664</c:v>
                </c:pt>
                <c:pt idx="205">
                  <c:v>40695</c:v>
                </c:pt>
                <c:pt idx="206">
                  <c:v>40725</c:v>
                </c:pt>
                <c:pt idx="207">
                  <c:v>40756</c:v>
                </c:pt>
                <c:pt idx="208">
                  <c:v>40787</c:v>
                </c:pt>
                <c:pt idx="209">
                  <c:v>40817</c:v>
                </c:pt>
                <c:pt idx="210">
                  <c:v>40848</c:v>
                </c:pt>
                <c:pt idx="211">
                  <c:v>40878</c:v>
                </c:pt>
                <c:pt idx="212">
                  <c:v>40909</c:v>
                </c:pt>
                <c:pt idx="213">
                  <c:v>40940</c:v>
                </c:pt>
                <c:pt idx="214">
                  <c:v>40969</c:v>
                </c:pt>
                <c:pt idx="215">
                  <c:v>41000</c:v>
                </c:pt>
                <c:pt idx="216">
                  <c:v>41030</c:v>
                </c:pt>
                <c:pt idx="217">
                  <c:v>41061</c:v>
                </c:pt>
                <c:pt idx="218">
                  <c:v>41091</c:v>
                </c:pt>
                <c:pt idx="219">
                  <c:v>41122</c:v>
                </c:pt>
                <c:pt idx="220">
                  <c:v>41153</c:v>
                </c:pt>
                <c:pt idx="221">
                  <c:v>41183</c:v>
                </c:pt>
                <c:pt idx="222">
                  <c:v>41214</c:v>
                </c:pt>
                <c:pt idx="223">
                  <c:v>41244</c:v>
                </c:pt>
                <c:pt idx="224">
                  <c:v>41275</c:v>
                </c:pt>
                <c:pt idx="225">
                  <c:v>41306</c:v>
                </c:pt>
                <c:pt idx="226">
                  <c:v>41334</c:v>
                </c:pt>
                <c:pt idx="227">
                  <c:v>41365</c:v>
                </c:pt>
                <c:pt idx="228">
                  <c:v>41395</c:v>
                </c:pt>
                <c:pt idx="229">
                  <c:v>41426</c:v>
                </c:pt>
                <c:pt idx="230">
                  <c:v>41456</c:v>
                </c:pt>
                <c:pt idx="231">
                  <c:v>41487</c:v>
                </c:pt>
                <c:pt idx="232">
                  <c:v>41518</c:v>
                </c:pt>
                <c:pt idx="233">
                  <c:v>41548</c:v>
                </c:pt>
                <c:pt idx="234">
                  <c:v>41579</c:v>
                </c:pt>
                <c:pt idx="235">
                  <c:v>41609</c:v>
                </c:pt>
                <c:pt idx="236">
                  <c:v>41640</c:v>
                </c:pt>
                <c:pt idx="237">
                  <c:v>41671</c:v>
                </c:pt>
                <c:pt idx="238">
                  <c:v>41699</c:v>
                </c:pt>
                <c:pt idx="239">
                  <c:v>41730</c:v>
                </c:pt>
                <c:pt idx="240">
                  <c:v>41760</c:v>
                </c:pt>
                <c:pt idx="241">
                  <c:v>41791</c:v>
                </c:pt>
                <c:pt idx="242">
                  <c:v>41821</c:v>
                </c:pt>
                <c:pt idx="243">
                  <c:v>41852</c:v>
                </c:pt>
                <c:pt idx="244">
                  <c:v>41883</c:v>
                </c:pt>
                <c:pt idx="245">
                  <c:v>41913</c:v>
                </c:pt>
                <c:pt idx="246">
                  <c:v>41944</c:v>
                </c:pt>
                <c:pt idx="247">
                  <c:v>41974</c:v>
                </c:pt>
                <c:pt idx="248">
                  <c:v>42005</c:v>
                </c:pt>
                <c:pt idx="249">
                  <c:v>42036</c:v>
                </c:pt>
                <c:pt idx="250">
                  <c:v>42064</c:v>
                </c:pt>
                <c:pt idx="251">
                  <c:v>42095</c:v>
                </c:pt>
                <c:pt idx="252">
                  <c:v>42125</c:v>
                </c:pt>
                <c:pt idx="253">
                  <c:v>42156</c:v>
                </c:pt>
                <c:pt idx="254">
                  <c:v>42186</c:v>
                </c:pt>
                <c:pt idx="255">
                  <c:v>42217</c:v>
                </c:pt>
                <c:pt idx="256">
                  <c:v>42248</c:v>
                </c:pt>
                <c:pt idx="257">
                  <c:v>42278</c:v>
                </c:pt>
                <c:pt idx="258">
                  <c:v>42309</c:v>
                </c:pt>
                <c:pt idx="259">
                  <c:v>42339</c:v>
                </c:pt>
                <c:pt idx="260">
                  <c:v>42370</c:v>
                </c:pt>
                <c:pt idx="261">
                  <c:v>42401</c:v>
                </c:pt>
              </c:numCache>
            </c:numRef>
          </c:cat>
          <c:val>
            <c:numRef>
              <c:f>Sheet1!$B$2:$B$263</c:f>
              <c:numCache>
                <c:formatCode>General</c:formatCode>
                <c:ptCount val="262"/>
                <c:pt idx="0">
                  <c:v>-16.4077033335541</c:v>
                </c:pt>
                <c:pt idx="1">
                  <c:v>87.428239000221097</c:v>
                </c:pt>
                <c:pt idx="2">
                  <c:v>71.277345340520398</c:v>
                </c:pt>
                <c:pt idx="3">
                  <c:v>-103.462737757575</c:v>
                </c:pt>
                <c:pt idx="4">
                  <c:v>-66.475650664200003</c:v>
                </c:pt>
                <c:pt idx="5">
                  <c:v>-86.049271941226394</c:v>
                </c:pt>
                <c:pt idx="6">
                  <c:v>-73.2116847077735</c:v>
                </c:pt>
                <c:pt idx="7">
                  <c:v>-84.823510757846904</c:v>
                </c:pt>
                <c:pt idx="8">
                  <c:v>-112.361274536153</c:v>
                </c:pt>
                <c:pt idx="9">
                  <c:v>-136.85141670150799</c:v>
                </c:pt>
                <c:pt idx="10">
                  <c:v>-138.30075947822999</c:v>
                </c:pt>
                <c:pt idx="11">
                  <c:v>-132.65991709818101</c:v>
                </c:pt>
                <c:pt idx="12">
                  <c:v>-100.635081868333</c:v>
                </c:pt>
                <c:pt idx="13">
                  <c:v>-61.113693093077401</c:v>
                </c:pt>
                <c:pt idx="14">
                  <c:v>-47.333085285577198</c:v>
                </c:pt>
                <c:pt idx="15">
                  <c:v>-7.7088885297184699</c:v>
                </c:pt>
                <c:pt idx="16">
                  <c:v>33.319484450286602</c:v>
                </c:pt>
                <c:pt idx="17">
                  <c:v>30.002933229197399</c:v>
                </c:pt>
                <c:pt idx="18">
                  <c:v>4.5834677338715304</c:v>
                </c:pt>
                <c:pt idx="19">
                  <c:v>28.105361177696501</c:v>
                </c:pt>
                <c:pt idx="20">
                  <c:v>39.234684892137402</c:v>
                </c:pt>
                <c:pt idx="21">
                  <c:v>50.194496495304499</c:v>
                </c:pt>
                <c:pt idx="22">
                  <c:v>70.641061628701095</c:v>
                </c:pt>
                <c:pt idx="23">
                  <c:v>83.722270084232093</c:v>
                </c:pt>
                <c:pt idx="24">
                  <c:v>70.985568297597496</c:v>
                </c:pt>
                <c:pt idx="25">
                  <c:v>14.30987428369</c:v>
                </c:pt>
                <c:pt idx="26">
                  <c:v>-13.5112224795777</c:v>
                </c:pt>
                <c:pt idx="27">
                  <c:v>-27.8294620854759</c:v>
                </c:pt>
                <c:pt idx="28">
                  <c:v>-51.6390714075959</c:v>
                </c:pt>
                <c:pt idx="29">
                  <c:v>-44.819420675604903</c:v>
                </c:pt>
                <c:pt idx="30">
                  <c:v>-18.209855026976701</c:v>
                </c:pt>
                <c:pt idx="31">
                  <c:v>-40.162320121385001</c:v>
                </c:pt>
                <c:pt idx="32">
                  <c:v>-6.00594662376814</c:v>
                </c:pt>
                <c:pt idx="33">
                  <c:v>-10.515572837206999</c:v>
                </c:pt>
                <c:pt idx="34">
                  <c:v>19.204501399972401</c:v>
                </c:pt>
                <c:pt idx="35">
                  <c:v>-6.8514061903483201</c:v>
                </c:pt>
                <c:pt idx="36">
                  <c:v>-30.692901067573601</c:v>
                </c:pt>
                <c:pt idx="37">
                  <c:v>-9.0652760272758393</c:v>
                </c:pt>
                <c:pt idx="38">
                  <c:v>15.7599992334902</c:v>
                </c:pt>
                <c:pt idx="39">
                  <c:v>36.506498025022999</c:v>
                </c:pt>
                <c:pt idx="40">
                  <c:v>33.555500237645397</c:v>
                </c:pt>
                <c:pt idx="41">
                  <c:v>41.657292602479203</c:v>
                </c:pt>
                <c:pt idx="42">
                  <c:v>53.966108030047799</c:v>
                </c:pt>
                <c:pt idx="43">
                  <c:v>61.737136670805697</c:v>
                </c:pt>
                <c:pt idx="44">
                  <c:v>69.5271048427458</c:v>
                </c:pt>
                <c:pt idx="45">
                  <c:v>89.299880703299095</c:v>
                </c:pt>
                <c:pt idx="46">
                  <c:v>86.282475516937197</c:v>
                </c:pt>
                <c:pt idx="47">
                  <c:v>75.681397509607606</c:v>
                </c:pt>
                <c:pt idx="48">
                  <c:v>71.671792390953399</c:v>
                </c:pt>
                <c:pt idx="49">
                  <c:v>71.202140692255298</c:v>
                </c:pt>
                <c:pt idx="50">
                  <c:v>82.043912700650594</c:v>
                </c:pt>
                <c:pt idx="51">
                  <c:v>81.725536602393504</c:v>
                </c:pt>
                <c:pt idx="52">
                  <c:v>81.798434324058405</c:v>
                </c:pt>
                <c:pt idx="53">
                  <c:v>102.500335389035</c:v>
                </c:pt>
                <c:pt idx="54">
                  <c:v>101.198588612072</c:v>
                </c:pt>
                <c:pt idx="55">
                  <c:v>81.498388431008294</c:v>
                </c:pt>
                <c:pt idx="56">
                  <c:v>88.632320752646194</c:v>
                </c:pt>
                <c:pt idx="57">
                  <c:v>80.980930754633604</c:v>
                </c:pt>
                <c:pt idx="58">
                  <c:v>73.553652634209499</c:v>
                </c:pt>
                <c:pt idx="59">
                  <c:v>49.6684553935089</c:v>
                </c:pt>
                <c:pt idx="60">
                  <c:v>57.408066013001097</c:v>
                </c:pt>
                <c:pt idx="61">
                  <c:v>31.8642327381901</c:v>
                </c:pt>
                <c:pt idx="62">
                  <c:v>-10.2380505653603</c:v>
                </c:pt>
                <c:pt idx="63">
                  <c:v>-19.191478069947699</c:v>
                </c:pt>
                <c:pt idx="64">
                  <c:v>-50.191017084799597</c:v>
                </c:pt>
                <c:pt idx="65">
                  <c:v>-34.701283893554702</c:v>
                </c:pt>
                <c:pt idx="66">
                  <c:v>-43.644437799152698</c:v>
                </c:pt>
                <c:pt idx="67">
                  <c:v>-27.6138362516248</c:v>
                </c:pt>
                <c:pt idx="68">
                  <c:v>-44.340417407094499</c:v>
                </c:pt>
                <c:pt idx="69">
                  <c:v>-72.957060367255295</c:v>
                </c:pt>
                <c:pt idx="70">
                  <c:v>-83.008339471642003</c:v>
                </c:pt>
                <c:pt idx="71">
                  <c:v>-73.533882732341894</c:v>
                </c:pt>
                <c:pt idx="72">
                  <c:v>-63.575865418382698</c:v>
                </c:pt>
                <c:pt idx="73">
                  <c:v>-99.091235676799599</c:v>
                </c:pt>
                <c:pt idx="74">
                  <c:v>-73.200816190475706</c:v>
                </c:pt>
                <c:pt idx="75">
                  <c:v>-57.038128708563399</c:v>
                </c:pt>
                <c:pt idx="76">
                  <c:v>-42.736309970196402</c:v>
                </c:pt>
                <c:pt idx="77">
                  <c:v>-30.6781275776627</c:v>
                </c:pt>
                <c:pt idx="78">
                  <c:v>-18.152124875879299</c:v>
                </c:pt>
                <c:pt idx="79">
                  <c:v>-8.2315621683626201</c:v>
                </c:pt>
                <c:pt idx="80">
                  <c:v>32.027417005507601</c:v>
                </c:pt>
                <c:pt idx="81">
                  <c:v>62.909162979580799</c:v>
                </c:pt>
                <c:pt idx="82">
                  <c:v>59.511688953841798</c:v>
                </c:pt>
                <c:pt idx="83">
                  <c:v>68.440215839555407</c:v>
                </c:pt>
                <c:pt idx="84">
                  <c:v>54.2156438154271</c:v>
                </c:pt>
                <c:pt idx="85">
                  <c:v>41.9853035121319</c:v>
                </c:pt>
                <c:pt idx="86">
                  <c:v>40.841504606211601</c:v>
                </c:pt>
                <c:pt idx="87">
                  <c:v>42.3322094241176</c:v>
                </c:pt>
                <c:pt idx="88">
                  <c:v>58.691597550613501</c:v>
                </c:pt>
                <c:pt idx="89">
                  <c:v>70.493892222259305</c:v>
                </c:pt>
                <c:pt idx="90">
                  <c:v>89.787320849394305</c:v>
                </c:pt>
                <c:pt idx="91">
                  <c:v>83.915086209276396</c:v>
                </c:pt>
                <c:pt idx="92">
                  <c:v>40.403540956262198</c:v>
                </c:pt>
                <c:pt idx="93">
                  <c:v>43.182643993367599</c:v>
                </c:pt>
                <c:pt idx="94">
                  <c:v>57.851966716358397</c:v>
                </c:pt>
                <c:pt idx="95">
                  <c:v>32.6467285958255</c:v>
                </c:pt>
                <c:pt idx="96">
                  <c:v>38.2728977036179</c:v>
                </c:pt>
                <c:pt idx="97">
                  <c:v>55.030307979908201</c:v>
                </c:pt>
                <c:pt idx="98">
                  <c:v>72.505637049256904</c:v>
                </c:pt>
                <c:pt idx="99">
                  <c:v>88.905020322615698</c:v>
                </c:pt>
                <c:pt idx="100">
                  <c:v>104.20961712146</c:v>
                </c:pt>
                <c:pt idx="101">
                  <c:v>121.564436858909</c:v>
                </c:pt>
                <c:pt idx="102">
                  <c:v>116.79196803926099</c:v>
                </c:pt>
                <c:pt idx="103">
                  <c:v>117.334958094513</c:v>
                </c:pt>
                <c:pt idx="104">
                  <c:v>113.533712318623</c:v>
                </c:pt>
                <c:pt idx="105">
                  <c:v>121.989569293345</c:v>
                </c:pt>
                <c:pt idx="106">
                  <c:v>124.647730881247</c:v>
                </c:pt>
                <c:pt idx="107">
                  <c:v>129.57205022735101</c:v>
                </c:pt>
                <c:pt idx="108">
                  <c:v>117.997795646399</c:v>
                </c:pt>
                <c:pt idx="109">
                  <c:v>133.452895317794</c:v>
                </c:pt>
                <c:pt idx="110">
                  <c:v>155.803499514029</c:v>
                </c:pt>
                <c:pt idx="111">
                  <c:v>99.370428321488703</c:v>
                </c:pt>
                <c:pt idx="112">
                  <c:v>25.8816942729093</c:v>
                </c:pt>
                <c:pt idx="113">
                  <c:v>36.051575711412298</c:v>
                </c:pt>
                <c:pt idx="114">
                  <c:v>48.893189528514498</c:v>
                </c:pt>
                <c:pt idx="115">
                  <c:v>47.558282686150697</c:v>
                </c:pt>
                <c:pt idx="116">
                  <c:v>49.266356280284903</c:v>
                </c:pt>
                <c:pt idx="117">
                  <c:v>64.485664050076593</c:v>
                </c:pt>
                <c:pt idx="118">
                  <c:v>70.328111996417903</c:v>
                </c:pt>
                <c:pt idx="119">
                  <c:v>85.322218342166806</c:v>
                </c:pt>
                <c:pt idx="120">
                  <c:v>37.434115326906699</c:v>
                </c:pt>
                <c:pt idx="121">
                  <c:v>-1.95875488872107</c:v>
                </c:pt>
                <c:pt idx="122">
                  <c:v>-3.1357661450124699</c:v>
                </c:pt>
                <c:pt idx="123">
                  <c:v>21.959764118961999</c:v>
                </c:pt>
                <c:pt idx="124">
                  <c:v>34.608798679175997</c:v>
                </c:pt>
                <c:pt idx="125">
                  <c:v>43.852104860781502</c:v>
                </c:pt>
                <c:pt idx="126">
                  <c:v>48.408860624759797</c:v>
                </c:pt>
                <c:pt idx="127">
                  <c:v>47.211829120443603</c:v>
                </c:pt>
                <c:pt idx="128">
                  <c:v>43.781719162844396</c:v>
                </c:pt>
                <c:pt idx="129">
                  <c:v>46.160062944955797</c:v>
                </c:pt>
                <c:pt idx="130">
                  <c:v>51.881992528927803</c:v>
                </c:pt>
                <c:pt idx="131">
                  <c:v>22.2613567922599</c:v>
                </c:pt>
                <c:pt idx="132">
                  <c:v>29.7118722265439</c:v>
                </c:pt>
                <c:pt idx="133">
                  <c:v>43.076631509568998</c:v>
                </c:pt>
                <c:pt idx="134">
                  <c:v>56.644277147880203</c:v>
                </c:pt>
                <c:pt idx="135">
                  <c:v>45.655295602089097</c:v>
                </c:pt>
                <c:pt idx="136">
                  <c:v>33.238301562251102</c:v>
                </c:pt>
                <c:pt idx="137">
                  <c:v>31.355046295817399</c:v>
                </c:pt>
                <c:pt idx="138">
                  <c:v>3.9801042435941998</c:v>
                </c:pt>
                <c:pt idx="139">
                  <c:v>-22.360165361049301</c:v>
                </c:pt>
                <c:pt idx="140">
                  <c:v>-18.7220013701711</c:v>
                </c:pt>
                <c:pt idx="141">
                  <c:v>-4.8089666139557004</c:v>
                </c:pt>
                <c:pt idx="142">
                  <c:v>-15.762663294019401</c:v>
                </c:pt>
                <c:pt idx="143">
                  <c:v>-23.828077702867699</c:v>
                </c:pt>
                <c:pt idx="144">
                  <c:v>-40.955372448905898</c:v>
                </c:pt>
                <c:pt idx="145">
                  <c:v>-48.360283383088699</c:v>
                </c:pt>
                <c:pt idx="146">
                  <c:v>-55.236479386350901</c:v>
                </c:pt>
                <c:pt idx="147">
                  <c:v>-61.166366262258897</c:v>
                </c:pt>
                <c:pt idx="148">
                  <c:v>-32.970487190367102</c:v>
                </c:pt>
                <c:pt idx="149">
                  <c:v>-21.6735573117606</c:v>
                </c:pt>
                <c:pt idx="150">
                  <c:v>-15.6726972615552</c:v>
                </c:pt>
                <c:pt idx="151">
                  <c:v>-4.7787117808233797</c:v>
                </c:pt>
                <c:pt idx="152">
                  <c:v>7.6926003519994897</c:v>
                </c:pt>
                <c:pt idx="153">
                  <c:v>-2.13841230906062</c:v>
                </c:pt>
                <c:pt idx="154">
                  <c:v>-2.25831026140155</c:v>
                </c:pt>
                <c:pt idx="155">
                  <c:v>6.9606414732905302</c:v>
                </c:pt>
                <c:pt idx="156">
                  <c:v>3.6070488924826898</c:v>
                </c:pt>
                <c:pt idx="157">
                  <c:v>-3.9600264673618701</c:v>
                </c:pt>
                <c:pt idx="158">
                  <c:v>-42.589137425097597</c:v>
                </c:pt>
                <c:pt idx="159">
                  <c:v>-45.677195093323199</c:v>
                </c:pt>
                <c:pt idx="160">
                  <c:v>-32.140555988920802</c:v>
                </c:pt>
                <c:pt idx="161">
                  <c:v>-14.442540748305801</c:v>
                </c:pt>
                <c:pt idx="162">
                  <c:v>-9.66173864014646</c:v>
                </c:pt>
                <c:pt idx="163">
                  <c:v>7.0024135577248803</c:v>
                </c:pt>
                <c:pt idx="164">
                  <c:v>17.529088055110801</c:v>
                </c:pt>
                <c:pt idx="165">
                  <c:v>51.296566684557099</c:v>
                </c:pt>
                <c:pt idx="166">
                  <c:v>29.2785470858942</c:v>
                </c:pt>
                <c:pt idx="167">
                  <c:v>22.715108134434299</c:v>
                </c:pt>
                <c:pt idx="168">
                  <c:v>25.776018550991399</c:v>
                </c:pt>
                <c:pt idx="169">
                  <c:v>14.6250812184879</c:v>
                </c:pt>
                <c:pt idx="170">
                  <c:v>-18.724956615873399</c:v>
                </c:pt>
                <c:pt idx="171">
                  <c:v>-28.884888345353001</c:v>
                </c:pt>
                <c:pt idx="172">
                  <c:v>-35.371236499818302</c:v>
                </c:pt>
                <c:pt idx="173">
                  <c:v>8.67675578880581</c:v>
                </c:pt>
                <c:pt idx="174">
                  <c:v>-6.5053988504723401</c:v>
                </c:pt>
                <c:pt idx="175">
                  <c:v>2.2014533370415399</c:v>
                </c:pt>
                <c:pt idx="176">
                  <c:v>81.742998868807604</c:v>
                </c:pt>
                <c:pt idx="177">
                  <c:v>106.099103768715</c:v>
                </c:pt>
                <c:pt idx="178">
                  <c:v>94.344048597244594</c:v>
                </c:pt>
                <c:pt idx="179">
                  <c:v>103.043518346041</c:v>
                </c:pt>
                <c:pt idx="180">
                  <c:v>118.811783289959</c:v>
                </c:pt>
                <c:pt idx="181">
                  <c:v>110.759447752581</c:v>
                </c:pt>
                <c:pt idx="182">
                  <c:v>49.318461669328698</c:v>
                </c:pt>
                <c:pt idx="183">
                  <c:v>65.761988060439904</c:v>
                </c:pt>
                <c:pt idx="184">
                  <c:v>66.554905846379896</c:v>
                </c:pt>
                <c:pt idx="185">
                  <c:v>80.544974518845706</c:v>
                </c:pt>
                <c:pt idx="186">
                  <c:v>86.680970863359704</c:v>
                </c:pt>
                <c:pt idx="187">
                  <c:v>93.195206003955093</c:v>
                </c:pt>
                <c:pt idx="188">
                  <c:v>85.645880029264404</c:v>
                </c:pt>
                <c:pt idx="189">
                  <c:v>74.520515839913401</c:v>
                </c:pt>
                <c:pt idx="190">
                  <c:v>73.602806550716906</c:v>
                </c:pt>
                <c:pt idx="191">
                  <c:v>72.460383501074602</c:v>
                </c:pt>
                <c:pt idx="192">
                  <c:v>60.7368996799173</c:v>
                </c:pt>
                <c:pt idx="193">
                  <c:v>79.839703983789093</c:v>
                </c:pt>
                <c:pt idx="194">
                  <c:v>96.116082867699404</c:v>
                </c:pt>
                <c:pt idx="195">
                  <c:v>109.741062578091</c:v>
                </c:pt>
                <c:pt idx="196">
                  <c:v>121.428856159893</c:v>
                </c:pt>
                <c:pt idx="197">
                  <c:v>126.86485198711701</c:v>
                </c:pt>
                <c:pt idx="198">
                  <c:v>134.64438157942399</c:v>
                </c:pt>
                <c:pt idx="199">
                  <c:v>123.811589035273</c:v>
                </c:pt>
                <c:pt idx="200">
                  <c:v>81.018294997043498</c:v>
                </c:pt>
                <c:pt idx="201">
                  <c:v>72.498845966585407</c:v>
                </c:pt>
                <c:pt idx="202">
                  <c:v>51.5277629027863</c:v>
                </c:pt>
                <c:pt idx="203">
                  <c:v>62.366092186780897</c:v>
                </c:pt>
                <c:pt idx="204">
                  <c:v>61.914272603283202</c:v>
                </c:pt>
                <c:pt idx="205">
                  <c:v>80.9460474476423</c:v>
                </c:pt>
                <c:pt idx="206">
                  <c:v>93.0234851902147</c:v>
                </c:pt>
                <c:pt idx="207">
                  <c:v>88.436742728258494</c:v>
                </c:pt>
                <c:pt idx="208">
                  <c:v>116.058008309774</c:v>
                </c:pt>
                <c:pt idx="209">
                  <c:v>133.505001279666</c:v>
                </c:pt>
                <c:pt idx="210">
                  <c:v>130.42932608830799</c:v>
                </c:pt>
                <c:pt idx="211">
                  <c:v>138.62682934630701</c:v>
                </c:pt>
                <c:pt idx="212">
                  <c:v>141.38287328964901</c:v>
                </c:pt>
                <c:pt idx="213">
                  <c:v>142.02047477852301</c:v>
                </c:pt>
                <c:pt idx="214">
                  <c:v>140.14779394335801</c:v>
                </c:pt>
                <c:pt idx="215">
                  <c:v>132.303165977681</c:v>
                </c:pt>
                <c:pt idx="216">
                  <c:v>138.17243434819</c:v>
                </c:pt>
                <c:pt idx="217">
                  <c:v>147.43817150606199</c:v>
                </c:pt>
                <c:pt idx="218">
                  <c:v>158.467952595936</c:v>
                </c:pt>
                <c:pt idx="219">
                  <c:v>168.576457416902</c:v>
                </c:pt>
                <c:pt idx="220">
                  <c:v>162.77954020476699</c:v>
                </c:pt>
                <c:pt idx="221">
                  <c:v>170.72171678166399</c:v>
                </c:pt>
                <c:pt idx="222">
                  <c:v>176.50896154978099</c:v>
                </c:pt>
                <c:pt idx="223">
                  <c:v>174.540307179102</c:v>
                </c:pt>
                <c:pt idx="224">
                  <c:v>172.55886595285401</c:v>
                </c:pt>
                <c:pt idx="225">
                  <c:v>161.73704000984301</c:v>
                </c:pt>
                <c:pt idx="226">
                  <c:v>143.279626186955</c:v>
                </c:pt>
                <c:pt idx="227">
                  <c:v>136.45841635877699</c:v>
                </c:pt>
                <c:pt idx="228">
                  <c:v>144.548471335192</c:v>
                </c:pt>
                <c:pt idx="229">
                  <c:v>134.13611028948901</c:v>
                </c:pt>
                <c:pt idx="230">
                  <c:v>75.892824502367901</c:v>
                </c:pt>
                <c:pt idx="231">
                  <c:v>42.077713759528699</c:v>
                </c:pt>
                <c:pt idx="232">
                  <c:v>29.670641917016699</c:v>
                </c:pt>
                <c:pt idx="233">
                  <c:v>25.985154993762801</c:v>
                </c:pt>
                <c:pt idx="234">
                  <c:v>54.577944742444899</c:v>
                </c:pt>
                <c:pt idx="235">
                  <c:v>44.721464821635799</c:v>
                </c:pt>
                <c:pt idx="236">
                  <c:v>25.2259215480641</c:v>
                </c:pt>
                <c:pt idx="237">
                  <c:v>25.128449219056101</c:v>
                </c:pt>
                <c:pt idx="238">
                  <c:v>37.867007300124698</c:v>
                </c:pt>
                <c:pt idx="239">
                  <c:v>36.154222453592503</c:v>
                </c:pt>
                <c:pt idx="240">
                  <c:v>36.818243646413997</c:v>
                </c:pt>
                <c:pt idx="241">
                  <c:v>55.155180787509302</c:v>
                </c:pt>
                <c:pt idx="242">
                  <c:v>56.4134660892352</c:v>
                </c:pt>
                <c:pt idx="243">
                  <c:v>57.542700875233898</c:v>
                </c:pt>
                <c:pt idx="244">
                  <c:v>58.698074776554101</c:v>
                </c:pt>
                <c:pt idx="245">
                  <c:v>54.621022052478999</c:v>
                </c:pt>
                <c:pt idx="246">
                  <c:v>66.526670395745398</c:v>
                </c:pt>
                <c:pt idx="247">
                  <c:v>68.796895259797097</c:v>
                </c:pt>
                <c:pt idx="248">
                  <c:v>82.231961739500804</c:v>
                </c:pt>
                <c:pt idx="249">
                  <c:v>99.262311456176604</c:v>
                </c:pt>
                <c:pt idx="250">
                  <c:v>94.454453716012296</c:v>
                </c:pt>
                <c:pt idx="251">
                  <c:v>88.503940412031099</c:v>
                </c:pt>
                <c:pt idx="252">
                  <c:v>96.504671211668693</c:v>
                </c:pt>
                <c:pt idx="253">
                  <c:v>78.359502437596703</c:v>
                </c:pt>
                <c:pt idx="254">
                  <c:v>61.744500026495402</c:v>
                </c:pt>
                <c:pt idx="255">
                  <c:v>55.191516687308599</c:v>
                </c:pt>
                <c:pt idx="256">
                  <c:v>67.9523283289505</c:v>
                </c:pt>
                <c:pt idx="257">
                  <c:v>68.536648331195707</c:v>
                </c:pt>
                <c:pt idx="258">
                  <c:v>77.910490892157299</c:v>
                </c:pt>
                <c:pt idx="259">
                  <c:v>60.3509768169098</c:v>
                </c:pt>
                <c:pt idx="260">
                  <c:v>57.741546861546801</c:v>
                </c:pt>
                <c:pt idx="261">
                  <c:v>65.884430492594205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Sheet1!$A$2:$A$263</c:f>
              <c:numCache>
                <c:formatCode>m/d/yyyy</c:formatCode>
                <c:ptCount val="262"/>
                <c:pt idx="0">
                  <c:v>34335</c:v>
                </c:pt>
                <c:pt idx="1">
                  <c:v>34366</c:v>
                </c:pt>
                <c:pt idx="2">
                  <c:v>34394</c:v>
                </c:pt>
                <c:pt idx="3">
                  <c:v>34486</c:v>
                </c:pt>
                <c:pt idx="4">
                  <c:v>34516</c:v>
                </c:pt>
                <c:pt idx="5">
                  <c:v>34547</c:v>
                </c:pt>
                <c:pt idx="6">
                  <c:v>34578</c:v>
                </c:pt>
                <c:pt idx="7">
                  <c:v>34608</c:v>
                </c:pt>
                <c:pt idx="8">
                  <c:v>34639</c:v>
                </c:pt>
                <c:pt idx="9">
                  <c:v>34669</c:v>
                </c:pt>
                <c:pt idx="10">
                  <c:v>34700</c:v>
                </c:pt>
                <c:pt idx="11">
                  <c:v>34731</c:v>
                </c:pt>
                <c:pt idx="12">
                  <c:v>34759</c:v>
                </c:pt>
                <c:pt idx="13">
                  <c:v>34790</c:v>
                </c:pt>
                <c:pt idx="14">
                  <c:v>34820</c:v>
                </c:pt>
                <c:pt idx="15">
                  <c:v>34851</c:v>
                </c:pt>
                <c:pt idx="16">
                  <c:v>34881</c:v>
                </c:pt>
                <c:pt idx="17">
                  <c:v>34912</c:v>
                </c:pt>
                <c:pt idx="18">
                  <c:v>34943</c:v>
                </c:pt>
                <c:pt idx="19">
                  <c:v>34973</c:v>
                </c:pt>
                <c:pt idx="20">
                  <c:v>35004</c:v>
                </c:pt>
                <c:pt idx="21">
                  <c:v>35034</c:v>
                </c:pt>
                <c:pt idx="22">
                  <c:v>35065</c:v>
                </c:pt>
                <c:pt idx="23">
                  <c:v>35096</c:v>
                </c:pt>
                <c:pt idx="24">
                  <c:v>35125</c:v>
                </c:pt>
                <c:pt idx="25">
                  <c:v>35156</c:v>
                </c:pt>
                <c:pt idx="26">
                  <c:v>35186</c:v>
                </c:pt>
                <c:pt idx="27">
                  <c:v>35217</c:v>
                </c:pt>
                <c:pt idx="28">
                  <c:v>35247</c:v>
                </c:pt>
                <c:pt idx="29">
                  <c:v>35278</c:v>
                </c:pt>
                <c:pt idx="30">
                  <c:v>35309</c:v>
                </c:pt>
                <c:pt idx="31">
                  <c:v>35339</c:v>
                </c:pt>
                <c:pt idx="32">
                  <c:v>35370</c:v>
                </c:pt>
                <c:pt idx="33">
                  <c:v>35462</c:v>
                </c:pt>
                <c:pt idx="34">
                  <c:v>35490</c:v>
                </c:pt>
                <c:pt idx="35">
                  <c:v>35521</c:v>
                </c:pt>
                <c:pt idx="36">
                  <c:v>35551</c:v>
                </c:pt>
                <c:pt idx="37">
                  <c:v>35582</c:v>
                </c:pt>
                <c:pt idx="38">
                  <c:v>35612</c:v>
                </c:pt>
                <c:pt idx="39">
                  <c:v>35643</c:v>
                </c:pt>
                <c:pt idx="40">
                  <c:v>35674</c:v>
                </c:pt>
                <c:pt idx="41">
                  <c:v>35704</c:v>
                </c:pt>
                <c:pt idx="42">
                  <c:v>35735</c:v>
                </c:pt>
                <c:pt idx="43">
                  <c:v>35765</c:v>
                </c:pt>
                <c:pt idx="44">
                  <c:v>35796</c:v>
                </c:pt>
                <c:pt idx="45">
                  <c:v>35827</c:v>
                </c:pt>
                <c:pt idx="46">
                  <c:v>35855</c:v>
                </c:pt>
                <c:pt idx="47">
                  <c:v>35886</c:v>
                </c:pt>
                <c:pt idx="48">
                  <c:v>35916</c:v>
                </c:pt>
                <c:pt idx="49">
                  <c:v>35947</c:v>
                </c:pt>
                <c:pt idx="50">
                  <c:v>35977</c:v>
                </c:pt>
                <c:pt idx="51">
                  <c:v>36008</c:v>
                </c:pt>
                <c:pt idx="52">
                  <c:v>36039</c:v>
                </c:pt>
                <c:pt idx="53">
                  <c:v>36069</c:v>
                </c:pt>
                <c:pt idx="54">
                  <c:v>36100</c:v>
                </c:pt>
                <c:pt idx="55">
                  <c:v>36130</c:v>
                </c:pt>
                <c:pt idx="56">
                  <c:v>36161</c:v>
                </c:pt>
                <c:pt idx="57">
                  <c:v>36192</c:v>
                </c:pt>
                <c:pt idx="58">
                  <c:v>36220</c:v>
                </c:pt>
                <c:pt idx="59">
                  <c:v>36251</c:v>
                </c:pt>
                <c:pt idx="60">
                  <c:v>36281</c:v>
                </c:pt>
                <c:pt idx="61">
                  <c:v>36312</c:v>
                </c:pt>
                <c:pt idx="62">
                  <c:v>36342</c:v>
                </c:pt>
                <c:pt idx="63">
                  <c:v>36373</c:v>
                </c:pt>
                <c:pt idx="64">
                  <c:v>36404</c:v>
                </c:pt>
                <c:pt idx="65">
                  <c:v>36434</c:v>
                </c:pt>
                <c:pt idx="66">
                  <c:v>36465</c:v>
                </c:pt>
                <c:pt idx="67">
                  <c:v>36495</c:v>
                </c:pt>
                <c:pt idx="68">
                  <c:v>36526</c:v>
                </c:pt>
                <c:pt idx="69">
                  <c:v>36557</c:v>
                </c:pt>
                <c:pt idx="70">
                  <c:v>36586</c:v>
                </c:pt>
                <c:pt idx="71">
                  <c:v>36617</c:v>
                </c:pt>
                <c:pt idx="72">
                  <c:v>36647</c:v>
                </c:pt>
                <c:pt idx="73">
                  <c:v>36678</c:v>
                </c:pt>
                <c:pt idx="74">
                  <c:v>36708</c:v>
                </c:pt>
                <c:pt idx="75">
                  <c:v>36739</c:v>
                </c:pt>
                <c:pt idx="76">
                  <c:v>36770</c:v>
                </c:pt>
                <c:pt idx="77">
                  <c:v>36800</c:v>
                </c:pt>
                <c:pt idx="78">
                  <c:v>36831</c:v>
                </c:pt>
                <c:pt idx="79">
                  <c:v>36861</c:v>
                </c:pt>
                <c:pt idx="80">
                  <c:v>36892</c:v>
                </c:pt>
                <c:pt idx="81">
                  <c:v>36923</c:v>
                </c:pt>
                <c:pt idx="82">
                  <c:v>36951</c:v>
                </c:pt>
                <c:pt idx="83">
                  <c:v>36982</c:v>
                </c:pt>
                <c:pt idx="84">
                  <c:v>37012</c:v>
                </c:pt>
                <c:pt idx="85">
                  <c:v>37043</c:v>
                </c:pt>
                <c:pt idx="86">
                  <c:v>37073</c:v>
                </c:pt>
                <c:pt idx="87">
                  <c:v>37104</c:v>
                </c:pt>
                <c:pt idx="88">
                  <c:v>37135</c:v>
                </c:pt>
                <c:pt idx="89">
                  <c:v>37165</c:v>
                </c:pt>
                <c:pt idx="90">
                  <c:v>37196</c:v>
                </c:pt>
                <c:pt idx="91">
                  <c:v>37226</c:v>
                </c:pt>
                <c:pt idx="92">
                  <c:v>37257</c:v>
                </c:pt>
                <c:pt idx="93">
                  <c:v>37288</c:v>
                </c:pt>
                <c:pt idx="94">
                  <c:v>37316</c:v>
                </c:pt>
                <c:pt idx="95">
                  <c:v>37347</c:v>
                </c:pt>
                <c:pt idx="96">
                  <c:v>37377</c:v>
                </c:pt>
                <c:pt idx="97">
                  <c:v>37408</c:v>
                </c:pt>
                <c:pt idx="98">
                  <c:v>37438</c:v>
                </c:pt>
                <c:pt idx="99">
                  <c:v>37469</c:v>
                </c:pt>
                <c:pt idx="100">
                  <c:v>37500</c:v>
                </c:pt>
                <c:pt idx="101">
                  <c:v>37530</c:v>
                </c:pt>
                <c:pt idx="102">
                  <c:v>37561</c:v>
                </c:pt>
                <c:pt idx="103">
                  <c:v>37591</c:v>
                </c:pt>
                <c:pt idx="104">
                  <c:v>37622</c:v>
                </c:pt>
                <c:pt idx="105">
                  <c:v>37653</c:v>
                </c:pt>
                <c:pt idx="106">
                  <c:v>37681</c:v>
                </c:pt>
                <c:pt idx="107">
                  <c:v>37712</c:v>
                </c:pt>
                <c:pt idx="108">
                  <c:v>37742</c:v>
                </c:pt>
                <c:pt idx="109">
                  <c:v>37773</c:v>
                </c:pt>
                <c:pt idx="110">
                  <c:v>37803</c:v>
                </c:pt>
                <c:pt idx="111">
                  <c:v>37834</c:v>
                </c:pt>
                <c:pt idx="112">
                  <c:v>37865</c:v>
                </c:pt>
                <c:pt idx="113">
                  <c:v>37895</c:v>
                </c:pt>
                <c:pt idx="114">
                  <c:v>37926</c:v>
                </c:pt>
                <c:pt idx="115">
                  <c:v>37956</c:v>
                </c:pt>
                <c:pt idx="116">
                  <c:v>37987</c:v>
                </c:pt>
                <c:pt idx="117">
                  <c:v>38018</c:v>
                </c:pt>
                <c:pt idx="118">
                  <c:v>38047</c:v>
                </c:pt>
                <c:pt idx="119">
                  <c:v>38078</c:v>
                </c:pt>
                <c:pt idx="120">
                  <c:v>38108</c:v>
                </c:pt>
                <c:pt idx="121">
                  <c:v>38139</c:v>
                </c:pt>
                <c:pt idx="122">
                  <c:v>38169</c:v>
                </c:pt>
                <c:pt idx="123">
                  <c:v>38200</c:v>
                </c:pt>
                <c:pt idx="124">
                  <c:v>38231</c:v>
                </c:pt>
                <c:pt idx="125">
                  <c:v>38261</c:v>
                </c:pt>
                <c:pt idx="126">
                  <c:v>38292</c:v>
                </c:pt>
                <c:pt idx="127">
                  <c:v>38322</c:v>
                </c:pt>
                <c:pt idx="128">
                  <c:v>38353</c:v>
                </c:pt>
                <c:pt idx="129">
                  <c:v>38384</c:v>
                </c:pt>
                <c:pt idx="130">
                  <c:v>38412</c:v>
                </c:pt>
                <c:pt idx="131">
                  <c:v>38443</c:v>
                </c:pt>
                <c:pt idx="132">
                  <c:v>38473</c:v>
                </c:pt>
                <c:pt idx="133">
                  <c:v>38504</c:v>
                </c:pt>
                <c:pt idx="134">
                  <c:v>38534</c:v>
                </c:pt>
                <c:pt idx="135">
                  <c:v>38565</c:v>
                </c:pt>
                <c:pt idx="136">
                  <c:v>38596</c:v>
                </c:pt>
                <c:pt idx="137">
                  <c:v>38626</c:v>
                </c:pt>
                <c:pt idx="138">
                  <c:v>38657</c:v>
                </c:pt>
                <c:pt idx="139">
                  <c:v>38687</c:v>
                </c:pt>
                <c:pt idx="140">
                  <c:v>38718</c:v>
                </c:pt>
                <c:pt idx="141">
                  <c:v>38749</c:v>
                </c:pt>
                <c:pt idx="142">
                  <c:v>38777</c:v>
                </c:pt>
                <c:pt idx="143">
                  <c:v>38808</c:v>
                </c:pt>
                <c:pt idx="144">
                  <c:v>38838</c:v>
                </c:pt>
                <c:pt idx="145">
                  <c:v>38869</c:v>
                </c:pt>
                <c:pt idx="146">
                  <c:v>38899</c:v>
                </c:pt>
                <c:pt idx="147">
                  <c:v>38930</c:v>
                </c:pt>
                <c:pt idx="148">
                  <c:v>38961</c:v>
                </c:pt>
                <c:pt idx="149">
                  <c:v>38991</c:v>
                </c:pt>
                <c:pt idx="150">
                  <c:v>39022</c:v>
                </c:pt>
                <c:pt idx="151">
                  <c:v>39052</c:v>
                </c:pt>
                <c:pt idx="152">
                  <c:v>39083</c:v>
                </c:pt>
                <c:pt idx="153">
                  <c:v>39114</c:v>
                </c:pt>
                <c:pt idx="154">
                  <c:v>39142</c:v>
                </c:pt>
                <c:pt idx="155">
                  <c:v>39173</c:v>
                </c:pt>
                <c:pt idx="156">
                  <c:v>39203</c:v>
                </c:pt>
                <c:pt idx="157">
                  <c:v>39234</c:v>
                </c:pt>
                <c:pt idx="158">
                  <c:v>39264</c:v>
                </c:pt>
                <c:pt idx="159">
                  <c:v>39295</c:v>
                </c:pt>
                <c:pt idx="160">
                  <c:v>39326</c:v>
                </c:pt>
                <c:pt idx="161">
                  <c:v>39356</c:v>
                </c:pt>
                <c:pt idx="162">
                  <c:v>39387</c:v>
                </c:pt>
                <c:pt idx="163">
                  <c:v>39417</c:v>
                </c:pt>
                <c:pt idx="164">
                  <c:v>39448</c:v>
                </c:pt>
                <c:pt idx="165">
                  <c:v>39479</c:v>
                </c:pt>
                <c:pt idx="166">
                  <c:v>39508</c:v>
                </c:pt>
                <c:pt idx="167">
                  <c:v>39539</c:v>
                </c:pt>
                <c:pt idx="168">
                  <c:v>39569</c:v>
                </c:pt>
                <c:pt idx="169">
                  <c:v>39600</c:v>
                </c:pt>
                <c:pt idx="170">
                  <c:v>39630</c:v>
                </c:pt>
                <c:pt idx="171">
                  <c:v>39661</c:v>
                </c:pt>
                <c:pt idx="172">
                  <c:v>39692</c:v>
                </c:pt>
                <c:pt idx="173">
                  <c:v>39722</c:v>
                </c:pt>
                <c:pt idx="174">
                  <c:v>39753</c:v>
                </c:pt>
                <c:pt idx="175">
                  <c:v>39783</c:v>
                </c:pt>
                <c:pt idx="176">
                  <c:v>39814</c:v>
                </c:pt>
                <c:pt idx="177">
                  <c:v>39845</c:v>
                </c:pt>
                <c:pt idx="178">
                  <c:v>39873</c:v>
                </c:pt>
                <c:pt idx="179">
                  <c:v>39904</c:v>
                </c:pt>
                <c:pt idx="180">
                  <c:v>39934</c:v>
                </c:pt>
                <c:pt idx="181">
                  <c:v>39965</c:v>
                </c:pt>
                <c:pt idx="182">
                  <c:v>39995</c:v>
                </c:pt>
                <c:pt idx="183">
                  <c:v>40026</c:v>
                </c:pt>
                <c:pt idx="184">
                  <c:v>40057</c:v>
                </c:pt>
                <c:pt idx="185">
                  <c:v>40087</c:v>
                </c:pt>
                <c:pt idx="186">
                  <c:v>40118</c:v>
                </c:pt>
                <c:pt idx="187">
                  <c:v>40148</c:v>
                </c:pt>
                <c:pt idx="188">
                  <c:v>40179</c:v>
                </c:pt>
                <c:pt idx="189">
                  <c:v>40210</c:v>
                </c:pt>
                <c:pt idx="190">
                  <c:v>40238</c:v>
                </c:pt>
                <c:pt idx="191">
                  <c:v>40269</c:v>
                </c:pt>
                <c:pt idx="192">
                  <c:v>40299</c:v>
                </c:pt>
                <c:pt idx="193">
                  <c:v>40330</c:v>
                </c:pt>
                <c:pt idx="194">
                  <c:v>40360</c:v>
                </c:pt>
                <c:pt idx="195">
                  <c:v>40391</c:v>
                </c:pt>
                <c:pt idx="196">
                  <c:v>40422</c:v>
                </c:pt>
                <c:pt idx="197">
                  <c:v>40452</c:v>
                </c:pt>
                <c:pt idx="198">
                  <c:v>40483</c:v>
                </c:pt>
                <c:pt idx="199">
                  <c:v>40513</c:v>
                </c:pt>
                <c:pt idx="200">
                  <c:v>40544</c:v>
                </c:pt>
                <c:pt idx="201">
                  <c:v>40575</c:v>
                </c:pt>
                <c:pt idx="202">
                  <c:v>40603</c:v>
                </c:pt>
                <c:pt idx="203">
                  <c:v>40634</c:v>
                </c:pt>
                <c:pt idx="204">
                  <c:v>40664</c:v>
                </c:pt>
                <c:pt idx="205">
                  <c:v>40695</c:v>
                </c:pt>
                <c:pt idx="206">
                  <c:v>40725</c:v>
                </c:pt>
                <c:pt idx="207">
                  <c:v>40756</c:v>
                </c:pt>
                <c:pt idx="208">
                  <c:v>40787</c:v>
                </c:pt>
                <c:pt idx="209">
                  <c:v>40817</c:v>
                </c:pt>
                <c:pt idx="210">
                  <c:v>40848</c:v>
                </c:pt>
                <c:pt idx="211">
                  <c:v>40878</c:v>
                </c:pt>
                <c:pt idx="212">
                  <c:v>40909</c:v>
                </c:pt>
                <c:pt idx="213">
                  <c:v>40940</c:v>
                </c:pt>
                <c:pt idx="214">
                  <c:v>40969</c:v>
                </c:pt>
                <c:pt idx="215">
                  <c:v>41000</c:v>
                </c:pt>
                <c:pt idx="216">
                  <c:v>41030</c:v>
                </c:pt>
                <c:pt idx="217">
                  <c:v>41061</c:v>
                </c:pt>
                <c:pt idx="218">
                  <c:v>41091</c:v>
                </c:pt>
                <c:pt idx="219">
                  <c:v>41122</c:v>
                </c:pt>
                <c:pt idx="220">
                  <c:v>41153</c:v>
                </c:pt>
                <c:pt idx="221">
                  <c:v>41183</c:v>
                </c:pt>
                <c:pt idx="222">
                  <c:v>41214</c:v>
                </c:pt>
                <c:pt idx="223">
                  <c:v>41244</c:v>
                </c:pt>
                <c:pt idx="224">
                  <c:v>41275</c:v>
                </c:pt>
                <c:pt idx="225">
                  <c:v>41306</c:v>
                </c:pt>
                <c:pt idx="226">
                  <c:v>41334</c:v>
                </c:pt>
                <c:pt idx="227">
                  <c:v>41365</c:v>
                </c:pt>
                <c:pt idx="228">
                  <c:v>41395</c:v>
                </c:pt>
                <c:pt idx="229">
                  <c:v>41426</c:v>
                </c:pt>
                <c:pt idx="230">
                  <c:v>41456</c:v>
                </c:pt>
                <c:pt idx="231">
                  <c:v>41487</c:v>
                </c:pt>
                <c:pt idx="232">
                  <c:v>41518</c:v>
                </c:pt>
                <c:pt idx="233">
                  <c:v>41548</c:v>
                </c:pt>
                <c:pt idx="234">
                  <c:v>41579</c:v>
                </c:pt>
                <c:pt idx="235">
                  <c:v>41609</c:v>
                </c:pt>
                <c:pt idx="236">
                  <c:v>41640</c:v>
                </c:pt>
                <c:pt idx="237">
                  <c:v>41671</c:v>
                </c:pt>
                <c:pt idx="238">
                  <c:v>41699</c:v>
                </c:pt>
                <c:pt idx="239">
                  <c:v>41730</c:v>
                </c:pt>
                <c:pt idx="240">
                  <c:v>41760</c:v>
                </c:pt>
                <c:pt idx="241">
                  <c:v>41791</c:v>
                </c:pt>
                <c:pt idx="242">
                  <c:v>41821</c:v>
                </c:pt>
                <c:pt idx="243">
                  <c:v>41852</c:v>
                </c:pt>
                <c:pt idx="244">
                  <c:v>41883</c:v>
                </c:pt>
                <c:pt idx="245">
                  <c:v>41913</c:v>
                </c:pt>
                <c:pt idx="246">
                  <c:v>41944</c:v>
                </c:pt>
                <c:pt idx="247">
                  <c:v>41974</c:v>
                </c:pt>
                <c:pt idx="248">
                  <c:v>42005</c:v>
                </c:pt>
                <c:pt idx="249">
                  <c:v>42036</c:v>
                </c:pt>
                <c:pt idx="250">
                  <c:v>42064</c:v>
                </c:pt>
                <c:pt idx="251">
                  <c:v>42095</c:v>
                </c:pt>
                <c:pt idx="252">
                  <c:v>42125</c:v>
                </c:pt>
                <c:pt idx="253">
                  <c:v>42156</c:v>
                </c:pt>
                <c:pt idx="254">
                  <c:v>42186</c:v>
                </c:pt>
                <c:pt idx="255">
                  <c:v>42217</c:v>
                </c:pt>
                <c:pt idx="256">
                  <c:v>42248</c:v>
                </c:pt>
                <c:pt idx="257">
                  <c:v>42278</c:v>
                </c:pt>
                <c:pt idx="258">
                  <c:v>42309</c:v>
                </c:pt>
                <c:pt idx="259">
                  <c:v>42339</c:v>
                </c:pt>
                <c:pt idx="260">
                  <c:v>42370</c:v>
                </c:pt>
                <c:pt idx="261">
                  <c:v>42401</c:v>
                </c:pt>
              </c:numCache>
            </c:numRef>
          </c:cat>
          <c:val>
            <c:numRef>
              <c:f>Sheet1!$C$2:$C$263</c:f>
              <c:numCache>
                <c:formatCode>General</c:formatCode>
                <c:ptCount val="26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-1.8044656560339201</c:v>
                </c:pt>
                <c:pt idx="149">
                  <c:v>1.06599024950133</c:v>
                </c:pt>
                <c:pt idx="150">
                  <c:v>3.2817073924173199</c:v>
                </c:pt>
                <c:pt idx="151">
                  <c:v>6.52682923438703</c:v>
                </c:pt>
                <c:pt idx="152">
                  <c:v>10.0889333038091</c:v>
                </c:pt>
                <c:pt idx="153">
                  <c:v>8.0027057963012993</c:v>
                </c:pt>
                <c:pt idx="154">
                  <c:v>8.1035079058615604</c:v>
                </c:pt>
                <c:pt idx="155">
                  <c:v>10.9615964886766</c:v>
                </c:pt>
                <c:pt idx="156">
                  <c:v>10.1680191802411</c:v>
                </c:pt>
                <c:pt idx="157">
                  <c:v>7.6811192366785601</c:v>
                </c:pt>
                <c:pt idx="158">
                  <c:v>-6.4780578123856802</c:v>
                </c:pt>
                <c:pt idx="159">
                  <c:v>-7.99593307782773</c:v>
                </c:pt>
                <c:pt idx="160">
                  <c:v>-3.2034502916793102</c:v>
                </c:pt>
                <c:pt idx="161">
                  <c:v>4.2668853100737296</c:v>
                </c:pt>
                <c:pt idx="162">
                  <c:v>7.0538415752221999</c:v>
                </c:pt>
                <c:pt idx="163">
                  <c:v>15.0095904575023</c:v>
                </c:pt>
                <c:pt idx="164">
                  <c:v>20.563863681852698</c:v>
                </c:pt>
                <c:pt idx="165">
                  <c:v>37.114037435320299</c:v>
                </c:pt>
                <c:pt idx="166">
                  <c:v>27.971827188693499</c:v>
                </c:pt>
                <c:pt idx="167">
                  <c:v>25.645043781272499</c:v>
                </c:pt>
                <c:pt idx="168">
                  <c:v>26.767337017224399</c:v>
                </c:pt>
                <c:pt idx="169">
                  <c:v>21.190920503840999</c:v>
                </c:pt>
                <c:pt idx="170">
                  <c:v>3.6420228326978799</c:v>
                </c:pt>
                <c:pt idx="171">
                  <c:v>-2.4562066108885601</c:v>
                </c:pt>
                <c:pt idx="172">
                  <c:v>-6.3746271699104398</c:v>
                </c:pt>
                <c:pt idx="173">
                  <c:v>17.8888224477408</c:v>
                </c:pt>
                <c:pt idx="174">
                  <c:v>9.8364917509520708</c:v>
                </c:pt>
                <c:pt idx="175">
                  <c:v>14.907150686677999</c:v>
                </c:pt>
                <c:pt idx="176">
                  <c:v>60.017785832711901</c:v>
                </c:pt>
                <c:pt idx="177">
                  <c:v>74.425848102437101</c:v>
                </c:pt>
                <c:pt idx="178">
                  <c:v>67.808227608802596</c:v>
                </c:pt>
                <c:pt idx="179">
                  <c:v>72.691404241849895</c:v>
                </c:pt>
                <c:pt idx="180">
                  <c:v>81.436788025164304</c:v>
                </c:pt>
                <c:pt idx="181">
                  <c:v>76.525373345415005</c:v>
                </c:pt>
                <c:pt idx="182">
                  <c:v>39.058421129046401</c:v>
                </c:pt>
                <c:pt idx="183">
                  <c:v>47.658515904163202</c:v>
                </c:pt>
                <c:pt idx="184">
                  <c:v>46.8461679020091</c:v>
                </c:pt>
                <c:pt idx="185">
                  <c:v>54.813596589849801</c:v>
                </c:pt>
                <c:pt idx="186">
                  <c:v>58.322392222019602</c:v>
                </c:pt>
                <c:pt idx="187">
                  <c:v>62.429964226295702</c:v>
                </c:pt>
                <c:pt idx="188">
                  <c:v>56.857624536713402</c:v>
                </c:pt>
                <c:pt idx="189">
                  <c:v>48.724965046952804</c:v>
                </c:pt>
                <c:pt idx="190">
                  <c:v>46.383078037541402</c:v>
                </c:pt>
                <c:pt idx="191">
                  <c:v>45.2228809040298</c:v>
                </c:pt>
                <c:pt idx="192">
                  <c:v>36.498620748056901</c:v>
                </c:pt>
                <c:pt idx="193">
                  <c:v>49.862938294074603</c:v>
                </c:pt>
                <c:pt idx="194">
                  <c:v>60.718355833713098</c:v>
                </c:pt>
                <c:pt idx="195">
                  <c:v>69.891252697495602</c:v>
                </c:pt>
                <c:pt idx="196">
                  <c:v>77.675542598583505</c:v>
                </c:pt>
                <c:pt idx="197">
                  <c:v>80.870760470283201</c:v>
                </c:pt>
                <c:pt idx="198">
                  <c:v>85.858554503328506</c:v>
                </c:pt>
                <c:pt idx="199">
                  <c:v>77.050993596298895</c:v>
                </c:pt>
                <c:pt idx="200">
                  <c:v>43.8690442954872</c:v>
                </c:pt>
                <c:pt idx="201">
                  <c:v>35.984678930714402</c:v>
                </c:pt>
                <c:pt idx="202">
                  <c:v>18.5944225499933</c:v>
                </c:pt>
                <c:pt idx="203">
                  <c:v>27.236501972582101</c:v>
                </c:pt>
                <c:pt idx="204">
                  <c:v>27.280083038975501</c:v>
                </c:pt>
                <c:pt idx="205">
                  <c:v>42.6518196761727</c:v>
                </c:pt>
                <c:pt idx="206">
                  <c:v>52.287779062217801</c:v>
                </c:pt>
                <c:pt idx="207">
                  <c:v>49.675259001344003</c:v>
                </c:pt>
                <c:pt idx="208">
                  <c:v>71.566140375626603</c:v>
                </c:pt>
                <c:pt idx="209">
                  <c:v>84.8563528631868</c:v>
                </c:pt>
                <c:pt idx="210">
                  <c:v>81.945779169046006</c:v>
                </c:pt>
                <c:pt idx="211">
                  <c:v>87.910295988852894</c:v>
                </c:pt>
                <c:pt idx="212">
                  <c:v>90.083014332992406</c:v>
                </c:pt>
                <c:pt idx="213">
                  <c:v>90.447325803894998</c:v>
                </c:pt>
                <c:pt idx="214">
                  <c:v>89.211034117968893</c:v>
                </c:pt>
                <c:pt idx="215">
                  <c:v>84.2688593770485</c:v>
                </c:pt>
                <c:pt idx="216">
                  <c:v>90.154664829660902</c:v>
                </c:pt>
                <c:pt idx="217">
                  <c:v>98.858133422454699</c:v>
                </c:pt>
                <c:pt idx="218">
                  <c:v>108.258258165683</c:v>
                </c:pt>
                <c:pt idx="219">
                  <c:v>116.669911188578</c:v>
                </c:pt>
                <c:pt idx="220">
                  <c:v>111.989853374072</c:v>
                </c:pt>
                <c:pt idx="221">
                  <c:v>118.484472806531</c:v>
                </c:pt>
                <c:pt idx="222">
                  <c:v>123.328401755134</c:v>
                </c:pt>
                <c:pt idx="223">
                  <c:v>121.72432184082599</c:v>
                </c:pt>
                <c:pt idx="224">
                  <c:v>120.237144797537</c:v>
                </c:pt>
                <c:pt idx="225">
                  <c:v>111.30774689163501</c:v>
                </c:pt>
                <c:pt idx="226">
                  <c:v>95.743989998170505</c:v>
                </c:pt>
                <c:pt idx="227">
                  <c:v>91.236051298397896</c:v>
                </c:pt>
                <c:pt idx="228">
                  <c:v>99.297885843514095</c:v>
                </c:pt>
                <c:pt idx="229">
                  <c:v>91.165050557773796</c:v>
                </c:pt>
                <c:pt idx="230">
                  <c:v>40.728865012110099</c:v>
                </c:pt>
                <c:pt idx="231">
                  <c:v>10.932081748781499</c:v>
                </c:pt>
                <c:pt idx="232">
                  <c:v>0.40304044420725099</c:v>
                </c:pt>
                <c:pt idx="233">
                  <c:v>-2.9925252808259102</c:v>
                </c:pt>
                <c:pt idx="234">
                  <c:v>22.270124279054698</c:v>
                </c:pt>
                <c:pt idx="235">
                  <c:v>12.9716932092054</c:v>
                </c:pt>
                <c:pt idx="236">
                  <c:v>-4.2543712093641002</c:v>
                </c:pt>
                <c:pt idx="237">
                  <c:v>-4.2720706355693601</c:v>
                </c:pt>
                <c:pt idx="238">
                  <c:v>7.3300827408239702</c:v>
                </c:pt>
                <c:pt idx="239">
                  <c:v>6.6957277858175699</c:v>
                </c:pt>
                <c:pt idx="240">
                  <c:v>8.1517231075014909</c:v>
                </c:pt>
                <c:pt idx="241">
                  <c:v>25.400213702387902</c:v>
                </c:pt>
                <c:pt idx="242">
                  <c:v>26.911536116643799</c:v>
                </c:pt>
                <c:pt idx="243">
                  <c:v>28.489467011108101</c:v>
                </c:pt>
                <c:pt idx="244">
                  <c:v>29.9400298368388</c:v>
                </c:pt>
                <c:pt idx="245">
                  <c:v>26.416466301472401</c:v>
                </c:pt>
                <c:pt idx="246">
                  <c:v>37.484152900481902</c:v>
                </c:pt>
                <c:pt idx="247">
                  <c:v>39.687991571246002</c:v>
                </c:pt>
                <c:pt idx="248">
                  <c:v>53.344923237343899</c:v>
                </c:pt>
                <c:pt idx="249">
                  <c:v>69.253944964388694</c:v>
                </c:pt>
                <c:pt idx="250">
                  <c:v>64.824648557436902</c:v>
                </c:pt>
                <c:pt idx="251">
                  <c:v>60.380392606927998</c:v>
                </c:pt>
                <c:pt idx="252">
                  <c:v>68.592980146579904</c:v>
                </c:pt>
                <c:pt idx="253">
                  <c:v>52.496308545458902</c:v>
                </c:pt>
                <c:pt idx="254">
                  <c:v>37.504595638160197</c:v>
                </c:pt>
                <c:pt idx="255">
                  <c:v>31.809146655373102</c:v>
                </c:pt>
                <c:pt idx="256">
                  <c:v>45.133391683717903</c:v>
                </c:pt>
                <c:pt idx="257">
                  <c:v>45.9639274834826</c:v>
                </c:pt>
                <c:pt idx="258">
                  <c:v>54.898514830083897</c:v>
                </c:pt>
                <c:pt idx="259">
                  <c:v>38.463485951756098</c:v>
                </c:pt>
                <c:pt idx="260">
                  <c:v>36.400927054306599</c:v>
                </c:pt>
                <c:pt idx="261">
                  <c:v>44.4784749204413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0311168"/>
        <c:axId val="120108160"/>
      </c:lineChart>
      <c:dateAx>
        <c:axId val="12031116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20108160"/>
        <c:crosses val="autoZero"/>
        <c:auto val="1"/>
        <c:lblOffset val="100"/>
        <c:baseTimeUnit val="months"/>
        <c:majorUnit val="36"/>
        <c:majorTimeUnit val="months"/>
      </c:dateAx>
      <c:valAx>
        <c:axId val="12010816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20311168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4170611711984455"/>
          <c:y val="0.90094906614934001"/>
          <c:w val="0.31658754249798393"/>
          <c:h val="9.905093385065996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CR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Sheet1!$A$2:$A$45</c:f>
              <c:numCache>
                <c:formatCode>m/d/yyyy</c:formatCode>
                <c:ptCount val="44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  <c:pt idx="6">
                  <c:v>41275</c:v>
                </c:pt>
                <c:pt idx="7">
                  <c:v>41306</c:v>
                </c:pt>
                <c:pt idx="8">
                  <c:v>41334</c:v>
                </c:pt>
                <c:pt idx="9">
                  <c:v>41365</c:v>
                </c:pt>
                <c:pt idx="10">
                  <c:v>41395</c:v>
                </c:pt>
                <c:pt idx="11">
                  <c:v>41426</c:v>
                </c:pt>
                <c:pt idx="12">
                  <c:v>41456</c:v>
                </c:pt>
                <c:pt idx="13">
                  <c:v>41487</c:v>
                </c:pt>
                <c:pt idx="14">
                  <c:v>41518</c:v>
                </c:pt>
                <c:pt idx="15">
                  <c:v>41548</c:v>
                </c:pt>
                <c:pt idx="16">
                  <c:v>41579</c:v>
                </c:pt>
                <c:pt idx="17">
                  <c:v>41609</c:v>
                </c:pt>
                <c:pt idx="18">
                  <c:v>41640</c:v>
                </c:pt>
                <c:pt idx="19">
                  <c:v>41671</c:v>
                </c:pt>
                <c:pt idx="20">
                  <c:v>41699</c:v>
                </c:pt>
                <c:pt idx="21">
                  <c:v>41730</c:v>
                </c:pt>
                <c:pt idx="22">
                  <c:v>41760</c:v>
                </c:pt>
                <c:pt idx="23">
                  <c:v>41791</c:v>
                </c:pt>
                <c:pt idx="24">
                  <c:v>41821</c:v>
                </c:pt>
                <c:pt idx="25">
                  <c:v>41852</c:v>
                </c:pt>
                <c:pt idx="26">
                  <c:v>41883</c:v>
                </c:pt>
                <c:pt idx="27">
                  <c:v>41913</c:v>
                </c:pt>
                <c:pt idx="28">
                  <c:v>41944</c:v>
                </c:pt>
                <c:pt idx="29">
                  <c:v>41974</c:v>
                </c:pt>
                <c:pt idx="30">
                  <c:v>42005</c:v>
                </c:pt>
                <c:pt idx="31">
                  <c:v>42036</c:v>
                </c:pt>
                <c:pt idx="32">
                  <c:v>42064</c:v>
                </c:pt>
                <c:pt idx="33">
                  <c:v>42095</c:v>
                </c:pt>
                <c:pt idx="34">
                  <c:v>42125</c:v>
                </c:pt>
                <c:pt idx="35">
                  <c:v>42156</c:v>
                </c:pt>
                <c:pt idx="36">
                  <c:v>42186</c:v>
                </c:pt>
                <c:pt idx="37">
                  <c:v>42217</c:v>
                </c:pt>
                <c:pt idx="38">
                  <c:v>42248</c:v>
                </c:pt>
                <c:pt idx="39">
                  <c:v>42278</c:v>
                </c:pt>
                <c:pt idx="40">
                  <c:v>42309</c:v>
                </c:pt>
                <c:pt idx="41">
                  <c:v>42339</c:v>
                </c:pt>
                <c:pt idx="42">
                  <c:v>42370</c:v>
                </c:pt>
                <c:pt idx="43">
                  <c:v>42401</c:v>
                </c:pt>
              </c:numCache>
            </c:numRef>
          </c:cat>
          <c:val>
            <c:numRef>
              <c:f>Sheet1!$B$2:$B$45</c:f>
              <c:numCache>
                <c:formatCode>General</c:formatCode>
                <c:ptCount val="44"/>
                <c:pt idx="0">
                  <c:v>-6.3748528455134599</c:v>
                </c:pt>
                <c:pt idx="1">
                  <c:v>1.50128645780526</c:v>
                </c:pt>
                <c:pt idx="2">
                  <c:v>-5.0938941405060598</c:v>
                </c:pt>
                <c:pt idx="3">
                  <c:v>2.33156757307929</c:v>
                </c:pt>
                <c:pt idx="4">
                  <c:v>9.3116405119745096</c:v>
                </c:pt>
                <c:pt idx="5">
                  <c:v>8.6876944387811808</c:v>
                </c:pt>
                <c:pt idx="6">
                  <c:v>7.0974506203798899</c:v>
                </c:pt>
                <c:pt idx="7">
                  <c:v>-2.3799042375530699</c:v>
                </c:pt>
                <c:pt idx="8">
                  <c:v>-19.1214881076415</c:v>
                </c:pt>
                <c:pt idx="9">
                  <c:v>-24.3027429095667</c:v>
                </c:pt>
                <c:pt idx="10">
                  <c:v>-15.111411007820699</c:v>
                </c:pt>
                <c:pt idx="11">
                  <c:v>-23.812014872407801</c:v>
                </c:pt>
                <c:pt idx="12">
                  <c:v>-78.757828940362103</c:v>
                </c:pt>
                <c:pt idx="13">
                  <c:v>-141.50167744705701</c:v>
                </c:pt>
                <c:pt idx="14">
                  <c:v>-150.447525505389</c:v>
                </c:pt>
                <c:pt idx="15">
                  <c:v>-151.11778026074199</c:v>
                </c:pt>
                <c:pt idx="16">
                  <c:v>-120.141020120245</c:v>
                </c:pt>
                <c:pt idx="17">
                  <c:v>-125.680513851565</c:v>
                </c:pt>
                <c:pt idx="18">
                  <c:v>-143.40291243075399</c:v>
                </c:pt>
                <c:pt idx="19">
                  <c:v>-141.955758097776</c:v>
                </c:pt>
                <c:pt idx="20">
                  <c:v>-127.928462206833</c:v>
                </c:pt>
                <c:pt idx="21">
                  <c:v>-129.611413998877</c:v>
                </c:pt>
                <c:pt idx="22">
                  <c:v>-130.8062981118</c:v>
                </c:pt>
                <c:pt idx="23">
                  <c:v>-112.43641742838</c:v>
                </c:pt>
                <c:pt idx="24">
                  <c:v>-110.437720270089</c:v>
                </c:pt>
                <c:pt idx="25">
                  <c:v>-108.238171204925</c:v>
                </c:pt>
                <c:pt idx="26">
                  <c:v>-105.918169104353</c:v>
                </c:pt>
                <c:pt idx="27">
                  <c:v>-108.673678535791</c:v>
                </c:pt>
                <c:pt idx="28">
                  <c:v>-95.364690107339896</c:v>
                </c:pt>
                <c:pt idx="29">
                  <c:v>-91.880450741840306</c:v>
                </c:pt>
                <c:pt idx="30">
                  <c:v>-79.884741046041199</c:v>
                </c:pt>
                <c:pt idx="31">
                  <c:v>-62.052178106835697</c:v>
                </c:pt>
                <c:pt idx="32">
                  <c:v>-65.986478929954302</c:v>
                </c:pt>
                <c:pt idx="33">
                  <c:v>-71.315696676280396</c:v>
                </c:pt>
                <c:pt idx="34">
                  <c:v>-61.754441350297803</c:v>
                </c:pt>
                <c:pt idx="35">
                  <c:v>-78.381599788219305</c:v>
                </c:pt>
                <c:pt idx="36">
                  <c:v>-93.1507253086465</c:v>
                </c:pt>
                <c:pt idx="37">
                  <c:v>-97.627362168318996</c:v>
                </c:pt>
                <c:pt idx="38">
                  <c:v>-72.084920311210794</c:v>
                </c:pt>
                <c:pt idx="39">
                  <c:v>-69.994954909522207</c:v>
                </c:pt>
                <c:pt idx="40">
                  <c:v>-59.209865805475403</c:v>
                </c:pt>
                <c:pt idx="41">
                  <c:v>-75.695955895129401</c:v>
                </c:pt>
                <c:pt idx="42">
                  <c:v>-77.199289441955401</c:v>
                </c:pt>
                <c:pt idx="43">
                  <c:v>-67.822934053922907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Sheet1!$A$2:$A$45</c:f>
              <c:numCache>
                <c:formatCode>m/d/yyyy</c:formatCode>
                <c:ptCount val="44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  <c:pt idx="6">
                  <c:v>41275</c:v>
                </c:pt>
                <c:pt idx="7">
                  <c:v>41306</c:v>
                </c:pt>
                <c:pt idx="8">
                  <c:v>41334</c:v>
                </c:pt>
                <c:pt idx="9">
                  <c:v>41365</c:v>
                </c:pt>
                <c:pt idx="10">
                  <c:v>41395</c:v>
                </c:pt>
                <c:pt idx="11">
                  <c:v>41426</c:v>
                </c:pt>
                <c:pt idx="12">
                  <c:v>41456</c:v>
                </c:pt>
                <c:pt idx="13">
                  <c:v>41487</c:v>
                </c:pt>
                <c:pt idx="14">
                  <c:v>41518</c:v>
                </c:pt>
                <c:pt idx="15">
                  <c:v>41548</c:v>
                </c:pt>
                <c:pt idx="16">
                  <c:v>41579</c:v>
                </c:pt>
                <c:pt idx="17">
                  <c:v>41609</c:v>
                </c:pt>
                <c:pt idx="18">
                  <c:v>41640</c:v>
                </c:pt>
                <c:pt idx="19">
                  <c:v>41671</c:v>
                </c:pt>
                <c:pt idx="20">
                  <c:v>41699</c:v>
                </c:pt>
                <c:pt idx="21">
                  <c:v>41730</c:v>
                </c:pt>
                <c:pt idx="22">
                  <c:v>41760</c:v>
                </c:pt>
                <c:pt idx="23">
                  <c:v>41791</c:v>
                </c:pt>
                <c:pt idx="24">
                  <c:v>41821</c:v>
                </c:pt>
                <c:pt idx="25">
                  <c:v>41852</c:v>
                </c:pt>
                <c:pt idx="26">
                  <c:v>41883</c:v>
                </c:pt>
                <c:pt idx="27">
                  <c:v>41913</c:v>
                </c:pt>
                <c:pt idx="28">
                  <c:v>41944</c:v>
                </c:pt>
                <c:pt idx="29">
                  <c:v>41974</c:v>
                </c:pt>
                <c:pt idx="30">
                  <c:v>42005</c:v>
                </c:pt>
                <c:pt idx="31">
                  <c:v>42036</c:v>
                </c:pt>
                <c:pt idx="32">
                  <c:v>42064</c:v>
                </c:pt>
                <c:pt idx="33">
                  <c:v>42095</c:v>
                </c:pt>
                <c:pt idx="34">
                  <c:v>42125</c:v>
                </c:pt>
                <c:pt idx="35">
                  <c:v>42156</c:v>
                </c:pt>
                <c:pt idx="36">
                  <c:v>42186</c:v>
                </c:pt>
                <c:pt idx="37">
                  <c:v>42217</c:v>
                </c:pt>
                <c:pt idx="38">
                  <c:v>42248</c:v>
                </c:pt>
                <c:pt idx="39">
                  <c:v>42278</c:v>
                </c:pt>
                <c:pt idx="40">
                  <c:v>42309</c:v>
                </c:pt>
                <c:pt idx="41">
                  <c:v>42339</c:v>
                </c:pt>
                <c:pt idx="42">
                  <c:v>42370</c:v>
                </c:pt>
                <c:pt idx="43">
                  <c:v>42401</c:v>
                </c:pt>
              </c:numCache>
            </c:numRef>
          </c:cat>
          <c:val>
            <c:numRef>
              <c:f>Sheet1!$C$2:$C$45</c:f>
              <c:numCache>
                <c:formatCode>General</c:formatCode>
                <c:ptCount val="44"/>
                <c:pt idx="0">
                  <c:v>-141.45203636955901</c:v>
                </c:pt>
                <c:pt idx="1">
                  <c:v>-133.22702976605501</c:v>
                </c:pt>
                <c:pt idx="2">
                  <c:v>-139.155161444225</c:v>
                </c:pt>
                <c:pt idx="3">
                  <c:v>-131.285396374953</c:v>
                </c:pt>
                <c:pt idx="4">
                  <c:v>-124.225032587191</c:v>
                </c:pt>
                <c:pt idx="5">
                  <c:v>-124.525915978177</c:v>
                </c:pt>
                <c:pt idx="6">
                  <c:v>-125.913735308661</c:v>
                </c:pt>
                <c:pt idx="7">
                  <c:v>-135.19515253414099</c:v>
                </c:pt>
                <c:pt idx="8">
                  <c:v>-151.785333703058</c:v>
                </c:pt>
                <c:pt idx="9">
                  <c:v>-156.58789498276599</c:v>
                </c:pt>
                <c:pt idx="10">
                  <c:v>-147.11097713275501</c:v>
                </c:pt>
                <c:pt idx="11">
                  <c:v>-155.61523254051201</c:v>
                </c:pt>
                <c:pt idx="12">
                  <c:v>-210.367209313123</c:v>
                </c:pt>
                <c:pt idx="13">
                  <c:v>-272.79964015704002</c:v>
                </c:pt>
                <c:pt idx="14">
                  <c:v>-282.12238110005399</c:v>
                </c:pt>
                <c:pt idx="15">
                  <c:v>-283.25441440360203</c:v>
                </c:pt>
                <c:pt idx="16">
                  <c:v>-252.50118157701399</c:v>
                </c:pt>
                <c:pt idx="17">
                  <c:v>-258.13333958754799</c:v>
                </c:pt>
                <c:pt idx="18">
                  <c:v>-275.777066197625</c:v>
                </c:pt>
                <c:pt idx="19">
                  <c:v>-274.17066890724499</c:v>
                </c:pt>
                <c:pt idx="20">
                  <c:v>-259.87876577275898</c:v>
                </c:pt>
                <c:pt idx="21">
                  <c:v>-260.84928127779898</c:v>
                </c:pt>
                <c:pt idx="22">
                  <c:v>-261.395198317611</c:v>
                </c:pt>
                <c:pt idx="23">
                  <c:v>-241.95086514979201</c:v>
                </c:pt>
                <c:pt idx="24">
                  <c:v>-239.001475392185</c:v>
                </c:pt>
                <c:pt idx="25">
                  <c:v>-235.69719095689899</c:v>
                </c:pt>
                <c:pt idx="26">
                  <c:v>-232.26704950384701</c:v>
                </c:pt>
                <c:pt idx="27">
                  <c:v>-234.53955507786901</c:v>
                </c:pt>
                <c:pt idx="28">
                  <c:v>-220.67006670081</c:v>
                </c:pt>
                <c:pt idx="29">
                  <c:v>-216.609244468127</c:v>
                </c:pt>
                <c:pt idx="30">
                  <c:v>-202.59513944393601</c:v>
                </c:pt>
                <c:pt idx="31">
                  <c:v>-183.233996455214</c:v>
                </c:pt>
                <c:pt idx="32">
                  <c:v>-185.59372003533201</c:v>
                </c:pt>
                <c:pt idx="33">
                  <c:v>-187.77970583405201</c:v>
                </c:pt>
                <c:pt idx="34">
                  <c:v>-175.07144694275399</c:v>
                </c:pt>
                <c:pt idx="35">
                  <c:v>-187.908638094336</c:v>
                </c:pt>
                <c:pt idx="36">
                  <c:v>-200.04129618904</c:v>
                </c:pt>
                <c:pt idx="37">
                  <c:v>-202.25295108000299</c:v>
                </c:pt>
                <c:pt idx="38">
                  <c:v>-175.546005688712</c:v>
                </c:pt>
                <c:pt idx="39">
                  <c:v>-172.368580786091</c:v>
                </c:pt>
                <c:pt idx="40">
                  <c:v>-160.464894757493</c:v>
                </c:pt>
                <c:pt idx="41">
                  <c:v>-175.69627640928999</c:v>
                </c:pt>
                <c:pt idx="42">
                  <c:v>-176.64769989280899</c:v>
                </c:pt>
                <c:pt idx="43">
                  <c:v>-166.966800238931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0163712"/>
        <c:axId val="120165504"/>
      </c:lineChart>
      <c:dateAx>
        <c:axId val="12016371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20165504"/>
        <c:crosses val="autoZero"/>
        <c:auto val="1"/>
        <c:lblOffset val="100"/>
        <c:baseTimeUnit val="months"/>
        <c:majorUnit val="12"/>
        <c:majorTimeUnit val="months"/>
      </c:dateAx>
      <c:valAx>
        <c:axId val="12016550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20163712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4170611711984455"/>
          <c:y val="0.90094906614934001"/>
          <c:w val="0.31658754249798393"/>
          <c:h val="9.905093385065996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Conventional</a:t>
            </a:r>
            <a:r>
              <a:rPr lang="en-US" baseline="0" dirty="0" smtClean="0"/>
              <a:t> Incentive – Combined Version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Pool</c:v>
                </c:pt>
              </c:strCache>
            </c:strRef>
          </c:tx>
          <c:spPr>
            <a:ln>
              <a:solidFill>
                <a:schemeClr val="accent1"/>
              </a:solidFill>
              <a:prstDash val="sysDot"/>
            </a:ln>
          </c:spPr>
          <c:marker>
            <c:symbol val="none"/>
          </c:marker>
          <c:cat>
            <c:numRef>
              <c:f>Sheet1!$A$2:$A$263</c:f>
              <c:numCache>
                <c:formatCode>m/d/yyyy</c:formatCode>
                <c:ptCount val="262"/>
                <c:pt idx="0">
                  <c:v>34335</c:v>
                </c:pt>
                <c:pt idx="1">
                  <c:v>34366</c:v>
                </c:pt>
                <c:pt idx="2">
                  <c:v>34394</c:v>
                </c:pt>
                <c:pt idx="3">
                  <c:v>34486</c:v>
                </c:pt>
                <c:pt idx="4">
                  <c:v>34516</c:v>
                </c:pt>
                <c:pt idx="5">
                  <c:v>34547</c:v>
                </c:pt>
                <c:pt idx="6">
                  <c:v>34578</c:v>
                </c:pt>
                <c:pt idx="7">
                  <c:v>34608</c:v>
                </c:pt>
                <c:pt idx="8">
                  <c:v>34639</c:v>
                </c:pt>
                <c:pt idx="9">
                  <c:v>34669</c:v>
                </c:pt>
                <c:pt idx="10">
                  <c:v>34700</c:v>
                </c:pt>
                <c:pt idx="11">
                  <c:v>34731</c:v>
                </c:pt>
                <c:pt idx="12">
                  <c:v>34759</c:v>
                </c:pt>
                <c:pt idx="13">
                  <c:v>34790</c:v>
                </c:pt>
                <c:pt idx="14">
                  <c:v>34820</c:v>
                </c:pt>
                <c:pt idx="15">
                  <c:v>34851</c:v>
                </c:pt>
                <c:pt idx="16">
                  <c:v>34881</c:v>
                </c:pt>
                <c:pt idx="17">
                  <c:v>34912</c:v>
                </c:pt>
                <c:pt idx="18">
                  <c:v>34943</c:v>
                </c:pt>
                <c:pt idx="19">
                  <c:v>34973</c:v>
                </c:pt>
                <c:pt idx="20">
                  <c:v>35004</c:v>
                </c:pt>
                <c:pt idx="21">
                  <c:v>35034</c:v>
                </c:pt>
                <c:pt idx="22">
                  <c:v>35065</c:v>
                </c:pt>
                <c:pt idx="23">
                  <c:v>35096</c:v>
                </c:pt>
                <c:pt idx="24">
                  <c:v>35125</c:v>
                </c:pt>
                <c:pt idx="25">
                  <c:v>35156</c:v>
                </c:pt>
                <c:pt idx="26">
                  <c:v>35186</c:v>
                </c:pt>
                <c:pt idx="27">
                  <c:v>35217</c:v>
                </c:pt>
                <c:pt idx="28">
                  <c:v>35247</c:v>
                </c:pt>
                <c:pt idx="29">
                  <c:v>35278</c:v>
                </c:pt>
                <c:pt idx="30">
                  <c:v>35309</c:v>
                </c:pt>
                <c:pt idx="31">
                  <c:v>35339</c:v>
                </c:pt>
                <c:pt idx="32">
                  <c:v>35370</c:v>
                </c:pt>
                <c:pt idx="33">
                  <c:v>35462</c:v>
                </c:pt>
                <c:pt idx="34">
                  <c:v>35490</c:v>
                </c:pt>
                <c:pt idx="35">
                  <c:v>35521</c:v>
                </c:pt>
                <c:pt idx="36">
                  <c:v>35551</c:v>
                </c:pt>
                <c:pt idx="37">
                  <c:v>35582</c:v>
                </c:pt>
                <c:pt idx="38">
                  <c:v>35612</c:v>
                </c:pt>
                <c:pt idx="39">
                  <c:v>35643</c:v>
                </c:pt>
                <c:pt idx="40">
                  <c:v>35674</c:v>
                </c:pt>
                <c:pt idx="41">
                  <c:v>35704</c:v>
                </c:pt>
                <c:pt idx="42">
                  <c:v>35735</c:v>
                </c:pt>
                <c:pt idx="43">
                  <c:v>35765</c:v>
                </c:pt>
                <c:pt idx="44">
                  <c:v>35796</c:v>
                </c:pt>
                <c:pt idx="45">
                  <c:v>35827</c:v>
                </c:pt>
                <c:pt idx="46">
                  <c:v>35855</c:v>
                </c:pt>
                <c:pt idx="47">
                  <c:v>35886</c:v>
                </c:pt>
                <c:pt idx="48">
                  <c:v>35916</c:v>
                </c:pt>
                <c:pt idx="49">
                  <c:v>35947</c:v>
                </c:pt>
                <c:pt idx="50">
                  <c:v>35977</c:v>
                </c:pt>
                <c:pt idx="51">
                  <c:v>36008</c:v>
                </c:pt>
                <c:pt idx="52">
                  <c:v>36039</c:v>
                </c:pt>
                <c:pt idx="53">
                  <c:v>36069</c:v>
                </c:pt>
                <c:pt idx="54">
                  <c:v>36100</c:v>
                </c:pt>
                <c:pt idx="55">
                  <c:v>36130</c:v>
                </c:pt>
                <c:pt idx="56">
                  <c:v>36161</c:v>
                </c:pt>
                <c:pt idx="57">
                  <c:v>36192</c:v>
                </c:pt>
                <c:pt idx="58">
                  <c:v>36220</c:v>
                </c:pt>
                <c:pt idx="59">
                  <c:v>36251</c:v>
                </c:pt>
                <c:pt idx="60">
                  <c:v>36281</c:v>
                </c:pt>
                <c:pt idx="61">
                  <c:v>36312</c:v>
                </c:pt>
                <c:pt idx="62">
                  <c:v>36342</c:v>
                </c:pt>
                <c:pt idx="63">
                  <c:v>36373</c:v>
                </c:pt>
                <c:pt idx="64">
                  <c:v>36404</c:v>
                </c:pt>
                <c:pt idx="65">
                  <c:v>36434</c:v>
                </c:pt>
                <c:pt idx="66">
                  <c:v>36465</c:v>
                </c:pt>
                <c:pt idx="67">
                  <c:v>36495</c:v>
                </c:pt>
                <c:pt idx="68">
                  <c:v>36526</c:v>
                </c:pt>
                <c:pt idx="69">
                  <c:v>36557</c:v>
                </c:pt>
                <c:pt idx="70">
                  <c:v>36586</c:v>
                </c:pt>
                <c:pt idx="71">
                  <c:v>36617</c:v>
                </c:pt>
                <c:pt idx="72">
                  <c:v>36647</c:v>
                </c:pt>
                <c:pt idx="73">
                  <c:v>36678</c:v>
                </c:pt>
                <c:pt idx="74">
                  <c:v>36708</c:v>
                </c:pt>
                <c:pt idx="75">
                  <c:v>36739</c:v>
                </c:pt>
                <c:pt idx="76">
                  <c:v>36770</c:v>
                </c:pt>
                <c:pt idx="77">
                  <c:v>36800</c:v>
                </c:pt>
                <c:pt idx="78">
                  <c:v>36831</c:v>
                </c:pt>
                <c:pt idx="79">
                  <c:v>36861</c:v>
                </c:pt>
                <c:pt idx="80">
                  <c:v>36892</c:v>
                </c:pt>
                <c:pt idx="81">
                  <c:v>36923</c:v>
                </c:pt>
                <c:pt idx="82">
                  <c:v>36951</c:v>
                </c:pt>
                <c:pt idx="83">
                  <c:v>36982</c:v>
                </c:pt>
                <c:pt idx="84">
                  <c:v>37012</c:v>
                </c:pt>
                <c:pt idx="85">
                  <c:v>37043</c:v>
                </c:pt>
                <c:pt idx="86">
                  <c:v>37073</c:v>
                </c:pt>
                <c:pt idx="87">
                  <c:v>37104</c:v>
                </c:pt>
                <c:pt idx="88">
                  <c:v>37135</c:v>
                </c:pt>
                <c:pt idx="89">
                  <c:v>37165</c:v>
                </c:pt>
                <c:pt idx="90">
                  <c:v>37196</c:v>
                </c:pt>
                <c:pt idx="91">
                  <c:v>37226</c:v>
                </c:pt>
                <c:pt idx="92">
                  <c:v>37257</c:v>
                </c:pt>
                <c:pt idx="93">
                  <c:v>37288</c:v>
                </c:pt>
                <c:pt idx="94">
                  <c:v>37316</c:v>
                </c:pt>
                <c:pt idx="95">
                  <c:v>37347</c:v>
                </c:pt>
                <c:pt idx="96">
                  <c:v>37377</c:v>
                </c:pt>
                <c:pt idx="97">
                  <c:v>37408</c:v>
                </c:pt>
                <c:pt idx="98">
                  <c:v>37438</c:v>
                </c:pt>
                <c:pt idx="99">
                  <c:v>37469</c:v>
                </c:pt>
                <c:pt idx="100">
                  <c:v>37500</c:v>
                </c:pt>
                <c:pt idx="101">
                  <c:v>37530</c:v>
                </c:pt>
                <c:pt idx="102">
                  <c:v>37561</c:v>
                </c:pt>
                <c:pt idx="103">
                  <c:v>37591</c:v>
                </c:pt>
                <c:pt idx="104">
                  <c:v>37622</c:v>
                </c:pt>
                <c:pt idx="105">
                  <c:v>37653</c:v>
                </c:pt>
                <c:pt idx="106">
                  <c:v>37681</c:v>
                </c:pt>
                <c:pt idx="107">
                  <c:v>37712</c:v>
                </c:pt>
                <c:pt idx="108">
                  <c:v>37742</c:v>
                </c:pt>
                <c:pt idx="109">
                  <c:v>37773</c:v>
                </c:pt>
                <c:pt idx="110">
                  <c:v>37803</c:v>
                </c:pt>
                <c:pt idx="111">
                  <c:v>37834</c:v>
                </c:pt>
                <c:pt idx="112">
                  <c:v>37865</c:v>
                </c:pt>
                <c:pt idx="113">
                  <c:v>37895</c:v>
                </c:pt>
                <c:pt idx="114">
                  <c:v>37926</c:v>
                </c:pt>
                <c:pt idx="115">
                  <c:v>37956</c:v>
                </c:pt>
                <c:pt idx="116">
                  <c:v>37987</c:v>
                </c:pt>
                <c:pt idx="117">
                  <c:v>38018</c:v>
                </c:pt>
                <c:pt idx="118">
                  <c:v>38047</c:v>
                </c:pt>
                <c:pt idx="119">
                  <c:v>38078</c:v>
                </c:pt>
                <c:pt idx="120">
                  <c:v>38108</c:v>
                </c:pt>
                <c:pt idx="121">
                  <c:v>38139</c:v>
                </c:pt>
                <c:pt idx="122">
                  <c:v>38169</c:v>
                </c:pt>
                <c:pt idx="123">
                  <c:v>38200</c:v>
                </c:pt>
                <c:pt idx="124">
                  <c:v>38231</c:v>
                </c:pt>
                <c:pt idx="125">
                  <c:v>38261</c:v>
                </c:pt>
                <c:pt idx="126">
                  <c:v>38292</c:v>
                </c:pt>
                <c:pt idx="127">
                  <c:v>38322</c:v>
                </c:pt>
                <c:pt idx="128">
                  <c:v>38353</c:v>
                </c:pt>
                <c:pt idx="129">
                  <c:v>38384</c:v>
                </c:pt>
                <c:pt idx="130">
                  <c:v>38412</c:v>
                </c:pt>
                <c:pt idx="131">
                  <c:v>38443</c:v>
                </c:pt>
                <c:pt idx="132">
                  <c:v>38473</c:v>
                </c:pt>
                <c:pt idx="133">
                  <c:v>38504</c:v>
                </c:pt>
                <c:pt idx="134">
                  <c:v>38534</c:v>
                </c:pt>
                <c:pt idx="135">
                  <c:v>38565</c:v>
                </c:pt>
                <c:pt idx="136">
                  <c:v>38596</c:v>
                </c:pt>
                <c:pt idx="137">
                  <c:v>38626</c:v>
                </c:pt>
                <c:pt idx="138">
                  <c:v>38657</c:v>
                </c:pt>
                <c:pt idx="139">
                  <c:v>38687</c:v>
                </c:pt>
                <c:pt idx="140">
                  <c:v>38718</c:v>
                </c:pt>
                <c:pt idx="141">
                  <c:v>38749</c:v>
                </c:pt>
                <c:pt idx="142">
                  <c:v>38777</c:v>
                </c:pt>
                <c:pt idx="143">
                  <c:v>38808</c:v>
                </c:pt>
                <c:pt idx="144">
                  <c:v>38838</c:v>
                </c:pt>
                <c:pt idx="145">
                  <c:v>38869</c:v>
                </c:pt>
                <c:pt idx="146">
                  <c:v>38899</c:v>
                </c:pt>
                <c:pt idx="147">
                  <c:v>38930</c:v>
                </c:pt>
                <c:pt idx="148">
                  <c:v>38961</c:v>
                </c:pt>
                <c:pt idx="149">
                  <c:v>38991</c:v>
                </c:pt>
                <c:pt idx="150">
                  <c:v>39022</c:v>
                </c:pt>
                <c:pt idx="151">
                  <c:v>39052</c:v>
                </c:pt>
                <c:pt idx="152">
                  <c:v>39083</c:v>
                </c:pt>
                <c:pt idx="153">
                  <c:v>39114</c:v>
                </c:pt>
                <c:pt idx="154">
                  <c:v>39142</c:v>
                </c:pt>
                <c:pt idx="155">
                  <c:v>39173</c:v>
                </c:pt>
                <c:pt idx="156">
                  <c:v>39203</c:v>
                </c:pt>
                <c:pt idx="157">
                  <c:v>39234</c:v>
                </c:pt>
                <c:pt idx="158">
                  <c:v>39264</c:v>
                </c:pt>
                <c:pt idx="159">
                  <c:v>39295</c:v>
                </c:pt>
                <c:pt idx="160">
                  <c:v>39326</c:v>
                </c:pt>
                <c:pt idx="161">
                  <c:v>39356</c:v>
                </c:pt>
                <c:pt idx="162">
                  <c:v>39387</c:v>
                </c:pt>
                <c:pt idx="163">
                  <c:v>39417</c:v>
                </c:pt>
                <c:pt idx="164">
                  <c:v>39448</c:v>
                </c:pt>
                <c:pt idx="165">
                  <c:v>39479</c:v>
                </c:pt>
                <c:pt idx="166">
                  <c:v>39508</c:v>
                </c:pt>
                <c:pt idx="167">
                  <c:v>39539</c:v>
                </c:pt>
                <c:pt idx="168">
                  <c:v>39569</c:v>
                </c:pt>
                <c:pt idx="169">
                  <c:v>39600</c:v>
                </c:pt>
                <c:pt idx="170">
                  <c:v>39630</c:v>
                </c:pt>
                <c:pt idx="171">
                  <c:v>39661</c:v>
                </c:pt>
                <c:pt idx="172">
                  <c:v>39692</c:v>
                </c:pt>
                <c:pt idx="173">
                  <c:v>39722</c:v>
                </c:pt>
                <c:pt idx="174">
                  <c:v>39753</c:v>
                </c:pt>
                <c:pt idx="175">
                  <c:v>39783</c:v>
                </c:pt>
                <c:pt idx="176">
                  <c:v>39814</c:v>
                </c:pt>
                <c:pt idx="177">
                  <c:v>39845</c:v>
                </c:pt>
                <c:pt idx="178">
                  <c:v>39873</c:v>
                </c:pt>
                <c:pt idx="179">
                  <c:v>39904</c:v>
                </c:pt>
                <c:pt idx="180">
                  <c:v>39934</c:v>
                </c:pt>
                <c:pt idx="181">
                  <c:v>39965</c:v>
                </c:pt>
                <c:pt idx="182">
                  <c:v>39995</c:v>
                </c:pt>
                <c:pt idx="183">
                  <c:v>40026</c:v>
                </c:pt>
                <c:pt idx="184">
                  <c:v>40057</c:v>
                </c:pt>
                <c:pt idx="185">
                  <c:v>40087</c:v>
                </c:pt>
                <c:pt idx="186">
                  <c:v>40118</c:v>
                </c:pt>
                <c:pt idx="187">
                  <c:v>40148</c:v>
                </c:pt>
                <c:pt idx="188">
                  <c:v>40179</c:v>
                </c:pt>
                <c:pt idx="189">
                  <c:v>40210</c:v>
                </c:pt>
                <c:pt idx="190">
                  <c:v>40238</c:v>
                </c:pt>
                <c:pt idx="191">
                  <c:v>40269</c:v>
                </c:pt>
                <c:pt idx="192">
                  <c:v>40299</c:v>
                </c:pt>
                <c:pt idx="193">
                  <c:v>40330</c:v>
                </c:pt>
                <c:pt idx="194">
                  <c:v>40360</c:v>
                </c:pt>
                <c:pt idx="195">
                  <c:v>40391</c:v>
                </c:pt>
                <c:pt idx="196">
                  <c:v>40422</c:v>
                </c:pt>
                <c:pt idx="197">
                  <c:v>40452</c:v>
                </c:pt>
                <c:pt idx="198">
                  <c:v>40483</c:v>
                </c:pt>
                <c:pt idx="199">
                  <c:v>40513</c:v>
                </c:pt>
                <c:pt idx="200">
                  <c:v>40544</c:v>
                </c:pt>
                <c:pt idx="201">
                  <c:v>40575</c:v>
                </c:pt>
                <c:pt idx="202">
                  <c:v>40603</c:v>
                </c:pt>
                <c:pt idx="203">
                  <c:v>40634</c:v>
                </c:pt>
                <c:pt idx="204">
                  <c:v>40664</c:v>
                </c:pt>
                <c:pt idx="205">
                  <c:v>40695</c:v>
                </c:pt>
                <c:pt idx="206">
                  <c:v>40725</c:v>
                </c:pt>
                <c:pt idx="207">
                  <c:v>40756</c:v>
                </c:pt>
                <c:pt idx="208">
                  <c:v>40787</c:v>
                </c:pt>
                <c:pt idx="209">
                  <c:v>40817</c:v>
                </c:pt>
                <c:pt idx="210">
                  <c:v>40848</c:v>
                </c:pt>
                <c:pt idx="211">
                  <c:v>40878</c:v>
                </c:pt>
                <c:pt idx="212">
                  <c:v>40909</c:v>
                </c:pt>
                <c:pt idx="213">
                  <c:v>40940</c:v>
                </c:pt>
                <c:pt idx="214">
                  <c:v>40969</c:v>
                </c:pt>
                <c:pt idx="215">
                  <c:v>41000</c:v>
                </c:pt>
                <c:pt idx="216">
                  <c:v>41030</c:v>
                </c:pt>
                <c:pt idx="217">
                  <c:v>41061</c:v>
                </c:pt>
                <c:pt idx="218">
                  <c:v>41091</c:v>
                </c:pt>
                <c:pt idx="219">
                  <c:v>41122</c:v>
                </c:pt>
                <c:pt idx="220">
                  <c:v>41153</c:v>
                </c:pt>
                <c:pt idx="221">
                  <c:v>41183</c:v>
                </c:pt>
                <c:pt idx="222">
                  <c:v>41214</c:v>
                </c:pt>
                <c:pt idx="223">
                  <c:v>41244</c:v>
                </c:pt>
                <c:pt idx="224">
                  <c:v>41275</c:v>
                </c:pt>
                <c:pt idx="225">
                  <c:v>41306</c:v>
                </c:pt>
                <c:pt idx="226">
                  <c:v>41334</c:v>
                </c:pt>
                <c:pt idx="227">
                  <c:v>41365</c:v>
                </c:pt>
                <c:pt idx="228">
                  <c:v>41395</c:v>
                </c:pt>
                <c:pt idx="229">
                  <c:v>41426</c:v>
                </c:pt>
                <c:pt idx="230">
                  <c:v>41456</c:v>
                </c:pt>
                <c:pt idx="231">
                  <c:v>41487</c:v>
                </c:pt>
                <c:pt idx="232">
                  <c:v>41518</c:v>
                </c:pt>
                <c:pt idx="233">
                  <c:v>41548</c:v>
                </c:pt>
                <c:pt idx="234">
                  <c:v>41579</c:v>
                </c:pt>
                <c:pt idx="235">
                  <c:v>41609</c:v>
                </c:pt>
                <c:pt idx="236">
                  <c:v>41640</c:v>
                </c:pt>
                <c:pt idx="237">
                  <c:v>41671</c:v>
                </c:pt>
                <c:pt idx="238">
                  <c:v>41699</c:v>
                </c:pt>
                <c:pt idx="239">
                  <c:v>41730</c:v>
                </c:pt>
                <c:pt idx="240">
                  <c:v>41760</c:v>
                </c:pt>
                <c:pt idx="241">
                  <c:v>41791</c:v>
                </c:pt>
                <c:pt idx="242">
                  <c:v>41821</c:v>
                </c:pt>
                <c:pt idx="243">
                  <c:v>41852</c:v>
                </c:pt>
                <c:pt idx="244">
                  <c:v>41883</c:v>
                </c:pt>
                <c:pt idx="245">
                  <c:v>41913</c:v>
                </c:pt>
                <c:pt idx="246">
                  <c:v>41944</c:v>
                </c:pt>
                <c:pt idx="247">
                  <c:v>41974</c:v>
                </c:pt>
                <c:pt idx="248">
                  <c:v>42005</c:v>
                </c:pt>
                <c:pt idx="249">
                  <c:v>42036</c:v>
                </c:pt>
                <c:pt idx="250">
                  <c:v>42064</c:v>
                </c:pt>
                <c:pt idx="251">
                  <c:v>42095</c:v>
                </c:pt>
                <c:pt idx="252">
                  <c:v>42125</c:v>
                </c:pt>
                <c:pt idx="253">
                  <c:v>42156</c:v>
                </c:pt>
                <c:pt idx="254">
                  <c:v>42186</c:v>
                </c:pt>
                <c:pt idx="255">
                  <c:v>42217</c:v>
                </c:pt>
                <c:pt idx="256">
                  <c:v>42248</c:v>
                </c:pt>
                <c:pt idx="257">
                  <c:v>42278</c:v>
                </c:pt>
                <c:pt idx="258">
                  <c:v>42309</c:v>
                </c:pt>
                <c:pt idx="259">
                  <c:v>42339</c:v>
                </c:pt>
                <c:pt idx="260">
                  <c:v>42370</c:v>
                </c:pt>
                <c:pt idx="261">
                  <c:v>42401</c:v>
                </c:pt>
              </c:numCache>
            </c:numRef>
          </c:cat>
          <c:val>
            <c:numRef>
              <c:f>Sheet1!$B$2:$B$263</c:f>
              <c:numCache>
                <c:formatCode>General</c:formatCode>
                <c:ptCount val="262"/>
                <c:pt idx="0">
                  <c:v>-16.4077033335541</c:v>
                </c:pt>
                <c:pt idx="1">
                  <c:v>87.428239000221097</c:v>
                </c:pt>
                <c:pt idx="2">
                  <c:v>71.277345340520398</c:v>
                </c:pt>
                <c:pt idx="3">
                  <c:v>-103.462737757575</c:v>
                </c:pt>
                <c:pt idx="4">
                  <c:v>-66.475650664200003</c:v>
                </c:pt>
                <c:pt idx="5">
                  <c:v>-86.049271941226394</c:v>
                </c:pt>
                <c:pt idx="6">
                  <c:v>-73.2116847077735</c:v>
                </c:pt>
                <c:pt idx="7">
                  <c:v>-84.823510757846904</c:v>
                </c:pt>
                <c:pt idx="8">
                  <c:v>-112.361274536153</c:v>
                </c:pt>
                <c:pt idx="9">
                  <c:v>-136.85141670150799</c:v>
                </c:pt>
                <c:pt idx="10">
                  <c:v>-138.30075947822999</c:v>
                </c:pt>
                <c:pt idx="11">
                  <c:v>-132.65991709818101</c:v>
                </c:pt>
                <c:pt idx="12">
                  <c:v>-100.635081868333</c:v>
                </c:pt>
                <c:pt idx="13">
                  <c:v>-61.113693093077401</c:v>
                </c:pt>
                <c:pt idx="14">
                  <c:v>-47.333085285577198</c:v>
                </c:pt>
                <c:pt idx="15">
                  <c:v>-7.7088885297184699</c:v>
                </c:pt>
                <c:pt idx="16">
                  <c:v>33.319484450286602</c:v>
                </c:pt>
                <c:pt idx="17">
                  <c:v>30.002933229197399</c:v>
                </c:pt>
                <c:pt idx="18">
                  <c:v>4.5834677338715304</c:v>
                </c:pt>
                <c:pt idx="19">
                  <c:v>28.105361177696501</c:v>
                </c:pt>
                <c:pt idx="20">
                  <c:v>39.234684892137402</c:v>
                </c:pt>
                <c:pt idx="21">
                  <c:v>50.194496495304499</c:v>
                </c:pt>
                <c:pt idx="22">
                  <c:v>70.641061628701095</c:v>
                </c:pt>
                <c:pt idx="23">
                  <c:v>83.722270084232093</c:v>
                </c:pt>
                <c:pt idx="24">
                  <c:v>70.985568297597496</c:v>
                </c:pt>
                <c:pt idx="25">
                  <c:v>14.30987428369</c:v>
                </c:pt>
                <c:pt idx="26">
                  <c:v>-13.5112224795777</c:v>
                </c:pt>
                <c:pt idx="27">
                  <c:v>-27.8294620854759</c:v>
                </c:pt>
                <c:pt idx="28">
                  <c:v>-51.6390714075959</c:v>
                </c:pt>
                <c:pt idx="29">
                  <c:v>-44.819420675604903</c:v>
                </c:pt>
                <c:pt idx="30">
                  <c:v>-18.209855026976701</c:v>
                </c:pt>
                <c:pt idx="31">
                  <c:v>-40.162320121385001</c:v>
                </c:pt>
                <c:pt idx="32">
                  <c:v>-6.00594662376814</c:v>
                </c:pt>
                <c:pt idx="33">
                  <c:v>-10.515572837206999</c:v>
                </c:pt>
                <c:pt idx="34">
                  <c:v>19.204501399972401</c:v>
                </c:pt>
                <c:pt idx="35">
                  <c:v>-6.8514061903483201</c:v>
                </c:pt>
                <c:pt idx="36">
                  <c:v>-30.692901067573601</c:v>
                </c:pt>
                <c:pt idx="37">
                  <c:v>-9.0652760272758393</c:v>
                </c:pt>
                <c:pt idx="38">
                  <c:v>15.7599992334902</c:v>
                </c:pt>
                <c:pt idx="39">
                  <c:v>36.506498025022999</c:v>
                </c:pt>
                <c:pt idx="40">
                  <c:v>33.555500237645397</c:v>
                </c:pt>
                <c:pt idx="41">
                  <c:v>41.657292602479203</c:v>
                </c:pt>
                <c:pt idx="42">
                  <c:v>53.966108030047799</c:v>
                </c:pt>
                <c:pt idx="43">
                  <c:v>61.737136670805697</c:v>
                </c:pt>
                <c:pt idx="44">
                  <c:v>69.5271048427458</c:v>
                </c:pt>
                <c:pt idx="45">
                  <c:v>89.299880703299095</c:v>
                </c:pt>
                <c:pt idx="46">
                  <c:v>86.282475516937197</c:v>
                </c:pt>
                <c:pt idx="47">
                  <c:v>75.681397509607606</c:v>
                </c:pt>
                <c:pt idx="48">
                  <c:v>71.671792390953399</c:v>
                </c:pt>
                <c:pt idx="49">
                  <c:v>71.202140692255298</c:v>
                </c:pt>
                <c:pt idx="50">
                  <c:v>82.043912700650594</c:v>
                </c:pt>
                <c:pt idx="51">
                  <c:v>81.725536602393504</c:v>
                </c:pt>
                <c:pt idx="52">
                  <c:v>81.798434324058405</c:v>
                </c:pt>
                <c:pt idx="53">
                  <c:v>102.500335389035</c:v>
                </c:pt>
                <c:pt idx="54">
                  <c:v>101.198588612072</c:v>
                </c:pt>
                <c:pt idx="55">
                  <c:v>81.498388431008294</c:v>
                </c:pt>
                <c:pt idx="56">
                  <c:v>88.632320752646194</c:v>
                </c:pt>
                <c:pt idx="57">
                  <c:v>80.980930754633604</c:v>
                </c:pt>
                <c:pt idx="58">
                  <c:v>73.553652634209499</c:v>
                </c:pt>
                <c:pt idx="59">
                  <c:v>49.6684553935089</c:v>
                </c:pt>
                <c:pt idx="60">
                  <c:v>57.408066013001097</c:v>
                </c:pt>
                <c:pt idx="61">
                  <c:v>31.8642327381901</c:v>
                </c:pt>
                <c:pt idx="62">
                  <c:v>-10.2380505653603</c:v>
                </c:pt>
                <c:pt idx="63">
                  <c:v>-19.191478069947699</c:v>
                </c:pt>
                <c:pt idx="64">
                  <c:v>-50.191017084799597</c:v>
                </c:pt>
                <c:pt idx="65">
                  <c:v>-34.701283893554702</c:v>
                </c:pt>
                <c:pt idx="66">
                  <c:v>-43.644437799152698</c:v>
                </c:pt>
                <c:pt idx="67">
                  <c:v>-27.6138362516248</c:v>
                </c:pt>
                <c:pt idx="68">
                  <c:v>-44.340417407094499</c:v>
                </c:pt>
                <c:pt idx="69">
                  <c:v>-72.957060367255295</c:v>
                </c:pt>
                <c:pt idx="70">
                  <c:v>-83.008339471642003</c:v>
                </c:pt>
                <c:pt idx="71">
                  <c:v>-73.533882732341894</c:v>
                </c:pt>
                <c:pt idx="72">
                  <c:v>-63.575865418382698</c:v>
                </c:pt>
                <c:pt idx="73">
                  <c:v>-99.091235676799599</c:v>
                </c:pt>
                <c:pt idx="74">
                  <c:v>-73.200816190475706</c:v>
                </c:pt>
                <c:pt idx="75">
                  <c:v>-57.038128708563399</c:v>
                </c:pt>
                <c:pt idx="76">
                  <c:v>-42.736309970196402</c:v>
                </c:pt>
                <c:pt idx="77">
                  <c:v>-30.6781275776627</c:v>
                </c:pt>
                <c:pt idx="78">
                  <c:v>-18.152124875879299</c:v>
                </c:pt>
                <c:pt idx="79">
                  <c:v>-8.2315621683626201</c:v>
                </c:pt>
                <c:pt idx="80">
                  <c:v>32.027417005507601</c:v>
                </c:pt>
                <c:pt idx="81">
                  <c:v>62.909162979580799</c:v>
                </c:pt>
                <c:pt idx="82">
                  <c:v>59.511688953841798</c:v>
                </c:pt>
                <c:pt idx="83">
                  <c:v>68.440215839555407</c:v>
                </c:pt>
                <c:pt idx="84">
                  <c:v>54.2156438154271</c:v>
                </c:pt>
                <c:pt idx="85">
                  <c:v>41.9853035121319</c:v>
                </c:pt>
                <c:pt idx="86">
                  <c:v>40.841504606211601</c:v>
                </c:pt>
                <c:pt idx="87">
                  <c:v>42.3322094241176</c:v>
                </c:pt>
                <c:pt idx="88">
                  <c:v>58.691597550613501</c:v>
                </c:pt>
                <c:pt idx="89">
                  <c:v>70.493892222259305</c:v>
                </c:pt>
                <c:pt idx="90">
                  <c:v>89.787320849394305</c:v>
                </c:pt>
                <c:pt idx="91">
                  <c:v>83.915086209276396</c:v>
                </c:pt>
                <c:pt idx="92">
                  <c:v>40.403540956262198</c:v>
                </c:pt>
                <c:pt idx="93">
                  <c:v>43.182643993367599</c:v>
                </c:pt>
                <c:pt idx="94">
                  <c:v>57.851966716358397</c:v>
                </c:pt>
                <c:pt idx="95">
                  <c:v>32.6467285958255</c:v>
                </c:pt>
                <c:pt idx="96">
                  <c:v>38.2728977036179</c:v>
                </c:pt>
                <c:pt idx="97">
                  <c:v>55.030307979908201</c:v>
                </c:pt>
                <c:pt idx="98">
                  <c:v>72.505637049256904</c:v>
                </c:pt>
                <c:pt idx="99">
                  <c:v>88.905020322615698</c:v>
                </c:pt>
                <c:pt idx="100">
                  <c:v>104.20961712146</c:v>
                </c:pt>
                <c:pt idx="101">
                  <c:v>121.564436858909</c:v>
                </c:pt>
                <c:pt idx="102">
                  <c:v>116.79196803926099</c:v>
                </c:pt>
                <c:pt idx="103">
                  <c:v>117.334958094513</c:v>
                </c:pt>
                <c:pt idx="104">
                  <c:v>113.533712318623</c:v>
                </c:pt>
                <c:pt idx="105">
                  <c:v>121.989569293345</c:v>
                </c:pt>
                <c:pt idx="106">
                  <c:v>124.647730881247</c:v>
                </c:pt>
                <c:pt idx="107">
                  <c:v>129.57205022735101</c:v>
                </c:pt>
                <c:pt idx="108">
                  <c:v>117.997795646399</c:v>
                </c:pt>
                <c:pt idx="109">
                  <c:v>133.452895317794</c:v>
                </c:pt>
                <c:pt idx="110">
                  <c:v>155.803499514029</c:v>
                </c:pt>
                <c:pt idx="111">
                  <c:v>99.370428321488703</c:v>
                </c:pt>
                <c:pt idx="112">
                  <c:v>25.8816942729093</c:v>
                </c:pt>
                <c:pt idx="113">
                  <c:v>36.051575711412298</c:v>
                </c:pt>
                <c:pt idx="114">
                  <c:v>48.893189528514498</c:v>
                </c:pt>
                <c:pt idx="115">
                  <c:v>47.558282686150697</c:v>
                </c:pt>
                <c:pt idx="116">
                  <c:v>49.266356280284903</c:v>
                </c:pt>
                <c:pt idx="117">
                  <c:v>64.485664050076593</c:v>
                </c:pt>
                <c:pt idx="118">
                  <c:v>70.328111996417903</c:v>
                </c:pt>
                <c:pt idx="119">
                  <c:v>85.322218342166806</c:v>
                </c:pt>
                <c:pt idx="120">
                  <c:v>37.434115326906699</c:v>
                </c:pt>
                <c:pt idx="121">
                  <c:v>-1.95875488872107</c:v>
                </c:pt>
                <c:pt idx="122">
                  <c:v>-3.1357661450124699</c:v>
                </c:pt>
                <c:pt idx="123">
                  <c:v>21.959764118961999</c:v>
                </c:pt>
                <c:pt idx="124">
                  <c:v>34.608798679175997</c:v>
                </c:pt>
                <c:pt idx="125">
                  <c:v>43.852104860781502</c:v>
                </c:pt>
                <c:pt idx="126">
                  <c:v>48.408860624759797</c:v>
                </c:pt>
                <c:pt idx="127">
                  <c:v>47.211829120443603</c:v>
                </c:pt>
                <c:pt idx="128">
                  <c:v>43.781719162844396</c:v>
                </c:pt>
                <c:pt idx="129">
                  <c:v>46.160062944955797</c:v>
                </c:pt>
                <c:pt idx="130">
                  <c:v>51.881992528927803</c:v>
                </c:pt>
                <c:pt idx="131">
                  <c:v>22.2613567922599</c:v>
                </c:pt>
                <c:pt idx="132">
                  <c:v>29.7118722265439</c:v>
                </c:pt>
                <c:pt idx="133">
                  <c:v>43.076631509568998</c:v>
                </c:pt>
                <c:pt idx="134">
                  <c:v>56.644277147880203</c:v>
                </c:pt>
                <c:pt idx="135">
                  <c:v>45.655295602089097</c:v>
                </c:pt>
                <c:pt idx="136">
                  <c:v>33.238301562251102</c:v>
                </c:pt>
                <c:pt idx="137">
                  <c:v>31.355046295817399</c:v>
                </c:pt>
                <c:pt idx="138">
                  <c:v>3.9801042435941998</c:v>
                </c:pt>
                <c:pt idx="139">
                  <c:v>-22.360165361049301</c:v>
                </c:pt>
                <c:pt idx="140">
                  <c:v>-18.7220013701711</c:v>
                </c:pt>
                <c:pt idx="141">
                  <c:v>-4.8089666139557004</c:v>
                </c:pt>
                <c:pt idx="142">
                  <c:v>-15.762663294019401</c:v>
                </c:pt>
                <c:pt idx="143">
                  <c:v>-23.828077702867699</c:v>
                </c:pt>
                <c:pt idx="144">
                  <c:v>-40.955372448905898</c:v>
                </c:pt>
                <c:pt idx="145">
                  <c:v>-48.360283383088699</c:v>
                </c:pt>
                <c:pt idx="146">
                  <c:v>-55.236479386350901</c:v>
                </c:pt>
                <c:pt idx="147">
                  <c:v>-61.166366262258897</c:v>
                </c:pt>
                <c:pt idx="148">
                  <c:v>-32.970487190367102</c:v>
                </c:pt>
                <c:pt idx="149">
                  <c:v>-21.6735573117606</c:v>
                </c:pt>
                <c:pt idx="150">
                  <c:v>-15.6726972615552</c:v>
                </c:pt>
                <c:pt idx="151">
                  <c:v>-4.7787117808233797</c:v>
                </c:pt>
                <c:pt idx="152">
                  <c:v>7.6926003519994897</c:v>
                </c:pt>
                <c:pt idx="153">
                  <c:v>-2.13841230906062</c:v>
                </c:pt>
                <c:pt idx="154">
                  <c:v>-2.25831026140155</c:v>
                </c:pt>
                <c:pt idx="155">
                  <c:v>6.9606414732905302</c:v>
                </c:pt>
                <c:pt idx="156">
                  <c:v>3.6070488924826898</c:v>
                </c:pt>
                <c:pt idx="157">
                  <c:v>-3.9600264673618701</c:v>
                </c:pt>
                <c:pt idx="158">
                  <c:v>-42.589137425097597</c:v>
                </c:pt>
                <c:pt idx="159">
                  <c:v>-45.677195093323199</c:v>
                </c:pt>
                <c:pt idx="160">
                  <c:v>-32.140555988920802</c:v>
                </c:pt>
                <c:pt idx="161">
                  <c:v>-14.442540748305801</c:v>
                </c:pt>
                <c:pt idx="162">
                  <c:v>-9.66173864014646</c:v>
                </c:pt>
                <c:pt idx="163">
                  <c:v>7.0024135577248803</c:v>
                </c:pt>
                <c:pt idx="164">
                  <c:v>17.529088055110801</c:v>
                </c:pt>
                <c:pt idx="165">
                  <c:v>51.296566684557099</c:v>
                </c:pt>
                <c:pt idx="166">
                  <c:v>29.2785470858942</c:v>
                </c:pt>
                <c:pt idx="167">
                  <c:v>22.715108134434299</c:v>
                </c:pt>
                <c:pt idx="168">
                  <c:v>25.776018550991399</c:v>
                </c:pt>
                <c:pt idx="169">
                  <c:v>14.6250812184879</c:v>
                </c:pt>
                <c:pt idx="170">
                  <c:v>-18.724956615873399</c:v>
                </c:pt>
                <c:pt idx="171">
                  <c:v>-28.884888345353001</c:v>
                </c:pt>
                <c:pt idx="172">
                  <c:v>-35.371236499818302</c:v>
                </c:pt>
                <c:pt idx="173">
                  <c:v>8.67675578880581</c:v>
                </c:pt>
                <c:pt idx="174">
                  <c:v>-6.5053988504723401</c:v>
                </c:pt>
                <c:pt idx="175">
                  <c:v>2.2014533370415399</c:v>
                </c:pt>
                <c:pt idx="176">
                  <c:v>81.742998868807604</c:v>
                </c:pt>
                <c:pt idx="177">
                  <c:v>106.099103768715</c:v>
                </c:pt>
                <c:pt idx="178">
                  <c:v>94.344048597244594</c:v>
                </c:pt>
                <c:pt idx="179">
                  <c:v>103.043518346041</c:v>
                </c:pt>
                <c:pt idx="180">
                  <c:v>118.811783289959</c:v>
                </c:pt>
                <c:pt idx="181">
                  <c:v>110.759447752581</c:v>
                </c:pt>
                <c:pt idx="182">
                  <c:v>49.318461669328698</c:v>
                </c:pt>
                <c:pt idx="183">
                  <c:v>65.761988060439904</c:v>
                </c:pt>
                <c:pt idx="184">
                  <c:v>66.554905846379896</c:v>
                </c:pt>
                <c:pt idx="185">
                  <c:v>80.544974518845706</c:v>
                </c:pt>
                <c:pt idx="186">
                  <c:v>86.680970863359704</c:v>
                </c:pt>
                <c:pt idx="187">
                  <c:v>93.195206003955093</c:v>
                </c:pt>
                <c:pt idx="188">
                  <c:v>85.645880029264404</c:v>
                </c:pt>
                <c:pt idx="189">
                  <c:v>74.520515839913401</c:v>
                </c:pt>
                <c:pt idx="190">
                  <c:v>73.602806550716906</c:v>
                </c:pt>
                <c:pt idx="191">
                  <c:v>72.460383501074602</c:v>
                </c:pt>
                <c:pt idx="192">
                  <c:v>60.7368996799173</c:v>
                </c:pt>
                <c:pt idx="193">
                  <c:v>79.839703983789093</c:v>
                </c:pt>
                <c:pt idx="194">
                  <c:v>96.116082867699404</c:v>
                </c:pt>
                <c:pt idx="195">
                  <c:v>109.741062578091</c:v>
                </c:pt>
                <c:pt idx="196">
                  <c:v>121.428856159893</c:v>
                </c:pt>
                <c:pt idx="197">
                  <c:v>126.86485198711701</c:v>
                </c:pt>
                <c:pt idx="198">
                  <c:v>134.64438157942399</c:v>
                </c:pt>
                <c:pt idx="199">
                  <c:v>123.811589035273</c:v>
                </c:pt>
                <c:pt idx="200">
                  <c:v>81.018294997043498</c:v>
                </c:pt>
                <c:pt idx="201">
                  <c:v>72.498845966585407</c:v>
                </c:pt>
                <c:pt idx="202">
                  <c:v>51.5277629027863</c:v>
                </c:pt>
                <c:pt idx="203">
                  <c:v>62.366092186780897</c:v>
                </c:pt>
                <c:pt idx="204">
                  <c:v>61.914272603283202</c:v>
                </c:pt>
                <c:pt idx="205">
                  <c:v>80.9460474476423</c:v>
                </c:pt>
                <c:pt idx="206">
                  <c:v>93.0234851902147</c:v>
                </c:pt>
                <c:pt idx="207">
                  <c:v>88.436742728258494</c:v>
                </c:pt>
                <c:pt idx="208">
                  <c:v>116.058008309774</c:v>
                </c:pt>
                <c:pt idx="209">
                  <c:v>133.505001279666</c:v>
                </c:pt>
                <c:pt idx="210">
                  <c:v>130.42932608830799</c:v>
                </c:pt>
                <c:pt idx="211">
                  <c:v>138.62682934630701</c:v>
                </c:pt>
                <c:pt idx="212">
                  <c:v>141.38287328964901</c:v>
                </c:pt>
                <c:pt idx="213">
                  <c:v>142.02047477852301</c:v>
                </c:pt>
                <c:pt idx="214">
                  <c:v>140.14779394335801</c:v>
                </c:pt>
                <c:pt idx="215">
                  <c:v>132.303165977681</c:v>
                </c:pt>
                <c:pt idx="216">
                  <c:v>138.17243434819</c:v>
                </c:pt>
                <c:pt idx="217">
                  <c:v>147.43817150606199</c:v>
                </c:pt>
                <c:pt idx="218">
                  <c:v>158.467952595936</c:v>
                </c:pt>
                <c:pt idx="219">
                  <c:v>168.576457416902</c:v>
                </c:pt>
                <c:pt idx="220">
                  <c:v>162.77954020476699</c:v>
                </c:pt>
                <c:pt idx="221">
                  <c:v>170.72171678166399</c:v>
                </c:pt>
                <c:pt idx="222">
                  <c:v>176.50896154978099</c:v>
                </c:pt>
                <c:pt idx="223">
                  <c:v>174.540307179102</c:v>
                </c:pt>
                <c:pt idx="224">
                  <c:v>172.55886595285401</c:v>
                </c:pt>
                <c:pt idx="225">
                  <c:v>161.73704000984301</c:v>
                </c:pt>
                <c:pt idx="226">
                  <c:v>143.279626186955</c:v>
                </c:pt>
                <c:pt idx="227">
                  <c:v>136.45841635877699</c:v>
                </c:pt>
                <c:pt idx="228">
                  <c:v>144.548471335192</c:v>
                </c:pt>
                <c:pt idx="229">
                  <c:v>134.13611028948901</c:v>
                </c:pt>
                <c:pt idx="230">
                  <c:v>75.892824502367901</c:v>
                </c:pt>
                <c:pt idx="231">
                  <c:v>42.077713759528699</c:v>
                </c:pt>
                <c:pt idx="232">
                  <c:v>29.670641917016699</c:v>
                </c:pt>
                <c:pt idx="233">
                  <c:v>25.985154993762801</c:v>
                </c:pt>
                <c:pt idx="234">
                  <c:v>54.577944742444899</c:v>
                </c:pt>
                <c:pt idx="235">
                  <c:v>44.721464821635799</c:v>
                </c:pt>
                <c:pt idx="236">
                  <c:v>25.2259215480641</c:v>
                </c:pt>
                <c:pt idx="237">
                  <c:v>25.128449219056101</c:v>
                </c:pt>
                <c:pt idx="238">
                  <c:v>37.867007300124698</c:v>
                </c:pt>
                <c:pt idx="239">
                  <c:v>36.154222453592503</c:v>
                </c:pt>
                <c:pt idx="240">
                  <c:v>36.818243646413997</c:v>
                </c:pt>
                <c:pt idx="241">
                  <c:v>55.155180787509302</c:v>
                </c:pt>
                <c:pt idx="242">
                  <c:v>56.4134660892352</c:v>
                </c:pt>
                <c:pt idx="243">
                  <c:v>57.542700875233898</c:v>
                </c:pt>
                <c:pt idx="244">
                  <c:v>58.698074776554101</c:v>
                </c:pt>
                <c:pt idx="245">
                  <c:v>54.621022052478999</c:v>
                </c:pt>
                <c:pt idx="246">
                  <c:v>66.526670395745398</c:v>
                </c:pt>
                <c:pt idx="247">
                  <c:v>68.796895259797097</c:v>
                </c:pt>
                <c:pt idx="248">
                  <c:v>82.231961739500804</c:v>
                </c:pt>
                <c:pt idx="249">
                  <c:v>99.262311456176604</c:v>
                </c:pt>
                <c:pt idx="250">
                  <c:v>94.454453716012296</c:v>
                </c:pt>
                <c:pt idx="251">
                  <c:v>88.503940412031099</c:v>
                </c:pt>
                <c:pt idx="252">
                  <c:v>96.504671211668693</c:v>
                </c:pt>
                <c:pt idx="253">
                  <c:v>78.359502437596703</c:v>
                </c:pt>
                <c:pt idx="254">
                  <c:v>61.744500026495402</c:v>
                </c:pt>
                <c:pt idx="255">
                  <c:v>55.191516687308599</c:v>
                </c:pt>
                <c:pt idx="256">
                  <c:v>67.9523283289505</c:v>
                </c:pt>
                <c:pt idx="257">
                  <c:v>68.536648331195707</c:v>
                </c:pt>
                <c:pt idx="258">
                  <c:v>77.910490892157299</c:v>
                </c:pt>
                <c:pt idx="259">
                  <c:v>60.3509768169098</c:v>
                </c:pt>
                <c:pt idx="260">
                  <c:v>57.741546861546801</c:v>
                </c:pt>
                <c:pt idx="261">
                  <c:v>65.884430492594205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Loan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  <a:prstDash val="sysDot"/>
            </a:ln>
          </c:spPr>
          <c:marker>
            <c:symbol val="none"/>
          </c:marker>
          <c:cat>
            <c:numRef>
              <c:f>Sheet1!$A$2:$A$263</c:f>
              <c:numCache>
                <c:formatCode>m/d/yyyy</c:formatCode>
                <c:ptCount val="262"/>
                <c:pt idx="0">
                  <c:v>34335</c:v>
                </c:pt>
                <c:pt idx="1">
                  <c:v>34366</c:v>
                </c:pt>
                <c:pt idx="2">
                  <c:v>34394</c:v>
                </c:pt>
                <c:pt idx="3">
                  <c:v>34486</c:v>
                </c:pt>
                <c:pt idx="4">
                  <c:v>34516</c:v>
                </c:pt>
                <c:pt idx="5">
                  <c:v>34547</c:v>
                </c:pt>
                <c:pt idx="6">
                  <c:v>34578</c:v>
                </c:pt>
                <c:pt idx="7">
                  <c:v>34608</c:v>
                </c:pt>
                <c:pt idx="8">
                  <c:v>34639</c:v>
                </c:pt>
                <c:pt idx="9">
                  <c:v>34669</c:v>
                </c:pt>
                <c:pt idx="10">
                  <c:v>34700</c:v>
                </c:pt>
                <c:pt idx="11">
                  <c:v>34731</c:v>
                </c:pt>
                <c:pt idx="12">
                  <c:v>34759</c:v>
                </c:pt>
                <c:pt idx="13">
                  <c:v>34790</c:v>
                </c:pt>
                <c:pt idx="14">
                  <c:v>34820</c:v>
                </c:pt>
                <c:pt idx="15">
                  <c:v>34851</c:v>
                </c:pt>
                <c:pt idx="16">
                  <c:v>34881</c:v>
                </c:pt>
                <c:pt idx="17">
                  <c:v>34912</c:v>
                </c:pt>
                <c:pt idx="18">
                  <c:v>34943</c:v>
                </c:pt>
                <c:pt idx="19">
                  <c:v>34973</c:v>
                </c:pt>
                <c:pt idx="20">
                  <c:v>35004</c:v>
                </c:pt>
                <c:pt idx="21">
                  <c:v>35034</c:v>
                </c:pt>
                <c:pt idx="22">
                  <c:v>35065</c:v>
                </c:pt>
                <c:pt idx="23">
                  <c:v>35096</c:v>
                </c:pt>
                <c:pt idx="24">
                  <c:v>35125</c:v>
                </c:pt>
                <c:pt idx="25">
                  <c:v>35156</c:v>
                </c:pt>
                <c:pt idx="26">
                  <c:v>35186</c:v>
                </c:pt>
                <c:pt idx="27">
                  <c:v>35217</c:v>
                </c:pt>
                <c:pt idx="28">
                  <c:v>35247</c:v>
                </c:pt>
                <c:pt idx="29">
                  <c:v>35278</c:v>
                </c:pt>
                <c:pt idx="30">
                  <c:v>35309</c:v>
                </c:pt>
                <c:pt idx="31">
                  <c:v>35339</c:v>
                </c:pt>
                <c:pt idx="32">
                  <c:v>35370</c:v>
                </c:pt>
                <c:pt idx="33">
                  <c:v>35462</c:v>
                </c:pt>
                <c:pt idx="34">
                  <c:v>35490</c:v>
                </c:pt>
                <c:pt idx="35">
                  <c:v>35521</c:v>
                </c:pt>
                <c:pt idx="36">
                  <c:v>35551</c:v>
                </c:pt>
                <c:pt idx="37">
                  <c:v>35582</c:v>
                </c:pt>
                <c:pt idx="38">
                  <c:v>35612</c:v>
                </c:pt>
                <c:pt idx="39">
                  <c:v>35643</c:v>
                </c:pt>
                <c:pt idx="40">
                  <c:v>35674</c:v>
                </c:pt>
                <c:pt idx="41">
                  <c:v>35704</c:v>
                </c:pt>
                <c:pt idx="42">
                  <c:v>35735</c:v>
                </c:pt>
                <c:pt idx="43">
                  <c:v>35765</c:v>
                </c:pt>
                <c:pt idx="44">
                  <c:v>35796</c:v>
                </c:pt>
                <c:pt idx="45">
                  <c:v>35827</c:v>
                </c:pt>
                <c:pt idx="46">
                  <c:v>35855</c:v>
                </c:pt>
                <c:pt idx="47">
                  <c:v>35886</c:v>
                </c:pt>
                <c:pt idx="48">
                  <c:v>35916</c:v>
                </c:pt>
                <c:pt idx="49">
                  <c:v>35947</c:v>
                </c:pt>
                <c:pt idx="50">
                  <c:v>35977</c:v>
                </c:pt>
                <c:pt idx="51">
                  <c:v>36008</c:v>
                </c:pt>
                <c:pt idx="52">
                  <c:v>36039</c:v>
                </c:pt>
                <c:pt idx="53">
                  <c:v>36069</c:v>
                </c:pt>
                <c:pt idx="54">
                  <c:v>36100</c:v>
                </c:pt>
                <c:pt idx="55">
                  <c:v>36130</c:v>
                </c:pt>
                <c:pt idx="56">
                  <c:v>36161</c:v>
                </c:pt>
                <c:pt idx="57">
                  <c:v>36192</c:v>
                </c:pt>
                <c:pt idx="58">
                  <c:v>36220</c:v>
                </c:pt>
                <c:pt idx="59">
                  <c:v>36251</c:v>
                </c:pt>
                <c:pt idx="60">
                  <c:v>36281</c:v>
                </c:pt>
                <c:pt idx="61">
                  <c:v>36312</c:v>
                </c:pt>
                <c:pt idx="62">
                  <c:v>36342</c:v>
                </c:pt>
                <c:pt idx="63">
                  <c:v>36373</c:v>
                </c:pt>
                <c:pt idx="64">
                  <c:v>36404</c:v>
                </c:pt>
                <c:pt idx="65">
                  <c:v>36434</c:v>
                </c:pt>
                <c:pt idx="66">
                  <c:v>36465</c:v>
                </c:pt>
                <c:pt idx="67">
                  <c:v>36495</c:v>
                </c:pt>
                <c:pt idx="68">
                  <c:v>36526</c:v>
                </c:pt>
                <c:pt idx="69">
                  <c:v>36557</c:v>
                </c:pt>
                <c:pt idx="70">
                  <c:v>36586</c:v>
                </c:pt>
                <c:pt idx="71">
                  <c:v>36617</c:v>
                </c:pt>
                <c:pt idx="72">
                  <c:v>36647</c:v>
                </c:pt>
                <c:pt idx="73">
                  <c:v>36678</c:v>
                </c:pt>
                <c:pt idx="74">
                  <c:v>36708</c:v>
                </c:pt>
                <c:pt idx="75">
                  <c:v>36739</c:v>
                </c:pt>
                <c:pt idx="76">
                  <c:v>36770</c:v>
                </c:pt>
                <c:pt idx="77">
                  <c:v>36800</c:v>
                </c:pt>
                <c:pt idx="78">
                  <c:v>36831</c:v>
                </c:pt>
                <c:pt idx="79">
                  <c:v>36861</c:v>
                </c:pt>
                <c:pt idx="80">
                  <c:v>36892</c:v>
                </c:pt>
                <c:pt idx="81">
                  <c:v>36923</c:v>
                </c:pt>
                <c:pt idx="82">
                  <c:v>36951</c:v>
                </c:pt>
                <c:pt idx="83">
                  <c:v>36982</c:v>
                </c:pt>
                <c:pt idx="84">
                  <c:v>37012</c:v>
                </c:pt>
                <c:pt idx="85">
                  <c:v>37043</c:v>
                </c:pt>
                <c:pt idx="86">
                  <c:v>37073</c:v>
                </c:pt>
                <c:pt idx="87">
                  <c:v>37104</c:v>
                </c:pt>
                <c:pt idx="88">
                  <c:v>37135</c:v>
                </c:pt>
                <c:pt idx="89">
                  <c:v>37165</c:v>
                </c:pt>
                <c:pt idx="90">
                  <c:v>37196</c:v>
                </c:pt>
                <c:pt idx="91">
                  <c:v>37226</c:v>
                </c:pt>
                <c:pt idx="92">
                  <c:v>37257</c:v>
                </c:pt>
                <c:pt idx="93">
                  <c:v>37288</c:v>
                </c:pt>
                <c:pt idx="94">
                  <c:v>37316</c:v>
                </c:pt>
                <c:pt idx="95">
                  <c:v>37347</c:v>
                </c:pt>
                <c:pt idx="96">
                  <c:v>37377</c:v>
                </c:pt>
                <c:pt idx="97">
                  <c:v>37408</c:v>
                </c:pt>
                <c:pt idx="98">
                  <c:v>37438</c:v>
                </c:pt>
                <c:pt idx="99">
                  <c:v>37469</c:v>
                </c:pt>
                <c:pt idx="100">
                  <c:v>37500</c:v>
                </c:pt>
                <c:pt idx="101">
                  <c:v>37530</c:v>
                </c:pt>
                <c:pt idx="102">
                  <c:v>37561</c:v>
                </c:pt>
                <c:pt idx="103">
                  <c:v>37591</c:v>
                </c:pt>
                <c:pt idx="104">
                  <c:v>37622</c:v>
                </c:pt>
                <c:pt idx="105">
                  <c:v>37653</c:v>
                </c:pt>
                <c:pt idx="106">
                  <c:v>37681</c:v>
                </c:pt>
                <c:pt idx="107">
                  <c:v>37712</c:v>
                </c:pt>
                <c:pt idx="108">
                  <c:v>37742</c:v>
                </c:pt>
                <c:pt idx="109">
                  <c:v>37773</c:v>
                </c:pt>
                <c:pt idx="110">
                  <c:v>37803</c:v>
                </c:pt>
                <c:pt idx="111">
                  <c:v>37834</c:v>
                </c:pt>
                <c:pt idx="112">
                  <c:v>37865</c:v>
                </c:pt>
                <c:pt idx="113">
                  <c:v>37895</c:v>
                </c:pt>
                <c:pt idx="114">
                  <c:v>37926</c:v>
                </c:pt>
                <c:pt idx="115">
                  <c:v>37956</c:v>
                </c:pt>
                <c:pt idx="116">
                  <c:v>37987</c:v>
                </c:pt>
                <c:pt idx="117">
                  <c:v>38018</c:v>
                </c:pt>
                <c:pt idx="118">
                  <c:v>38047</c:v>
                </c:pt>
                <c:pt idx="119">
                  <c:v>38078</c:v>
                </c:pt>
                <c:pt idx="120">
                  <c:v>38108</c:v>
                </c:pt>
                <c:pt idx="121">
                  <c:v>38139</c:v>
                </c:pt>
                <c:pt idx="122">
                  <c:v>38169</c:v>
                </c:pt>
                <c:pt idx="123">
                  <c:v>38200</c:v>
                </c:pt>
                <c:pt idx="124">
                  <c:v>38231</c:v>
                </c:pt>
                <c:pt idx="125">
                  <c:v>38261</c:v>
                </c:pt>
                <c:pt idx="126">
                  <c:v>38292</c:v>
                </c:pt>
                <c:pt idx="127">
                  <c:v>38322</c:v>
                </c:pt>
                <c:pt idx="128">
                  <c:v>38353</c:v>
                </c:pt>
                <c:pt idx="129">
                  <c:v>38384</c:v>
                </c:pt>
                <c:pt idx="130">
                  <c:v>38412</c:v>
                </c:pt>
                <c:pt idx="131">
                  <c:v>38443</c:v>
                </c:pt>
                <c:pt idx="132">
                  <c:v>38473</c:v>
                </c:pt>
                <c:pt idx="133">
                  <c:v>38504</c:v>
                </c:pt>
                <c:pt idx="134">
                  <c:v>38534</c:v>
                </c:pt>
                <c:pt idx="135">
                  <c:v>38565</c:v>
                </c:pt>
                <c:pt idx="136">
                  <c:v>38596</c:v>
                </c:pt>
                <c:pt idx="137">
                  <c:v>38626</c:v>
                </c:pt>
                <c:pt idx="138">
                  <c:v>38657</c:v>
                </c:pt>
                <c:pt idx="139">
                  <c:v>38687</c:v>
                </c:pt>
                <c:pt idx="140">
                  <c:v>38718</c:v>
                </c:pt>
                <c:pt idx="141">
                  <c:v>38749</c:v>
                </c:pt>
                <c:pt idx="142">
                  <c:v>38777</c:v>
                </c:pt>
                <c:pt idx="143">
                  <c:v>38808</c:v>
                </c:pt>
                <c:pt idx="144">
                  <c:v>38838</c:v>
                </c:pt>
                <c:pt idx="145">
                  <c:v>38869</c:v>
                </c:pt>
                <c:pt idx="146">
                  <c:v>38899</c:v>
                </c:pt>
                <c:pt idx="147">
                  <c:v>38930</c:v>
                </c:pt>
                <c:pt idx="148">
                  <c:v>38961</c:v>
                </c:pt>
                <c:pt idx="149">
                  <c:v>38991</c:v>
                </c:pt>
                <c:pt idx="150">
                  <c:v>39022</c:v>
                </c:pt>
                <c:pt idx="151">
                  <c:v>39052</c:v>
                </c:pt>
                <c:pt idx="152">
                  <c:v>39083</c:v>
                </c:pt>
                <c:pt idx="153">
                  <c:v>39114</c:v>
                </c:pt>
                <c:pt idx="154">
                  <c:v>39142</c:v>
                </c:pt>
                <c:pt idx="155">
                  <c:v>39173</c:v>
                </c:pt>
                <c:pt idx="156">
                  <c:v>39203</c:v>
                </c:pt>
                <c:pt idx="157">
                  <c:v>39234</c:v>
                </c:pt>
                <c:pt idx="158">
                  <c:v>39264</c:v>
                </c:pt>
                <c:pt idx="159">
                  <c:v>39295</c:v>
                </c:pt>
                <c:pt idx="160">
                  <c:v>39326</c:v>
                </c:pt>
                <c:pt idx="161">
                  <c:v>39356</c:v>
                </c:pt>
                <c:pt idx="162">
                  <c:v>39387</c:v>
                </c:pt>
                <c:pt idx="163">
                  <c:v>39417</c:v>
                </c:pt>
                <c:pt idx="164">
                  <c:v>39448</c:v>
                </c:pt>
                <c:pt idx="165">
                  <c:v>39479</c:v>
                </c:pt>
                <c:pt idx="166">
                  <c:v>39508</c:v>
                </c:pt>
                <c:pt idx="167">
                  <c:v>39539</c:v>
                </c:pt>
                <c:pt idx="168">
                  <c:v>39569</c:v>
                </c:pt>
                <c:pt idx="169">
                  <c:v>39600</c:v>
                </c:pt>
                <c:pt idx="170">
                  <c:v>39630</c:v>
                </c:pt>
                <c:pt idx="171">
                  <c:v>39661</c:v>
                </c:pt>
                <c:pt idx="172">
                  <c:v>39692</c:v>
                </c:pt>
                <c:pt idx="173">
                  <c:v>39722</c:v>
                </c:pt>
                <c:pt idx="174">
                  <c:v>39753</c:v>
                </c:pt>
                <c:pt idx="175">
                  <c:v>39783</c:v>
                </c:pt>
                <c:pt idx="176">
                  <c:v>39814</c:v>
                </c:pt>
                <c:pt idx="177">
                  <c:v>39845</c:v>
                </c:pt>
                <c:pt idx="178">
                  <c:v>39873</c:v>
                </c:pt>
                <c:pt idx="179">
                  <c:v>39904</c:v>
                </c:pt>
                <c:pt idx="180">
                  <c:v>39934</c:v>
                </c:pt>
                <c:pt idx="181">
                  <c:v>39965</c:v>
                </c:pt>
                <c:pt idx="182">
                  <c:v>39995</c:v>
                </c:pt>
                <c:pt idx="183">
                  <c:v>40026</c:v>
                </c:pt>
                <c:pt idx="184">
                  <c:v>40057</c:v>
                </c:pt>
                <c:pt idx="185">
                  <c:v>40087</c:v>
                </c:pt>
                <c:pt idx="186">
                  <c:v>40118</c:v>
                </c:pt>
                <c:pt idx="187">
                  <c:v>40148</c:v>
                </c:pt>
                <c:pt idx="188">
                  <c:v>40179</c:v>
                </c:pt>
                <c:pt idx="189">
                  <c:v>40210</c:v>
                </c:pt>
                <c:pt idx="190">
                  <c:v>40238</c:v>
                </c:pt>
                <c:pt idx="191">
                  <c:v>40269</c:v>
                </c:pt>
                <c:pt idx="192">
                  <c:v>40299</c:v>
                </c:pt>
                <c:pt idx="193">
                  <c:v>40330</c:v>
                </c:pt>
                <c:pt idx="194">
                  <c:v>40360</c:v>
                </c:pt>
                <c:pt idx="195">
                  <c:v>40391</c:v>
                </c:pt>
                <c:pt idx="196">
                  <c:v>40422</c:v>
                </c:pt>
                <c:pt idx="197">
                  <c:v>40452</c:v>
                </c:pt>
                <c:pt idx="198">
                  <c:v>40483</c:v>
                </c:pt>
                <c:pt idx="199">
                  <c:v>40513</c:v>
                </c:pt>
                <c:pt idx="200">
                  <c:v>40544</c:v>
                </c:pt>
                <c:pt idx="201">
                  <c:v>40575</c:v>
                </c:pt>
                <c:pt idx="202">
                  <c:v>40603</c:v>
                </c:pt>
                <c:pt idx="203">
                  <c:v>40634</c:v>
                </c:pt>
                <c:pt idx="204">
                  <c:v>40664</c:v>
                </c:pt>
                <c:pt idx="205">
                  <c:v>40695</c:v>
                </c:pt>
                <c:pt idx="206">
                  <c:v>40725</c:v>
                </c:pt>
                <c:pt idx="207">
                  <c:v>40756</c:v>
                </c:pt>
                <c:pt idx="208">
                  <c:v>40787</c:v>
                </c:pt>
                <c:pt idx="209">
                  <c:v>40817</c:v>
                </c:pt>
                <c:pt idx="210">
                  <c:v>40848</c:v>
                </c:pt>
                <c:pt idx="211">
                  <c:v>40878</c:v>
                </c:pt>
                <c:pt idx="212">
                  <c:v>40909</c:v>
                </c:pt>
                <c:pt idx="213">
                  <c:v>40940</c:v>
                </c:pt>
                <c:pt idx="214">
                  <c:v>40969</c:v>
                </c:pt>
                <c:pt idx="215">
                  <c:v>41000</c:v>
                </c:pt>
                <c:pt idx="216">
                  <c:v>41030</c:v>
                </c:pt>
                <c:pt idx="217">
                  <c:v>41061</c:v>
                </c:pt>
                <c:pt idx="218">
                  <c:v>41091</c:v>
                </c:pt>
                <c:pt idx="219">
                  <c:v>41122</c:v>
                </c:pt>
                <c:pt idx="220">
                  <c:v>41153</c:v>
                </c:pt>
                <c:pt idx="221">
                  <c:v>41183</c:v>
                </c:pt>
                <c:pt idx="222">
                  <c:v>41214</c:v>
                </c:pt>
                <c:pt idx="223">
                  <c:v>41244</c:v>
                </c:pt>
                <c:pt idx="224">
                  <c:v>41275</c:v>
                </c:pt>
                <c:pt idx="225">
                  <c:v>41306</c:v>
                </c:pt>
                <c:pt idx="226">
                  <c:v>41334</c:v>
                </c:pt>
                <c:pt idx="227">
                  <c:v>41365</c:v>
                </c:pt>
                <c:pt idx="228">
                  <c:v>41395</c:v>
                </c:pt>
                <c:pt idx="229">
                  <c:v>41426</c:v>
                </c:pt>
                <c:pt idx="230">
                  <c:v>41456</c:v>
                </c:pt>
                <c:pt idx="231">
                  <c:v>41487</c:v>
                </c:pt>
                <c:pt idx="232">
                  <c:v>41518</c:v>
                </c:pt>
                <c:pt idx="233">
                  <c:v>41548</c:v>
                </c:pt>
                <c:pt idx="234">
                  <c:v>41579</c:v>
                </c:pt>
                <c:pt idx="235">
                  <c:v>41609</c:v>
                </c:pt>
                <c:pt idx="236">
                  <c:v>41640</c:v>
                </c:pt>
                <c:pt idx="237">
                  <c:v>41671</c:v>
                </c:pt>
                <c:pt idx="238">
                  <c:v>41699</c:v>
                </c:pt>
                <c:pt idx="239">
                  <c:v>41730</c:v>
                </c:pt>
                <c:pt idx="240">
                  <c:v>41760</c:v>
                </c:pt>
                <c:pt idx="241">
                  <c:v>41791</c:v>
                </c:pt>
                <c:pt idx="242">
                  <c:v>41821</c:v>
                </c:pt>
                <c:pt idx="243">
                  <c:v>41852</c:v>
                </c:pt>
                <c:pt idx="244">
                  <c:v>41883</c:v>
                </c:pt>
                <c:pt idx="245">
                  <c:v>41913</c:v>
                </c:pt>
                <c:pt idx="246">
                  <c:v>41944</c:v>
                </c:pt>
                <c:pt idx="247">
                  <c:v>41974</c:v>
                </c:pt>
                <c:pt idx="248">
                  <c:v>42005</c:v>
                </c:pt>
                <c:pt idx="249">
                  <c:v>42036</c:v>
                </c:pt>
                <c:pt idx="250">
                  <c:v>42064</c:v>
                </c:pt>
                <c:pt idx="251">
                  <c:v>42095</c:v>
                </c:pt>
                <c:pt idx="252">
                  <c:v>42125</c:v>
                </c:pt>
                <c:pt idx="253">
                  <c:v>42156</c:v>
                </c:pt>
                <c:pt idx="254">
                  <c:v>42186</c:v>
                </c:pt>
                <c:pt idx="255">
                  <c:v>42217</c:v>
                </c:pt>
                <c:pt idx="256">
                  <c:v>42248</c:v>
                </c:pt>
                <c:pt idx="257">
                  <c:v>42278</c:v>
                </c:pt>
                <c:pt idx="258">
                  <c:v>42309</c:v>
                </c:pt>
                <c:pt idx="259">
                  <c:v>42339</c:v>
                </c:pt>
                <c:pt idx="260">
                  <c:v>42370</c:v>
                </c:pt>
                <c:pt idx="261">
                  <c:v>42401</c:v>
                </c:pt>
              </c:numCache>
            </c:numRef>
          </c:cat>
          <c:val>
            <c:numRef>
              <c:f>Sheet1!$C$2:$C$263</c:f>
              <c:numCache>
                <c:formatCode>General</c:formatCode>
                <c:ptCount val="26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-1.8044656560339201</c:v>
                </c:pt>
                <c:pt idx="149">
                  <c:v>1.06599024950133</c:v>
                </c:pt>
                <c:pt idx="150">
                  <c:v>3.2817073924173199</c:v>
                </c:pt>
                <c:pt idx="151">
                  <c:v>6.52682923438703</c:v>
                </c:pt>
                <c:pt idx="152">
                  <c:v>10.0889333038091</c:v>
                </c:pt>
                <c:pt idx="153">
                  <c:v>8.0027057963012993</c:v>
                </c:pt>
                <c:pt idx="154">
                  <c:v>8.1035079058615604</c:v>
                </c:pt>
                <c:pt idx="155">
                  <c:v>10.9615964886766</c:v>
                </c:pt>
                <c:pt idx="156">
                  <c:v>10.1680191802411</c:v>
                </c:pt>
                <c:pt idx="157">
                  <c:v>7.6811192366785601</c:v>
                </c:pt>
                <c:pt idx="158">
                  <c:v>-6.4780578123856802</c:v>
                </c:pt>
                <c:pt idx="159">
                  <c:v>-7.99593307782773</c:v>
                </c:pt>
                <c:pt idx="160">
                  <c:v>-3.2034502916793102</c:v>
                </c:pt>
                <c:pt idx="161">
                  <c:v>4.2668853100737296</c:v>
                </c:pt>
                <c:pt idx="162">
                  <c:v>7.0538415752221999</c:v>
                </c:pt>
                <c:pt idx="163">
                  <c:v>15.0095904575023</c:v>
                </c:pt>
                <c:pt idx="164">
                  <c:v>20.563863681852698</c:v>
                </c:pt>
                <c:pt idx="165">
                  <c:v>37.114037435320299</c:v>
                </c:pt>
                <c:pt idx="166">
                  <c:v>27.971827188693499</c:v>
                </c:pt>
                <c:pt idx="167">
                  <c:v>25.645043781272499</c:v>
                </c:pt>
                <c:pt idx="168">
                  <c:v>26.767337017224399</c:v>
                </c:pt>
                <c:pt idx="169">
                  <c:v>21.190920503840999</c:v>
                </c:pt>
                <c:pt idx="170">
                  <c:v>3.6420228326978799</c:v>
                </c:pt>
                <c:pt idx="171">
                  <c:v>-2.4562066108885601</c:v>
                </c:pt>
                <c:pt idx="172">
                  <c:v>-6.3746271699104398</c:v>
                </c:pt>
                <c:pt idx="173">
                  <c:v>17.8888224477408</c:v>
                </c:pt>
                <c:pt idx="174">
                  <c:v>9.8364917509520708</c:v>
                </c:pt>
                <c:pt idx="175">
                  <c:v>14.907150686677999</c:v>
                </c:pt>
                <c:pt idx="176">
                  <c:v>60.017785832711901</c:v>
                </c:pt>
                <c:pt idx="177">
                  <c:v>74.425848102437101</c:v>
                </c:pt>
                <c:pt idx="178">
                  <c:v>67.808227608802596</c:v>
                </c:pt>
                <c:pt idx="179">
                  <c:v>72.691404241849895</c:v>
                </c:pt>
                <c:pt idx="180">
                  <c:v>81.436788025164304</c:v>
                </c:pt>
                <c:pt idx="181">
                  <c:v>76.525373345415005</c:v>
                </c:pt>
                <c:pt idx="182">
                  <c:v>39.058421129046401</c:v>
                </c:pt>
                <c:pt idx="183">
                  <c:v>47.658515904163202</c:v>
                </c:pt>
                <c:pt idx="184">
                  <c:v>46.8461679020091</c:v>
                </c:pt>
                <c:pt idx="185">
                  <c:v>54.813596589849801</c:v>
                </c:pt>
                <c:pt idx="186">
                  <c:v>58.322392222019602</c:v>
                </c:pt>
                <c:pt idx="187">
                  <c:v>62.429964226295702</c:v>
                </c:pt>
                <c:pt idx="188">
                  <c:v>56.857624536713402</c:v>
                </c:pt>
                <c:pt idx="189">
                  <c:v>48.724965046952804</c:v>
                </c:pt>
                <c:pt idx="190">
                  <c:v>46.383078037541402</c:v>
                </c:pt>
                <c:pt idx="191">
                  <c:v>45.2228809040298</c:v>
                </c:pt>
                <c:pt idx="192">
                  <c:v>36.498620748056901</c:v>
                </c:pt>
                <c:pt idx="193">
                  <c:v>49.862938294074603</c:v>
                </c:pt>
                <c:pt idx="194">
                  <c:v>60.718355833713098</c:v>
                </c:pt>
                <c:pt idx="195">
                  <c:v>69.891252697495602</c:v>
                </c:pt>
                <c:pt idx="196">
                  <c:v>77.675542598583505</c:v>
                </c:pt>
                <c:pt idx="197">
                  <c:v>80.870760470283201</c:v>
                </c:pt>
                <c:pt idx="198">
                  <c:v>85.858554503328506</c:v>
                </c:pt>
                <c:pt idx="199">
                  <c:v>77.050993596298895</c:v>
                </c:pt>
                <c:pt idx="200">
                  <c:v>43.8690442954872</c:v>
                </c:pt>
                <c:pt idx="201">
                  <c:v>35.984678930714402</c:v>
                </c:pt>
                <c:pt idx="202">
                  <c:v>18.5944225499933</c:v>
                </c:pt>
                <c:pt idx="203">
                  <c:v>27.236501972582101</c:v>
                </c:pt>
                <c:pt idx="204">
                  <c:v>27.280083038975501</c:v>
                </c:pt>
                <c:pt idx="205">
                  <c:v>42.6518196761727</c:v>
                </c:pt>
                <c:pt idx="206">
                  <c:v>52.287779062217801</c:v>
                </c:pt>
                <c:pt idx="207">
                  <c:v>49.675259001344003</c:v>
                </c:pt>
                <c:pt idx="208">
                  <c:v>71.566140375626603</c:v>
                </c:pt>
                <c:pt idx="209">
                  <c:v>84.8563528631868</c:v>
                </c:pt>
                <c:pt idx="210">
                  <c:v>81.945779169046006</c:v>
                </c:pt>
                <c:pt idx="211">
                  <c:v>87.910295988852894</c:v>
                </c:pt>
                <c:pt idx="212">
                  <c:v>90.083014332992406</c:v>
                </c:pt>
                <c:pt idx="213">
                  <c:v>90.447325803894998</c:v>
                </c:pt>
                <c:pt idx="214">
                  <c:v>89.211034117968893</c:v>
                </c:pt>
                <c:pt idx="215">
                  <c:v>84.2688593770485</c:v>
                </c:pt>
                <c:pt idx="216">
                  <c:v>90.154664829660902</c:v>
                </c:pt>
                <c:pt idx="217">
                  <c:v>98.858133422454699</c:v>
                </c:pt>
                <c:pt idx="218">
                  <c:v>108.258258165683</c:v>
                </c:pt>
                <c:pt idx="219">
                  <c:v>116.669911188578</c:v>
                </c:pt>
                <c:pt idx="220">
                  <c:v>111.989853374072</c:v>
                </c:pt>
                <c:pt idx="221">
                  <c:v>118.484472806531</c:v>
                </c:pt>
                <c:pt idx="222">
                  <c:v>123.328401755134</c:v>
                </c:pt>
                <c:pt idx="223">
                  <c:v>121.72432184082599</c:v>
                </c:pt>
                <c:pt idx="224">
                  <c:v>120.237144797537</c:v>
                </c:pt>
                <c:pt idx="225">
                  <c:v>111.30774689163501</c:v>
                </c:pt>
                <c:pt idx="226">
                  <c:v>95.743989998170505</c:v>
                </c:pt>
                <c:pt idx="227">
                  <c:v>91.236051298397896</c:v>
                </c:pt>
                <c:pt idx="228">
                  <c:v>99.297885843514095</c:v>
                </c:pt>
                <c:pt idx="229">
                  <c:v>91.165050557773796</c:v>
                </c:pt>
                <c:pt idx="230">
                  <c:v>40.728865012110099</c:v>
                </c:pt>
                <c:pt idx="231">
                  <c:v>10.932081748781499</c:v>
                </c:pt>
                <c:pt idx="232">
                  <c:v>0.40304044420725099</c:v>
                </c:pt>
                <c:pt idx="233">
                  <c:v>-2.9925252808259102</c:v>
                </c:pt>
                <c:pt idx="234">
                  <c:v>22.270124279054698</c:v>
                </c:pt>
                <c:pt idx="235">
                  <c:v>12.9716932092054</c:v>
                </c:pt>
                <c:pt idx="236">
                  <c:v>-4.2543712093641002</c:v>
                </c:pt>
                <c:pt idx="237">
                  <c:v>-4.2720706355693601</c:v>
                </c:pt>
                <c:pt idx="238">
                  <c:v>7.3300827408239702</c:v>
                </c:pt>
                <c:pt idx="239">
                  <c:v>6.6957277858175699</c:v>
                </c:pt>
                <c:pt idx="240">
                  <c:v>8.1517231075014909</c:v>
                </c:pt>
                <c:pt idx="241">
                  <c:v>25.400213702387902</c:v>
                </c:pt>
                <c:pt idx="242">
                  <c:v>26.911536116643799</c:v>
                </c:pt>
                <c:pt idx="243">
                  <c:v>28.489467011108101</c:v>
                </c:pt>
                <c:pt idx="244">
                  <c:v>29.9400298368388</c:v>
                </c:pt>
                <c:pt idx="245">
                  <c:v>26.416466301472401</c:v>
                </c:pt>
                <c:pt idx="246">
                  <c:v>37.484152900481902</c:v>
                </c:pt>
                <c:pt idx="247">
                  <c:v>39.687991571246002</c:v>
                </c:pt>
                <c:pt idx="248">
                  <c:v>53.344923237343899</c:v>
                </c:pt>
                <c:pt idx="249">
                  <c:v>69.253944964388694</c:v>
                </c:pt>
                <c:pt idx="250">
                  <c:v>64.824648557436902</c:v>
                </c:pt>
                <c:pt idx="251">
                  <c:v>60.380392606927998</c:v>
                </c:pt>
                <c:pt idx="252">
                  <c:v>68.592980146579904</c:v>
                </c:pt>
                <c:pt idx="253">
                  <c:v>52.496308545458902</c:v>
                </c:pt>
                <c:pt idx="254">
                  <c:v>37.504595638160197</c:v>
                </c:pt>
                <c:pt idx="255">
                  <c:v>31.809146655373102</c:v>
                </c:pt>
                <c:pt idx="256">
                  <c:v>45.133391683717903</c:v>
                </c:pt>
                <c:pt idx="257">
                  <c:v>45.9639274834826</c:v>
                </c:pt>
                <c:pt idx="258">
                  <c:v>54.898514830083897</c:v>
                </c:pt>
                <c:pt idx="259">
                  <c:v>38.463485951756098</c:v>
                </c:pt>
                <c:pt idx="260">
                  <c:v>36.400927054306599</c:v>
                </c:pt>
                <c:pt idx="261">
                  <c:v>44.4784749204413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Combined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Sheet1!$A$2:$A$263</c:f>
              <c:numCache>
                <c:formatCode>m/d/yyyy</c:formatCode>
                <c:ptCount val="262"/>
                <c:pt idx="0">
                  <c:v>34335</c:v>
                </c:pt>
                <c:pt idx="1">
                  <c:v>34366</c:v>
                </c:pt>
                <c:pt idx="2">
                  <c:v>34394</c:v>
                </c:pt>
                <c:pt idx="3">
                  <c:v>34486</c:v>
                </c:pt>
                <c:pt idx="4">
                  <c:v>34516</c:v>
                </c:pt>
                <c:pt idx="5">
                  <c:v>34547</c:v>
                </c:pt>
                <c:pt idx="6">
                  <c:v>34578</c:v>
                </c:pt>
                <c:pt idx="7">
                  <c:v>34608</c:v>
                </c:pt>
                <c:pt idx="8">
                  <c:v>34639</c:v>
                </c:pt>
                <c:pt idx="9">
                  <c:v>34669</c:v>
                </c:pt>
                <c:pt idx="10">
                  <c:v>34700</c:v>
                </c:pt>
                <c:pt idx="11">
                  <c:v>34731</c:v>
                </c:pt>
                <c:pt idx="12">
                  <c:v>34759</c:v>
                </c:pt>
                <c:pt idx="13">
                  <c:v>34790</c:v>
                </c:pt>
                <c:pt idx="14">
                  <c:v>34820</c:v>
                </c:pt>
                <c:pt idx="15">
                  <c:v>34851</c:v>
                </c:pt>
                <c:pt idx="16">
                  <c:v>34881</c:v>
                </c:pt>
                <c:pt idx="17">
                  <c:v>34912</c:v>
                </c:pt>
                <c:pt idx="18">
                  <c:v>34943</c:v>
                </c:pt>
                <c:pt idx="19">
                  <c:v>34973</c:v>
                </c:pt>
                <c:pt idx="20">
                  <c:v>35004</c:v>
                </c:pt>
                <c:pt idx="21">
                  <c:v>35034</c:v>
                </c:pt>
                <c:pt idx="22">
                  <c:v>35065</c:v>
                </c:pt>
                <c:pt idx="23">
                  <c:v>35096</c:v>
                </c:pt>
                <c:pt idx="24">
                  <c:v>35125</c:v>
                </c:pt>
                <c:pt idx="25">
                  <c:v>35156</c:v>
                </c:pt>
                <c:pt idx="26">
                  <c:v>35186</c:v>
                </c:pt>
                <c:pt idx="27">
                  <c:v>35217</c:v>
                </c:pt>
                <c:pt idx="28">
                  <c:v>35247</c:v>
                </c:pt>
                <c:pt idx="29">
                  <c:v>35278</c:v>
                </c:pt>
                <c:pt idx="30">
                  <c:v>35309</c:v>
                </c:pt>
                <c:pt idx="31">
                  <c:v>35339</c:v>
                </c:pt>
                <c:pt idx="32">
                  <c:v>35370</c:v>
                </c:pt>
                <c:pt idx="33">
                  <c:v>35462</c:v>
                </c:pt>
                <c:pt idx="34">
                  <c:v>35490</c:v>
                </c:pt>
                <c:pt idx="35">
                  <c:v>35521</c:v>
                </c:pt>
                <c:pt idx="36">
                  <c:v>35551</c:v>
                </c:pt>
                <c:pt idx="37">
                  <c:v>35582</c:v>
                </c:pt>
                <c:pt idx="38">
                  <c:v>35612</c:v>
                </c:pt>
                <c:pt idx="39">
                  <c:v>35643</c:v>
                </c:pt>
                <c:pt idx="40">
                  <c:v>35674</c:v>
                </c:pt>
                <c:pt idx="41">
                  <c:v>35704</c:v>
                </c:pt>
                <c:pt idx="42">
                  <c:v>35735</c:v>
                </c:pt>
                <c:pt idx="43">
                  <c:v>35765</c:v>
                </c:pt>
                <c:pt idx="44">
                  <c:v>35796</c:v>
                </c:pt>
                <c:pt idx="45">
                  <c:v>35827</c:v>
                </c:pt>
                <c:pt idx="46">
                  <c:v>35855</c:v>
                </c:pt>
                <c:pt idx="47">
                  <c:v>35886</c:v>
                </c:pt>
                <c:pt idx="48">
                  <c:v>35916</c:v>
                </c:pt>
                <c:pt idx="49">
                  <c:v>35947</c:v>
                </c:pt>
                <c:pt idx="50">
                  <c:v>35977</c:v>
                </c:pt>
                <c:pt idx="51">
                  <c:v>36008</c:v>
                </c:pt>
                <c:pt idx="52">
                  <c:v>36039</c:v>
                </c:pt>
                <c:pt idx="53">
                  <c:v>36069</c:v>
                </c:pt>
                <c:pt idx="54">
                  <c:v>36100</c:v>
                </c:pt>
                <c:pt idx="55">
                  <c:v>36130</c:v>
                </c:pt>
                <c:pt idx="56">
                  <c:v>36161</c:v>
                </c:pt>
                <c:pt idx="57">
                  <c:v>36192</c:v>
                </c:pt>
                <c:pt idx="58">
                  <c:v>36220</c:v>
                </c:pt>
                <c:pt idx="59">
                  <c:v>36251</c:v>
                </c:pt>
                <c:pt idx="60">
                  <c:v>36281</c:v>
                </c:pt>
                <c:pt idx="61">
                  <c:v>36312</c:v>
                </c:pt>
                <c:pt idx="62">
                  <c:v>36342</c:v>
                </c:pt>
                <c:pt idx="63">
                  <c:v>36373</c:v>
                </c:pt>
                <c:pt idx="64">
                  <c:v>36404</c:v>
                </c:pt>
                <c:pt idx="65">
                  <c:v>36434</c:v>
                </c:pt>
                <c:pt idx="66">
                  <c:v>36465</c:v>
                </c:pt>
                <c:pt idx="67">
                  <c:v>36495</c:v>
                </c:pt>
                <c:pt idx="68">
                  <c:v>36526</c:v>
                </c:pt>
                <c:pt idx="69">
                  <c:v>36557</c:v>
                </c:pt>
                <c:pt idx="70">
                  <c:v>36586</c:v>
                </c:pt>
                <c:pt idx="71">
                  <c:v>36617</c:v>
                </c:pt>
                <c:pt idx="72">
                  <c:v>36647</c:v>
                </c:pt>
                <c:pt idx="73">
                  <c:v>36678</c:v>
                </c:pt>
                <c:pt idx="74">
                  <c:v>36708</c:v>
                </c:pt>
                <c:pt idx="75">
                  <c:v>36739</c:v>
                </c:pt>
                <c:pt idx="76">
                  <c:v>36770</c:v>
                </c:pt>
                <c:pt idx="77">
                  <c:v>36800</c:v>
                </c:pt>
                <c:pt idx="78">
                  <c:v>36831</c:v>
                </c:pt>
                <c:pt idx="79">
                  <c:v>36861</c:v>
                </c:pt>
                <c:pt idx="80">
                  <c:v>36892</c:v>
                </c:pt>
                <c:pt idx="81">
                  <c:v>36923</c:v>
                </c:pt>
                <c:pt idx="82">
                  <c:v>36951</c:v>
                </c:pt>
                <c:pt idx="83">
                  <c:v>36982</c:v>
                </c:pt>
                <c:pt idx="84">
                  <c:v>37012</c:v>
                </c:pt>
                <c:pt idx="85">
                  <c:v>37043</c:v>
                </c:pt>
                <c:pt idx="86">
                  <c:v>37073</c:v>
                </c:pt>
                <c:pt idx="87">
                  <c:v>37104</c:v>
                </c:pt>
                <c:pt idx="88">
                  <c:v>37135</c:v>
                </c:pt>
                <c:pt idx="89">
                  <c:v>37165</c:v>
                </c:pt>
                <c:pt idx="90">
                  <c:v>37196</c:v>
                </c:pt>
                <c:pt idx="91">
                  <c:v>37226</c:v>
                </c:pt>
                <c:pt idx="92">
                  <c:v>37257</c:v>
                </c:pt>
                <c:pt idx="93">
                  <c:v>37288</c:v>
                </c:pt>
                <c:pt idx="94">
                  <c:v>37316</c:v>
                </c:pt>
                <c:pt idx="95">
                  <c:v>37347</c:v>
                </c:pt>
                <c:pt idx="96">
                  <c:v>37377</c:v>
                </c:pt>
                <c:pt idx="97">
                  <c:v>37408</c:v>
                </c:pt>
                <c:pt idx="98">
                  <c:v>37438</c:v>
                </c:pt>
                <c:pt idx="99">
                  <c:v>37469</c:v>
                </c:pt>
                <c:pt idx="100">
                  <c:v>37500</c:v>
                </c:pt>
                <c:pt idx="101">
                  <c:v>37530</c:v>
                </c:pt>
                <c:pt idx="102">
                  <c:v>37561</c:v>
                </c:pt>
                <c:pt idx="103">
                  <c:v>37591</c:v>
                </c:pt>
                <c:pt idx="104">
                  <c:v>37622</c:v>
                </c:pt>
                <c:pt idx="105">
                  <c:v>37653</c:v>
                </c:pt>
                <c:pt idx="106">
                  <c:v>37681</c:v>
                </c:pt>
                <c:pt idx="107">
                  <c:v>37712</c:v>
                </c:pt>
                <c:pt idx="108">
                  <c:v>37742</c:v>
                </c:pt>
                <c:pt idx="109">
                  <c:v>37773</c:v>
                </c:pt>
                <c:pt idx="110">
                  <c:v>37803</c:v>
                </c:pt>
                <c:pt idx="111">
                  <c:v>37834</c:v>
                </c:pt>
                <c:pt idx="112">
                  <c:v>37865</c:v>
                </c:pt>
                <c:pt idx="113">
                  <c:v>37895</c:v>
                </c:pt>
                <c:pt idx="114">
                  <c:v>37926</c:v>
                </c:pt>
                <c:pt idx="115">
                  <c:v>37956</c:v>
                </c:pt>
                <c:pt idx="116">
                  <c:v>37987</c:v>
                </c:pt>
                <c:pt idx="117">
                  <c:v>38018</c:v>
                </c:pt>
                <c:pt idx="118">
                  <c:v>38047</c:v>
                </c:pt>
                <c:pt idx="119">
                  <c:v>38078</c:v>
                </c:pt>
                <c:pt idx="120">
                  <c:v>38108</c:v>
                </c:pt>
                <c:pt idx="121">
                  <c:v>38139</c:v>
                </c:pt>
                <c:pt idx="122">
                  <c:v>38169</c:v>
                </c:pt>
                <c:pt idx="123">
                  <c:v>38200</c:v>
                </c:pt>
                <c:pt idx="124">
                  <c:v>38231</c:v>
                </c:pt>
                <c:pt idx="125">
                  <c:v>38261</c:v>
                </c:pt>
                <c:pt idx="126">
                  <c:v>38292</c:v>
                </c:pt>
                <c:pt idx="127">
                  <c:v>38322</c:v>
                </c:pt>
                <c:pt idx="128">
                  <c:v>38353</c:v>
                </c:pt>
                <c:pt idx="129">
                  <c:v>38384</c:v>
                </c:pt>
                <c:pt idx="130">
                  <c:v>38412</c:v>
                </c:pt>
                <c:pt idx="131">
                  <c:v>38443</c:v>
                </c:pt>
                <c:pt idx="132">
                  <c:v>38473</c:v>
                </c:pt>
                <c:pt idx="133">
                  <c:v>38504</c:v>
                </c:pt>
                <c:pt idx="134">
                  <c:v>38534</c:v>
                </c:pt>
                <c:pt idx="135">
                  <c:v>38565</c:v>
                </c:pt>
                <c:pt idx="136">
                  <c:v>38596</c:v>
                </c:pt>
                <c:pt idx="137">
                  <c:v>38626</c:v>
                </c:pt>
                <c:pt idx="138">
                  <c:v>38657</c:v>
                </c:pt>
                <c:pt idx="139">
                  <c:v>38687</c:v>
                </c:pt>
                <c:pt idx="140">
                  <c:v>38718</c:v>
                </c:pt>
                <c:pt idx="141">
                  <c:v>38749</c:v>
                </c:pt>
                <c:pt idx="142">
                  <c:v>38777</c:v>
                </c:pt>
                <c:pt idx="143">
                  <c:v>38808</c:v>
                </c:pt>
                <c:pt idx="144">
                  <c:v>38838</c:v>
                </c:pt>
                <c:pt idx="145">
                  <c:v>38869</c:v>
                </c:pt>
                <c:pt idx="146">
                  <c:v>38899</c:v>
                </c:pt>
                <c:pt idx="147">
                  <c:v>38930</c:v>
                </c:pt>
                <c:pt idx="148">
                  <c:v>38961</c:v>
                </c:pt>
                <c:pt idx="149">
                  <c:v>38991</c:v>
                </c:pt>
                <c:pt idx="150">
                  <c:v>39022</c:v>
                </c:pt>
                <c:pt idx="151">
                  <c:v>39052</c:v>
                </c:pt>
                <c:pt idx="152">
                  <c:v>39083</c:v>
                </c:pt>
                <c:pt idx="153">
                  <c:v>39114</c:v>
                </c:pt>
                <c:pt idx="154">
                  <c:v>39142</c:v>
                </c:pt>
                <c:pt idx="155">
                  <c:v>39173</c:v>
                </c:pt>
                <c:pt idx="156">
                  <c:v>39203</c:v>
                </c:pt>
                <c:pt idx="157">
                  <c:v>39234</c:v>
                </c:pt>
                <c:pt idx="158">
                  <c:v>39264</c:v>
                </c:pt>
                <c:pt idx="159">
                  <c:v>39295</c:v>
                </c:pt>
                <c:pt idx="160">
                  <c:v>39326</c:v>
                </c:pt>
                <c:pt idx="161">
                  <c:v>39356</c:v>
                </c:pt>
                <c:pt idx="162">
                  <c:v>39387</c:v>
                </c:pt>
                <c:pt idx="163">
                  <c:v>39417</c:v>
                </c:pt>
                <c:pt idx="164">
                  <c:v>39448</c:v>
                </c:pt>
                <c:pt idx="165">
                  <c:v>39479</c:v>
                </c:pt>
                <c:pt idx="166">
                  <c:v>39508</c:v>
                </c:pt>
                <c:pt idx="167">
                  <c:v>39539</c:v>
                </c:pt>
                <c:pt idx="168">
                  <c:v>39569</c:v>
                </c:pt>
                <c:pt idx="169">
                  <c:v>39600</c:v>
                </c:pt>
                <c:pt idx="170">
                  <c:v>39630</c:v>
                </c:pt>
                <c:pt idx="171">
                  <c:v>39661</c:v>
                </c:pt>
                <c:pt idx="172">
                  <c:v>39692</c:v>
                </c:pt>
                <c:pt idx="173">
                  <c:v>39722</c:v>
                </c:pt>
                <c:pt idx="174">
                  <c:v>39753</c:v>
                </c:pt>
                <c:pt idx="175">
                  <c:v>39783</c:v>
                </c:pt>
                <c:pt idx="176">
                  <c:v>39814</c:v>
                </c:pt>
                <c:pt idx="177">
                  <c:v>39845</c:v>
                </c:pt>
                <c:pt idx="178">
                  <c:v>39873</c:v>
                </c:pt>
                <c:pt idx="179">
                  <c:v>39904</c:v>
                </c:pt>
                <c:pt idx="180">
                  <c:v>39934</c:v>
                </c:pt>
                <c:pt idx="181">
                  <c:v>39965</c:v>
                </c:pt>
                <c:pt idx="182">
                  <c:v>39995</c:v>
                </c:pt>
                <c:pt idx="183">
                  <c:v>40026</c:v>
                </c:pt>
                <c:pt idx="184">
                  <c:v>40057</c:v>
                </c:pt>
                <c:pt idx="185">
                  <c:v>40087</c:v>
                </c:pt>
                <c:pt idx="186">
                  <c:v>40118</c:v>
                </c:pt>
                <c:pt idx="187">
                  <c:v>40148</c:v>
                </c:pt>
                <c:pt idx="188">
                  <c:v>40179</c:v>
                </c:pt>
                <c:pt idx="189">
                  <c:v>40210</c:v>
                </c:pt>
                <c:pt idx="190">
                  <c:v>40238</c:v>
                </c:pt>
                <c:pt idx="191">
                  <c:v>40269</c:v>
                </c:pt>
                <c:pt idx="192">
                  <c:v>40299</c:v>
                </c:pt>
                <c:pt idx="193">
                  <c:v>40330</c:v>
                </c:pt>
                <c:pt idx="194">
                  <c:v>40360</c:v>
                </c:pt>
                <c:pt idx="195">
                  <c:v>40391</c:v>
                </c:pt>
                <c:pt idx="196">
                  <c:v>40422</c:v>
                </c:pt>
                <c:pt idx="197">
                  <c:v>40452</c:v>
                </c:pt>
                <c:pt idx="198">
                  <c:v>40483</c:v>
                </c:pt>
                <c:pt idx="199">
                  <c:v>40513</c:v>
                </c:pt>
                <c:pt idx="200">
                  <c:v>40544</c:v>
                </c:pt>
                <c:pt idx="201">
                  <c:v>40575</c:v>
                </c:pt>
                <c:pt idx="202">
                  <c:v>40603</c:v>
                </c:pt>
                <c:pt idx="203">
                  <c:v>40634</c:v>
                </c:pt>
                <c:pt idx="204">
                  <c:v>40664</c:v>
                </c:pt>
                <c:pt idx="205">
                  <c:v>40695</c:v>
                </c:pt>
                <c:pt idx="206">
                  <c:v>40725</c:v>
                </c:pt>
                <c:pt idx="207">
                  <c:v>40756</c:v>
                </c:pt>
                <c:pt idx="208">
                  <c:v>40787</c:v>
                </c:pt>
                <c:pt idx="209">
                  <c:v>40817</c:v>
                </c:pt>
                <c:pt idx="210">
                  <c:v>40848</c:v>
                </c:pt>
                <c:pt idx="211">
                  <c:v>40878</c:v>
                </c:pt>
                <c:pt idx="212">
                  <c:v>40909</c:v>
                </c:pt>
                <c:pt idx="213">
                  <c:v>40940</c:v>
                </c:pt>
                <c:pt idx="214">
                  <c:v>40969</c:v>
                </c:pt>
                <c:pt idx="215">
                  <c:v>41000</c:v>
                </c:pt>
                <c:pt idx="216">
                  <c:v>41030</c:v>
                </c:pt>
                <c:pt idx="217">
                  <c:v>41061</c:v>
                </c:pt>
                <c:pt idx="218">
                  <c:v>41091</c:v>
                </c:pt>
                <c:pt idx="219">
                  <c:v>41122</c:v>
                </c:pt>
                <c:pt idx="220">
                  <c:v>41153</c:v>
                </c:pt>
                <c:pt idx="221">
                  <c:v>41183</c:v>
                </c:pt>
                <c:pt idx="222">
                  <c:v>41214</c:v>
                </c:pt>
                <c:pt idx="223">
                  <c:v>41244</c:v>
                </c:pt>
                <c:pt idx="224">
                  <c:v>41275</c:v>
                </c:pt>
                <c:pt idx="225">
                  <c:v>41306</c:v>
                </c:pt>
                <c:pt idx="226">
                  <c:v>41334</c:v>
                </c:pt>
                <c:pt idx="227">
                  <c:v>41365</c:v>
                </c:pt>
                <c:pt idx="228">
                  <c:v>41395</c:v>
                </c:pt>
                <c:pt idx="229">
                  <c:v>41426</c:v>
                </c:pt>
                <c:pt idx="230">
                  <c:v>41456</c:v>
                </c:pt>
                <c:pt idx="231">
                  <c:v>41487</c:v>
                </c:pt>
                <c:pt idx="232">
                  <c:v>41518</c:v>
                </c:pt>
                <c:pt idx="233">
                  <c:v>41548</c:v>
                </c:pt>
                <c:pt idx="234">
                  <c:v>41579</c:v>
                </c:pt>
                <c:pt idx="235">
                  <c:v>41609</c:v>
                </c:pt>
                <c:pt idx="236">
                  <c:v>41640</c:v>
                </c:pt>
                <c:pt idx="237">
                  <c:v>41671</c:v>
                </c:pt>
                <c:pt idx="238">
                  <c:v>41699</c:v>
                </c:pt>
                <c:pt idx="239">
                  <c:v>41730</c:v>
                </c:pt>
                <c:pt idx="240">
                  <c:v>41760</c:v>
                </c:pt>
                <c:pt idx="241">
                  <c:v>41791</c:v>
                </c:pt>
                <c:pt idx="242">
                  <c:v>41821</c:v>
                </c:pt>
                <c:pt idx="243">
                  <c:v>41852</c:v>
                </c:pt>
                <c:pt idx="244">
                  <c:v>41883</c:v>
                </c:pt>
                <c:pt idx="245">
                  <c:v>41913</c:v>
                </c:pt>
                <c:pt idx="246">
                  <c:v>41944</c:v>
                </c:pt>
                <c:pt idx="247">
                  <c:v>41974</c:v>
                </c:pt>
                <c:pt idx="248">
                  <c:v>42005</c:v>
                </c:pt>
                <c:pt idx="249">
                  <c:v>42036</c:v>
                </c:pt>
                <c:pt idx="250">
                  <c:v>42064</c:v>
                </c:pt>
                <c:pt idx="251">
                  <c:v>42095</c:v>
                </c:pt>
                <c:pt idx="252">
                  <c:v>42125</c:v>
                </c:pt>
                <c:pt idx="253">
                  <c:v>42156</c:v>
                </c:pt>
                <c:pt idx="254">
                  <c:v>42186</c:v>
                </c:pt>
                <c:pt idx="255">
                  <c:v>42217</c:v>
                </c:pt>
                <c:pt idx="256">
                  <c:v>42248</c:v>
                </c:pt>
                <c:pt idx="257">
                  <c:v>42278</c:v>
                </c:pt>
                <c:pt idx="258">
                  <c:v>42309</c:v>
                </c:pt>
                <c:pt idx="259">
                  <c:v>42339</c:v>
                </c:pt>
                <c:pt idx="260">
                  <c:v>42370</c:v>
                </c:pt>
                <c:pt idx="261">
                  <c:v>42401</c:v>
                </c:pt>
              </c:numCache>
            </c:numRef>
          </c:cat>
          <c:val>
            <c:numRef>
              <c:f>Sheet1!$D$2:$D$263</c:f>
              <c:numCache>
                <c:formatCode>General</c:formatCode>
                <c:ptCount val="262"/>
                <c:pt idx="0">
                  <c:v>-16.4077033335541</c:v>
                </c:pt>
                <c:pt idx="1">
                  <c:v>87.428239000221097</c:v>
                </c:pt>
                <c:pt idx="2">
                  <c:v>71.277345340520398</c:v>
                </c:pt>
                <c:pt idx="3">
                  <c:v>-103.462737757575</c:v>
                </c:pt>
                <c:pt idx="4">
                  <c:v>-66.475650664200003</c:v>
                </c:pt>
                <c:pt idx="5">
                  <c:v>-86.049271941226394</c:v>
                </c:pt>
                <c:pt idx="6">
                  <c:v>-73.2116847077735</c:v>
                </c:pt>
                <c:pt idx="7">
                  <c:v>-84.823510757846904</c:v>
                </c:pt>
                <c:pt idx="8">
                  <c:v>-112.361274536153</c:v>
                </c:pt>
                <c:pt idx="9">
                  <c:v>-136.85141670150799</c:v>
                </c:pt>
                <c:pt idx="10">
                  <c:v>-138.30075947822999</c:v>
                </c:pt>
                <c:pt idx="11">
                  <c:v>-132.65991709818101</c:v>
                </c:pt>
                <c:pt idx="12">
                  <c:v>-100.635081868333</c:v>
                </c:pt>
                <c:pt idx="13">
                  <c:v>-61.113693093077401</c:v>
                </c:pt>
                <c:pt idx="14">
                  <c:v>-47.333085285577198</c:v>
                </c:pt>
                <c:pt idx="15">
                  <c:v>-7.7088885297184699</c:v>
                </c:pt>
                <c:pt idx="16">
                  <c:v>33.319484450286602</c:v>
                </c:pt>
                <c:pt idx="17">
                  <c:v>30.002933229197399</c:v>
                </c:pt>
                <c:pt idx="18">
                  <c:v>4.5834677338715304</c:v>
                </c:pt>
                <c:pt idx="19">
                  <c:v>28.105361177696501</c:v>
                </c:pt>
                <c:pt idx="20">
                  <c:v>39.234684892137402</c:v>
                </c:pt>
                <c:pt idx="21">
                  <c:v>50.194496495304499</c:v>
                </c:pt>
                <c:pt idx="22">
                  <c:v>70.641061628701095</c:v>
                </c:pt>
                <c:pt idx="23">
                  <c:v>83.722270084232093</c:v>
                </c:pt>
                <c:pt idx="24">
                  <c:v>70.985568297597496</c:v>
                </c:pt>
                <c:pt idx="25">
                  <c:v>14.30987428369</c:v>
                </c:pt>
                <c:pt idx="26">
                  <c:v>-13.5112224795777</c:v>
                </c:pt>
                <c:pt idx="27">
                  <c:v>-27.8294620854759</c:v>
                </c:pt>
                <c:pt idx="28">
                  <c:v>-51.6390714075959</c:v>
                </c:pt>
                <c:pt idx="29">
                  <c:v>-44.819420675604903</c:v>
                </c:pt>
                <c:pt idx="30">
                  <c:v>-18.209855026976701</c:v>
                </c:pt>
                <c:pt idx="31">
                  <c:v>-40.162320121385001</c:v>
                </c:pt>
                <c:pt idx="32">
                  <c:v>-6.00594662376814</c:v>
                </c:pt>
                <c:pt idx="33">
                  <c:v>-10.515572837206999</c:v>
                </c:pt>
                <c:pt idx="34">
                  <c:v>19.204501399972401</c:v>
                </c:pt>
                <c:pt idx="35">
                  <c:v>-6.8514061903483201</c:v>
                </c:pt>
                <c:pt idx="36">
                  <c:v>-30.692901067573601</c:v>
                </c:pt>
                <c:pt idx="37">
                  <c:v>-9.0652760272758393</c:v>
                </c:pt>
                <c:pt idx="38">
                  <c:v>15.7599992334902</c:v>
                </c:pt>
                <c:pt idx="39">
                  <c:v>36.506498025022999</c:v>
                </c:pt>
                <c:pt idx="40">
                  <c:v>33.555500237645397</c:v>
                </c:pt>
                <c:pt idx="41">
                  <c:v>41.657292602479203</c:v>
                </c:pt>
                <c:pt idx="42">
                  <c:v>53.966108030047799</c:v>
                </c:pt>
                <c:pt idx="43">
                  <c:v>61.737136670805697</c:v>
                </c:pt>
                <c:pt idx="44">
                  <c:v>69.5271048427458</c:v>
                </c:pt>
                <c:pt idx="45">
                  <c:v>89.299880703299095</c:v>
                </c:pt>
                <c:pt idx="46">
                  <c:v>86.282475516937197</c:v>
                </c:pt>
                <c:pt idx="47">
                  <c:v>75.681397509607606</c:v>
                </c:pt>
                <c:pt idx="48">
                  <c:v>71.671792390953399</c:v>
                </c:pt>
                <c:pt idx="49">
                  <c:v>71.202140692255298</c:v>
                </c:pt>
                <c:pt idx="50">
                  <c:v>82.043912700650594</c:v>
                </c:pt>
                <c:pt idx="51">
                  <c:v>81.725536602393504</c:v>
                </c:pt>
                <c:pt idx="52">
                  <c:v>81.798434324058405</c:v>
                </c:pt>
                <c:pt idx="53">
                  <c:v>102.500335389035</c:v>
                </c:pt>
                <c:pt idx="54">
                  <c:v>101.198588612072</c:v>
                </c:pt>
                <c:pt idx="55">
                  <c:v>81.498388431008294</c:v>
                </c:pt>
                <c:pt idx="56">
                  <c:v>88.632320752646194</c:v>
                </c:pt>
                <c:pt idx="57">
                  <c:v>80.980930754633604</c:v>
                </c:pt>
                <c:pt idx="58">
                  <c:v>73.553652634209499</c:v>
                </c:pt>
                <c:pt idx="59">
                  <c:v>49.6684553935089</c:v>
                </c:pt>
                <c:pt idx="60">
                  <c:v>57.408066013001097</c:v>
                </c:pt>
                <c:pt idx="61">
                  <c:v>31.8642327381901</c:v>
                </c:pt>
                <c:pt idx="62">
                  <c:v>-10.2380505653603</c:v>
                </c:pt>
                <c:pt idx="63">
                  <c:v>-19.191478069947699</c:v>
                </c:pt>
                <c:pt idx="64">
                  <c:v>-50.191017084799597</c:v>
                </c:pt>
                <c:pt idx="65">
                  <c:v>-34.701283893554702</c:v>
                </c:pt>
                <c:pt idx="66">
                  <c:v>-43.644437799152698</c:v>
                </c:pt>
                <c:pt idx="67">
                  <c:v>-27.6138362516248</c:v>
                </c:pt>
                <c:pt idx="68">
                  <c:v>-44.340417407094499</c:v>
                </c:pt>
                <c:pt idx="69">
                  <c:v>-72.957060367255295</c:v>
                </c:pt>
                <c:pt idx="70">
                  <c:v>-83.008339471642003</c:v>
                </c:pt>
                <c:pt idx="71">
                  <c:v>-73.533882732341894</c:v>
                </c:pt>
                <c:pt idx="72">
                  <c:v>-63.575865418382698</c:v>
                </c:pt>
                <c:pt idx="73">
                  <c:v>-99.091235676799599</c:v>
                </c:pt>
                <c:pt idx="74">
                  <c:v>-73.200816190475706</c:v>
                </c:pt>
                <c:pt idx="75">
                  <c:v>-57.038128708563399</c:v>
                </c:pt>
                <c:pt idx="76">
                  <c:v>-42.736309970196402</c:v>
                </c:pt>
                <c:pt idx="77">
                  <c:v>-30.6781275776627</c:v>
                </c:pt>
                <c:pt idx="78">
                  <c:v>-18.152124875879299</c:v>
                </c:pt>
                <c:pt idx="79">
                  <c:v>-8.2315621683626201</c:v>
                </c:pt>
                <c:pt idx="80">
                  <c:v>32.027417005507601</c:v>
                </c:pt>
                <c:pt idx="81">
                  <c:v>62.909162979580799</c:v>
                </c:pt>
                <c:pt idx="82">
                  <c:v>59.511688953841798</c:v>
                </c:pt>
                <c:pt idx="83">
                  <c:v>68.440215839555407</c:v>
                </c:pt>
                <c:pt idx="84">
                  <c:v>54.2156438154271</c:v>
                </c:pt>
                <c:pt idx="85">
                  <c:v>41.9853035121319</c:v>
                </c:pt>
                <c:pt idx="86">
                  <c:v>40.841504606211601</c:v>
                </c:pt>
                <c:pt idx="87">
                  <c:v>42.3322094241176</c:v>
                </c:pt>
                <c:pt idx="88">
                  <c:v>58.691597550613501</c:v>
                </c:pt>
                <c:pt idx="89">
                  <c:v>70.493892222259305</c:v>
                </c:pt>
                <c:pt idx="90">
                  <c:v>89.787320849394305</c:v>
                </c:pt>
                <c:pt idx="91">
                  <c:v>83.915086209276396</c:v>
                </c:pt>
                <c:pt idx="92">
                  <c:v>40.403540956262198</c:v>
                </c:pt>
                <c:pt idx="93">
                  <c:v>43.182643993367599</c:v>
                </c:pt>
                <c:pt idx="94">
                  <c:v>57.851966716358397</c:v>
                </c:pt>
                <c:pt idx="95">
                  <c:v>32.6467285958255</c:v>
                </c:pt>
                <c:pt idx="96">
                  <c:v>38.2728977036179</c:v>
                </c:pt>
                <c:pt idx="97">
                  <c:v>55.030307979908201</c:v>
                </c:pt>
                <c:pt idx="98">
                  <c:v>72.505637049256904</c:v>
                </c:pt>
                <c:pt idx="99">
                  <c:v>88.905020322615698</c:v>
                </c:pt>
                <c:pt idx="100">
                  <c:v>104.20961712146</c:v>
                </c:pt>
                <c:pt idx="101">
                  <c:v>121.564436858909</c:v>
                </c:pt>
                <c:pt idx="102">
                  <c:v>116.79196803926099</c:v>
                </c:pt>
                <c:pt idx="103">
                  <c:v>117.334958094513</c:v>
                </c:pt>
                <c:pt idx="104">
                  <c:v>113.533712318623</c:v>
                </c:pt>
                <c:pt idx="105">
                  <c:v>121.989569293345</c:v>
                </c:pt>
                <c:pt idx="106">
                  <c:v>124.647730881247</c:v>
                </c:pt>
                <c:pt idx="107">
                  <c:v>129.57205022735101</c:v>
                </c:pt>
                <c:pt idx="108">
                  <c:v>117.997795646399</c:v>
                </c:pt>
                <c:pt idx="109">
                  <c:v>133.452895317794</c:v>
                </c:pt>
                <c:pt idx="110">
                  <c:v>155.803499514029</c:v>
                </c:pt>
                <c:pt idx="111">
                  <c:v>99.370428321488703</c:v>
                </c:pt>
                <c:pt idx="112">
                  <c:v>25.8816942729093</c:v>
                </c:pt>
                <c:pt idx="113">
                  <c:v>36.051575711412298</c:v>
                </c:pt>
                <c:pt idx="114">
                  <c:v>48.893189528514498</c:v>
                </c:pt>
                <c:pt idx="115">
                  <c:v>47.558282686150697</c:v>
                </c:pt>
                <c:pt idx="116">
                  <c:v>49.266356280284903</c:v>
                </c:pt>
                <c:pt idx="117">
                  <c:v>64.485664050076593</c:v>
                </c:pt>
                <c:pt idx="118">
                  <c:v>70.328111996417903</c:v>
                </c:pt>
                <c:pt idx="119">
                  <c:v>85.322218342166806</c:v>
                </c:pt>
                <c:pt idx="120">
                  <c:v>37.434115326906699</c:v>
                </c:pt>
                <c:pt idx="121">
                  <c:v>-1.95875488872107</c:v>
                </c:pt>
                <c:pt idx="122">
                  <c:v>-3.1357661450124699</c:v>
                </c:pt>
                <c:pt idx="123">
                  <c:v>21.959764118961999</c:v>
                </c:pt>
                <c:pt idx="124">
                  <c:v>34.608798679175997</c:v>
                </c:pt>
                <c:pt idx="125">
                  <c:v>43.852104860781502</c:v>
                </c:pt>
                <c:pt idx="126">
                  <c:v>48.408860624759797</c:v>
                </c:pt>
                <c:pt idx="127">
                  <c:v>47.211829120443603</c:v>
                </c:pt>
                <c:pt idx="128">
                  <c:v>43.781719162844396</c:v>
                </c:pt>
                <c:pt idx="129">
                  <c:v>46.160062944955797</c:v>
                </c:pt>
                <c:pt idx="130">
                  <c:v>51.881992528927803</c:v>
                </c:pt>
                <c:pt idx="131">
                  <c:v>22.2613567922599</c:v>
                </c:pt>
                <c:pt idx="132">
                  <c:v>29.7118722265439</c:v>
                </c:pt>
                <c:pt idx="133">
                  <c:v>43.076631509568998</c:v>
                </c:pt>
                <c:pt idx="134">
                  <c:v>56.644277147880203</c:v>
                </c:pt>
                <c:pt idx="135">
                  <c:v>45.655295602089097</c:v>
                </c:pt>
                <c:pt idx="136">
                  <c:v>33.238301562251102</c:v>
                </c:pt>
                <c:pt idx="137">
                  <c:v>31.355046295817399</c:v>
                </c:pt>
                <c:pt idx="138">
                  <c:v>3.9801042435941998</c:v>
                </c:pt>
                <c:pt idx="139">
                  <c:v>-22.360165361049301</c:v>
                </c:pt>
                <c:pt idx="140">
                  <c:v>-18.7220013701711</c:v>
                </c:pt>
                <c:pt idx="141">
                  <c:v>-4.8089666139557004</c:v>
                </c:pt>
                <c:pt idx="142">
                  <c:v>-15.762663294019401</c:v>
                </c:pt>
                <c:pt idx="143">
                  <c:v>-23.828077702867699</c:v>
                </c:pt>
                <c:pt idx="144">
                  <c:v>-40.955372448905898</c:v>
                </c:pt>
                <c:pt idx="145">
                  <c:v>-48.360283383088699</c:v>
                </c:pt>
                <c:pt idx="146">
                  <c:v>-55.236479386350901</c:v>
                </c:pt>
                <c:pt idx="147">
                  <c:v>-61.166366262258897</c:v>
                </c:pt>
                <c:pt idx="148">
                  <c:v>-1.8044656560339201</c:v>
                </c:pt>
                <c:pt idx="149">
                  <c:v>1.06599024950133</c:v>
                </c:pt>
                <c:pt idx="150">
                  <c:v>3.2817073924173199</c:v>
                </c:pt>
                <c:pt idx="151">
                  <c:v>6.52682923438703</c:v>
                </c:pt>
                <c:pt idx="152">
                  <c:v>10.0889333038091</c:v>
                </c:pt>
                <c:pt idx="153">
                  <c:v>8.0027057963012993</c:v>
                </c:pt>
                <c:pt idx="154">
                  <c:v>8.1035079058615604</c:v>
                </c:pt>
                <c:pt idx="155">
                  <c:v>10.9615964886766</c:v>
                </c:pt>
                <c:pt idx="156">
                  <c:v>10.1680191802411</c:v>
                </c:pt>
                <c:pt idx="157">
                  <c:v>7.6811192366785601</c:v>
                </c:pt>
                <c:pt idx="158">
                  <c:v>-6.4780578123856802</c:v>
                </c:pt>
                <c:pt idx="159">
                  <c:v>-7.99593307782773</c:v>
                </c:pt>
                <c:pt idx="160">
                  <c:v>-3.2034502916793102</c:v>
                </c:pt>
                <c:pt idx="161">
                  <c:v>4.2668853100737296</c:v>
                </c:pt>
                <c:pt idx="162">
                  <c:v>7.0538415752221999</c:v>
                </c:pt>
                <c:pt idx="163">
                  <c:v>15.0095904575023</c:v>
                </c:pt>
                <c:pt idx="164">
                  <c:v>20.563863681852698</c:v>
                </c:pt>
                <c:pt idx="165">
                  <c:v>37.114037435320299</c:v>
                </c:pt>
                <c:pt idx="166">
                  <c:v>27.971827188693499</c:v>
                </c:pt>
                <c:pt idx="167">
                  <c:v>25.645043781272499</c:v>
                </c:pt>
                <c:pt idx="168">
                  <c:v>26.767337017224399</c:v>
                </c:pt>
                <c:pt idx="169">
                  <c:v>21.190920503840999</c:v>
                </c:pt>
                <c:pt idx="170">
                  <c:v>3.6420228326978799</c:v>
                </c:pt>
                <c:pt idx="171">
                  <c:v>-2.4562066108885601</c:v>
                </c:pt>
                <c:pt idx="172">
                  <c:v>-6.3746271699104398</c:v>
                </c:pt>
                <c:pt idx="173">
                  <c:v>17.8888224477408</c:v>
                </c:pt>
                <c:pt idx="174">
                  <c:v>9.8364917509520708</c:v>
                </c:pt>
                <c:pt idx="175">
                  <c:v>14.907150686677999</c:v>
                </c:pt>
                <c:pt idx="176">
                  <c:v>60.017785832711901</c:v>
                </c:pt>
                <c:pt idx="177">
                  <c:v>74.425848102437101</c:v>
                </c:pt>
                <c:pt idx="178">
                  <c:v>67.808227608802596</c:v>
                </c:pt>
                <c:pt idx="179">
                  <c:v>72.691404241849895</c:v>
                </c:pt>
                <c:pt idx="180">
                  <c:v>81.436788025164304</c:v>
                </c:pt>
                <c:pt idx="181">
                  <c:v>76.525373345415005</c:v>
                </c:pt>
                <c:pt idx="182">
                  <c:v>39.058421129046401</c:v>
                </c:pt>
                <c:pt idx="183">
                  <c:v>47.658515904163202</c:v>
                </c:pt>
                <c:pt idx="184">
                  <c:v>46.8461679020091</c:v>
                </c:pt>
                <c:pt idx="185">
                  <c:v>54.813596589849801</c:v>
                </c:pt>
                <c:pt idx="186">
                  <c:v>58.322392222019602</c:v>
                </c:pt>
                <c:pt idx="187">
                  <c:v>62.429964226295702</c:v>
                </c:pt>
                <c:pt idx="188">
                  <c:v>56.857624536713402</c:v>
                </c:pt>
                <c:pt idx="189">
                  <c:v>48.724965046952804</c:v>
                </c:pt>
                <c:pt idx="190">
                  <c:v>46.383078037541402</c:v>
                </c:pt>
                <c:pt idx="191">
                  <c:v>45.2228809040298</c:v>
                </c:pt>
                <c:pt idx="192">
                  <c:v>36.498620748056901</c:v>
                </c:pt>
                <c:pt idx="193">
                  <c:v>49.862938294074603</c:v>
                </c:pt>
                <c:pt idx="194">
                  <c:v>60.718355833713098</c:v>
                </c:pt>
                <c:pt idx="195">
                  <c:v>69.891252697495602</c:v>
                </c:pt>
                <c:pt idx="196">
                  <c:v>77.675542598583505</c:v>
                </c:pt>
                <c:pt idx="197">
                  <c:v>80.870760470283201</c:v>
                </c:pt>
                <c:pt idx="198">
                  <c:v>85.858554503328506</c:v>
                </c:pt>
                <c:pt idx="199">
                  <c:v>77.050993596298895</c:v>
                </c:pt>
                <c:pt idx="200">
                  <c:v>43.8690442954872</c:v>
                </c:pt>
                <c:pt idx="201">
                  <c:v>35.984678930714402</c:v>
                </c:pt>
                <c:pt idx="202">
                  <c:v>18.5944225499933</c:v>
                </c:pt>
                <c:pt idx="203">
                  <c:v>27.236501972582101</c:v>
                </c:pt>
                <c:pt idx="204">
                  <c:v>27.280083038975501</c:v>
                </c:pt>
                <c:pt idx="205">
                  <c:v>42.6518196761727</c:v>
                </c:pt>
                <c:pt idx="206">
                  <c:v>52.287779062217801</c:v>
                </c:pt>
                <c:pt idx="207">
                  <c:v>49.675259001344003</c:v>
                </c:pt>
                <c:pt idx="208">
                  <c:v>71.566140375626603</c:v>
                </c:pt>
                <c:pt idx="209">
                  <c:v>84.8563528631868</c:v>
                </c:pt>
                <c:pt idx="210">
                  <c:v>81.945779169046006</c:v>
                </c:pt>
                <c:pt idx="211">
                  <c:v>87.910295988852894</c:v>
                </c:pt>
                <c:pt idx="212">
                  <c:v>90.083014332992406</c:v>
                </c:pt>
                <c:pt idx="213">
                  <c:v>90.447325803894998</c:v>
                </c:pt>
                <c:pt idx="214">
                  <c:v>89.211034117968893</c:v>
                </c:pt>
                <c:pt idx="215">
                  <c:v>84.2688593770485</c:v>
                </c:pt>
                <c:pt idx="216">
                  <c:v>90.154664829660902</c:v>
                </c:pt>
                <c:pt idx="217">
                  <c:v>98.858133422454699</c:v>
                </c:pt>
                <c:pt idx="218">
                  <c:v>108.258258165683</c:v>
                </c:pt>
                <c:pt idx="219">
                  <c:v>116.669911188578</c:v>
                </c:pt>
                <c:pt idx="220">
                  <c:v>111.989853374072</c:v>
                </c:pt>
                <c:pt idx="221">
                  <c:v>118.484472806531</c:v>
                </c:pt>
                <c:pt idx="222">
                  <c:v>123.328401755134</c:v>
                </c:pt>
                <c:pt idx="223">
                  <c:v>121.72432184082599</c:v>
                </c:pt>
                <c:pt idx="224">
                  <c:v>120.237144797537</c:v>
                </c:pt>
                <c:pt idx="225">
                  <c:v>111.30774689163501</c:v>
                </c:pt>
                <c:pt idx="226">
                  <c:v>95.743989998170505</c:v>
                </c:pt>
                <c:pt idx="227">
                  <c:v>91.236051298397896</c:v>
                </c:pt>
                <c:pt idx="228">
                  <c:v>99.297885843514095</c:v>
                </c:pt>
                <c:pt idx="229">
                  <c:v>91.165050557773796</c:v>
                </c:pt>
                <c:pt idx="230">
                  <c:v>40.728865012110099</c:v>
                </c:pt>
                <c:pt idx="231">
                  <c:v>10.932081748781499</c:v>
                </c:pt>
                <c:pt idx="232">
                  <c:v>0.40304044420725099</c:v>
                </c:pt>
                <c:pt idx="233">
                  <c:v>-2.9925252808259102</c:v>
                </c:pt>
                <c:pt idx="234">
                  <c:v>22.270124279054698</c:v>
                </c:pt>
                <c:pt idx="235">
                  <c:v>12.9716932092054</c:v>
                </c:pt>
                <c:pt idx="236">
                  <c:v>-4.2543712093641002</c:v>
                </c:pt>
                <c:pt idx="237">
                  <c:v>-4.2720706355693601</c:v>
                </c:pt>
                <c:pt idx="238">
                  <c:v>7.3300827408239702</c:v>
                </c:pt>
                <c:pt idx="239">
                  <c:v>6.6957277858175699</c:v>
                </c:pt>
                <c:pt idx="240">
                  <c:v>8.1517231075014909</c:v>
                </c:pt>
                <c:pt idx="241">
                  <c:v>25.400213702387902</c:v>
                </c:pt>
                <c:pt idx="242">
                  <c:v>26.911536116643799</c:v>
                </c:pt>
                <c:pt idx="243">
                  <c:v>28.489467011108101</c:v>
                </c:pt>
                <c:pt idx="244">
                  <c:v>29.9400298368388</c:v>
                </c:pt>
                <c:pt idx="245">
                  <c:v>26.416466301472401</c:v>
                </c:pt>
                <c:pt idx="246">
                  <c:v>37.484152900481902</c:v>
                </c:pt>
                <c:pt idx="247">
                  <c:v>39.687991571246002</c:v>
                </c:pt>
                <c:pt idx="248">
                  <c:v>53.344923237343899</c:v>
                </c:pt>
                <c:pt idx="249">
                  <c:v>69.253944964388694</c:v>
                </c:pt>
                <c:pt idx="250">
                  <c:v>64.824648557436902</c:v>
                </c:pt>
                <c:pt idx="251">
                  <c:v>60.380392606927998</c:v>
                </c:pt>
                <c:pt idx="252">
                  <c:v>68.592980146579904</c:v>
                </c:pt>
                <c:pt idx="253">
                  <c:v>52.496308545458902</c:v>
                </c:pt>
                <c:pt idx="254">
                  <c:v>37.504595638160197</c:v>
                </c:pt>
                <c:pt idx="255">
                  <c:v>31.809146655373102</c:v>
                </c:pt>
                <c:pt idx="256">
                  <c:v>45.133391683717903</c:v>
                </c:pt>
                <c:pt idx="257">
                  <c:v>45.9639274834826</c:v>
                </c:pt>
                <c:pt idx="258">
                  <c:v>54.898514830083897</c:v>
                </c:pt>
                <c:pt idx="259">
                  <c:v>38.463485951756098</c:v>
                </c:pt>
                <c:pt idx="260">
                  <c:v>36.400927054306599</c:v>
                </c:pt>
                <c:pt idx="261">
                  <c:v>44.4784749204413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0184832"/>
        <c:axId val="120186368"/>
      </c:lineChart>
      <c:dateAx>
        <c:axId val="12018483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20186368"/>
        <c:crosses val="autoZero"/>
        <c:auto val="1"/>
        <c:lblOffset val="100"/>
        <c:baseTimeUnit val="months"/>
        <c:majorUnit val="36"/>
        <c:majorTimeUnit val="months"/>
      </c:dateAx>
      <c:valAx>
        <c:axId val="12018636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20184832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4170611711984455"/>
          <c:y val="0.90094906614934001"/>
          <c:w val="0.40630416480958748"/>
          <c:h val="5.3985106127136945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'Turnover EHS'!$D$1</c:f>
              <c:strCache>
                <c:ptCount val="1"/>
                <c:pt idx="0">
                  <c:v>Turnover EHS</c:v>
                </c:pt>
              </c:strCache>
            </c:strRef>
          </c:tx>
          <c:marker>
            <c:symbol val="none"/>
          </c:marker>
          <c:cat>
            <c:numRef>
              <c:f>'Turnover EHS'!$A$2:$A$212</c:f>
              <c:numCache>
                <c:formatCode>m/d/yyyy</c:formatCode>
                <c:ptCount val="211"/>
                <c:pt idx="0">
                  <c:v>36191</c:v>
                </c:pt>
                <c:pt idx="1">
                  <c:v>36219</c:v>
                </c:pt>
                <c:pt idx="2">
                  <c:v>36250</c:v>
                </c:pt>
                <c:pt idx="3">
                  <c:v>36280</c:v>
                </c:pt>
                <c:pt idx="4">
                  <c:v>36311</c:v>
                </c:pt>
                <c:pt idx="5">
                  <c:v>36341</c:v>
                </c:pt>
                <c:pt idx="6">
                  <c:v>36372</c:v>
                </c:pt>
                <c:pt idx="7">
                  <c:v>36403</c:v>
                </c:pt>
                <c:pt idx="8">
                  <c:v>36433</c:v>
                </c:pt>
                <c:pt idx="9">
                  <c:v>36464</c:v>
                </c:pt>
                <c:pt idx="10">
                  <c:v>36494</c:v>
                </c:pt>
                <c:pt idx="11">
                  <c:v>36525</c:v>
                </c:pt>
                <c:pt idx="12">
                  <c:v>36556</c:v>
                </c:pt>
                <c:pt idx="13">
                  <c:v>36585</c:v>
                </c:pt>
                <c:pt idx="14">
                  <c:v>36616</c:v>
                </c:pt>
                <c:pt idx="15">
                  <c:v>36646</c:v>
                </c:pt>
                <c:pt idx="16">
                  <c:v>36677</c:v>
                </c:pt>
                <c:pt idx="17">
                  <c:v>36707</c:v>
                </c:pt>
                <c:pt idx="18">
                  <c:v>36738</c:v>
                </c:pt>
                <c:pt idx="19">
                  <c:v>36769</c:v>
                </c:pt>
                <c:pt idx="20">
                  <c:v>36799</c:v>
                </c:pt>
                <c:pt idx="21">
                  <c:v>36830</c:v>
                </c:pt>
                <c:pt idx="22">
                  <c:v>36860</c:v>
                </c:pt>
                <c:pt idx="23">
                  <c:v>36891</c:v>
                </c:pt>
                <c:pt idx="24">
                  <c:v>36922</c:v>
                </c:pt>
                <c:pt idx="25">
                  <c:v>36950</c:v>
                </c:pt>
                <c:pt idx="26">
                  <c:v>36981</c:v>
                </c:pt>
                <c:pt idx="27">
                  <c:v>37011</c:v>
                </c:pt>
                <c:pt idx="28">
                  <c:v>37042</c:v>
                </c:pt>
                <c:pt idx="29">
                  <c:v>37072</c:v>
                </c:pt>
                <c:pt idx="30">
                  <c:v>37103</c:v>
                </c:pt>
                <c:pt idx="31">
                  <c:v>37134</c:v>
                </c:pt>
                <c:pt idx="32">
                  <c:v>37164</c:v>
                </c:pt>
                <c:pt idx="33">
                  <c:v>37195</c:v>
                </c:pt>
                <c:pt idx="34">
                  <c:v>37225</c:v>
                </c:pt>
                <c:pt idx="35">
                  <c:v>37256</c:v>
                </c:pt>
                <c:pt idx="36">
                  <c:v>37287</c:v>
                </c:pt>
                <c:pt idx="37">
                  <c:v>37315</c:v>
                </c:pt>
                <c:pt idx="38">
                  <c:v>37346</c:v>
                </c:pt>
                <c:pt idx="39">
                  <c:v>37376</c:v>
                </c:pt>
                <c:pt idx="40">
                  <c:v>37407</c:v>
                </c:pt>
                <c:pt idx="41">
                  <c:v>37437</c:v>
                </c:pt>
                <c:pt idx="42">
                  <c:v>37468</c:v>
                </c:pt>
                <c:pt idx="43">
                  <c:v>37499</c:v>
                </c:pt>
                <c:pt idx="44">
                  <c:v>37529</c:v>
                </c:pt>
                <c:pt idx="45">
                  <c:v>37560</c:v>
                </c:pt>
                <c:pt idx="46">
                  <c:v>37590</c:v>
                </c:pt>
                <c:pt idx="47">
                  <c:v>37621</c:v>
                </c:pt>
                <c:pt idx="48">
                  <c:v>37652</c:v>
                </c:pt>
                <c:pt idx="49">
                  <c:v>37680</c:v>
                </c:pt>
                <c:pt idx="50">
                  <c:v>37711</c:v>
                </c:pt>
                <c:pt idx="51">
                  <c:v>37741</c:v>
                </c:pt>
                <c:pt idx="52">
                  <c:v>37772</c:v>
                </c:pt>
                <c:pt idx="53">
                  <c:v>37802</c:v>
                </c:pt>
                <c:pt idx="54">
                  <c:v>37833</c:v>
                </c:pt>
                <c:pt idx="55">
                  <c:v>37864</c:v>
                </c:pt>
                <c:pt idx="56">
                  <c:v>37894</c:v>
                </c:pt>
                <c:pt idx="57">
                  <c:v>37925</c:v>
                </c:pt>
                <c:pt idx="58">
                  <c:v>37955</c:v>
                </c:pt>
                <c:pt idx="59">
                  <c:v>37986</c:v>
                </c:pt>
                <c:pt idx="60">
                  <c:v>38017</c:v>
                </c:pt>
                <c:pt idx="61">
                  <c:v>38046</c:v>
                </c:pt>
                <c:pt idx="62">
                  <c:v>38077</c:v>
                </c:pt>
                <c:pt idx="63">
                  <c:v>38107</c:v>
                </c:pt>
                <c:pt idx="64">
                  <c:v>38138</c:v>
                </c:pt>
                <c:pt idx="65">
                  <c:v>38168</c:v>
                </c:pt>
                <c:pt idx="66">
                  <c:v>38199</c:v>
                </c:pt>
                <c:pt idx="67">
                  <c:v>38230</c:v>
                </c:pt>
                <c:pt idx="68">
                  <c:v>38260</c:v>
                </c:pt>
                <c:pt idx="69">
                  <c:v>38291</c:v>
                </c:pt>
                <c:pt idx="70">
                  <c:v>38321</c:v>
                </c:pt>
                <c:pt idx="71">
                  <c:v>38352</c:v>
                </c:pt>
                <c:pt idx="72">
                  <c:v>38383</c:v>
                </c:pt>
                <c:pt idx="73">
                  <c:v>38411</c:v>
                </c:pt>
                <c:pt idx="74">
                  <c:v>38442</c:v>
                </c:pt>
                <c:pt idx="75">
                  <c:v>38472</c:v>
                </c:pt>
                <c:pt idx="76">
                  <c:v>38503</c:v>
                </c:pt>
                <c:pt idx="77">
                  <c:v>38533</c:v>
                </c:pt>
                <c:pt idx="78">
                  <c:v>38564</c:v>
                </c:pt>
                <c:pt idx="79">
                  <c:v>38595</c:v>
                </c:pt>
                <c:pt idx="80">
                  <c:v>38625</c:v>
                </c:pt>
                <c:pt idx="81">
                  <c:v>38656</c:v>
                </c:pt>
                <c:pt idx="82">
                  <c:v>38686</c:v>
                </c:pt>
                <c:pt idx="83">
                  <c:v>38717</c:v>
                </c:pt>
                <c:pt idx="84">
                  <c:v>38748</c:v>
                </c:pt>
                <c:pt idx="85">
                  <c:v>38776</c:v>
                </c:pt>
                <c:pt idx="86">
                  <c:v>38807</c:v>
                </c:pt>
                <c:pt idx="87">
                  <c:v>38837</c:v>
                </c:pt>
                <c:pt idx="88">
                  <c:v>38868</c:v>
                </c:pt>
                <c:pt idx="89">
                  <c:v>38898</c:v>
                </c:pt>
                <c:pt idx="90">
                  <c:v>38929</c:v>
                </c:pt>
                <c:pt idx="91">
                  <c:v>38960</c:v>
                </c:pt>
                <c:pt idx="92">
                  <c:v>38990</c:v>
                </c:pt>
                <c:pt idx="93">
                  <c:v>39021</c:v>
                </c:pt>
                <c:pt idx="94">
                  <c:v>39051</c:v>
                </c:pt>
                <c:pt idx="95">
                  <c:v>39082</c:v>
                </c:pt>
                <c:pt idx="96">
                  <c:v>39113</c:v>
                </c:pt>
                <c:pt idx="97">
                  <c:v>39141</c:v>
                </c:pt>
                <c:pt idx="98">
                  <c:v>39172</c:v>
                </c:pt>
                <c:pt idx="99">
                  <c:v>39202</c:v>
                </c:pt>
                <c:pt idx="100">
                  <c:v>39233</c:v>
                </c:pt>
                <c:pt idx="101">
                  <c:v>39263</c:v>
                </c:pt>
                <c:pt idx="102">
                  <c:v>39294</c:v>
                </c:pt>
                <c:pt idx="103">
                  <c:v>39325</c:v>
                </c:pt>
                <c:pt idx="104">
                  <c:v>39355</c:v>
                </c:pt>
                <c:pt idx="105">
                  <c:v>39386</c:v>
                </c:pt>
                <c:pt idx="106">
                  <c:v>39416</c:v>
                </c:pt>
                <c:pt idx="107">
                  <c:v>39447</c:v>
                </c:pt>
                <c:pt idx="108">
                  <c:v>39478</c:v>
                </c:pt>
                <c:pt idx="109">
                  <c:v>39507</c:v>
                </c:pt>
                <c:pt idx="110">
                  <c:v>39538</c:v>
                </c:pt>
                <c:pt idx="111">
                  <c:v>39568</c:v>
                </c:pt>
                <c:pt idx="112">
                  <c:v>39599</c:v>
                </c:pt>
                <c:pt idx="113">
                  <c:v>39629</c:v>
                </c:pt>
                <c:pt idx="114">
                  <c:v>39660</c:v>
                </c:pt>
                <c:pt idx="115">
                  <c:v>39691</c:v>
                </c:pt>
                <c:pt idx="116">
                  <c:v>39721</c:v>
                </c:pt>
                <c:pt idx="117">
                  <c:v>39752</c:v>
                </c:pt>
                <c:pt idx="118">
                  <c:v>39782</c:v>
                </c:pt>
                <c:pt idx="119">
                  <c:v>39813</c:v>
                </c:pt>
                <c:pt idx="120">
                  <c:v>39844</c:v>
                </c:pt>
                <c:pt idx="121">
                  <c:v>39872</c:v>
                </c:pt>
                <c:pt idx="122">
                  <c:v>39903</c:v>
                </c:pt>
                <c:pt idx="123">
                  <c:v>39933</c:v>
                </c:pt>
                <c:pt idx="124">
                  <c:v>39964</c:v>
                </c:pt>
                <c:pt idx="125">
                  <c:v>39994</c:v>
                </c:pt>
                <c:pt idx="126">
                  <c:v>40025</c:v>
                </c:pt>
                <c:pt idx="127">
                  <c:v>40056</c:v>
                </c:pt>
                <c:pt idx="128">
                  <c:v>40086</c:v>
                </c:pt>
                <c:pt idx="129">
                  <c:v>40117</c:v>
                </c:pt>
                <c:pt idx="130">
                  <c:v>40147</c:v>
                </c:pt>
                <c:pt idx="131">
                  <c:v>40178</c:v>
                </c:pt>
                <c:pt idx="132">
                  <c:v>40209</c:v>
                </c:pt>
                <c:pt idx="133">
                  <c:v>40237</c:v>
                </c:pt>
                <c:pt idx="134">
                  <c:v>40268</c:v>
                </c:pt>
                <c:pt idx="135">
                  <c:v>40298</c:v>
                </c:pt>
                <c:pt idx="136">
                  <c:v>40329</c:v>
                </c:pt>
                <c:pt idx="137">
                  <c:v>40359</c:v>
                </c:pt>
                <c:pt idx="138">
                  <c:v>40390</c:v>
                </c:pt>
                <c:pt idx="139">
                  <c:v>40421</c:v>
                </c:pt>
                <c:pt idx="140">
                  <c:v>40451</c:v>
                </c:pt>
                <c:pt idx="141">
                  <c:v>40482</c:v>
                </c:pt>
                <c:pt idx="142">
                  <c:v>40512</c:v>
                </c:pt>
                <c:pt idx="143">
                  <c:v>40543</c:v>
                </c:pt>
                <c:pt idx="144">
                  <c:v>40574</c:v>
                </c:pt>
                <c:pt idx="145">
                  <c:v>40602</c:v>
                </c:pt>
                <c:pt idx="146">
                  <c:v>40633</c:v>
                </c:pt>
                <c:pt idx="147">
                  <c:v>40663</c:v>
                </c:pt>
                <c:pt idx="148">
                  <c:v>40694</c:v>
                </c:pt>
                <c:pt idx="149">
                  <c:v>40724</c:v>
                </c:pt>
                <c:pt idx="150">
                  <c:v>40755</c:v>
                </c:pt>
                <c:pt idx="151">
                  <c:v>40786</c:v>
                </c:pt>
                <c:pt idx="152">
                  <c:v>40816</c:v>
                </c:pt>
                <c:pt idx="153">
                  <c:v>40847</c:v>
                </c:pt>
                <c:pt idx="154">
                  <c:v>40877</c:v>
                </c:pt>
                <c:pt idx="155">
                  <c:v>40908</c:v>
                </c:pt>
                <c:pt idx="156">
                  <c:v>40939</c:v>
                </c:pt>
                <c:pt idx="157">
                  <c:v>40968</c:v>
                </c:pt>
                <c:pt idx="158">
                  <c:v>40999</c:v>
                </c:pt>
                <c:pt idx="159">
                  <c:v>41029</c:v>
                </c:pt>
                <c:pt idx="160">
                  <c:v>41060</c:v>
                </c:pt>
                <c:pt idx="161">
                  <c:v>41090</c:v>
                </c:pt>
                <c:pt idx="162">
                  <c:v>41121</c:v>
                </c:pt>
                <c:pt idx="163">
                  <c:v>41152</c:v>
                </c:pt>
                <c:pt idx="164">
                  <c:v>41182</c:v>
                </c:pt>
                <c:pt idx="165">
                  <c:v>41213</c:v>
                </c:pt>
                <c:pt idx="166">
                  <c:v>41243</c:v>
                </c:pt>
                <c:pt idx="167">
                  <c:v>41274</c:v>
                </c:pt>
                <c:pt idx="168">
                  <c:v>41305</c:v>
                </c:pt>
                <c:pt idx="169">
                  <c:v>41333</c:v>
                </c:pt>
                <c:pt idx="170">
                  <c:v>41364</c:v>
                </c:pt>
                <c:pt idx="171">
                  <c:v>41394</c:v>
                </c:pt>
                <c:pt idx="172">
                  <c:v>41425</c:v>
                </c:pt>
                <c:pt idx="173">
                  <c:v>41455</c:v>
                </c:pt>
                <c:pt idx="174">
                  <c:v>41486</c:v>
                </c:pt>
                <c:pt idx="175">
                  <c:v>41517</c:v>
                </c:pt>
                <c:pt idx="176">
                  <c:v>41547</c:v>
                </c:pt>
                <c:pt idx="177">
                  <c:v>41578</c:v>
                </c:pt>
                <c:pt idx="178">
                  <c:v>41608</c:v>
                </c:pt>
                <c:pt idx="179">
                  <c:v>41639</c:v>
                </c:pt>
                <c:pt idx="180">
                  <c:v>41670</c:v>
                </c:pt>
                <c:pt idx="181">
                  <c:v>41698</c:v>
                </c:pt>
                <c:pt idx="182">
                  <c:v>41729</c:v>
                </c:pt>
                <c:pt idx="183">
                  <c:v>41759</c:v>
                </c:pt>
                <c:pt idx="184">
                  <c:v>41790</c:v>
                </c:pt>
                <c:pt idx="185">
                  <c:v>41820</c:v>
                </c:pt>
                <c:pt idx="186">
                  <c:v>41851</c:v>
                </c:pt>
                <c:pt idx="187">
                  <c:v>41882</c:v>
                </c:pt>
                <c:pt idx="188">
                  <c:v>41912</c:v>
                </c:pt>
                <c:pt idx="189">
                  <c:v>41943</c:v>
                </c:pt>
                <c:pt idx="190">
                  <c:v>41973</c:v>
                </c:pt>
                <c:pt idx="191">
                  <c:v>42004</c:v>
                </c:pt>
                <c:pt idx="192">
                  <c:v>42035</c:v>
                </c:pt>
                <c:pt idx="193">
                  <c:v>42063</c:v>
                </c:pt>
                <c:pt idx="194">
                  <c:v>42094</c:v>
                </c:pt>
                <c:pt idx="195">
                  <c:v>42124</c:v>
                </c:pt>
                <c:pt idx="196">
                  <c:v>42155</c:v>
                </c:pt>
                <c:pt idx="197">
                  <c:v>42185</c:v>
                </c:pt>
                <c:pt idx="198">
                  <c:v>42216</c:v>
                </c:pt>
                <c:pt idx="199">
                  <c:v>42247</c:v>
                </c:pt>
                <c:pt idx="200">
                  <c:v>42277</c:v>
                </c:pt>
                <c:pt idx="201">
                  <c:v>42308</c:v>
                </c:pt>
                <c:pt idx="202">
                  <c:v>42338</c:v>
                </c:pt>
                <c:pt idx="203">
                  <c:v>42369</c:v>
                </c:pt>
              </c:numCache>
            </c:numRef>
          </c:cat>
          <c:val>
            <c:numRef>
              <c:f>'Turnover EHS'!$D$2:$D$212</c:f>
              <c:numCache>
                <c:formatCode>0.00%</c:formatCode>
                <c:ptCount val="211"/>
                <c:pt idx="0">
                  <c:v>7.4610896329372164E-2</c:v>
                </c:pt>
                <c:pt idx="1">
                  <c:v>7.2656731373105382E-2</c:v>
                </c:pt>
                <c:pt idx="2">
                  <c:v>7.3268758817741003E-2</c:v>
                </c:pt>
                <c:pt idx="3">
                  <c:v>7.2174212636880605E-2</c:v>
                </c:pt>
                <c:pt idx="4">
                  <c:v>7.3636518416223692E-2</c:v>
                </c:pt>
                <c:pt idx="5">
                  <c:v>7.6936791631884133E-2</c:v>
                </c:pt>
                <c:pt idx="6">
                  <c:v>7.4285269584780711E-2</c:v>
                </c:pt>
                <c:pt idx="7">
                  <c:v>7.3901805742815602E-2</c:v>
                </c:pt>
                <c:pt idx="8">
                  <c:v>7.224937322727977E-2</c:v>
                </c:pt>
                <c:pt idx="9">
                  <c:v>7.2010625442579981E-2</c:v>
                </c:pt>
                <c:pt idx="10">
                  <c:v>7.1631792882323547E-2</c:v>
                </c:pt>
                <c:pt idx="11">
                  <c:v>7.1394523843264654E-2</c:v>
                </c:pt>
                <c:pt idx="12">
                  <c:v>7.3403508771929832E-2</c:v>
                </c:pt>
                <c:pt idx="13">
                  <c:v>7.1746951863914332E-2</c:v>
                </c:pt>
                <c:pt idx="14">
                  <c:v>7.2613986936944291E-2</c:v>
                </c:pt>
                <c:pt idx="15">
                  <c:v>7.2640155338178344E-2</c:v>
                </c:pt>
                <c:pt idx="16">
                  <c:v>7.1271496515460747E-2</c:v>
                </c:pt>
                <c:pt idx="17">
                  <c:v>7.1438932825818285E-2</c:v>
                </c:pt>
                <c:pt idx="18">
                  <c:v>7.1049686116112717E-2</c:v>
                </c:pt>
                <c:pt idx="19">
                  <c:v>7.1772244594811893E-2</c:v>
                </c:pt>
                <c:pt idx="20">
                  <c:v>7.3324215934502585E-2</c:v>
                </c:pt>
                <c:pt idx="21">
                  <c:v>7.2657069013835979E-2</c:v>
                </c:pt>
                <c:pt idx="22">
                  <c:v>7.3926511060189062E-2</c:v>
                </c:pt>
                <c:pt idx="23">
                  <c:v>7.036318671653409E-2</c:v>
                </c:pt>
                <c:pt idx="24">
                  <c:v>7.0254707754191167E-2</c:v>
                </c:pt>
                <c:pt idx="25">
                  <c:v>7.1953003544912172E-2</c:v>
                </c:pt>
                <c:pt idx="26">
                  <c:v>7.4883552640618481E-2</c:v>
                </c:pt>
                <c:pt idx="27">
                  <c:v>7.3003718798457601E-2</c:v>
                </c:pt>
                <c:pt idx="28">
                  <c:v>7.2225090110050752E-2</c:v>
                </c:pt>
                <c:pt idx="29">
                  <c:v>7.4322813773217325E-2</c:v>
                </c:pt>
                <c:pt idx="30">
                  <c:v>7.4227987915738244E-2</c:v>
                </c:pt>
                <c:pt idx="31">
                  <c:v>7.4816031746754122E-2</c:v>
                </c:pt>
                <c:pt idx="32">
                  <c:v>7.131202305255456E-2</c:v>
                </c:pt>
                <c:pt idx="33">
                  <c:v>7.1493742595290954E-2</c:v>
                </c:pt>
                <c:pt idx="34">
                  <c:v>7.1266983711051377E-2</c:v>
                </c:pt>
                <c:pt idx="35">
                  <c:v>7.4572464785224959E-2</c:v>
                </c:pt>
                <c:pt idx="36">
                  <c:v>7.9497510615495245E-2</c:v>
                </c:pt>
                <c:pt idx="37">
                  <c:v>8.0261097967285672E-2</c:v>
                </c:pt>
                <c:pt idx="38">
                  <c:v>7.6800130955818321E-2</c:v>
                </c:pt>
                <c:pt idx="39">
                  <c:v>7.756047015050424E-2</c:v>
                </c:pt>
                <c:pt idx="40">
                  <c:v>7.7364840149242817E-2</c:v>
                </c:pt>
                <c:pt idx="41">
                  <c:v>7.5792572282064818E-2</c:v>
                </c:pt>
                <c:pt idx="42">
                  <c:v>7.4625321571683764E-2</c:v>
                </c:pt>
                <c:pt idx="43">
                  <c:v>7.4143152075305099E-2</c:v>
                </c:pt>
                <c:pt idx="44">
                  <c:v>7.6571307029671382E-2</c:v>
                </c:pt>
                <c:pt idx="45">
                  <c:v>7.9013170020900927E-2</c:v>
                </c:pt>
                <c:pt idx="46">
                  <c:v>7.9934341308942294E-2</c:v>
                </c:pt>
                <c:pt idx="47">
                  <c:v>8.3518794643325539E-2</c:v>
                </c:pt>
                <c:pt idx="48">
                  <c:v>8.45983332865681E-2</c:v>
                </c:pt>
                <c:pt idx="49">
                  <c:v>8.4381482796643426E-2</c:v>
                </c:pt>
                <c:pt idx="50">
                  <c:v>8.2064400481743252E-2</c:v>
                </c:pt>
                <c:pt idx="51">
                  <c:v>8.1710320125363778E-2</c:v>
                </c:pt>
                <c:pt idx="52">
                  <c:v>8.3034341363403374E-2</c:v>
                </c:pt>
                <c:pt idx="53">
                  <c:v>8.2959348987914572E-2</c:v>
                </c:pt>
                <c:pt idx="54">
                  <c:v>8.7489185945915773E-2</c:v>
                </c:pt>
                <c:pt idx="55">
                  <c:v>9.0895572326108759E-2</c:v>
                </c:pt>
                <c:pt idx="56">
                  <c:v>9.1649410825216132E-2</c:v>
                </c:pt>
                <c:pt idx="57">
                  <c:v>8.8922905649874762E-2</c:v>
                </c:pt>
                <c:pt idx="58">
                  <c:v>8.6618406295475819E-2</c:v>
                </c:pt>
                <c:pt idx="59">
                  <c:v>9.0152244777004009E-2</c:v>
                </c:pt>
                <c:pt idx="60">
                  <c:v>8.6462930579842903E-2</c:v>
                </c:pt>
                <c:pt idx="61">
                  <c:v>8.880484062579011E-2</c:v>
                </c:pt>
                <c:pt idx="62">
                  <c:v>9.2106627943159422E-2</c:v>
                </c:pt>
                <c:pt idx="63">
                  <c:v>9.2911847641136622E-2</c:v>
                </c:pt>
                <c:pt idx="64">
                  <c:v>9.440332961232617E-2</c:v>
                </c:pt>
                <c:pt idx="65">
                  <c:v>9.5201736193512659E-2</c:v>
                </c:pt>
                <c:pt idx="66">
                  <c:v>9.3937333910141529E-2</c:v>
                </c:pt>
                <c:pt idx="67">
                  <c:v>9.1854746114167232E-2</c:v>
                </c:pt>
                <c:pt idx="68">
                  <c:v>9.1421689385230195E-2</c:v>
                </c:pt>
                <c:pt idx="69">
                  <c:v>9.358594707953781E-2</c:v>
                </c:pt>
                <c:pt idx="70">
                  <c:v>9.4924408256786885E-2</c:v>
                </c:pt>
                <c:pt idx="71">
                  <c:v>9.3807544767914822E-2</c:v>
                </c:pt>
                <c:pt idx="72">
                  <c:v>9.6500169894665297E-2</c:v>
                </c:pt>
                <c:pt idx="73">
                  <c:v>9.3406556108422203E-2</c:v>
                </c:pt>
                <c:pt idx="74">
                  <c:v>9.4388239442349947E-2</c:v>
                </c:pt>
                <c:pt idx="75">
                  <c:v>9.6451479622592942E-2</c:v>
                </c:pt>
                <c:pt idx="76">
                  <c:v>9.5803845685444047E-2</c:v>
                </c:pt>
                <c:pt idx="77">
                  <c:v>9.7049978035346193E-2</c:v>
                </c:pt>
                <c:pt idx="78">
                  <c:v>9.640311082307193E-2</c:v>
                </c:pt>
                <c:pt idx="79">
                  <c:v>9.7510975042315443E-2</c:v>
                </c:pt>
                <c:pt idx="80">
                  <c:v>9.7673353361984183E-2</c:v>
                </c:pt>
                <c:pt idx="81">
                  <c:v>9.5547615683266376E-2</c:v>
                </c:pt>
                <c:pt idx="82">
                  <c:v>9.4501949186718656E-2</c:v>
                </c:pt>
                <c:pt idx="83">
                  <c:v>9.1847216720490399E-2</c:v>
                </c:pt>
                <c:pt idx="84">
                  <c:v>9.0137217818196447E-2</c:v>
                </c:pt>
                <c:pt idx="85">
                  <c:v>9.1662078723520668E-2</c:v>
                </c:pt>
                <c:pt idx="86">
                  <c:v>9.1443617579131761E-2</c:v>
                </c:pt>
                <c:pt idx="87">
                  <c:v>8.9620417403750013E-2</c:v>
                </c:pt>
                <c:pt idx="88">
                  <c:v>8.7934214160348523E-2</c:v>
                </c:pt>
                <c:pt idx="89">
                  <c:v>8.6518145334017235E-2</c:v>
                </c:pt>
                <c:pt idx="90">
                  <c:v>8.4304322597426845E-2</c:v>
                </c:pt>
                <c:pt idx="91">
                  <c:v>8.4493433656328956E-2</c:v>
                </c:pt>
                <c:pt idx="92">
                  <c:v>8.3617012777780247E-2</c:v>
                </c:pt>
                <c:pt idx="93">
                  <c:v>8.4604563458411081E-2</c:v>
                </c:pt>
                <c:pt idx="94">
                  <c:v>8.4261263077219553E-2</c:v>
                </c:pt>
                <c:pt idx="95">
                  <c:v>8.4980851645342165E-2</c:v>
                </c:pt>
                <c:pt idx="96">
                  <c:v>7.6147519235871583E-2</c:v>
                </c:pt>
                <c:pt idx="97">
                  <c:v>7.682959598115309E-2</c:v>
                </c:pt>
                <c:pt idx="98">
                  <c:v>7.2468416733214011E-2</c:v>
                </c:pt>
                <c:pt idx="99">
                  <c:v>7.022924072101136E-2</c:v>
                </c:pt>
                <c:pt idx="100">
                  <c:v>6.9980833838676704E-2</c:v>
                </c:pt>
                <c:pt idx="101">
                  <c:v>6.8005600721674025E-2</c:v>
                </c:pt>
                <c:pt idx="102">
                  <c:v>6.7357960395644983E-2</c:v>
                </c:pt>
                <c:pt idx="103">
                  <c:v>6.4716676282622745E-2</c:v>
                </c:pt>
                <c:pt idx="104">
                  <c:v>6.0877810171113607E-2</c:v>
                </c:pt>
                <c:pt idx="105">
                  <c:v>5.8898413532010224E-2</c:v>
                </c:pt>
                <c:pt idx="106">
                  <c:v>5.9311796974566414E-2</c:v>
                </c:pt>
                <c:pt idx="107">
                  <c:v>5.8661233592978389E-2</c:v>
                </c:pt>
                <c:pt idx="108">
                  <c:v>5.548237735999681E-2</c:v>
                </c:pt>
                <c:pt idx="109">
                  <c:v>5.4792395117004594E-2</c:v>
                </c:pt>
                <c:pt idx="110">
                  <c:v>5.5299416653188917E-2</c:v>
                </c:pt>
                <c:pt idx="111">
                  <c:v>5.4610138750942561E-2</c:v>
                </c:pt>
                <c:pt idx="112">
                  <c:v>5.4983974075189034E-2</c:v>
                </c:pt>
                <c:pt idx="113">
                  <c:v>5.4295458895085198E-2</c:v>
                </c:pt>
                <c:pt idx="114">
                  <c:v>5.5067175319290104E-2</c:v>
                </c:pt>
                <c:pt idx="115">
                  <c:v>5.5572932842741202E-2</c:v>
                </c:pt>
                <c:pt idx="116">
                  <c:v>5.6608526189729148E-2</c:v>
                </c:pt>
                <c:pt idx="117">
                  <c:v>5.4197848650188667E-2</c:v>
                </c:pt>
                <c:pt idx="118">
                  <c:v>4.993498738379961E-2</c:v>
                </c:pt>
                <c:pt idx="119">
                  <c:v>5.3090022451827867E-2</c:v>
                </c:pt>
                <c:pt idx="120">
                  <c:v>5.0551835481565784E-2</c:v>
                </c:pt>
                <c:pt idx="121">
                  <c:v>5.2568855932203382E-2</c:v>
                </c:pt>
                <c:pt idx="122">
                  <c:v>5.1143440125076184E-2</c:v>
                </c:pt>
                <c:pt idx="123">
                  <c:v>5.1704937158614836E-2</c:v>
                </c:pt>
                <c:pt idx="124">
                  <c:v>5.3063065453291237E-2</c:v>
                </c:pt>
                <c:pt idx="125">
                  <c:v>5.4422852288414564E-2</c:v>
                </c:pt>
                <c:pt idx="126">
                  <c:v>5.8042236684818699E-2</c:v>
                </c:pt>
                <c:pt idx="127">
                  <c:v>5.9140928180320032E-2</c:v>
                </c:pt>
                <c:pt idx="128">
                  <c:v>6.1437804196920132E-2</c:v>
                </c:pt>
                <c:pt idx="129">
                  <c:v>6.6797956142218437E-2</c:v>
                </c:pt>
                <c:pt idx="130">
                  <c:v>7.2430964237211404E-2</c:v>
                </c:pt>
                <c:pt idx="131">
                  <c:v>5.861977084998668E-2</c:v>
                </c:pt>
                <c:pt idx="132">
                  <c:v>5.5856240168501881E-2</c:v>
                </c:pt>
                <c:pt idx="133">
                  <c:v>5.6936812805226979E-2</c:v>
                </c:pt>
                <c:pt idx="134">
                  <c:v>5.9885164528598843E-2</c:v>
                </c:pt>
                <c:pt idx="135">
                  <c:v>6.4302461703681729E-2</c:v>
                </c:pt>
                <c:pt idx="136">
                  <c:v>6.5119051325733146E-2</c:v>
                </c:pt>
                <c:pt idx="137">
                  <c:v>5.9395830946562665E-2</c:v>
                </c:pt>
                <c:pt idx="138">
                  <c:v>4.6059877841193558E-2</c:v>
                </c:pt>
                <c:pt idx="139">
                  <c:v>4.9142728690072524E-2</c:v>
                </c:pt>
                <c:pt idx="140">
                  <c:v>5.1292097811180964E-2</c:v>
                </c:pt>
                <c:pt idx="141">
                  <c:v>5.1171226539562506E-2</c:v>
                </c:pt>
                <c:pt idx="142">
                  <c:v>5.3723085558245662E-2</c:v>
                </c:pt>
                <c:pt idx="143">
                  <c:v>5.7078248664665286E-2</c:v>
                </c:pt>
                <c:pt idx="144">
                  <c:v>5.9098019815218408E-2</c:v>
                </c:pt>
                <c:pt idx="145">
                  <c:v>5.5603079555175364E-2</c:v>
                </c:pt>
                <c:pt idx="146">
                  <c:v>5.6920671824267445E-2</c:v>
                </c:pt>
                <c:pt idx="147">
                  <c:v>5.5699516469425371E-2</c:v>
                </c:pt>
                <c:pt idx="148">
                  <c:v>5.5280340761907305E-2</c:v>
                </c:pt>
                <c:pt idx="149">
                  <c:v>5.6463238827486793E-2</c:v>
                </c:pt>
                <c:pt idx="150">
                  <c:v>5.5376896491906968E-2</c:v>
                </c:pt>
                <c:pt idx="151">
                  <c:v>5.8426486673958861E-2</c:v>
                </c:pt>
                <c:pt idx="152">
                  <c:v>5.774026216479311E-2</c:v>
                </c:pt>
                <c:pt idx="153">
                  <c:v>5.7854324410792364E-2</c:v>
                </c:pt>
                <c:pt idx="154">
                  <c:v>5.8501352593915319E-2</c:v>
                </c:pt>
                <c:pt idx="155">
                  <c:v>5.7949004875709371E-2</c:v>
                </c:pt>
                <c:pt idx="156">
                  <c:v>5.9660944720405916E-2</c:v>
                </c:pt>
                <c:pt idx="157">
                  <c:v>6.1021307494762228E-2</c:v>
                </c:pt>
                <c:pt idx="158">
                  <c:v>6.0250198279137024E-2</c:v>
                </c:pt>
                <c:pt idx="159">
                  <c:v>6.1212038367545615E-2</c:v>
                </c:pt>
                <c:pt idx="160">
                  <c:v>6.1374249499666439E-2</c:v>
                </c:pt>
                <c:pt idx="161">
                  <c:v>5.9667822424822881E-2</c:v>
                </c:pt>
                <c:pt idx="162">
                  <c:v>6.0497198832791359E-2</c:v>
                </c:pt>
                <c:pt idx="163">
                  <c:v>6.3598740050170854E-2</c:v>
                </c:pt>
                <c:pt idx="164">
                  <c:v>6.2960338996644785E-2</c:v>
                </c:pt>
                <c:pt idx="165">
                  <c:v>6.4059914074123606E-2</c:v>
                </c:pt>
                <c:pt idx="166">
                  <c:v>6.6364725007860739E-2</c:v>
                </c:pt>
                <c:pt idx="167">
                  <c:v>6.5458999441122032E-2</c:v>
                </c:pt>
                <c:pt idx="168">
                  <c:v>6.6695237585043129E-2</c:v>
                </c:pt>
                <c:pt idx="169">
                  <c:v>6.7784879015377733E-2</c:v>
                </c:pt>
                <c:pt idx="170">
                  <c:v>6.7937119082022573E-2</c:v>
                </c:pt>
                <c:pt idx="171">
                  <c:v>6.8223475443234774E-2</c:v>
                </c:pt>
                <c:pt idx="172">
                  <c:v>6.8912197280158016E-2</c:v>
                </c:pt>
                <c:pt idx="173">
                  <c:v>6.8528437848886528E-2</c:v>
                </c:pt>
                <c:pt idx="174">
                  <c:v>7.0693182199268914E-2</c:v>
                </c:pt>
                <c:pt idx="175">
                  <c:v>7.0578053490382167E-2</c:v>
                </c:pt>
                <c:pt idx="176">
                  <c:v>6.8986497973353864E-2</c:v>
                </c:pt>
                <c:pt idx="177">
                  <c:v>6.7662586550047157E-2</c:v>
                </c:pt>
                <c:pt idx="178">
                  <c:v>6.6069386284335591E-2</c:v>
                </c:pt>
                <c:pt idx="179">
                  <c:v>6.5281268014753216E-2</c:v>
                </c:pt>
                <c:pt idx="180">
                  <c:v>6.3686565359345401E-2</c:v>
                </c:pt>
                <c:pt idx="181">
                  <c:v>6.3398040973670328E-2</c:v>
                </c:pt>
                <c:pt idx="182">
                  <c:v>6.3646800539789314E-2</c:v>
                </c:pt>
                <c:pt idx="183">
                  <c:v>6.4163872920630777E-2</c:v>
                </c:pt>
                <c:pt idx="184">
                  <c:v>6.5754159957058508E-2</c:v>
                </c:pt>
                <c:pt idx="185">
                  <c:v>6.6672703430558769E-2</c:v>
                </c:pt>
                <c:pt idx="186">
                  <c:v>6.6920131694527707E-2</c:v>
                </c:pt>
                <c:pt idx="187">
                  <c:v>6.6497072318917813E-2</c:v>
                </c:pt>
                <c:pt idx="188">
                  <c:v>6.7414525618859994E-2</c:v>
                </c:pt>
                <c:pt idx="189">
                  <c:v>6.8867339932003543E-2</c:v>
                </c:pt>
                <c:pt idx="190">
                  <c:v>6.7506479416551135E-2</c:v>
                </c:pt>
                <c:pt idx="191">
                  <c:v>6.7887162698213446E-2</c:v>
                </c:pt>
                <c:pt idx="192">
                  <c:v>6.5992022059807767E-2</c:v>
                </c:pt>
                <c:pt idx="193">
                  <c:v>6.6527454287473559E-2</c:v>
                </c:pt>
                <c:pt idx="194">
                  <c:v>7.0275479881134043E-2</c:v>
                </c:pt>
                <c:pt idx="195">
                  <c:v>6.8803041255053141E-2</c:v>
                </c:pt>
                <c:pt idx="196">
                  <c:v>7.0810912108799834E-2</c:v>
                </c:pt>
                <c:pt idx="197">
                  <c:v>7.241720879179718E-2</c:v>
                </c:pt>
                <c:pt idx="198">
                  <c:v>7.3354215190212305E-2</c:v>
                </c:pt>
                <c:pt idx="199">
                  <c:v>7.0810912108799834E-2</c:v>
                </c:pt>
                <c:pt idx="200">
                  <c:v>7.2818782962546513E-2</c:v>
                </c:pt>
                <c:pt idx="201">
                  <c:v>7.0810912108799834E-2</c:v>
                </c:pt>
                <c:pt idx="202">
                  <c:v>6.5055015661392671E-2</c:v>
                </c:pt>
                <c:pt idx="203">
                  <c:v>7.2952641019462958E-2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'Turnover EHS'!$E$1</c:f>
              <c:strCache>
                <c:ptCount val="1"/>
                <c:pt idx="0">
                  <c:v>OTM Turnover MBS</c:v>
                </c:pt>
              </c:strCache>
            </c:strRef>
          </c:tx>
          <c:spPr>
            <a:ln w="317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'Turnover EHS'!$A$2:$A$212</c:f>
              <c:numCache>
                <c:formatCode>m/d/yyyy</c:formatCode>
                <c:ptCount val="211"/>
                <c:pt idx="0">
                  <c:v>36191</c:v>
                </c:pt>
                <c:pt idx="1">
                  <c:v>36219</c:v>
                </c:pt>
                <c:pt idx="2">
                  <c:v>36250</c:v>
                </c:pt>
                <c:pt idx="3">
                  <c:v>36280</c:v>
                </c:pt>
                <c:pt idx="4">
                  <c:v>36311</c:v>
                </c:pt>
                <c:pt idx="5">
                  <c:v>36341</c:v>
                </c:pt>
                <c:pt idx="6">
                  <c:v>36372</c:v>
                </c:pt>
                <c:pt idx="7">
                  <c:v>36403</c:v>
                </c:pt>
                <c:pt idx="8">
                  <c:v>36433</c:v>
                </c:pt>
                <c:pt idx="9">
                  <c:v>36464</c:v>
                </c:pt>
                <c:pt idx="10">
                  <c:v>36494</c:v>
                </c:pt>
                <c:pt idx="11">
                  <c:v>36525</c:v>
                </c:pt>
                <c:pt idx="12">
                  <c:v>36556</c:v>
                </c:pt>
                <c:pt idx="13">
                  <c:v>36585</c:v>
                </c:pt>
                <c:pt idx="14">
                  <c:v>36616</c:v>
                </c:pt>
                <c:pt idx="15">
                  <c:v>36646</c:v>
                </c:pt>
                <c:pt idx="16">
                  <c:v>36677</c:v>
                </c:pt>
                <c:pt idx="17">
                  <c:v>36707</c:v>
                </c:pt>
                <c:pt idx="18">
                  <c:v>36738</c:v>
                </c:pt>
                <c:pt idx="19">
                  <c:v>36769</c:v>
                </c:pt>
                <c:pt idx="20">
                  <c:v>36799</c:v>
                </c:pt>
                <c:pt idx="21">
                  <c:v>36830</c:v>
                </c:pt>
                <c:pt idx="22">
                  <c:v>36860</c:v>
                </c:pt>
                <c:pt idx="23">
                  <c:v>36891</c:v>
                </c:pt>
                <c:pt idx="24">
                  <c:v>36922</c:v>
                </c:pt>
                <c:pt idx="25">
                  <c:v>36950</c:v>
                </c:pt>
                <c:pt idx="26">
                  <c:v>36981</c:v>
                </c:pt>
                <c:pt idx="27">
                  <c:v>37011</c:v>
                </c:pt>
                <c:pt idx="28">
                  <c:v>37042</c:v>
                </c:pt>
                <c:pt idx="29">
                  <c:v>37072</c:v>
                </c:pt>
                <c:pt idx="30">
                  <c:v>37103</c:v>
                </c:pt>
                <c:pt idx="31">
                  <c:v>37134</c:v>
                </c:pt>
                <c:pt idx="32">
                  <c:v>37164</c:v>
                </c:pt>
                <c:pt idx="33">
                  <c:v>37195</c:v>
                </c:pt>
                <c:pt idx="34">
                  <c:v>37225</c:v>
                </c:pt>
                <c:pt idx="35">
                  <c:v>37256</c:v>
                </c:pt>
                <c:pt idx="36">
                  <c:v>37287</c:v>
                </c:pt>
                <c:pt idx="37">
                  <c:v>37315</c:v>
                </c:pt>
                <c:pt idx="38">
                  <c:v>37346</c:v>
                </c:pt>
                <c:pt idx="39">
                  <c:v>37376</c:v>
                </c:pt>
                <c:pt idx="40">
                  <c:v>37407</c:v>
                </c:pt>
                <c:pt idx="41">
                  <c:v>37437</c:v>
                </c:pt>
                <c:pt idx="42">
                  <c:v>37468</c:v>
                </c:pt>
                <c:pt idx="43">
                  <c:v>37499</c:v>
                </c:pt>
                <c:pt idx="44">
                  <c:v>37529</c:v>
                </c:pt>
                <c:pt idx="45">
                  <c:v>37560</c:v>
                </c:pt>
                <c:pt idx="46">
                  <c:v>37590</c:v>
                </c:pt>
                <c:pt idx="47">
                  <c:v>37621</c:v>
                </c:pt>
                <c:pt idx="48">
                  <c:v>37652</c:v>
                </c:pt>
                <c:pt idx="49">
                  <c:v>37680</c:v>
                </c:pt>
                <c:pt idx="50">
                  <c:v>37711</c:v>
                </c:pt>
                <c:pt idx="51">
                  <c:v>37741</c:v>
                </c:pt>
                <c:pt idx="52">
                  <c:v>37772</c:v>
                </c:pt>
                <c:pt idx="53">
                  <c:v>37802</c:v>
                </c:pt>
                <c:pt idx="54">
                  <c:v>37833</c:v>
                </c:pt>
                <c:pt idx="55">
                  <c:v>37864</c:v>
                </c:pt>
                <c:pt idx="56">
                  <c:v>37894</c:v>
                </c:pt>
                <c:pt idx="57">
                  <c:v>37925</c:v>
                </c:pt>
                <c:pt idx="58">
                  <c:v>37955</c:v>
                </c:pt>
                <c:pt idx="59">
                  <c:v>37986</c:v>
                </c:pt>
                <c:pt idx="60">
                  <c:v>38017</c:v>
                </c:pt>
                <c:pt idx="61">
                  <c:v>38046</c:v>
                </c:pt>
                <c:pt idx="62">
                  <c:v>38077</c:v>
                </c:pt>
                <c:pt idx="63">
                  <c:v>38107</c:v>
                </c:pt>
                <c:pt idx="64">
                  <c:v>38138</c:v>
                </c:pt>
                <c:pt idx="65">
                  <c:v>38168</c:v>
                </c:pt>
                <c:pt idx="66">
                  <c:v>38199</c:v>
                </c:pt>
                <c:pt idx="67">
                  <c:v>38230</c:v>
                </c:pt>
                <c:pt idx="68">
                  <c:v>38260</c:v>
                </c:pt>
                <c:pt idx="69">
                  <c:v>38291</c:v>
                </c:pt>
                <c:pt idx="70">
                  <c:v>38321</c:v>
                </c:pt>
                <c:pt idx="71">
                  <c:v>38352</c:v>
                </c:pt>
                <c:pt idx="72">
                  <c:v>38383</c:v>
                </c:pt>
                <c:pt idx="73">
                  <c:v>38411</c:v>
                </c:pt>
                <c:pt idx="74">
                  <c:v>38442</c:v>
                </c:pt>
                <c:pt idx="75">
                  <c:v>38472</c:v>
                </c:pt>
                <c:pt idx="76">
                  <c:v>38503</c:v>
                </c:pt>
                <c:pt idx="77">
                  <c:v>38533</c:v>
                </c:pt>
                <c:pt idx="78">
                  <c:v>38564</c:v>
                </c:pt>
                <c:pt idx="79">
                  <c:v>38595</c:v>
                </c:pt>
                <c:pt idx="80">
                  <c:v>38625</c:v>
                </c:pt>
                <c:pt idx="81">
                  <c:v>38656</c:v>
                </c:pt>
                <c:pt idx="82">
                  <c:v>38686</c:v>
                </c:pt>
                <c:pt idx="83">
                  <c:v>38717</c:v>
                </c:pt>
                <c:pt idx="84">
                  <c:v>38748</c:v>
                </c:pt>
                <c:pt idx="85">
                  <c:v>38776</c:v>
                </c:pt>
                <c:pt idx="86">
                  <c:v>38807</c:v>
                </c:pt>
                <c:pt idx="87">
                  <c:v>38837</c:v>
                </c:pt>
                <c:pt idx="88">
                  <c:v>38868</c:v>
                </c:pt>
                <c:pt idx="89">
                  <c:v>38898</c:v>
                </c:pt>
                <c:pt idx="90">
                  <c:v>38929</c:v>
                </c:pt>
                <c:pt idx="91">
                  <c:v>38960</c:v>
                </c:pt>
                <c:pt idx="92">
                  <c:v>38990</c:v>
                </c:pt>
                <c:pt idx="93">
                  <c:v>39021</c:v>
                </c:pt>
                <c:pt idx="94">
                  <c:v>39051</c:v>
                </c:pt>
                <c:pt idx="95">
                  <c:v>39082</c:v>
                </c:pt>
                <c:pt idx="96">
                  <c:v>39113</c:v>
                </c:pt>
                <c:pt idx="97">
                  <c:v>39141</c:v>
                </c:pt>
                <c:pt idx="98">
                  <c:v>39172</c:v>
                </c:pt>
                <c:pt idx="99">
                  <c:v>39202</c:v>
                </c:pt>
                <c:pt idx="100">
                  <c:v>39233</c:v>
                </c:pt>
                <c:pt idx="101">
                  <c:v>39263</c:v>
                </c:pt>
                <c:pt idx="102">
                  <c:v>39294</c:v>
                </c:pt>
                <c:pt idx="103">
                  <c:v>39325</c:v>
                </c:pt>
                <c:pt idx="104">
                  <c:v>39355</c:v>
                </c:pt>
                <c:pt idx="105">
                  <c:v>39386</c:v>
                </c:pt>
                <c:pt idx="106">
                  <c:v>39416</c:v>
                </c:pt>
                <c:pt idx="107">
                  <c:v>39447</c:v>
                </c:pt>
                <c:pt idx="108">
                  <c:v>39478</c:v>
                </c:pt>
                <c:pt idx="109">
                  <c:v>39507</c:v>
                </c:pt>
                <c:pt idx="110">
                  <c:v>39538</c:v>
                </c:pt>
                <c:pt idx="111">
                  <c:v>39568</c:v>
                </c:pt>
                <c:pt idx="112">
                  <c:v>39599</c:v>
                </c:pt>
                <c:pt idx="113">
                  <c:v>39629</c:v>
                </c:pt>
                <c:pt idx="114">
                  <c:v>39660</c:v>
                </c:pt>
                <c:pt idx="115">
                  <c:v>39691</c:v>
                </c:pt>
                <c:pt idx="116">
                  <c:v>39721</c:v>
                </c:pt>
                <c:pt idx="117">
                  <c:v>39752</c:v>
                </c:pt>
                <c:pt idx="118">
                  <c:v>39782</c:v>
                </c:pt>
                <c:pt idx="119">
                  <c:v>39813</c:v>
                </c:pt>
                <c:pt idx="120">
                  <c:v>39844</c:v>
                </c:pt>
                <c:pt idx="121">
                  <c:v>39872</c:v>
                </c:pt>
                <c:pt idx="122">
                  <c:v>39903</c:v>
                </c:pt>
                <c:pt idx="123">
                  <c:v>39933</c:v>
                </c:pt>
                <c:pt idx="124">
                  <c:v>39964</c:v>
                </c:pt>
                <c:pt idx="125">
                  <c:v>39994</c:v>
                </c:pt>
                <c:pt idx="126">
                  <c:v>40025</c:v>
                </c:pt>
                <c:pt idx="127">
                  <c:v>40056</c:v>
                </c:pt>
                <c:pt idx="128">
                  <c:v>40086</c:v>
                </c:pt>
                <c:pt idx="129">
                  <c:v>40117</c:v>
                </c:pt>
                <c:pt idx="130">
                  <c:v>40147</c:v>
                </c:pt>
                <c:pt idx="131">
                  <c:v>40178</c:v>
                </c:pt>
                <c:pt idx="132">
                  <c:v>40209</c:v>
                </c:pt>
                <c:pt idx="133">
                  <c:v>40237</c:v>
                </c:pt>
                <c:pt idx="134">
                  <c:v>40268</c:v>
                </c:pt>
                <c:pt idx="135">
                  <c:v>40298</c:v>
                </c:pt>
                <c:pt idx="136">
                  <c:v>40329</c:v>
                </c:pt>
                <c:pt idx="137">
                  <c:v>40359</c:v>
                </c:pt>
                <c:pt idx="138">
                  <c:v>40390</c:v>
                </c:pt>
                <c:pt idx="139">
                  <c:v>40421</c:v>
                </c:pt>
                <c:pt idx="140">
                  <c:v>40451</c:v>
                </c:pt>
                <c:pt idx="141">
                  <c:v>40482</c:v>
                </c:pt>
                <c:pt idx="142">
                  <c:v>40512</c:v>
                </c:pt>
                <c:pt idx="143">
                  <c:v>40543</c:v>
                </c:pt>
                <c:pt idx="144">
                  <c:v>40574</c:v>
                </c:pt>
                <c:pt idx="145">
                  <c:v>40602</c:v>
                </c:pt>
                <c:pt idx="146">
                  <c:v>40633</c:v>
                </c:pt>
                <c:pt idx="147">
                  <c:v>40663</c:v>
                </c:pt>
                <c:pt idx="148">
                  <c:v>40694</c:v>
                </c:pt>
                <c:pt idx="149">
                  <c:v>40724</c:v>
                </c:pt>
                <c:pt idx="150">
                  <c:v>40755</c:v>
                </c:pt>
                <c:pt idx="151">
                  <c:v>40786</c:v>
                </c:pt>
                <c:pt idx="152">
                  <c:v>40816</c:v>
                </c:pt>
                <c:pt idx="153">
                  <c:v>40847</c:v>
                </c:pt>
                <c:pt idx="154">
                  <c:v>40877</c:v>
                </c:pt>
                <c:pt idx="155">
                  <c:v>40908</c:v>
                </c:pt>
                <c:pt idx="156">
                  <c:v>40939</c:v>
                </c:pt>
                <c:pt idx="157">
                  <c:v>40968</c:v>
                </c:pt>
                <c:pt idx="158">
                  <c:v>40999</c:v>
                </c:pt>
                <c:pt idx="159">
                  <c:v>41029</c:v>
                </c:pt>
                <c:pt idx="160">
                  <c:v>41060</c:v>
                </c:pt>
                <c:pt idx="161">
                  <c:v>41090</c:v>
                </c:pt>
                <c:pt idx="162">
                  <c:v>41121</c:v>
                </c:pt>
                <c:pt idx="163">
                  <c:v>41152</c:v>
                </c:pt>
                <c:pt idx="164">
                  <c:v>41182</c:v>
                </c:pt>
                <c:pt idx="165">
                  <c:v>41213</c:v>
                </c:pt>
                <c:pt idx="166">
                  <c:v>41243</c:v>
                </c:pt>
                <c:pt idx="167">
                  <c:v>41274</c:v>
                </c:pt>
                <c:pt idx="168">
                  <c:v>41305</c:v>
                </c:pt>
                <c:pt idx="169">
                  <c:v>41333</c:v>
                </c:pt>
                <c:pt idx="170">
                  <c:v>41364</c:v>
                </c:pt>
                <c:pt idx="171">
                  <c:v>41394</c:v>
                </c:pt>
                <c:pt idx="172">
                  <c:v>41425</c:v>
                </c:pt>
                <c:pt idx="173">
                  <c:v>41455</c:v>
                </c:pt>
                <c:pt idx="174">
                  <c:v>41486</c:v>
                </c:pt>
                <c:pt idx="175">
                  <c:v>41517</c:v>
                </c:pt>
                <c:pt idx="176">
                  <c:v>41547</c:v>
                </c:pt>
                <c:pt idx="177">
                  <c:v>41578</c:v>
                </c:pt>
                <c:pt idx="178">
                  <c:v>41608</c:v>
                </c:pt>
                <c:pt idx="179">
                  <c:v>41639</c:v>
                </c:pt>
                <c:pt idx="180">
                  <c:v>41670</c:v>
                </c:pt>
                <c:pt idx="181">
                  <c:v>41698</c:v>
                </c:pt>
                <c:pt idx="182">
                  <c:v>41729</c:v>
                </c:pt>
                <c:pt idx="183">
                  <c:v>41759</c:v>
                </c:pt>
                <c:pt idx="184">
                  <c:v>41790</c:v>
                </c:pt>
                <c:pt idx="185">
                  <c:v>41820</c:v>
                </c:pt>
                <c:pt idx="186">
                  <c:v>41851</c:v>
                </c:pt>
                <c:pt idx="187">
                  <c:v>41882</c:v>
                </c:pt>
                <c:pt idx="188">
                  <c:v>41912</c:v>
                </c:pt>
                <c:pt idx="189">
                  <c:v>41943</c:v>
                </c:pt>
                <c:pt idx="190">
                  <c:v>41973</c:v>
                </c:pt>
                <c:pt idx="191">
                  <c:v>42004</c:v>
                </c:pt>
                <c:pt idx="192">
                  <c:v>42035</c:v>
                </c:pt>
                <c:pt idx="193">
                  <c:v>42063</c:v>
                </c:pt>
                <c:pt idx="194">
                  <c:v>42094</c:v>
                </c:pt>
                <c:pt idx="195">
                  <c:v>42124</c:v>
                </c:pt>
                <c:pt idx="196">
                  <c:v>42155</c:v>
                </c:pt>
                <c:pt idx="197">
                  <c:v>42185</c:v>
                </c:pt>
                <c:pt idx="198">
                  <c:v>42216</c:v>
                </c:pt>
                <c:pt idx="199">
                  <c:v>42247</c:v>
                </c:pt>
                <c:pt idx="200">
                  <c:v>42277</c:v>
                </c:pt>
                <c:pt idx="201">
                  <c:v>42308</c:v>
                </c:pt>
                <c:pt idx="202">
                  <c:v>42338</c:v>
                </c:pt>
                <c:pt idx="203">
                  <c:v>42369</c:v>
                </c:pt>
              </c:numCache>
            </c:numRef>
          </c:cat>
          <c:val>
            <c:numRef>
              <c:f>'Turnover EHS'!$E$2:$E$212</c:f>
              <c:numCache>
                <c:formatCode>0.00%</c:formatCode>
                <c:ptCount val="211"/>
                <c:pt idx="0">
                  <c:v>2.4263375437582599E-2</c:v>
                </c:pt>
                <c:pt idx="1">
                  <c:v>2.5644127096220801E-2</c:v>
                </c:pt>
                <c:pt idx="2">
                  <c:v>2.0991499971516298E-2</c:v>
                </c:pt>
                <c:pt idx="3">
                  <c:v>2.9760818012537001E-2</c:v>
                </c:pt>
                <c:pt idx="4">
                  <c:v>2.2461583792643399E-2</c:v>
                </c:pt>
                <c:pt idx="5">
                  <c:v>3.2910223467647701E-2</c:v>
                </c:pt>
                <c:pt idx="6">
                  <c:v>5.6656474309797603E-2</c:v>
                </c:pt>
                <c:pt idx="7">
                  <c:v>5.2260865025931302E-2</c:v>
                </c:pt>
                <c:pt idx="8">
                  <c:v>6.74448587165387E-2</c:v>
                </c:pt>
                <c:pt idx="9">
                  <c:v>5.5302773671151398E-2</c:v>
                </c:pt>
                <c:pt idx="10">
                  <c:v>5.9474906435057602E-2</c:v>
                </c:pt>
                <c:pt idx="11">
                  <c:v>5.8170030390794894E-2</c:v>
                </c:pt>
                <c:pt idx="12">
                  <c:v>6.49660664382882E-2</c:v>
                </c:pt>
                <c:pt idx="13">
                  <c:v>6.2111102289247301E-2</c:v>
                </c:pt>
                <c:pt idx="14">
                  <c:v>5.9012154815168402E-2</c:v>
                </c:pt>
                <c:pt idx="15">
                  <c:v>6.2799266168623108E-2</c:v>
                </c:pt>
                <c:pt idx="16">
                  <c:v>6.0251888100789401E-2</c:v>
                </c:pt>
                <c:pt idx="17">
                  <c:v>6.9298496551493699E-2</c:v>
                </c:pt>
                <c:pt idx="18">
                  <c:v>6.7120010893062701E-2</c:v>
                </c:pt>
                <c:pt idx="19">
                  <c:v>6.6741195942532694E-2</c:v>
                </c:pt>
                <c:pt idx="20">
                  <c:v>7.7878012085740092E-2</c:v>
                </c:pt>
                <c:pt idx="21">
                  <c:v>6.7019782428990093E-2</c:v>
                </c:pt>
                <c:pt idx="22">
                  <c:v>8.0149798296872105E-2</c:v>
                </c:pt>
                <c:pt idx="23">
                  <c:v>7.10168893350831E-2</c:v>
                </c:pt>
                <c:pt idx="24">
                  <c:v>6.2624111308471703E-2</c:v>
                </c:pt>
                <c:pt idx="25">
                  <c:v>6.5568099153822293E-2</c:v>
                </c:pt>
                <c:pt idx="26">
                  <c:v>8.0107441858321998E-2</c:v>
                </c:pt>
                <c:pt idx="27">
                  <c:v>7.3557234457258994E-2</c:v>
                </c:pt>
                <c:pt idx="28">
                  <c:v>8.2489734336227305E-2</c:v>
                </c:pt>
                <c:pt idx="29">
                  <c:v>0.10100527646877901</c:v>
                </c:pt>
                <c:pt idx="30">
                  <c:v>8.3712752716855604E-2</c:v>
                </c:pt>
                <c:pt idx="31">
                  <c:v>8.1025036990059293E-2</c:v>
                </c:pt>
                <c:pt idx="32">
                  <c:v>7.3779408536706795E-2</c:v>
                </c:pt>
                <c:pt idx="33">
                  <c:v>7.2246490648632297E-2</c:v>
                </c:pt>
                <c:pt idx="34">
                  <c:v>6.8226960307544507E-2</c:v>
                </c:pt>
                <c:pt idx="35">
                  <c:v>6.0452252186580499E-2</c:v>
                </c:pt>
                <c:pt idx="36">
                  <c:v>9.2128734081596303E-2</c:v>
                </c:pt>
                <c:pt idx="37">
                  <c:v>5.5047650056093904E-2</c:v>
                </c:pt>
                <c:pt idx="38">
                  <c:v>3.18963700524924E-2</c:v>
                </c:pt>
                <c:pt idx="39">
                  <c:v>4.9054506616850201E-2</c:v>
                </c:pt>
                <c:pt idx="40">
                  <c:v>4.2073926691081301E-2</c:v>
                </c:pt>
                <c:pt idx="41">
                  <c:v>3.2764017608013701E-2</c:v>
                </c:pt>
                <c:pt idx="42">
                  <c:v>4.3249634336677903E-2</c:v>
                </c:pt>
                <c:pt idx="43">
                  <c:v>5.3968581338776203E-2</c:v>
                </c:pt>
                <c:pt idx="44">
                  <c:v>8.8576242947903297E-2</c:v>
                </c:pt>
                <c:pt idx="45">
                  <c:v>5.2044725119699702E-2</c:v>
                </c:pt>
                <c:pt idx="46">
                  <c:v>7.23046933668616E-2</c:v>
                </c:pt>
                <c:pt idx="47">
                  <c:v>2.9094105009783801E-2</c:v>
                </c:pt>
                <c:pt idx="48">
                  <c:v>3.6942886632446201E-2</c:v>
                </c:pt>
                <c:pt idx="49">
                  <c:v>0.104263833008419</c:v>
                </c:pt>
                <c:pt idx="50">
                  <c:v>4.2950849258681104E-2</c:v>
                </c:pt>
                <c:pt idx="51">
                  <c:v>3.5156595860998403E-2</c:v>
                </c:pt>
                <c:pt idx="52">
                  <c:v>1.2007001794426899E-2</c:v>
                </c:pt>
                <c:pt idx="53">
                  <c:v>1.2151171218835999E-3</c:v>
                </c:pt>
                <c:pt idx="54">
                  <c:v>0</c:v>
                </c:pt>
                <c:pt idx="55">
                  <c:v>1.57269648113827E-2</c:v>
                </c:pt>
                <c:pt idx="56">
                  <c:v>8.1309221319084093E-2</c:v>
                </c:pt>
                <c:pt idx="57">
                  <c:v>3.3937616771004202E-2</c:v>
                </c:pt>
                <c:pt idx="58">
                  <c:v>2.8194273641661202E-2</c:v>
                </c:pt>
                <c:pt idx="59">
                  <c:v>3.1053750975837499E-2</c:v>
                </c:pt>
                <c:pt idx="60">
                  <c:v>3.6707042753782997E-2</c:v>
                </c:pt>
                <c:pt idx="61">
                  <c:v>3.56046959055605E-2</c:v>
                </c:pt>
                <c:pt idx="62">
                  <c:v>4.4805894192632402E-2</c:v>
                </c:pt>
                <c:pt idx="63">
                  <c:v>4.6766440005366602E-2</c:v>
                </c:pt>
                <c:pt idx="64">
                  <c:v>6.7252950653064497E-2</c:v>
                </c:pt>
                <c:pt idx="65">
                  <c:v>7.8936077483492004E-2</c:v>
                </c:pt>
                <c:pt idx="66">
                  <c:v>7.1092294749093496E-2</c:v>
                </c:pt>
                <c:pt idx="67">
                  <c:v>6.3286757488166798E-2</c:v>
                </c:pt>
                <c:pt idx="68">
                  <c:v>7.1177051153106102E-2</c:v>
                </c:pt>
                <c:pt idx="69">
                  <c:v>6.6572516268288209E-2</c:v>
                </c:pt>
                <c:pt idx="70">
                  <c:v>7.8037302399631497E-2</c:v>
                </c:pt>
                <c:pt idx="71">
                  <c:v>8.4012086792007001E-2</c:v>
                </c:pt>
                <c:pt idx="72">
                  <c:v>7.8062565890871904E-2</c:v>
                </c:pt>
                <c:pt idx="73">
                  <c:v>8.4912382208214204E-2</c:v>
                </c:pt>
                <c:pt idx="74">
                  <c:v>9.1727458454760213E-2</c:v>
                </c:pt>
                <c:pt idx="75">
                  <c:v>8.1735981120278398E-2</c:v>
                </c:pt>
                <c:pt idx="76">
                  <c:v>8.2959624197650697E-2</c:v>
                </c:pt>
                <c:pt idx="77">
                  <c:v>8.3381464578856909E-2</c:v>
                </c:pt>
                <c:pt idx="78">
                  <c:v>8.4952880970197514E-2</c:v>
                </c:pt>
                <c:pt idx="79">
                  <c:v>9.0983712766891309E-2</c:v>
                </c:pt>
                <c:pt idx="80">
                  <c:v>8.5927442663784104E-2</c:v>
                </c:pt>
                <c:pt idx="81">
                  <c:v>8.1604077347049095E-2</c:v>
                </c:pt>
                <c:pt idx="82">
                  <c:v>8.7219463507552192E-2</c:v>
                </c:pt>
                <c:pt idx="83">
                  <c:v>8.4540374852895894E-2</c:v>
                </c:pt>
                <c:pt idx="84">
                  <c:v>8.4465999589737398E-2</c:v>
                </c:pt>
                <c:pt idx="85">
                  <c:v>8.3563430408687106E-2</c:v>
                </c:pt>
                <c:pt idx="86">
                  <c:v>8.6524421768800208E-2</c:v>
                </c:pt>
                <c:pt idx="87">
                  <c:v>7.0426190413101206E-2</c:v>
                </c:pt>
                <c:pt idx="88">
                  <c:v>8.1035554090804499E-2</c:v>
                </c:pt>
                <c:pt idx="89">
                  <c:v>7.6372014655024897E-2</c:v>
                </c:pt>
                <c:pt idx="90">
                  <c:v>7.0753177143035306E-2</c:v>
                </c:pt>
                <c:pt idx="91">
                  <c:v>7.6431371281494395E-2</c:v>
                </c:pt>
                <c:pt idx="92">
                  <c:v>7.5115390017952199E-2</c:v>
                </c:pt>
                <c:pt idx="93">
                  <c:v>8.4614333950644702E-2</c:v>
                </c:pt>
                <c:pt idx="94">
                  <c:v>8.6134858824691407E-2</c:v>
                </c:pt>
                <c:pt idx="95">
                  <c:v>8.5853110599390312E-2</c:v>
                </c:pt>
                <c:pt idx="96">
                  <c:v>9.4492507377312004E-2</c:v>
                </c:pt>
                <c:pt idx="97">
                  <c:v>9.3339152431304806E-2</c:v>
                </c:pt>
                <c:pt idx="98">
                  <c:v>8.4761684445490301E-2</c:v>
                </c:pt>
                <c:pt idx="99">
                  <c:v>7.3799106522142693E-2</c:v>
                </c:pt>
                <c:pt idx="100">
                  <c:v>7.5940752093527908E-2</c:v>
                </c:pt>
                <c:pt idx="101">
                  <c:v>6.9276729960042402E-2</c:v>
                </c:pt>
                <c:pt idx="102">
                  <c:v>6.8537905050397002E-2</c:v>
                </c:pt>
                <c:pt idx="103">
                  <c:v>6.366286119502669E-2</c:v>
                </c:pt>
                <c:pt idx="104">
                  <c:v>5.6103593406431299E-2</c:v>
                </c:pt>
                <c:pt idx="105">
                  <c:v>6.2301799899139497E-2</c:v>
                </c:pt>
                <c:pt idx="106">
                  <c:v>6.1735717533787794E-2</c:v>
                </c:pt>
                <c:pt idx="107">
                  <c:v>5.61104125918713E-2</c:v>
                </c:pt>
                <c:pt idx="108">
                  <c:v>6.2225958737746299E-2</c:v>
                </c:pt>
                <c:pt idx="109">
                  <c:v>7.3349328214212098E-2</c:v>
                </c:pt>
                <c:pt idx="110">
                  <c:v>6.9832545800095E-2</c:v>
                </c:pt>
                <c:pt idx="111">
                  <c:v>6.2174097294109797E-2</c:v>
                </c:pt>
                <c:pt idx="112">
                  <c:v>5.2942577854105402E-2</c:v>
                </c:pt>
                <c:pt idx="113">
                  <c:v>4.76919727117276E-2</c:v>
                </c:pt>
                <c:pt idx="114">
                  <c:v>4.8685664879771606E-2</c:v>
                </c:pt>
                <c:pt idx="115">
                  <c:v>4.2186022444592998E-2</c:v>
                </c:pt>
                <c:pt idx="116">
                  <c:v>4.6905137198286297E-2</c:v>
                </c:pt>
                <c:pt idx="117">
                  <c:v>4.7673671437388793E-2</c:v>
                </c:pt>
                <c:pt idx="118">
                  <c:v>3.9883488194803002E-2</c:v>
                </c:pt>
                <c:pt idx="119">
                  <c:v>5.2772050486805E-2</c:v>
                </c:pt>
                <c:pt idx="120">
                  <c:v>4.8376879416923396E-2</c:v>
                </c:pt>
                <c:pt idx="121">
                  <c:v>4.7391579974203298E-2</c:v>
                </c:pt>
                <c:pt idx="122">
                  <c:v>2.3840517128305799E-2</c:v>
                </c:pt>
                <c:pt idx="123">
                  <c:v>9.4679099613821406E-3</c:v>
                </c:pt>
                <c:pt idx="124">
                  <c:v>5.0404828332641901E-3</c:v>
                </c:pt>
                <c:pt idx="125">
                  <c:v>7.68352373656733E-3</c:v>
                </c:pt>
                <c:pt idx="126">
                  <c:v>2.0193969283937799E-2</c:v>
                </c:pt>
                <c:pt idx="127">
                  <c:v>1.0907247336383E-2</c:v>
                </c:pt>
                <c:pt idx="128">
                  <c:v>1.1870528400055201E-2</c:v>
                </c:pt>
                <c:pt idx="129">
                  <c:v>1.2942723071386698E-2</c:v>
                </c:pt>
                <c:pt idx="130">
                  <c:v>1.2699483819014E-2</c:v>
                </c:pt>
                <c:pt idx="131">
                  <c:v>1.4324701161248199E-2</c:v>
                </c:pt>
                <c:pt idx="132">
                  <c:v>1.5772667990519101E-2</c:v>
                </c:pt>
                <c:pt idx="133">
                  <c:v>1.75936744831863E-2</c:v>
                </c:pt>
                <c:pt idx="134">
                  <c:v>1.8987851516975102E-2</c:v>
                </c:pt>
                <c:pt idx="135">
                  <c:v>1.7820315777611499E-2</c:v>
                </c:pt>
                <c:pt idx="136">
                  <c:v>2.2257112858022898E-2</c:v>
                </c:pt>
                <c:pt idx="137">
                  <c:v>2.2894098117054604E-2</c:v>
                </c:pt>
                <c:pt idx="138">
                  <c:v>1.8393306074935702E-2</c:v>
                </c:pt>
                <c:pt idx="139">
                  <c:v>2.7382794416349897E-2</c:v>
                </c:pt>
                <c:pt idx="140">
                  <c:v>2.2034616215586601E-2</c:v>
                </c:pt>
                <c:pt idx="141">
                  <c:v>4.2663388865747401E-2</c:v>
                </c:pt>
                <c:pt idx="142">
                  <c:v>5.2334842741107702E-2</c:v>
                </c:pt>
                <c:pt idx="143">
                  <c:v>4.6759798842771004E-2</c:v>
                </c:pt>
                <c:pt idx="144">
                  <c:v>2.3561354687169703E-2</c:v>
                </c:pt>
                <c:pt idx="145">
                  <c:v>1.6259459404964399E-2</c:v>
                </c:pt>
                <c:pt idx="146">
                  <c:v>1.7471983413840899E-2</c:v>
                </c:pt>
                <c:pt idx="147">
                  <c:v>1.408298905181E-2</c:v>
                </c:pt>
                <c:pt idx="148">
                  <c:v>1.6992623668054999E-2</c:v>
                </c:pt>
                <c:pt idx="149">
                  <c:v>1.6887791943676799E-2</c:v>
                </c:pt>
                <c:pt idx="150">
                  <c:v>1.45670315494807E-2</c:v>
                </c:pt>
                <c:pt idx="151">
                  <c:v>1.90600048873114E-2</c:v>
                </c:pt>
                <c:pt idx="152">
                  <c:v>2.3796173904968597E-2</c:v>
                </c:pt>
                <c:pt idx="153">
                  <c:v>2.9824689185822501E-2</c:v>
                </c:pt>
                <c:pt idx="154">
                  <c:v>1.63325469099008E-2</c:v>
                </c:pt>
                <c:pt idx="155">
                  <c:v>7.0350446996528806E-3</c:v>
                </c:pt>
                <c:pt idx="156">
                  <c:v>2.1962312187938503E-2</c:v>
                </c:pt>
                <c:pt idx="157">
                  <c:v>1.68315762460844E-2</c:v>
                </c:pt>
                <c:pt idx="158">
                  <c:v>2.0209703381829904E-2</c:v>
                </c:pt>
                <c:pt idx="159">
                  <c:v>1.02913186117092E-2</c:v>
                </c:pt>
                <c:pt idx="160">
                  <c:v>1.0584569766119101E-2</c:v>
                </c:pt>
                <c:pt idx="161">
                  <c:v>1.15156448775053E-2</c:v>
                </c:pt>
                <c:pt idx="162">
                  <c:v>1.0851405487136302E-2</c:v>
                </c:pt>
                <c:pt idx="163">
                  <c:v>1.0721758285895101E-2</c:v>
                </c:pt>
                <c:pt idx="164">
                  <c:v>7.7429073063485197E-3</c:v>
                </c:pt>
                <c:pt idx="165">
                  <c:v>7.4298675377617593E-3</c:v>
                </c:pt>
                <c:pt idx="166">
                  <c:v>8.0403091840252107E-3</c:v>
                </c:pt>
                <c:pt idx="167">
                  <c:v>9.2974469725194391E-3</c:v>
                </c:pt>
                <c:pt idx="168">
                  <c:v>8.6502774895199589E-3</c:v>
                </c:pt>
                <c:pt idx="169">
                  <c:v>6.5743655019810899E-3</c:v>
                </c:pt>
                <c:pt idx="170">
                  <c:v>8.6891463957548005E-3</c:v>
                </c:pt>
                <c:pt idx="171">
                  <c:v>1.04658962108077E-2</c:v>
                </c:pt>
                <c:pt idx="172">
                  <c:v>1.25668227294592E-2</c:v>
                </c:pt>
                <c:pt idx="173">
                  <c:v>1.2054818940417499E-2</c:v>
                </c:pt>
                <c:pt idx="174">
                  <c:v>2.8468244182237302E-2</c:v>
                </c:pt>
                <c:pt idx="175">
                  <c:v>2.8624812420980097E-2</c:v>
                </c:pt>
                <c:pt idx="176">
                  <c:v>2.7892134713149202E-2</c:v>
                </c:pt>
                <c:pt idx="177">
                  <c:v>2.7203958394519299E-2</c:v>
                </c:pt>
                <c:pt idx="178">
                  <c:v>2.0958285967146703E-2</c:v>
                </c:pt>
                <c:pt idx="179">
                  <c:v>2.3311483749060401E-2</c:v>
                </c:pt>
                <c:pt idx="180">
                  <c:v>2.4240111426530202E-2</c:v>
                </c:pt>
                <c:pt idx="181">
                  <c:v>2.2869968759033101E-2</c:v>
                </c:pt>
                <c:pt idx="182">
                  <c:v>2.3774789644406699E-2</c:v>
                </c:pt>
                <c:pt idx="183">
                  <c:v>2.4841426200214501E-2</c:v>
                </c:pt>
                <c:pt idx="184">
                  <c:v>3.0445957340793899E-2</c:v>
                </c:pt>
                <c:pt idx="185">
                  <c:v>3.2081490456255995E-2</c:v>
                </c:pt>
                <c:pt idx="186">
                  <c:v>3.34350653981643E-2</c:v>
                </c:pt>
                <c:pt idx="187">
                  <c:v>2.8517218298012098E-2</c:v>
                </c:pt>
                <c:pt idx="188">
                  <c:v>3.0785598223727301E-2</c:v>
                </c:pt>
                <c:pt idx="189">
                  <c:v>3.22165437490445E-2</c:v>
                </c:pt>
                <c:pt idx="190">
                  <c:v>2.6289500327612E-2</c:v>
                </c:pt>
                <c:pt idx="191">
                  <c:v>2.93765062720199E-2</c:v>
                </c:pt>
                <c:pt idx="192">
                  <c:v>1.6266390937292902E-2</c:v>
                </c:pt>
                <c:pt idx="193">
                  <c:v>1.27155782587561E-2</c:v>
                </c:pt>
                <c:pt idx="194">
                  <c:v>1.47412525159537E-2</c:v>
                </c:pt>
                <c:pt idx="195">
                  <c:v>1.5596936726462601E-2</c:v>
                </c:pt>
                <c:pt idx="196">
                  <c:v>1.43123966128051E-2</c:v>
                </c:pt>
                <c:pt idx="197">
                  <c:v>2.9402839983889997E-2</c:v>
                </c:pt>
                <c:pt idx="198">
                  <c:v>4.9895114943391501E-2</c:v>
                </c:pt>
                <c:pt idx="199">
                  <c:v>4.1165062259698806E-2</c:v>
                </c:pt>
                <c:pt idx="200">
                  <c:v>4.0116562021805996E-2</c:v>
                </c:pt>
                <c:pt idx="201">
                  <c:v>3.8084594022049403E-2</c:v>
                </c:pt>
                <c:pt idx="202">
                  <c:v>1.94137989563349E-2</c:v>
                </c:pt>
                <c:pt idx="203">
                  <c:v>3.9071188889499703E-2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'Turnover EHS'!$F$1</c:f>
              <c:strCache>
                <c:ptCount val="1"/>
                <c:pt idx="0">
                  <c:v>OTM Turnover MBS- 6m ma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'Turnover EHS'!$A$2:$A$212</c:f>
              <c:numCache>
                <c:formatCode>m/d/yyyy</c:formatCode>
                <c:ptCount val="211"/>
                <c:pt idx="0">
                  <c:v>36191</c:v>
                </c:pt>
                <c:pt idx="1">
                  <c:v>36219</c:v>
                </c:pt>
                <c:pt idx="2">
                  <c:v>36250</c:v>
                </c:pt>
                <c:pt idx="3">
                  <c:v>36280</c:v>
                </c:pt>
                <c:pt idx="4">
                  <c:v>36311</c:v>
                </c:pt>
                <c:pt idx="5">
                  <c:v>36341</c:v>
                </c:pt>
                <c:pt idx="6">
                  <c:v>36372</c:v>
                </c:pt>
                <c:pt idx="7">
                  <c:v>36403</c:v>
                </c:pt>
                <c:pt idx="8">
                  <c:v>36433</c:v>
                </c:pt>
                <c:pt idx="9">
                  <c:v>36464</c:v>
                </c:pt>
                <c:pt idx="10">
                  <c:v>36494</c:v>
                </c:pt>
                <c:pt idx="11">
                  <c:v>36525</c:v>
                </c:pt>
                <c:pt idx="12">
                  <c:v>36556</c:v>
                </c:pt>
                <c:pt idx="13">
                  <c:v>36585</c:v>
                </c:pt>
                <c:pt idx="14">
                  <c:v>36616</c:v>
                </c:pt>
                <c:pt idx="15">
                  <c:v>36646</c:v>
                </c:pt>
                <c:pt idx="16">
                  <c:v>36677</c:v>
                </c:pt>
                <c:pt idx="17">
                  <c:v>36707</c:v>
                </c:pt>
                <c:pt idx="18">
                  <c:v>36738</c:v>
                </c:pt>
                <c:pt idx="19">
                  <c:v>36769</c:v>
                </c:pt>
                <c:pt idx="20">
                  <c:v>36799</c:v>
                </c:pt>
                <c:pt idx="21">
                  <c:v>36830</c:v>
                </c:pt>
                <c:pt idx="22">
                  <c:v>36860</c:v>
                </c:pt>
                <c:pt idx="23">
                  <c:v>36891</c:v>
                </c:pt>
                <c:pt idx="24">
                  <c:v>36922</c:v>
                </c:pt>
                <c:pt idx="25">
                  <c:v>36950</c:v>
                </c:pt>
                <c:pt idx="26">
                  <c:v>36981</c:v>
                </c:pt>
                <c:pt idx="27">
                  <c:v>37011</c:v>
                </c:pt>
                <c:pt idx="28">
                  <c:v>37042</c:v>
                </c:pt>
                <c:pt idx="29">
                  <c:v>37072</c:v>
                </c:pt>
                <c:pt idx="30">
                  <c:v>37103</c:v>
                </c:pt>
                <c:pt idx="31">
                  <c:v>37134</c:v>
                </c:pt>
                <c:pt idx="32">
                  <c:v>37164</c:v>
                </c:pt>
                <c:pt idx="33">
                  <c:v>37195</c:v>
                </c:pt>
                <c:pt idx="34">
                  <c:v>37225</c:v>
                </c:pt>
                <c:pt idx="35">
                  <c:v>37256</c:v>
                </c:pt>
                <c:pt idx="36">
                  <c:v>37287</c:v>
                </c:pt>
                <c:pt idx="37">
                  <c:v>37315</c:v>
                </c:pt>
                <c:pt idx="38">
                  <c:v>37346</c:v>
                </c:pt>
                <c:pt idx="39">
                  <c:v>37376</c:v>
                </c:pt>
                <c:pt idx="40">
                  <c:v>37407</c:v>
                </c:pt>
                <c:pt idx="41">
                  <c:v>37437</c:v>
                </c:pt>
                <c:pt idx="42">
                  <c:v>37468</c:v>
                </c:pt>
                <c:pt idx="43">
                  <c:v>37499</c:v>
                </c:pt>
                <c:pt idx="44">
                  <c:v>37529</c:v>
                </c:pt>
                <c:pt idx="45">
                  <c:v>37560</c:v>
                </c:pt>
                <c:pt idx="46">
                  <c:v>37590</c:v>
                </c:pt>
                <c:pt idx="47">
                  <c:v>37621</c:v>
                </c:pt>
                <c:pt idx="48">
                  <c:v>37652</c:v>
                </c:pt>
                <c:pt idx="49">
                  <c:v>37680</c:v>
                </c:pt>
                <c:pt idx="50">
                  <c:v>37711</c:v>
                </c:pt>
                <c:pt idx="51">
                  <c:v>37741</c:v>
                </c:pt>
                <c:pt idx="52">
                  <c:v>37772</c:v>
                </c:pt>
                <c:pt idx="53">
                  <c:v>37802</c:v>
                </c:pt>
                <c:pt idx="54">
                  <c:v>37833</c:v>
                </c:pt>
                <c:pt idx="55">
                  <c:v>37864</c:v>
                </c:pt>
                <c:pt idx="56">
                  <c:v>37894</c:v>
                </c:pt>
                <c:pt idx="57">
                  <c:v>37925</c:v>
                </c:pt>
                <c:pt idx="58">
                  <c:v>37955</c:v>
                </c:pt>
                <c:pt idx="59">
                  <c:v>37986</c:v>
                </c:pt>
                <c:pt idx="60">
                  <c:v>38017</c:v>
                </c:pt>
                <c:pt idx="61">
                  <c:v>38046</c:v>
                </c:pt>
                <c:pt idx="62">
                  <c:v>38077</c:v>
                </c:pt>
                <c:pt idx="63">
                  <c:v>38107</c:v>
                </c:pt>
                <c:pt idx="64">
                  <c:v>38138</c:v>
                </c:pt>
                <c:pt idx="65">
                  <c:v>38168</c:v>
                </c:pt>
                <c:pt idx="66">
                  <c:v>38199</c:v>
                </c:pt>
                <c:pt idx="67">
                  <c:v>38230</c:v>
                </c:pt>
                <c:pt idx="68">
                  <c:v>38260</c:v>
                </c:pt>
                <c:pt idx="69">
                  <c:v>38291</c:v>
                </c:pt>
                <c:pt idx="70">
                  <c:v>38321</c:v>
                </c:pt>
                <c:pt idx="71">
                  <c:v>38352</c:v>
                </c:pt>
                <c:pt idx="72">
                  <c:v>38383</c:v>
                </c:pt>
                <c:pt idx="73">
                  <c:v>38411</c:v>
                </c:pt>
                <c:pt idx="74">
                  <c:v>38442</c:v>
                </c:pt>
                <c:pt idx="75">
                  <c:v>38472</c:v>
                </c:pt>
                <c:pt idx="76">
                  <c:v>38503</c:v>
                </c:pt>
                <c:pt idx="77">
                  <c:v>38533</c:v>
                </c:pt>
                <c:pt idx="78">
                  <c:v>38564</c:v>
                </c:pt>
                <c:pt idx="79">
                  <c:v>38595</c:v>
                </c:pt>
                <c:pt idx="80">
                  <c:v>38625</c:v>
                </c:pt>
                <c:pt idx="81">
                  <c:v>38656</c:v>
                </c:pt>
                <c:pt idx="82">
                  <c:v>38686</c:v>
                </c:pt>
                <c:pt idx="83">
                  <c:v>38717</c:v>
                </c:pt>
                <c:pt idx="84">
                  <c:v>38748</c:v>
                </c:pt>
                <c:pt idx="85">
                  <c:v>38776</c:v>
                </c:pt>
                <c:pt idx="86">
                  <c:v>38807</c:v>
                </c:pt>
                <c:pt idx="87">
                  <c:v>38837</c:v>
                </c:pt>
                <c:pt idx="88">
                  <c:v>38868</c:v>
                </c:pt>
                <c:pt idx="89">
                  <c:v>38898</c:v>
                </c:pt>
                <c:pt idx="90">
                  <c:v>38929</c:v>
                </c:pt>
                <c:pt idx="91">
                  <c:v>38960</c:v>
                </c:pt>
                <c:pt idx="92">
                  <c:v>38990</c:v>
                </c:pt>
                <c:pt idx="93">
                  <c:v>39021</c:v>
                </c:pt>
                <c:pt idx="94">
                  <c:v>39051</c:v>
                </c:pt>
                <c:pt idx="95">
                  <c:v>39082</c:v>
                </c:pt>
                <c:pt idx="96">
                  <c:v>39113</c:v>
                </c:pt>
                <c:pt idx="97">
                  <c:v>39141</c:v>
                </c:pt>
                <c:pt idx="98">
                  <c:v>39172</c:v>
                </c:pt>
                <c:pt idx="99">
                  <c:v>39202</c:v>
                </c:pt>
                <c:pt idx="100">
                  <c:v>39233</c:v>
                </c:pt>
                <c:pt idx="101">
                  <c:v>39263</c:v>
                </c:pt>
                <c:pt idx="102">
                  <c:v>39294</c:v>
                </c:pt>
                <c:pt idx="103">
                  <c:v>39325</c:v>
                </c:pt>
                <c:pt idx="104">
                  <c:v>39355</c:v>
                </c:pt>
                <c:pt idx="105">
                  <c:v>39386</c:v>
                </c:pt>
                <c:pt idx="106">
                  <c:v>39416</c:v>
                </c:pt>
                <c:pt idx="107">
                  <c:v>39447</c:v>
                </c:pt>
                <c:pt idx="108">
                  <c:v>39478</c:v>
                </c:pt>
                <c:pt idx="109">
                  <c:v>39507</c:v>
                </c:pt>
                <c:pt idx="110">
                  <c:v>39538</c:v>
                </c:pt>
                <c:pt idx="111">
                  <c:v>39568</c:v>
                </c:pt>
                <c:pt idx="112">
                  <c:v>39599</c:v>
                </c:pt>
                <c:pt idx="113">
                  <c:v>39629</c:v>
                </c:pt>
                <c:pt idx="114">
                  <c:v>39660</c:v>
                </c:pt>
                <c:pt idx="115">
                  <c:v>39691</c:v>
                </c:pt>
                <c:pt idx="116">
                  <c:v>39721</c:v>
                </c:pt>
                <c:pt idx="117">
                  <c:v>39752</c:v>
                </c:pt>
                <c:pt idx="118">
                  <c:v>39782</c:v>
                </c:pt>
                <c:pt idx="119">
                  <c:v>39813</c:v>
                </c:pt>
                <c:pt idx="120">
                  <c:v>39844</c:v>
                </c:pt>
                <c:pt idx="121">
                  <c:v>39872</c:v>
                </c:pt>
                <c:pt idx="122">
                  <c:v>39903</c:v>
                </c:pt>
                <c:pt idx="123">
                  <c:v>39933</c:v>
                </c:pt>
                <c:pt idx="124">
                  <c:v>39964</c:v>
                </c:pt>
                <c:pt idx="125">
                  <c:v>39994</c:v>
                </c:pt>
                <c:pt idx="126">
                  <c:v>40025</c:v>
                </c:pt>
                <c:pt idx="127">
                  <c:v>40056</c:v>
                </c:pt>
                <c:pt idx="128">
                  <c:v>40086</c:v>
                </c:pt>
                <c:pt idx="129">
                  <c:v>40117</c:v>
                </c:pt>
                <c:pt idx="130">
                  <c:v>40147</c:v>
                </c:pt>
                <c:pt idx="131">
                  <c:v>40178</c:v>
                </c:pt>
                <c:pt idx="132">
                  <c:v>40209</c:v>
                </c:pt>
                <c:pt idx="133">
                  <c:v>40237</c:v>
                </c:pt>
                <c:pt idx="134">
                  <c:v>40268</c:v>
                </c:pt>
                <c:pt idx="135">
                  <c:v>40298</c:v>
                </c:pt>
                <c:pt idx="136">
                  <c:v>40329</c:v>
                </c:pt>
                <c:pt idx="137">
                  <c:v>40359</c:v>
                </c:pt>
                <c:pt idx="138">
                  <c:v>40390</c:v>
                </c:pt>
                <c:pt idx="139">
                  <c:v>40421</c:v>
                </c:pt>
                <c:pt idx="140">
                  <c:v>40451</c:v>
                </c:pt>
                <c:pt idx="141">
                  <c:v>40482</c:v>
                </c:pt>
                <c:pt idx="142">
                  <c:v>40512</c:v>
                </c:pt>
                <c:pt idx="143">
                  <c:v>40543</c:v>
                </c:pt>
                <c:pt idx="144">
                  <c:v>40574</c:v>
                </c:pt>
                <c:pt idx="145">
                  <c:v>40602</c:v>
                </c:pt>
                <c:pt idx="146">
                  <c:v>40633</c:v>
                </c:pt>
                <c:pt idx="147">
                  <c:v>40663</c:v>
                </c:pt>
                <c:pt idx="148">
                  <c:v>40694</c:v>
                </c:pt>
                <c:pt idx="149">
                  <c:v>40724</c:v>
                </c:pt>
                <c:pt idx="150">
                  <c:v>40755</c:v>
                </c:pt>
                <c:pt idx="151">
                  <c:v>40786</c:v>
                </c:pt>
                <c:pt idx="152">
                  <c:v>40816</c:v>
                </c:pt>
                <c:pt idx="153">
                  <c:v>40847</c:v>
                </c:pt>
                <c:pt idx="154">
                  <c:v>40877</c:v>
                </c:pt>
                <c:pt idx="155">
                  <c:v>40908</c:v>
                </c:pt>
                <c:pt idx="156">
                  <c:v>40939</c:v>
                </c:pt>
                <c:pt idx="157">
                  <c:v>40968</c:v>
                </c:pt>
                <c:pt idx="158">
                  <c:v>40999</c:v>
                </c:pt>
                <c:pt idx="159">
                  <c:v>41029</c:v>
                </c:pt>
                <c:pt idx="160">
                  <c:v>41060</c:v>
                </c:pt>
                <c:pt idx="161">
                  <c:v>41090</c:v>
                </c:pt>
                <c:pt idx="162">
                  <c:v>41121</c:v>
                </c:pt>
                <c:pt idx="163">
                  <c:v>41152</c:v>
                </c:pt>
                <c:pt idx="164">
                  <c:v>41182</c:v>
                </c:pt>
                <c:pt idx="165">
                  <c:v>41213</c:v>
                </c:pt>
                <c:pt idx="166">
                  <c:v>41243</c:v>
                </c:pt>
                <c:pt idx="167">
                  <c:v>41274</c:v>
                </c:pt>
                <c:pt idx="168">
                  <c:v>41305</c:v>
                </c:pt>
                <c:pt idx="169">
                  <c:v>41333</c:v>
                </c:pt>
                <c:pt idx="170">
                  <c:v>41364</c:v>
                </c:pt>
                <c:pt idx="171">
                  <c:v>41394</c:v>
                </c:pt>
                <c:pt idx="172">
                  <c:v>41425</c:v>
                </c:pt>
                <c:pt idx="173">
                  <c:v>41455</c:v>
                </c:pt>
                <c:pt idx="174">
                  <c:v>41486</c:v>
                </c:pt>
                <c:pt idx="175">
                  <c:v>41517</c:v>
                </c:pt>
                <c:pt idx="176">
                  <c:v>41547</c:v>
                </c:pt>
                <c:pt idx="177">
                  <c:v>41578</c:v>
                </c:pt>
                <c:pt idx="178">
                  <c:v>41608</c:v>
                </c:pt>
                <c:pt idx="179">
                  <c:v>41639</c:v>
                </c:pt>
                <c:pt idx="180">
                  <c:v>41670</c:v>
                </c:pt>
                <c:pt idx="181">
                  <c:v>41698</c:v>
                </c:pt>
                <c:pt idx="182">
                  <c:v>41729</c:v>
                </c:pt>
                <c:pt idx="183">
                  <c:v>41759</c:v>
                </c:pt>
                <c:pt idx="184">
                  <c:v>41790</c:v>
                </c:pt>
                <c:pt idx="185">
                  <c:v>41820</c:v>
                </c:pt>
                <c:pt idx="186">
                  <c:v>41851</c:v>
                </c:pt>
                <c:pt idx="187">
                  <c:v>41882</c:v>
                </c:pt>
                <c:pt idx="188">
                  <c:v>41912</c:v>
                </c:pt>
                <c:pt idx="189">
                  <c:v>41943</c:v>
                </c:pt>
                <c:pt idx="190">
                  <c:v>41973</c:v>
                </c:pt>
                <c:pt idx="191">
                  <c:v>42004</c:v>
                </c:pt>
                <c:pt idx="192">
                  <c:v>42035</c:v>
                </c:pt>
                <c:pt idx="193">
                  <c:v>42063</c:v>
                </c:pt>
                <c:pt idx="194">
                  <c:v>42094</c:v>
                </c:pt>
                <c:pt idx="195">
                  <c:v>42124</c:v>
                </c:pt>
                <c:pt idx="196">
                  <c:v>42155</c:v>
                </c:pt>
                <c:pt idx="197">
                  <c:v>42185</c:v>
                </c:pt>
                <c:pt idx="198">
                  <c:v>42216</c:v>
                </c:pt>
                <c:pt idx="199">
                  <c:v>42247</c:v>
                </c:pt>
                <c:pt idx="200">
                  <c:v>42277</c:v>
                </c:pt>
                <c:pt idx="201">
                  <c:v>42308</c:v>
                </c:pt>
                <c:pt idx="202">
                  <c:v>42338</c:v>
                </c:pt>
                <c:pt idx="203">
                  <c:v>42369</c:v>
                </c:pt>
              </c:numCache>
            </c:numRef>
          </c:cat>
          <c:val>
            <c:numRef>
              <c:f>'Turnover EHS'!$F$2:$F$212</c:f>
              <c:numCache>
                <c:formatCode>General</c:formatCode>
                <c:ptCount val="211"/>
                <c:pt idx="5" formatCode="0.00%">
                  <c:v>2.8377541757609367E-2</c:v>
                </c:pt>
                <c:pt idx="6" formatCode="0.00%">
                  <c:v>3.1404121108393801E-2</c:v>
                </c:pt>
                <c:pt idx="7" formatCode="0.00%">
                  <c:v>3.5840244096678887E-2</c:v>
                </c:pt>
                <c:pt idx="8" formatCode="0.00%">
                  <c:v>4.3582470554182622E-2</c:v>
                </c:pt>
                <c:pt idx="9" formatCode="0.00%">
                  <c:v>4.7839463163951684E-2</c:v>
                </c:pt>
                <c:pt idx="10" formatCode="0.00%">
                  <c:v>5.4008350271020716E-2</c:v>
                </c:pt>
                <c:pt idx="11" formatCode="0.00%">
                  <c:v>5.8218318091545242E-2</c:v>
                </c:pt>
                <c:pt idx="12" formatCode="0.00%">
                  <c:v>5.9603250112960339E-2</c:v>
                </c:pt>
                <c:pt idx="13" formatCode="0.00%">
                  <c:v>6.1244956323513011E-2</c:v>
                </c:pt>
                <c:pt idx="14" formatCode="0.00%">
                  <c:v>5.9839505673284638E-2</c:v>
                </c:pt>
                <c:pt idx="15" formatCode="0.00%">
                  <c:v>6.1088921089529923E-2</c:v>
                </c:pt>
                <c:pt idx="16" formatCode="0.00%">
                  <c:v>6.1218418033818556E-2</c:v>
                </c:pt>
                <c:pt idx="17" formatCode="0.00%">
                  <c:v>6.3073162393935012E-2</c:v>
                </c:pt>
                <c:pt idx="18" formatCode="0.00%">
                  <c:v>6.3432153136397426E-2</c:v>
                </c:pt>
                <c:pt idx="19" formatCode="0.00%">
                  <c:v>6.4203835411944993E-2</c:v>
                </c:pt>
                <c:pt idx="20" formatCode="0.00%">
                  <c:v>6.7348144957040279E-2</c:v>
                </c:pt>
                <c:pt idx="21" formatCode="0.00%">
                  <c:v>6.8051564333768119E-2</c:v>
                </c:pt>
                <c:pt idx="22" formatCode="0.00%">
                  <c:v>7.1367882699781893E-2</c:v>
                </c:pt>
                <c:pt idx="23" formatCode="0.00%">
                  <c:v>7.1654281497046793E-2</c:v>
                </c:pt>
                <c:pt idx="24" formatCode="0.00%">
                  <c:v>7.0904964899614953E-2</c:v>
                </c:pt>
                <c:pt idx="25" formatCode="0.00%">
                  <c:v>7.0709448768163222E-2</c:v>
                </c:pt>
                <c:pt idx="26" formatCode="0.00%">
                  <c:v>7.1081020396926875E-2</c:v>
                </c:pt>
                <c:pt idx="27" formatCode="0.00%">
                  <c:v>7.2170595734971685E-2</c:v>
                </c:pt>
                <c:pt idx="28" formatCode="0.00%">
                  <c:v>7.2560585074864223E-2</c:v>
                </c:pt>
                <c:pt idx="29" formatCode="0.00%">
                  <c:v>7.7558649597146881E-2</c:v>
                </c:pt>
                <c:pt idx="30" formatCode="0.00%">
                  <c:v>8.1073423165210864E-2</c:v>
                </c:pt>
                <c:pt idx="31" formatCode="0.00%">
                  <c:v>8.364957947125036E-2</c:v>
                </c:pt>
                <c:pt idx="32" formatCode="0.00%">
                  <c:v>8.2594907250981162E-2</c:v>
                </c:pt>
                <c:pt idx="33" formatCode="0.00%">
                  <c:v>8.2376449949543393E-2</c:v>
                </c:pt>
                <c:pt idx="34" formatCode="0.00%">
                  <c:v>7.9999320944762919E-2</c:v>
                </c:pt>
                <c:pt idx="35" formatCode="0.00%">
                  <c:v>7.3240483564396497E-2</c:v>
                </c:pt>
                <c:pt idx="36" formatCode="0.00%">
                  <c:v>7.4643147125186618E-2</c:v>
                </c:pt>
                <c:pt idx="37" formatCode="0.00%">
                  <c:v>7.0313582636192376E-2</c:v>
                </c:pt>
                <c:pt idx="38" formatCode="0.00%">
                  <c:v>6.3333076222156656E-2</c:v>
                </c:pt>
                <c:pt idx="39" formatCode="0.00%">
                  <c:v>5.9467745550192963E-2</c:v>
                </c:pt>
                <c:pt idx="40" formatCode="0.00%">
                  <c:v>5.5108906614115764E-2</c:v>
                </c:pt>
                <c:pt idx="41" formatCode="0.00%">
                  <c:v>5.0494200851021298E-2</c:v>
                </c:pt>
                <c:pt idx="42" formatCode="0.00%">
                  <c:v>4.2347684226868236E-2</c:v>
                </c:pt>
                <c:pt idx="43" formatCode="0.00%">
                  <c:v>4.2167839440648613E-2</c:v>
                </c:pt>
                <c:pt idx="44" formatCode="0.00%">
                  <c:v>5.1614484923217095E-2</c:v>
                </c:pt>
                <c:pt idx="45" formatCode="0.00%">
                  <c:v>5.2112854673692012E-2</c:v>
                </c:pt>
                <c:pt idx="46" formatCode="0.00%">
                  <c:v>5.7151315786322064E-2</c:v>
                </c:pt>
                <c:pt idx="47" formatCode="0.00%">
                  <c:v>5.6539663686617093E-2</c:v>
                </c:pt>
                <c:pt idx="48" formatCode="0.00%">
                  <c:v>5.5488539069245141E-2</c:v>
                </c:pt>
                <c:pt idx="49" formatCode="0.00%">
                  <c:v>6.3871081014185607E-2</c:v>
                </c:pt>
                <c:pt idx="50" formatCode="0.00%">
                  <c:v>5.6266848732648568E-2</c:v>
                </c:pt>
                <c:pt idx="51" formatCode="0.00%">
                  <c:v>5.3452160522865021E-2</c:v>
                </c:pt>
                <c:pt idx="52" formatCode="0.00%">
                  <c:v>4.3402545260792562E-2</c:v>
                </c:pt>
                <c:pt idx="53" formatCode="0.00%">
                  <c:v>3.8756047279475868E-2</c:v>
                </c:pt>
                <c:pt idx="54" formatCode="0.00%">
                  <c:v>3.2598899507401503E-2</c:v>
                </c:pt>
                <c:pt idx="55" formatCode="0.00%">
                  <c:v>1.7842754807895451E-2</c:v>
                </c:pt>
                <c:pt idx="56" formatCode="0.00%">
                  <c:v>2.4235816817962618E-2</c:v>
                </c:pt>
                <c:pt idx="57" formatCode="0.00%">
                  <c:v>2.4032653636296916E-2</c:v>
                </c:pt>
                <c:pt idx="58" formatCode="0.00%">
                  <c:v>2.6730532277502633E-2</c:v>
                </c:pt>
                <c:pt idx="59" formatCode="0.00%">
                  <c:v>3.1703637919828283E-2</c:v>
                </c:pt>
                <c:pt idx="60" formatCode="0.00%">
                  <c:v>3.7821478378792121E-2</c:v>
                </c:pt>
                <c:pt idx="61" formatCode="0.00%">
                  <c:v>4.1134433561155086E-2</c:v>
                </c:pt>
                <c:pt idx="62" formatCode="0.00%">
                  <c:v>3.5050545706746469E-2</c:v>
                </c:pt>
                <c:pt idx="63" formatCode="0.00%">
                  <c:v>3.7188682912473535E-2</c:v>
                </c:pt>
                <c:pt idx="64" formatCode="0.00%">
                  <c:v>4.3698462414374084E-2</c:v>
                </c:pt>
                <c:pt idx="65" formatCode="0.00%">
                  <c:v>5.1678850165649833E-2</c:v>
                </c:pt>
                <c:pt idx="66" formatCode="0.00%">
                  <c:v>5.7409725498201586E-2</c:v>
                </c:pt>
                <c:pt idx="67" formatCode="0.00%">
                  <c:v>6.2023402428635972E-2</c:v>
                </c:pt>
                <c:pt idx="68" formatCode="0.00%">
                  <c:v>6.6418595255381588E-2</c:v>
                </c:pt>
                <c:pt idx="69" formatCode="0.00%">
                  <c:v>6.9719607965868513E-2</c:v>
                </c:pt>
                <c:pt idx="70" formatCode="0.00%">
                  <c:v>7.1516999923629684E-2</c:v>
                </c:pt>
                <c:pt idx="71" formatCode="0.00%">
                  <c:v>7.2363001475048858E-2</c:v>
                </c:pt>
                <c:pt idx="72" formatCode="0.00%">
                  <c:v>7.3524713332011923E-2</c:v>
                </c:pt>
                <c:pt idx="73" formatCode="0.00%">
                  <c:v>7.7128984118686475E-2</c:v>
                </c:pt>
                <c:pt idx="74" formatCode="0.00%">
                  <c:v>8.0554052002295512E-2</c:v>
                </c:pt>
                <c:pt idx="75" formatCode="0.00%">
                  <c:v>8.3081296144293867E-2</c:v>
                </c:pt>
                <c:pt idx="76" formatCode="0.00%">
                  <c:v>8.3901683110630412E-2</c:v>
                </c:pt>
                <c:pt idx="77" formatCode="0.00%">
                  <c:v>8.3796579408438723E-2</c:v>
                </c:pt>
                <c:pt idx="78" formatCode="0.00%">
                  <c:v>8.4944965254992996E-2</c:v>
                </c:pt>
                <c:pt idx="79" formatCode="0.00%">
                  <c:v>8.5956853681439183E-2</c:v>
                </c:pt>
                <c:pt idx="80" formatCode="0.00%">
                  <c:v>8.4990184382943146E-2</c:v>
                </c:pt>
                <c:pt idx="81" formatCode="0.00%">
                  <c:v>8.4968200420738271E-2</c:v>
                </c:pt>
                <c:pt idx="82" formatCode="0.00%">
                  <c:v>8.567817363905518E-2</c:v>
                </c:pt>
                <c:pt idx="83" formatCode="0.00%">
                  <c:v>8.5871325351395023E-2</c:v>
                </c:pt>
                <c:pt idx="84" formatCode="0.00%">
                  <c:v>8.5790178454651686E-2</c:v>
                </c:pt>
                <c:pt idx="85" formatCode="0.00%">
                  <c:v>8.4553464728284303E-2</c:v>
                </c:pt>
                <c:pt idx="86" formatCode="0.00%">
                  <c:v>8.4652961245786987E-2</c:v>
                </c:pt>
                <c:pt idx="87" formatCode="0.00%">
                  <c:v>8.2789980090129001E-2</c:v>
                </c:pt>
                <c:pt idx="88" formatCode="0.00%">
                  <c:v>8.1759328520671054E-2</c:v>
                </c:pt>
                <c:pt idx="89" formatCode="0.00%">
                  <c:v>8.0397935154359224E-2</c:v>
                </c:pt>
                <c:pt idx="90" formatCode="0.00%">
                  <c:v>7.811246474657553E-2</c:v>
                </c:pt>
                <c:pt idx="91" formatCode="0.00%">
                  <c:v>7.6923788225376752E-2</c:v>
                </c:pt>
                <c:pt idx="92" formatCode="0.00%">
                  <c:v>7.502228293356876E-2</c:v>
                </c:pt>
                <c:pt idx="93" formatCode="0.00%">
                  <c:v>7.7386973523159333E-2</c:v>
                </c:pt>
                <c:pt idx="94" formatCode="0.00%">
                  <c:v>7.823685764547382E-2</c:v>
                </c:pt>
                <c:pt idx="95" formatCode="0.00%">
                  <c:v>7.9817040302868056E-2</c:v>
                </c:pt>
                <c:pt idx="96" formatCode="0.00%">
                  <c:v>8.3773595341914184E-2</c:v>
                </c:pt>
                <c:pt idx="97" formatCode="0.00%">
                  <c:v>8.6591558866882579E-2</c:v>
                </c:pt>
                <c:pt idx="98" formatCode="0.00%">
                  <c:v>8.8199274604805589E-2</c:v>
                </c:pt>
                <c:pt idx="99" formatCode="0.00%">
                  <c:v>8.6396736700055266E-2</c:v>
                </c:pt>
                <c:pt idx="100" formatCode="0.00%">
                  <c:v>8.4697718911527997E-2</c:v>
                </c:pt>
                <c:pt idx="101" formatCode="0.00%">
                  <c:v>8.1934988804970021E-2</c:v>
                </c:pt>
                <c:pt idx="102" formatCode="0.00%">
                  <c:v>7.7609221750484195E-2</c:v>
                </c:pt>
                <c:pt idx="103" formatCode="0.00%">
                  <c:v>7.2663173211104506E-2</c:v>
                </c:pt>
                <c:pt idx="104" formatCode="0.00%">
                  <c:v>6.7886824704594659E-2</c:v>
                </c:pt>
                <c:pt idx="105" formatCode="0.00%">
                  <c:v>6.5970606934094136E-2</c:v>
                </c:pt>
                <c:pt idx="106" formatCode="0.00%">
                  <c:v>6.3603101174137436E-2</c:v>
                </c:pt>
                <c:pt idx="107" formatCode="0.00%">
                  <c:v>6.1408714946108924E-2</c:v>
                </c:pt>
                <c:pt idx="108" formatCode="0.00%">
                  <c:v>6.0356723894000479E-2</c:v>
                </c:pt>
                <c:pt idx="109" formatCode="0.00%">
                  <c:v>6.1971135063864709E-2</c:v>
                </c:pt>
                <c:pt idx="110" formatCode="0.00%">
                  <c:v>6.4259293796141995E-2</c:v>
                </c:pt>
                <c:pt idx="111" formatCode="0.00%">
                  <c:v>6.4238010028637049E-2</c:v>
                </c:pt>
                <c:pt idx="112" formatCode="0.00%">
                  <c:v>6.2772486748689973E-2</c:v>
                </c:pt>
                <c:pt idx="113" formatCode="0.00%">
                  <c:v>6.1369413435332691E-2</c:v>
                </c:pt>
                <c:pt idx="114" formatCode="0.00%">
                  <c:v>5.9112697792336917E-2</c:v>
                </c:pt>
                <c:pt idx="115" formatCode="0.00%">
                  <c:v>5.3918813497400402E-2</c:v>
                </c:pt>
                <c:pt idx="116" formatCode="0.00%">
                  <c:v>5.0097578730432281E-2</c:v>
                </c:pt>
                <c:pt idx="117" formatCode="0.00%">
                  <c:v>4.7680841087645448E-2</c:v>
                </c:pt>
                <c:pt idx="118" formatCode="0.00%">
                  <c:v>4.5504326144428377E-2</c:v>
                </c:pt>
                <c:pt idx="119" formatCode="0.00%">
                  <c:v>4.6351005773607949E-2</c:v>
                </c:pt>
                <c:pt idx="120" formatCode="0.00%">
                  <c:v>4.6299541529799919E-2</c:v>
                </c:pt>
                <c:pt idx="121" formatCode="0.00%">
                  <c:v>4.7167134451401631E-2</c:v>
                </c:pt>
                <c:pt idx="122" formatCode="0.00%">
                  <c:v>4.3323031106404876E-2</c:v>
                </c:pt>
                <c:pt idx="123" formatCode="0.00%">
                  <c:v>3.69554041937371E-2</c:v>
                </c:pt>
                <c:pt idx="124" formatCode="0.00%">
                  <c:v>3.1148236633480635E-2</c:v>
                </c:pt>
                <c:pt idx="125" formatCode="0.00%">
                  <c:v>2.3633482175107693E-2</c:v>
                </c:pt>
                <c:pt idx="126" formatCode="0.00%">
                  <c:v>1.893633048627676E-2</c:v>
                </c:pt>
                <c:pt idx="127" formatCode="0.00%">
                  <c:v>1.2855608379973377E-2</c:v>
                </c:pt>
                <c:pt idx="128" formatCode="0.00%">
                  <c:v>1.0860610258598276E-2</c:v>
                </c:pt>
                <c:pt idx="129" formatCode="0.00%">
                  <c:v>1.1439745776932372E-2</c:v>
                </c:pt>
                <c:pt idx="130" formatCode="0.00%">
                  <c:v>1.2716245941224008E-2</c:v>
                </c:pt>
                <c:pt idx="131" formatCode="0.00%">
                  <c:v>1.3823108845337483E-2</c:v>
                </c:pt>
                <c:pt idx="132" formatCode="0.00%">
                  <c:v>1.3086225296434368E-2</c:v>
                </c:pt>
                <c:pt idx="133" formatCode="0.00%">
                  <c:v>1.4200629820901584E-2</c:v>
                </c:pt>
                <c:pt idx="134" formatCode="0.00%">
                  <c:v>1.5386850340388234E-2</c:v>
                </c:pt>
                <c:pt idx="135" formatCode="0.00%">
                  <c:v>1.6199782458092366E-2</c:v>
                </c:pt>
                <c:pt idx="136" formatCode="0.00%">
                  <c:v>1.7792720631260518E-2</c:v>
                </c:pt>
                <c:pt idx="137" formatCode="0.00%">
                  <c:v>1.9220953457228251E-2</c:v>
                </c:pt>
                <c:pt idx="138" formatCode="0.00%">
                  <c:v>1.9657726471297685E-2</c:v>
                </c:pt>
                <c:pt idx="139" formatCode="0.00%">
                  <c:v>2.1289246460158281E-2</c:v>
                </c:pt>
                <c:pt idx="140" formatCode="0.00%">
                  <c:v>2.179704057659353E-2</c:v>
                </c:pt>
                <c:pt idx="141" formatCode="0.00%">
                  <c:v>2.5937552757949522E-2</c:v>
                </c:pt>
                <c:pt idx="142" formatCode="0.00%">
                  <c:v>3.095050773846365E-2</c:v>
                </c:pt>
                <c:pt idx="143" formatCode="0.00%">
                  <c:v>3.492812452608305E-2</c:v>
                </c:pt>
                <c:pt idx="144" formatCode="0.00%">
                  <c:v>3.5789465961455387E-2</c:v>
                </c:pt>
                <c:pt idx="145" formatCode="0.00%">
                  <c:v>3.393557679289113E-2</c:v>
                </c:pt>
                <c:pt idx="146" formatCode="0.00%">
                  <c:v>3.317513799260019E-2</c:v>
                </c:pt>
                <c:pt idx="147" formatCode="0.00%">
                  <c:v>2.8411738023610619E-2</c:v>
                </c:pt>
                <c:pt idx="148" formatCode="0.00%">
                  <c:v>2.2521368178101835E-2</c:v>
                </c:pt>
                <c:pt idx="149" formatCode="0.00%">
                  <c:v>1.7542700361586134E-2</c:v>
                </c:pt>
                <c:pt idx="150" formatCode="0.00%">
                  <c:v>1.6043646505304637E-2</c:v>
                </c:pt>
                <c:pt idx="151" formatCode="0.00%">
                  <c:v>1.6510404085695801E-2</c:v>
                </c:pt>
                <c:pt idx="152" formatCode="0.00%">
                  <c:v>1.7564435834217084E-2</c:v>
                </c:pt>
                <c:pt idx="153" formatCode="0.00%">
                  <c:v>2.0188052523219167E-2</c:v>
                </c:pt>
                <c:pt idx="154" formatCode="0.00%">
                  <c:v>2.0078039730193464E-2</c:v>
                </c:pt>
                <c:pt idx="155" formatCode="0.00%">
                  <c:v>1.8435915189522815E-2</c:v>
                </c:pt>
                <c:pt idx="156" formatCode="0.00%">
                  <c:v>1.9668461962599113E-2</c:v>
                </c:pt>
                <c:pt idx="157" formatCode="0.00%">
                  <c:v>1.929705718906128E-2</c:v>
                </c:pt>
                <c:pt idx="158" formatCode="0.00%">
                  <c:v>1.8699312101871497E-2</c:v>
                </c:pt>
                <c:pt idx="159" formatCode="0.00%">
                  <c:v>1.5443750339519285E-2</c:v>
                </c:pt>
                <c:pt idx="160" formatCode="0.00%">
                  <c:v>1.4485754148888997E-2</c:v>
                </c:pt>
                <c:pt idx="161" formatCode="0.00%">
                  <c:v>1.5232520845197732E-2</c:v>
                </c:pt>
                <c:pt idx="162" formatCode="0.00%">
                  <c:v>1.3380703061730699E-2</c:v>
                </c:pt>
                <c:pt idx="163" formatCode="0.00%">
                  <c:v>1.2362400068365816E-2</c:v>
                </c:pt>
                <c:pt idx="164" formatCode="0.00%">
                  <c:v>1.0284600722452254E-2</c:v>
                </c:pt>
                <c:pt idx="165" formatCode="0.00%">
                  <c:v>9.8076922101276807E-3</c:v>
                </c:pt>
                <c:pt idx="166" formatCode="0.00%">
                  <c:v>9.3836487797786996E-3</c:v>
                </c:pt>
                <c:pt idx="167" formatCode="0.00%">
                  <c:v>9.0139491289477226E-3</c:v>
                </c:pt>
                <c:pt idx="168" formatCode="0.00%">
                  <c:v>8.6470944626783307E-3</c:v>
                </c:pt>
                <c:pt idx="169" formatCode="0.00%">
                  <c:v>7.9558623320259963E-3</c:v>
                </c:pt>
                <c:pt idx="170" formatCode="0.00%">
                  <c:v>8.1135688469270422E-3</c:v>
                </c:pt>
                <c:pt idx="171" formatCode="0.00%">
                  <c:v>8.6195736257680313E-3</c:v>
                </c:pt>
                <c:pt idx="172" formatCode="0.00%">
                  <c:v>9.3739925500070324E-3</c:v>
                </c:pt>
                <c:pt idx="173" formatCode="0.00%">
                  <c:v>9.8335545446567082E-3</c:v>
                </c:pt>
                <c:pt idx="174" formatCode="0.00%">
                  <c:v>1.3136548993442932E-2</c:v>
                </c:pt>
                <c:pt idx="175" formatCode="0.00%">
                  <c:v>1.6811623479942767E-2</c:v>
                </c:pt>
                <c:pt idx="176" formatCode="0.00%">
                  <c:v>2.0012121532841834E-2</c:v>
                </c:pt>
                <c:pt idx="177" formatCode="0.00%">
                  <c:v>2.2801798563460433E-2</c:v>
                </c:pt>
                <c:pt idx="178" formatCode="0.00%">
                  <c:v>2.4200375769741683E-2</c:v>
                </c:pt>
                <c:pt idx="179" formatCode="0.00%">
                  <c:v>2.6076486571182167E-2</c:v>
                </c:pt>
                <c:pt idx="180" formatCode="0.00%">
                  <c:v>2.5371797778564322E-2</c:v>
                </c:pt>
                <c:pt idx="181" formatCode="0.00%">
                  <c:v>2.4412657168239819E-2</c:v>
                </c:pt>
                <c:pt idx="182" formatCode="0.00%">
                  <c:v>2.3726432990116064E-2</c:v>
                </c:pt>
                <c:pt idx="183" formatCode="0.00%">
                  <c:v>2.3332677624398602E-2</c:v>
                </c:pt>
                <c:pt idx="184" formatCode="0.00%">
                  <c:v>2.4913956186673133E-2</c:v>
                </c:pt>
                <c:pt idx="185" formatCode="0.00%">
                  <c:v>2.6375623971205731E-2</c:v>
                </c:pt>
                <c:pt idx="186" formatCode="0.00%">
                  <c:v>2.7908116299811412E-2</c:v>
                </c:pt>
                <c:pt idx="187" formatCode="0.00%">
                  <c:v>2.8849324556307916E-2</c:v>
                </c:pt>
                <c:pt idx="188" formatCode="0.00%">
                  <c:v>3.001779265286135E-2</c:v>
                </c:pt>
                <c:pt idx="189" formatCode="0.00%">
                  <c:v>3.1246978910999687E-2</c:v>
                </c:pt>
                <c:pt idx="190" formatCode="0.00%">
                  <c:v>3.0554236075469365E-2</c:v>
                </c:pt>
                <c:pt idx="191" formatCode="0.00%">
                  <c:v>3.0103405378096689E-2</c:v>
                </c:pt>
                <c:pt idx="192" formatCode="0.00%">
                  <c:v>2.7241959634618115E-2</c:v>
                </c:pt>
                <c:pt idx="193" formatCode="0.00%">
                  <c:v>2.4608352961408786E-2</c:v>
                </c:pt>
                <c:pt idx="194" formatCode="0.00%">
                  <c:v>2.1934295343446517E-2</c:v>
                </c:pt>
                <c:pt idx="195" formatCode="0.00%">
                  <c:v>1.9164360839682867E-2</c:v>
                </c:pt>
                <c:pt idx="196" formatCode="0.00%">
                  <c:v>1.7168176887215052E-2</c:v>
                </c:pt>
                <c:pt idx="197" formatCode="0.00%">
                  <c:v>1.71725658391934E-2</c:v>
                </c:pt>
                <c:pt idx="198" formatCode="0.00%">
                  <c:v>2.2777353173543166E-2</c:v>
                </c:pt>
                <c:pt idx="199" formatCode="0.00%">
                  <c:v>2.7518933840366949E-2</c:v>
                </c:pt>
                <c:pt idx="200" formatCode="0.00%">
                  <c:v>3.1748152091342331E-2</c:v>
                </c:pt>
                <c:pt idx="201" formatCode="0.00%">
                  <c:v>3.5496094973940136E-2</c:v>
                </c:pt>
                <c:pt idx="202" formatCode="0.00%">
                  <c:v>3.6346328697861766E-2</c:v>
                </c:pt>
                <c:pt idx="203" formatCode="0.00%">
                  <c:v>3.7957720182130054E-2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8098304"/>
        <c:axId val="108099840"/>
      </c:lineChart>
      <c:dateAx>
        <c:axId val="10809830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108099840"/>
        <c:crosses val="autoZero"/>
        <c:auto val="1"/>
        <c:lblOffset val="100"/>
        <c:baseTimeUnit val="months"/>
        <c:majorUnit val="12"/>
        <c:majorTimeUnit val="months"/>
      </c:dateAx>
      <c:valAx>
        <c:axId val="108099840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crossAx val="108098304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Median Ratio of New to Old Rate</c:v>
                </c:pt>
              </c:strCache>
            </c:strRef>
          </c:tx>
          <c:marker>
            <c:symbol val="none"/>
          </c:marker>
          <c:cat>
            <c:numRef>
              <c:f>Sheet1!$A$2:$A$69</c:f>
              <c:numCache>
                <c:formatCode>General</c:formatCode>
                <c:ptCount val="68"/>
                <c:pt idx="0">
                  <c:v>199901</c:v>
                </c:pt>
                <c:pt idx="1">
                  <c:v>199902</c:v>
                </c:pt>
                <c:pt idx="2">
                  <c:v>199903</c:v>
                </c:pt>
                <c:pt idx="3">
                  <c:v>199904</c:v>
                </c:pt>
                <c:pt idx="4">
                  <c:v>200001</c:v>
                </c:pt>
                <c:pt idx="5">
                  <c:v>200002</c:v>
                </c:pt>
                <c:pt idx="6">
                  <c:v>200003</c:v>
                </c:pt>
                <c:pt idx="7">
                  <c:v>200004</c:v>
                </c:pt>
                <c:pt idx="8">
                  <c:v>200101</c:v>
                </c:pt>
                <c:pt idx="9">
                  <c:v>200102</c:v>
                </c:pt>
                <c:pt idx="10">
                  <c:v>200103</c:v>
                </c:pt>
                <c:pt idx="11">
                  <c:v>200104</c:v>
                </c:pt>
                <c:pt idx="12">
                  <c:v>200201</c:v>
                </c:pt>
                <c:pt idx="13">
                  <c:v>200202</c:v>
                </c:pt>
                <c:pt idx="14">
                  <c:v>200203</c:v>
                </c:pt>
                <c:pt idx="15">
                  <c:v>200204</c:v>
                </c:pt>
                <c:pt idx="16">
                  <c:v>200301</c:v>
                </c:pt>
                <c:pt idx="17">
                  <c:v>200302</c:v>
                </c:pt>
                <c:pt idx="18">
                  <c:v>200303</c:v>
                </c:pt>
                <c:pt idx="19">
                  <c:v>200304</c:v>
                </c:pt>
                <c:pt idx="20">
                  <c:v>200401</c:v>
                </c:pt>
                <c:pt idx="21">
                  <c:v>200402</c:v>
                </c:pt>
                <c:pt idx="22">
                  <c:v>200403</c:v>
                </c:pt>
                <c:pt idx="23">
                  <c:v>200404</c:v>
                </c:pt>
                <c:pt idx="24">
                  <c:v>200501</c:v>
                </c:pt>
                <c:pt idx="25">
                  <c:v>200502</c:v>
                </c:pt>
                <c:pt idx="26">
                  <c:v>200503</c:v>
                </c:pt>
                <c:pt idx="27">
                  <c:v>200504</c:v>
                </c:pt>
                <c:pt idx="28">
                  <c:v>200601</c:v>
                </c:pt>
                <c:pt idx="29">
                  <c:v>200602</c:v>
                </c:pt>
                <c:pt idx="30">
                  <c:v>200603</c:v>
                </c:pt>
                <c:pt idx="31">
                  <c:v>200604</c:v>
                </c:pt>
                <c:pt idx="32">
                  <c:v>200701</c:v>
                </c:pt>
                <c:pt idx="33">
                  <c:v>200702</c:v>
                </c:pt>
                <c:pt idx="34">
                  <c:v>200703</c:v>
                </c:pt>
                <c:pt idx="35">
                  <c:v>200704</c:v>
                </c:pt>
                <c:pt idx="36">
                  <c:v>200801</c:v>
                </c:pt>
                <c:pt idx="37">
                  <c:v>200802</c:v>
                </c:pt>
                <c:pt idx="38">
                  <c:v>200803</c:v>
                </c:pt>
                <c:pt idx="39">
                  <c:v>200804</c:v>
                </c:pt>
                <c:pt idx="40">
                  <c:v>200901</c:v>
                </c:pt>
                <c:pt idx="41">
                  <c:v>200902</c:v>
                </c:pt>
                <c:pt idx="42">
                  <c:v>200903</c:v>
                </c:pt>
                <c:pt idx="43">
                  <c:v>200904</c:v>
                </c:pt>
                <c:pt idx="44">
                  <c:v>201001</c:v>
                </c:pt>
                <c:pt idx="45">
                  <c:v>201002</c:v>
                </c:pt>
                <c:pt idx="46">
                  <c:v>201003</c:v>
                </c:pt>
                <c:pt idx="47">
                  <c:v>201004</c:v>
                </c:pt>
                <c:pt idx="48">
                  <c:v>201101</c:v>
                </c:pt>
                <c:pt idx="49">
                  <c:v>201102</c:v>
                </c:pt>
                <c:pt idx="50">
                  <c:v>201103</c:v>
                </c:pt>
                <c:pt idx="51">
                  <c:v>201104</c:v>
                </c:pt>
                <c:pt idx="52">
                  <c:v>201201</c:v>
                </c:pt>
                <c:pt idx="53">
                  <c:v>201202</c:v>
                </c:pt>
                <c:pt idx="54">
                  <c:v>201203</c:v>
                </c:pt>
                <c:pt idx="55">
                  <c:v>201204</c:v>
                </c:pt>
                <c:pt idx="56">
                  <c:v>201301</c:v>
                </c:pt>
                <c:pt idx="57">
                  <c:v>201302</c:v>
                </c:pt>
                <c:pt idx="58">
                  <c:v>201303</c:v>
                </c:pt>
                <c:pt idx="59">
                  <c:v>201304</c:v>
                </c:pt>
                <c:pt idx="60">
                  <c:v>201401</c:v>
                </c:pt>
                <c:pt idx="61">
                  <c:v>201402</c:v>
                </c:pt>
                <c:pt idx="62">
                  <c:v>201403</c:v>
                </c:pt>
                <c:pt idx="63">
                  <c:v>201404</c:v>
                </c:pt>
                <c:pt idx="64">
                  <c:v>201501</c:v>
                </c:pt>
                <c:pt idx="65">
                  <c:v>201502</c:v>
                </c:pt>
                <c:pt idx="66">
                  <c:v>201503</c:v>
                </c:pt>
                <c:pt idx="67">
                  <c:v>201504</c:v>
                </c:pt>
              </c:numCache>
            </c:numRef>
          </c:cat>
          <c:val>
            <c:numRef>
              <c:f>Sheet1!$B$2:$B$69</c:f>
              <c:numCache>
                <c:formatCode>General</c:formatCode>
                <c:ptCount val="68"/>
                <c:pt idx="0">
                  <c:v>0.85245901349999997</c:v>
                </c:pt>
                <c:pt idx="1">
                  <c:v>0.87301582099999997</c:v>
                </c:pt>
                <c:pt idx="2">
                  <c:v>0.94202893970000001</c:v>
                </c:pt>
                <c:pt idx="3">
                  <c:v>1</c:v>
                </c:pt>
                <c:pt idx="4">
                  <c:v>1.0620689392</c:v>
                </c:pt>
                <c:pt idx="5">
                  <c:v>1.0847454071</c:v>
                </c:pt>
                <c:pt idx="6">
                  <c:v>1.0793647766000001</c:v>
                </c:pt>
                <c:pt idx="7">
                  <c:v>1</c:v>
                </c:pt>
                <c:pt idx="8">
                  <c:v>0.86567163469999997</c:v>
                </c:pt>
                <c:pt idx="9">
                  <c:v>0.86764705180000001</c:v>
                </c:pt>
                <c:pt idx="10">
                  <c:v>0.87301582099999997</c:v>
                </c:pt>
                <c:pt idx="11">
                  <c:v>0.83928567170000001</c:v>
                </c:pt>
                <c:pt idx="12">
                  <c:v>0.859375</c:v>
                </c:pt>
                <c:pt idx="13">
                  <c:v>0.87692302470000005</c:v>
                </c:pt>
                <c:pt idx="14">
                  <c:v>0.83928567170000001</c:v>
                </c:pt>
                <c:pt idx="15">
                  <c:v>0.81818181280000002</c:v>
                </c:pt>
                <c:pt idx="16">
                  <c:v>0.80769228940000004</c:v>
                </c:pt>
                <c:pt idx="17">
                  <c:v>0.78846150640000001</c:v>
                </c:pt>
                <c:pt idx="18">
                  <c:v>0.77777773139999995</c:v>
                </c:pt>
                <c:pt idx="19">
                  <c:v>0.81818181280000002</c:v>
                </c:pt>
                <c:pt idx="20">
                  <c:v>0.81818181280000002</c:v>
                </c:pt>
                <c:pt idx="21">
                  <c:v>0.82692307229999995</c:v>
                </c:pt>
                <c:pt idx="22">
                  <c:v>0.875</c:v>
                </c:pt>
                <c:pt idx="23">
                  <c:v>0.87272721529999997</c:v>
                </c:pt>
                <c:pt idx="24">
                  <c:v>0.8909090757</c:v>
                </c:pt>
                <c:pt idx="25">
                  <c:v>0.92156857250000002</c:v>
                </c:pt>
                <c:pt idx="26">
                  <c:v>0.9230768681</c:v>
                </c:pt>
                <c:pt idx="27">
                  <c:v>0.9791666269</c:v>
                </c:pt>
                <c:pt idx="28">
                  <c:v>1.0204076767000001</c:v>
                </c:pt>
                <c:pt idx="29">
                  <c:v>1.0784311295</c:v>
                </c:pt>
                <c:pt idx="30">
                  <c:v>1.0980386734000001</c:v>
                </c:pt>
                <c:pt idx="31">
                  <c:v>1.0377349854</c:v>
                </c:pt>
                <c:pt idx="32">
                  <c:v>1.0199995041000001</c:v>
                </c:pt>
                <c:pt idx="33">
                  <c:v>1.0208330154</c:v>
                </c:pt>
                <c:pt idx="34">
                  <c:v>1.085105896</c:v>
                </c:pt>
                <c:pt idx="35">
                  <c:v>1.0188674927000001</c:v>
                </c:pt>
                <c:pt idx="36">
                  <c:v>0.90384614470000002</c:v>
                </c:pt>
                <c:pt idx="37">
                  <c:v>0.9375</c:v>
                </c:pt>
                <c:pt idx="38">
                  <c:v>1.0392150878999999</c:v>
                </c:pt>
                <c:pt idx="39">
                  <c:v>0.91489356759999996</c:v>
                </c:pt>
                <c:pt idx="40">
                  <c:v>0.80769205089999996</c:v>
                </c:pt>
                <c:pt idx="41">
                  <c:v>0.79999971390000002</c:v>
                </c:pt>
                <c:pt idx="42">
                  <c:v>0.83018827439999998</c:v>
                </c:pt>
                <c:pt idx="43">
                  <c:v>0.83999967580000001</c:v>
                </c:pt>
                <c:pt idx="44">
                  <c:v>0.83999967580000001</c:v>
                </c:pt>
                <c:pt idx="45">
                  <c:v>0.83720922470000003</c:v>
                </c:pt>
                <c:pt idx="46">
                  <c:v>0.80851030349999997</c:v>
                </c:pt>
                <c:pt idx="47">
                  <c:v>0.77550983429999998</c:v>
                </c:pt>
                <c:pt idx="48">
                  <c:v>0.80487775800000005</c:v>
                </c:pt>
                <c:pt idx="49">
                  <c:v>0.81132030489999996</c:v>
                </c:pt>
                <c:pt idx="50">
                  <c:v>0.77550983429999998</c:v>
                </c:pt>
                <c:pt idx="51">
                  <c:v>0.74468040469999996</c:v>
                </c:pt>
                <c:pt idx="52">
                  <c:v>0.72549009320000002</c:v>
                </c:pt>
                <c:pt idx="53">
                  <c:v>0.7142853737</c:v>
                </c:pt>
                <c:pt idx="54">
                  <c:v>0.6875</c:v>
                </c:pt>
                <c:pt idx="55">
                  <c:v>0.66666650770000002</c:v>
                </c:pt>
                <c:pt idx="56">
                  <c:v>0.65384578699999996</c:v>
                </c:pt>
                <c:pt idx="57">
                  <c:v>0.65957403179999996</c:v>
                </c:pt>
                <c:pt idx="58">
                  <c:v>0.71153831479999996</c:v>
                </c:pt>
                <c:pt idx="59">
                  <c:v>0.75</c:v>
                </c:pt>
                <c:pt idx="60">
                  <c:v>0.76363611220000005</c:v>
                </c:pt>
                <c:pt idx="61">
                  <c:v>0.75999975200000003</c:v>
                </c:pt>
                <c:pt idx="62">
                  <c:v>0.75555515289999997</c:v>
                </c:pt>
                <c:pt idx="63">
                  <c:v>0.76458406450000005</c:v>
                </c:pt>
                <c:pt idx="64">
                  <c:v>0.76595735549999999</c:v>
                </c:pt>
                <c:pt idx="65">
                  <c:v>0.75</c:v>
                </c:pt>
                <c:pt idx="66">
                  <c:v>0.76595735549999999</c:v>
                </c:pt>
                <c:pt idx="67">
                  <c:v>0.77358484270000005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0235904"/>
        <c:axId val="120237440"/>
      </c:lineChart>
      <c:catAx>
        <c:axId val="1202359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0237440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120237440"/>
        <c:scaling>
          <c:orientation val="minMax"/>
          <c:max val="1.2"/>
          <c:min val="0.60000000000000009"/>
        </c:scaling>
        <c:delete val="0"/>
        <c:axPos val="l"/>
        <c:numFmt formatCode="General" sourceLinked="1"/>
        <c:majorTickMark val="out"/>
        <c:minorTickMark val="none"/>
        <c:tickLblPos val="nextTo"/>
        <c:crossAx val="12023590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5% Higher Loan Amount</c:v>
                </c:pt>
              </c:strCache>
            </c:strRef>
          </c:tx>
          <c:marker>
            <c:symbol val="none"/>
          </c:marker>
          <c:cat>
            <c:numRef>
              <c:f>Sheet1!$A$2:$A$69</c:f>
              <c:numCache>
                <c:formatCode>General</c:formatCode>
                <c:ptCount val="68"/>
                <c:pt idx="0">
                  <c:v>199901</c:v>
                </c:pt>
                <c:pt idx="1">
                  <c:v>199902</c:v>
                </c:pt>
                <c:pt idx="2">
                  <c:v>199903</c:v>
                </c:pt>
                <c:pt idx="3">
                  <c:v>199904</c:v>
                </c:pt>
                <c:pt idx="4">
                  <c:v>200001</c:v>
                </c:pt>
                <c:pt idx="5">
                  <c:v>200002</c:v>
                </c:pt>
                <c:pt idx="6">
                  <c:v>200003</c:v>
                </c:pt>
                <c:pt idx="7">
                  <c:v>200004</c:v>
                </c:pt>
                <c:pt idx="8">
                  <c:v>200101</c:v>
                </c:pt>
                <c:pt idx="9">
                  <c:v>200102</c:v>
                </c:pt>
                <c:pt idx="10">
                  <c:v>200103</c:v>
                </c:pt>
                <c:pt idx="11">
                  <c:v>200104</c:v>
                </c:pt>
                <c:pt idx="12">
                  <c:v>200201</c:v>
                </c:pt>
                <c:pt idx="13">
                  <c:v>200202</c:v>
                </c:pt>
                <c:pt idx="14">
                  <c:v>200203</c:v>
                </c:pt>
                <c:pt idx="15">
                  <c:v>200204</c:v>
                </c:pt>
                <c:pt idx="16">
                  <c:v>200301</c:v>
                </c:pt>
                <c:pt idx="17">
                  <c:v>200302</c:v>
                </c:pt>
                <c:pt idx="18">
                  <c:v>200303</c:v>
                </c:pt>
                <c:pt idx="19">
                  <c:v>200304</c:v>
                </c:pt>
                <c:pt idx="20">
                  <c:v>200401</c:v>
                </c:pt>
                <c:pt idx="21">
                  <c:v>200402</c:v>
                </c:pt>
                <c:pt idx="22">
                  <c:v>200403</c:v>
                </c:pt>
                <c:pt idx="23">
                  <c:v>200404</c:v>
                </c:pt>
                <c:pt idx="24">
                  <c:v>200501</c:v>
                </c:pt>
                <c:pt idx="25">
                  <c:v>200502</c:v>
                </c:pt>
                <c:pt idx="26">
                  <c:v>200503</c:v>
                </c:pt>
                <c:pt idx="27">
                  <c:v>200504</c:v>
                </c:pt>
                <c:pt idx="28">
                  <c:v>200601</c:v>
                </c:pt>
                <c:pt idx="29">
                  <c:v>200602</c:v>
                </c:pt>
                <c:pt idx="30">
                  <c:v>200603</c:v>
                </c:pt>
                <c:pt idx="31">
                  <c:v>200604</c:v>
                </c:pt>
                <c:pt idx="32">
                  <c:v>200701</c:v>
                </c:pt>
                <c:pt idx="33">
                  <c:v>200702</c:v>
                </c:pt>
                <c:pt idx="34">
                  <c:v>200703</c:v>
                </c:pt>
                <c:pt idx="35">
                  <c:v>200704</c:v>
                </c:pt>
                <c:pt idx="36">
                  <c:v>200801</c:v>
                </c:pt>
                <c:pt idx="37">
                  <c:v>200802</c:v>
                </c:pt>
                <c:pt idx="38">
                  <c:v>200803</c:v>
                </c:pt>
                <c:pt idx="39">
                  <c:v>200804</c:v>
                </c:pt>
                <c:pt idx="40">
                  <c:v>200901</c:v>
                </c:pt>
                <c:pt idx="41">
                  <c:v>200902</c:v>
                </c:pt>
                <c:pt idx="42">
                  <c:v>200903</c:v>
                </c:pt>
                <c:pt idx="43">
                  <c:v>200904</c:v>
                </c:pt>
                <c:pt idx="44">
                  <c:v>201001</c:v>
                </c:pt>
                <c:pt idx="45">
                  <c:v>201002</c:v>
                </c:pt>
                <c:pt idx="46">
                  <c:v>201003</c:v>
                </c:pt>
                <c:pt idx="47">
                  <c:v>201004</c:v>
                </c:pt>
                <c:pt idx="48">
                  <c:v>201101</c:v>
                </c:pt>
                <c:pt idx="49">
                  <c:v>201102</c:v>
                </c:pt>
                <c:pt idx="50">
                  <c:v>201103</c:v>
                </c:pt>
                <c:pt idx="51">
                  <c:v>201104</c:v>
                </c:pt>
                <c:pt idx="52">
                  <c:v>201201</c:v>
                </c:pt>
                <c:pt idx="53">
                  <c:v>201202</c:v>
                </c:pt>
                <c:pt idx="54">
                  <c:v>201203</c:v>
                </c:pt>
                <c:pt idx="55">
                  <c:v>201204</c:v>
                </c:pt>
                <c:pt idx="56">
                  <c:v>201301</c:v>
                </c:pt>
                <c:pt idx="57">
                  <c:v>201302</c:v>
                </c:pt>
                <c:pt idx="58">
                  <c:v>201303</c:v>
                </c:pt>
                <c:pt idx="59">
                  <c:v>201304</c:v>
                </c:pt>
                <c:pt idx="60">
                  <c:v>201401</c:v>
                </c:pt>
                <c:pt idx="61">
                  <c:v>201402</c:v>
                </c:pt>
                <c:pt idx="62">
                  <c:v>201403</c:v>
                </c:pt>
                <c:pt idx="63">
                  <c:v>201404</c:v>
                </c:pt>
                <c:pt idx="64">
                  <c:v>201501</c:v>
                </c:pt>
                <c:pt idx="65">
                  <c:v>201502</c:v>
                </c:pt>
                <c:pt idx="66">
                  <c:v>201503</c:v>
                </c:pt>
                <c:pt idx="67">
                  <c:v>201504</c:v>
                </c:pt>
              </c:numCache>
            </c:numRef>
          </c:cat>
          <c:val>
            <c:numRef>
              <c:f>Sheet1!$B$2:$B$69</c:f>
              <c:numCache>
                <c:formatCode>General</c:formatCode>
                <c:ptCount val="68"/>
                <c:pt idx="0">
                  <c:v>0.52441166879000001</c:v>
                </c:pt>
                <c:pt idx="1">
                  <c:v>0.56650550809</c:v>
                </c:pt>
                <c:pt idx="2">
                  <c:v>0.69909208820000002</c:v>
                </c:pt>
                <c:pt idx="3">
                  <c:v>0.79530685920999999</c:v>
                </c:pt>
                <c:pt idx="4">
                  <c:v>0.80925925926000009</c:v>
                </c:pt>
                <c:pt idx="5">
                  <c:v>0.82273272758000005</c:v>
                </c:pt>
                <c:pt idx="6">
                  <c:v>0.83412247475000001</c:v>
                </c:pt>
                <c:pt idx="7">
                  <c:v>0.75677845166000002</c:v>
                </c:pt>
                <c:pt idx="8">
                  <c:v>0.53171515038999995</c:v>
                </c:pt>
                <c:pt idx="9">
                  <c:v>0.61459858595000005</c:v>
                </c:pt>
                <c:pt idx="10">
                  <c:v>0.63373816330999999</c:v>
                </c:pt>
                <c:pt idx="11">
                  <c:v>0.51343249275000002</c:v>
                </c:pt>
                <c:pt idx="12">
                  <c:v>0.60445256440000006</c:v>
                </c:pt>
                <c:pt idx="13">
                  <c:v>0.64574830749000001</c:v>
                </c:pt>
                <c:pt idx="14">
                  <c:v>0.47021843644999994</c:v>
                </c:pt>
                <c:pt idx="15">
                  <c:v>0.44151316190000001</c:v>
                </c:pt>
                <c:pt idx="16">
                  <c:v>0.38453992683999999</c:v>
                </c:pt>
                <c:pt idx="17">
                  <c:v>0.32243973424000005</c:v>
                </c:pt>
                <c:pt idx="18">
                  <c:v>0.36108356045999995</c:v>
                </c:pt>
                <c:pt idx="19">
                  <c:v>0.48042053586</c:v>
                </c:pt>
                <c:pt idx="20">
                  <c:v>0.38046028524000003</c:v>
                </c:pt>
                <c:pt idx="21">
                  <c:v>0.41278133963999997</c:v>
                </c:pt>
                <c:pt idx="22">
                  <c:v>0.61207385979999995</c:v>
                </c:pt>
                <c:pt idx="23">
                  <c:v>0.59166867147000002</c:v>
                </c:pt>
                <c:pt idx="24">
                  <c:v>0.62191414548000001</c:v>
                </c:pt>
                <c:pt idx="25">
                  <c:v>0.71931806073999993</c:v>
                </c:pt>
                <c:pt idx="26">
                  <c:v>0.74392672842999996</c:v>
                </c:pt>
                <c:pt idx="27">
                  <c:v>0.82970023892</c:v>
                </c:pt>
                <c:pt idx="28">
                  <c:v>0.86244734339000007</c:v>
                </c:pt>
                <c:pt idx="29">
                  <c:v>0.88821765588000001</c:v>
                </c:pt>
                <c:pt idx="30">
                  <c:v>0.89045606448000003</c:v>
                </c:pt>
                <c:pt idx="31">
                  <c:v>0.84225891206000003</c:v>
                </c:pt>
                <c:pt idx="32">
                  <c:v>0.82843009632999998</c:v>
                </c:pt>
                <c:pt idx="33">
                  <c:v>0.84169779492000008</c:v>
                </c:pt>
                <c:pt idx="34">
                  <c:v>0.87060484819999995</c:v>
                </c:pt>
                <c:pt idx="35">
                  <c:v>0.78890655360999995</c:v>
                </c:pt>
                <c:pt idx="36">
                  <c:v>0.57250672295999994</c:v>
                </c:pt>
                <c:pt idx="37">
                  <c:v>0.67278717228000007</c:v>
                </c:pt>
                <c:pt idx="38">
                  <c:v>0.77581062264</c:v>
                </c:pt>
                <c:pt idx="39">
                  <c:v>0.57276759561000001</c:v>
                </c:pt>
                <c:pt idx="40">
                  <c:v>0.40882873851000001</c:v>
                </c:pt>
                <c:pt idx="41">
                  <c:v>0.36911151525999997</c:v>
                </c:pt>
                <c:pt idx="42">
                  <c:v>0.36299242746999999</c:v>
                </c:pt>
                <c:pt idx="43">
                  <c:v>0.25726221951</c:v>
                </c:pt>
                <c:pt idx="44">
                  <c:v>0.22239743193</c:v>
                </c:pt>
                <c:pt idx="45">
                  <c:v>0.22262338347999999</c:v>
                </c:pt>
                <c:pt idx="46">
                  <c:v>0.18278732706</c:v>
                </c:pt>
                <c:pt idx="47">
                  <c:v>0.17198708201999999</c:v>
                </c:pt>
                <c:pt idx="48">
                  <c:v>0.16945760393000001</c:v>
                </c:pt>
                <c:pt idx="49">
                  <c:v>0.17931543623999999</c:v>
                </c:pt>
                <c:pt idx="50">
                  <c:v>0.16254606071000002</c:v>
                </c:pt>
                <c:pt idx="51">
                  <c:v>0.15972721888999999</c:v>
                </c:pt>
                <c:pt idx="52">
                  <c:v>0.13669974822</c:v>
                </c:pt>
                <c:pt idx="53">
                  <c:v>0.12437351621999999</c:v>
                </c:pt>
                <c:pt idx="54">
                  <c:v>0.14606340745000002</c:v>
                </c:pt>
                <c:pt idx="55">
                  <c:v>0.15418876437000001</c:v>
                </c:pt>
                <c:pt idx="56">
                  <c:v>0.14552561925999999</c:v>
                </c:pt>
                <c:pt idx="57">
                  <c:v>0.1492376845</c:v>
                </c:pt>
                <c:pt idx="58">
                  <c:v>0.14964500860999999</c:v>
                </c:pt>
                <c:pt idx="59">
                  <c:v>0.16544168392</c:v>
                </c:pt>
                <c:pt idx="60">
                  <c:v>0.17266509433999999</c:v>
                </c:pt>
                <c:pt idx="61">
                  <c:v>0.21812530011</c:v>
                </c:pt>
                <c:pt idx="62">
                  <c:v>0.27653374233</c:v>
                </c:pt>
                <c:pt idx="63">
                  <c:v>0.28264394855999997</c:v>
                </c:pt>
                <c:pt idx="64">
                  <c:v>0.27195174069</c:v>
                </c:pt>
                <c:pt idx="65">
                  <c:v>0.33233510657999998</c:v>
                </c:pt>
                <c:pt idx="66">
                  <c:v>0.39413483825000001</c:v>
                </c:pt>
                <c:pt idx="67">
                  <c:v>0.42810698340000003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0774016"/>
        <c:axId val="121058432"/>
      </c:lineChart>
      <c:catAx>
        <c:axId val="1207740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1058432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121058432"/>
        <c:scaling>
          <c:orientation val="minMax"/>
        </c:scaling>
        <c:delete val="0"/>
        <c:axPos val="l"/>
        <c:numFmt formatCode="0%" sourceLinked="0"/>
        <c:majorTickMark val="out"/>
        <c:minorTickMark val="none"/>
        <c:tickLblPos val="nextTo"/>
        <c:crossAx val="12077401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Incentive Multiplier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Incentive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0</c:formatCode>
                <c:ptCount val="201"/>
                <c:pt idx="0">
                  <c:v>-300</c:v>
                </c:pt>
                <c:pt idx="1">
                  <c:v>-298</c:v>
                </c:pt>
                <c:pt idx="2">
                  <c:v>-296</c:v>
                </c:pt>
                <c:pt idx="3">
                  <c:v>-294</c:v>
                </c:pt>
                <c:pt idx="4">
                  <c:v>-292</c:v>
                </c:pt>
                <c:pt idx="5">
                  <c:v>-290</c:v>
                </c:pt>
                <c:pt idx="6">
                  <c:v>-288</c:v>
                </c:pt>
                <c:pt idx="7">
                  <c:v>-286</c:v>
                </c:pt>
                <c:pt idx="8">
                  <c:v>-284</c:v>
                </c:pt>
                <c:pt idx="9">
                  <c:v>-282</c:v>
                </c:pt>
                <c:pt idx="10">
                  <c:v>-280</c:v>
                </c:pt>
                <c:pt idx="11">
                  <c:v>-278</c:v>
                </c:pt>
                <c:pt idx="12">
                  <c:v>-276</c:v>
                </c:pt>
                <c:pt idx="13">
                  <c:v>-274</c:v>
                </c:pt>
                <c:pt idx="14">
                  <c:v>-272</c:v>
                </c:pt>
                <c:pt idx="15">
                  <c:v>-270</c:v>
                </c:pt>
                <c:pt idx="16">
                  <c:v>-268</c:v>
                </c:pt>
                <c:pt idx="17">
                  <c:v>-266</c:v>
                </c:pt>
                <c:pt idx="18">
                  <c:v>-264</c:v>
                </c:pt>
                <c:pt idx="19">
                  <c:v>-262</c:v>
                </c:pt>
                <c:pt idx="20">
                  <c:v>-260</c:v>
                </c:pt>
                <c:pt idx="21">
                  <c:v>-258</c:v>
                </c:pt>
                <c:pt idx="22">
                  <c:v>-256</c:v>
                </c:pt>
                <c:pt idx="23">
                  <c:v>-254</c:v>
                </c:pt>
                <c:pt idx="24">
                  <c:v>-252</c:v>
                </c:pt>
                <c:pt idx="25">
                  <c:v>-250</c:v>
                </c:pt>
                <c:pt idx="26">
                  <c:v>-248</c:v>
                </c:pt>
                <c:pt idx="27">
                  <c:v>-246</c:v>
                </c:pt>
                <c:pt idx="28">
                  <c:v>-244</c:v>
                </c:pt>
                <c:pt idx="29">
                  <c:v>-242</c:v>
                </c:pt>
                <c:pt idx="30">
                  <c:v>-240</c:v>
                </c:pt>
                <c:pt idx="31">
                  <c:v>-238</c:v>
                </c:pt>
                <c:pt idx="32">
                  <c:v>-236</c:v>
                </c:pt>
                <c:pt idx="33">
                  <c:v>-234</c:v>
                </c:pt>
                <c:pt idx="34">
                  <c:v>-232</c:v>
                </c:pt>
                <c:pt idx="35">
                  <c:v>-230</c:v>
                </c:pt>
                <c:pt idx="36">
                  <c:v>-228</c:v>
                </c:pt>
                <c:pt idx="37">
                  <c:v>-226</c:v>
                </c:pt>
                <c:pt idx="38">
                  <c:v>-224</c:v>
                </c:pt>
                <c:pt idx="39">
                  <c:v>-222</c:v>
                </c:pt>
                <c:pt idx="40">
                  <c:v>-220</c:v>
                </c:pt>
                <c:pt idx="41">
                  <c:v>-218</c:v>
                </c:pt>
                <c:pt idx="42">
                  <c:v>-216</c:v>
                </c:pt>
                <c:pt idx="43">
                  <c:v>-214</c:v>
                </c:pt>
                <c:pt idx="44">
                  <c:v>-212</c:v>
                </c:pt>
                <c:pt idx="45">
                  <c:v>-210</c:v>
                </c:pt>
                <c:pt idx="46">
                  <c:v>-208</c:v>
                </c:pt>
                <c:pt idx="47">
                  <c:v>-206</c:v>
                </c:pt>
                <c:pt idx="48">
                  <c:v>-204</c:v>
                </c:pt>
                <c:pt idx="49">
                  <c:v>-202</c:v>
                </c:pt>
                <c:pt idx="50">
                  <c:v>-200</c:v>
                </c:pt>
                <c:pt idx="51">
                  <c:v>-198</c:v>
                </c:pt>
                <c:pt idx="52">
                  <c:v>-196</c:v>
                </c:pt>
                <c:pt idx="53">
                  <c:v>-194</c:v>
                </c:pt>
                <c:pt idx="54">
                  <c:v>-192</c:v>
                </c:pt>
                <c:pt idx="55">
                  <c:v>-190</c:v>
                </c:pt>
                <c:pt idx="56">
                  <c:v>-188</c:v>
                </c:pt>
                <c:pt idx="57">
                  <c:v>-186</c:v>
                </c:pt>
                <c:pt idx="58">
                  <c:v>-184</c:v>
                </c:pt>
                <c:pt idx="59">
                  <c:v>-182</c:v>
                </c:pt>
                <c:pt idx="60">
                  <c:v>-180</c:v>
                </c:pt>
                <c:pt idx="61">
                  <c:v>-178</c:v>
                </c:pt>
                <c:pt idx="62">
                  <c:v>-176</c:v>
                </c:pt>
                <c:pt idx="63">
                  <c:v>-174</c:v>
                </c:pt>
                <c:pt idx="64">
                  <c:v>-172</c:v>
                </c:pt>
                <c:pt idx="65">
                  <c:v>-170</c:v>
                </c:pt>
                <c:pt idx="66">
                  <c:v>-168</c:v>
                </c:pt>
                <c:pt idx="67">
                  <c:v>-166</c:v>
                </c:pt>
                <c:pt idx="68">
                  <c:v>-164</c:v>
                </c:pt>
                <c:pt idx="69">
                  <c:v>-162</c:v>
                </c:pt>
                <c:pt idx="70">
                  <c:v>-160</c:v>
                </c:pt>
                <c:pt idx="71">
                  <c:v>-158</c:v>
                </c:pt>
                <c:pt idx="72">
                  <c:v>-156</c:v>
                </c:pt>
                <c:pt idx="73">
                  <c:v>-154</c:v>
                </c:pt>
                <c:pt idx="74">
                  <c:v>-152</c:v>
                </c:pt>
                <c:pt idx="75">
                  <c:v>-150</c:v>
                </c:pt>
                <c:pt idx="76">
                  <c:v>-148</c:v>
                </c:pt>
                <c:pt idx="77">
                  <c:v>-146</c:v>
                </c:pt>
                <c:pt idx="78">
                  <c:v>-144</c:v>
                </c:pt>
                <c:pt idx="79">
                  <c:v>-142</c:v>
                </c:pt>
                <c:pt idx="80">
                  <c:v>-140</c:v>
                </c:pt>
                <c:pt idx="81">
                  <c:v>-138</c:v>
                </c:pt>
                <c:pt idx="82">
                  <c:v>-136</c:v>
                </c:pt>
                <c:pt idx="83">
                  <c:v>-134</c:v>
                </c:pt>
                <c:pt idx="84">
                  <c:v>-132</c:v>
                </c:pt>
                <c:pt idx="85">
                  <c:v>-130</c:v>
                </c:pt>
                <c:pt idx="86">
                  <c:v>-128</c:v>
                </c:pt>
                <c:pt idx="87">
                  <c:v>-126</c:v>
                </c:pt>
                <c:pt idx="88">
                  <c:v>-124</c:v>
                </c:pt>
                <c:pt idx="89">
                  <c:v>-122</c:v>
                </c:pt>
                <c:pt idx="90">
                  <c:v>-120</c:v>
                </c:pt>
                <c:pt idx="91">
                  <c:v>-118</c:v>
                </c:pt>
                <c:pt idx="92">
                  <c:v>-116</c:v>
                </c:pt>
                <c:pt idx="93">
                  <c:v>-114</c:v>
                </c:pt>
                <c:pt idx="94">
                  <c:v>-112</c:v>
                </c:pt>
                <c:pt idx="95">
                  <c:v>-110</c:v>
                </c:pt>
                <c:pt idx="96">
                  <c:v>-108</c:v>
                </c:pt>
                <c:pt idx="97">
                  <c:v>-106</c:v>
                </c:pt>
                <c:pt idx="98">
                  <c:v>-104</c:v>
                </c:pt>
                <c:pt idx="99">
                  <c:v>-102</c:v>
                </c:pt>
                <c:pt idx="100">
                  <c:v>-100</c:v>
                </c:pt>
                <c:pt idx="101">
                  <c:v>-98</c:v>
                </c:pt>
                <c:pt idx="102">
                  <c:v>-96</c:v>
                </c:pt>
                <c:pt idx="103">
                  <c:v>-94</c:v>
                </c:pt>
                <c:pt idx="104">
                  <c:v>-92</c:v>
                </c:pt>
                <c:pt idx="105">
                  <c:v>-90</c:v>
                </c:pt>
                <c:pt idx="106">
                  <c:v>-88</c:v>
                </c:pt>
                <c:pt idx="107">
                  <c:v>-86</c:v>
                </c:pt>
                <c:pt idx="108">
                  <c:v>-84</c:v>
                </c:pt>
                <c:pt idx="109">
                  <c:v>-82</c:v>
                </c:pt>
                <c:pt idx="110">
                  <c:v>-80</c:v>
                </c:pt>
                <c:pt idx="111">
                  <c:v>-78</c:v>
                </c:pt>
                <c:pt idx="112">
                  <c:v>-76</c:v>
                </c:pt>
                <c:pt idx="113">
                  <c:v>-74</c:v>
                </c:pt>
                <c:pt idx="114">
                  <c:v>-72</c:v>
                </c:pt>
                <c:pt idx="115">
                  <c:v>-70</c:v>
                </c:pt>
                <c:pt idx="116">
                  <c:v>-68</c:v>
                </c:pt>
                <c:pt idx="117">
                  <c:v>-66</c:v>
                </c:pt>
                <c:pt idx="118">
                  <c:v>-64</c:v>
                </c:pt>
                <c:pt idx="119">
                  <c:v>-62</c:v>
                </c:pt>
                <c:pt idx="120">
                  <c:v>-60</c:v>
                </c:pt>
                <c:pt idx="121">
                  <c:v>-58</c:v>
                </c:pt>
                <c:pt idx="122">
                  <c:v>-56</c:v>
                </c:pt>
                <c:pt idx="123">
                  <c:v>-54</c:v>
                </c:pt>
                <c:pt idx="124">
                  <c:v>-52</c:v>
                </c:pt>
                <c:pt idx="125">
                  <c:v>-50</c:v>
                </c:pt>
                <c:pt idx="126">
                  <c:v>-48</c:v>
                </c:pt>
                <c:pt idx="127">
                  <c:v>-46</c:v>
                </c:pt>
                <c:pt idx="128">
                  <c:v>-44</c:v>
                </c:pt>
                <c:pt idx="129">
                  <c:v>-42</c:v>
                </c:pt>
                <c:pt idx="130">
                  <c:v>-40</c:v>
                </c:pt>
                <c:pt idx="131">
                  <c:v>-38</c:v>
                </c:pt>
                <c:pt idx="132">
                  <c:v>-36</c:v>
                </c:pt>
                <c:pt idx="133">
                  <c:v>-34</c:v>
                </c:pt>
                <c:pt idx="134">
                  <c:v>-32</c:v>
                </c:pt>
                <c:pt idx="135">
                  <c:v>-30</c:v>
                </c:pt>
                <c:pt idx="136">
                  <c:v>-28</c:v>
                </c:pt>
                <c:pt idx="137">
                  <c:v>-26</c:v>
                </c:pt>
                <c:pt idx="138">
                  <c:v>-24</c:v>
                </c:pt>
                <c:pt idx="139">
                  <c:v>-22</c:v>
                </c:pt>
                <c:pt idx="140">
                  <c:v>-20</c:v>
                </c:pt>
                <c:pt idx="141">
                  <c:v>-18</c:v>
                </c:pt>
                <c:pt idx="142">
                  <c:v>-16</c:v>
                </c:pt>
                <c:pt idx="143">
                  <c:v>-14</c:v>
                </c:pt>
                <c:pt idx="144">
                  <c:v>-12</c:v>
                </c:pt>
                <c:pt idx="145">
                  <c:v>-10</c:v>
                </c:pt>
                <c:pt idx="146">
                  <c:v>-8</c:v>
                </c:pt>
                <c:pt idx="147">
                  <c:v>-6</c:v>
                </c:pt>
                <c:pt idx="148">
                  <c:v>-4</c:v>
                </c:pt>
                <c:pt idx="149">
                  <c:v>-2</c:v>
                </c:pt>
                <c:pt idx="150">
                  <c:v>0</c:v>
                </c:pt>
                <c:pt idx="151">
                  <c:v>2</c:v>
                </c:pt>
                <c:pt idx="152">
                  <c:v>4</c:v>
                </c:pt>
                <c:pt idx="153">
                  <c:v>6</c:v>
                </c:pt>
                <c:pt idx="154">
                  <c:v>8</c:v>
                </c:pt>
                <c:pt idx="155">
                  <c:v>10</c:v>
                </c:pt>
                <c:pt idx="156">
                  <c:v>12</c:v>
                </c:pt>
                <c:pt idx="157">
                  <c:v>14</c:v>
                </c:pt>
                <c:pt idx="158">
                  <c:v>16</c:v>
                </c:pt>
                <c:pt idx="159">
                  <c:v>18</c:v>
                </c:pt>
                <c:pt idx="160">
                  <c:v>20</c:v>
                </c:pt>
                <c:pt idx="161">
                  <c:v>22</c:v>
                </c:pt>
                <c:pt idx="162">
                  <c:v>24</c:v>
                </c:pt>
                <c:pt idx="163">
                  <c:v>26</c:v>
                </c:pt>
                <c:pt idx="164">
                  <c:v>28</c:v>
                </c:pt>
                <c:pt idx="165">
                  <c:v>30</c:v>
                </c:pt>
                <c:pt idx="166">
                  <c:v>32</c:v>
                </c:pt>
                <c:pt idx="167">
                  <c:v>34</c:v>
                </c:pt>
                <c:pt idx="168">
                  <c:v>36</c:v>
                </c:pt>
                <c:pt idx="169">
                  <c:v>38</c:v>
                </c:pt>
                <c:pt idx="170">
                  <c:v>40</c:v>
                </c:pt>
                <c:pt idx="171">
                  <c:v>42</c:v>
                </c:pt>
                <c:pt idx="172">
                  <c:v>44</c:v>
                </c:pt>
                <c:pt idx="173">
                  <c:v>46</c:v>
                </c:pt>
                <c:pt idx="174">
                  <c:v>48</c:v>
                </c:pt>
                <c:pt idx="175">
                  <c:v>50</c:v>
                </c:pt>
                <c:pt idx="176">
                  <c:v>52</c:v>
                </c:pt>
                <c:pt idx="177">
                  <c:v>54</c:v>
                </c:pt>
                <c:pt idx="178">
                  <c:v>56</c:v>
                </c:pt>
                <c:pt idx="179">
                  <c:v>58</c:v>
                </c:pt>
                <c:pt idx="180">
                  <c:v>60</c:v>
                </c:pt>
                <c:pt idx="181">
                  <c:v>62</c:v>
                </c:pt>
                <c:pt idx="182">
                  <c:v>64</c:v>
                </c:pt>
                <c:pt idx="183">
                  <c:v>66</c:v>
                </c:pt>
                <c:pt idx="184">
                  <c:v>68</c:v>
                </c:pt>
                <c:pt idx="185">
                  <c:v>70</c:v>
                </c:pt>
                <c:pt idx="186">
                  <c:v>72</c:v>
                </c:pt>
                <c:pt idx="187">
                  <c:v>74</c:v>
                </c:pt>
                <c:pt idx="188">
                  <c:v>76</c:v>
                </c:pt>
                <c:pt idx="189">
                  <c:v>78</c:v>
                </c:pt>
                <c:pt idx="190">
                  <c:v>80</c:v>
                </c:pt>
                <c:pt idx="191">
                  <c:v>82</c:v>
                </c:pt>
                <c:pt idx="192">
                  <c:v>84</c:v>
                </c:pt>
                <c:pt idx="193">
                  <c:v>86</c:v>
                </c:pt>
                <c:pt idx="194">
                  <c:v>88</c:v>
                </c:pt>
                <c:pt idx="195">
                  <c:v>90</c:v>
                </c:pt>
                <c:pt idx="196">
                  <c:v>92</c:v>
                </c:pt>
                <c:pt idx="197">
                  <c:v>94</c:v>
                </c:pt>
                <c:pt idx="198">
                  <c:v>96</c:v>
                </c:pt>
                <c:pt idx="199">
                  <c:v>98</c:v>
                </c:pt>
                <c:pt idx="200">
                  <c:v>100</c:v>
                </c:pt>
              </c:numCache>
            </c:numRef>
          </c:cat>
          <c:val>
            <c:numRef>
              <c:f>Sheet1!$B$2:$B$202</c:f>
              <c:numCache>
                <c:formatCode>General</c:formatCode>
                <c:ptCount val="2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1.3333333333333308E-2</c:v>
                </c:pt>
                <c:pt idx="77">
                  <c:v>2.6666666666666616E-2</c:v>
                </c:pt>
                <c:pt idx="78">
                  <c:v>4.0000000000000036E-2</c:v>
                </c:pt>
                <c:pt idx="79">
                  <c:v>5.3333333333333344E-2</c:v>
                </c:pt>
                <c:pt idx="80">
                  <c:v>6.6666666666666652E-2</c:v>
                </c:pt>
                <c:pt idx="81">
                  <c:v>7.999999999999996E-2</c:v>
                </c:pt>
                <c:pt idx="82">
                  <c:v>9.3333333333333379E-2</c:v>
                </c:pt>
                <c:pt idx="83">
                  <c:v>0.10666666666666669</c:v>
                </c:pt>
                <c:pt idx="84">
                  <c:v>0.12</c:v>
                </c:pt>
                <c:pt idx="85">
                  <c:v>0.1333333333333333</c:v>
                </c:pt>
                <c:pt idx="86">
                  <c:v>0.14666666666666661</c:v>
                </c:pt>
                <c:pt idx="87">
                  <c:v>0.16000000000000003</c:v>
                </c:pt>
                <c:pt idx="88">
                  <c:v>0.17333333333333334</c:v>
                </c:pt>
                <c:pt idx="89">
                  <c:v>0.18666666666666665</c:v>
                </c:pt>
                <c:pt idx="90">
                  <c:v>0.19999999999999996</c:v>
                </c:pt>
                <c:pt idx="91">
                  <c:v>0.21333333333333337</c:v>
                </c:pt>
                <c:pt idx="92">
                  <c:v>0.22666666666666668</c:v>
                </c:pt>
                <c:pt idx="93">
                  <c:v>0.24</c:v>
                </c:pt>
                <c:pt idx="94">
                  <c:v>0.2533333333333333</c:v>
                </c:pt>
                <c:pt idx="95">
                  <c:v>0.26666666666666672</c:v>
                </c:pt>
                <c:pt idx="96">
                  <c:v>0.28000000000000003</c:v>
                </c:pt>
                <c:pt idx="97">
                  <c:v>0.29333333333333333</c:v>
                </c:pt>
                <c:pt idx="98">
                  <c:v>0.30666666666666664</c:v>
                </c:pt>
                <c:pt idx="99">
                  <c:v>0.31999999999999995</c:v>
                </c:pt>
                <c:pt idx="100">
                  <c:v>0.33333333333333337</c:v>
                </c:pt>
                <c:pt idx="101">
                  <c:v>0.34666666666666668</c:v>
                </c:pt>
                <c:pt idx="102">
                  <c:v>0.36</c:v>
                </c:pt>
                <c:pt idx="103">
                  <c:v>0.37333333333333329</c:v>
                </c:pt>
                <c:pt idx="104">
                  <c:v>0.38666666666666671</c:v>
                </c:pt>
                <c:pt idx="105">
                  <c:v>0.4</c:v>
                </c:pt>
                <c:pt idx="106">
                  <c:v>0.41333333333333333</c:v>
                </c:pt>
                <c:pt idx="107">
                  <c:v>0.42666666666666664</c:v>
                </c:pt>
                <c:pt idx="108">
                  <c:v>0.43999999999999995</c:v>
                </c:pt>
                <c:pt idx="109">
                  <c:v>0.45333333333333337</c:v>
                </c:pt>
                <c:pt idx="110">
                  <c:v>0.46666666666666667</c:v>
                </c:pt>
                <c:pt idx="111">
                  <c:v>0.48</c:v>
                </c:pt>
                <c:pt idx="112">
                  <c:v>0.49333333333333329</c:v>
                </c:pt>
                <c:pt idx="113">
                  <c:v>0.5066666666666666</c:v>
                </c:pt>
                <c:pt idx="114">
                  <c:v>0.52</c:v>
                </c:pt>
                <c:pt idx="115">
                  <c:v>0.53333333333333333</c:v>
                </c:pt>
                <c:pt idx="116">
                  <c:v>0.54666666666666663</c:v>
                </c:pt>
                <c:pt idx="117">
                  <c:v>0.56000000000000005</c:v>
                </c:pt>
                <c:pt idx="118">
                  <c:v>0.57333333333333325</c:v>
                </c:pt>
                <c:pt idx="119">
                  <c:v>0.58666666666666667</c:v>
                </c:pt>
                <c:pt idx="120">
                  <c:v>0.6</c:v>
                </c:pt>
                <c:pt idx="121">
                  <c:v>0.61333333333333329</c:v>
                </c:pt>
                <c:pt idx="122">
                  <c:v>0.62666666666666671</c:v>
                </c:pt>
                <c:pt idx="123">
                  <c:v>0.64</c:v>
                </c:pt>
                <c:pt idx="124">
                  <c:v>0.65333333333333332</c:v>
                </c:pt>
                <c:pt idx="125">
                  <c:v>0.66666666666666674</c:v>
                </c:pt>
                <c:pt idx="126">
                  <c:v>0.67999999999999994</c:v>
                </c:pt>
                <c:pt idx="127">
                  <c:v>0.69333333333333336</c:v>
                </c:pt>
                <c:pt idx="128">
                  <c:v>0.70666666666666667</c:v>
                </c:pt>
                <c:pt idx="129">
                  <c:v>0.72</c:v>
                </c:pt>
                <c:pt idx="130">
                  <c:v>0.73333333333333339</c:v>
                </c:pt>
                <c:pt idx="131">
                  <c:v>0.74666666666666659</c:v>
                </c:pt>
                <c:pt idx="132">
                  <c:v>0.76</c:v>
                </c:pt>
                <c:pt idx="133">
                  <c:v>0.77333333333333332</c:v>
                </c:pt>
                <c:pt idx="134">
                  <c:v>0.78666666666666663</c:v>
                </c:pt>
                <c:pt idx="135">
                  <c:v>0.8</c:v>
                </c:pt>
                <c:pt idx="136">
                  <c:v>0.81333333333333335</c:v>
                </c:pt>
                <c:pt idx="137">
                  <c:v>0.82666666666666666</c:v>
                </c:pt>
                <c:pt idx="138">
                  <c:v>0.84</c:v>
                </c:pt>
                <c:pt idx="139">
                  <c:v>0.85333333333333328</c:v>
                </c:pt>
                <c:pt idx="140">
                  <c:v>0.8666666666666667</c:v>
                </c:pt>
                <c:pt idx="141">
                  <c:v>0.88</c:v>
                </c:pt>
                <c:pt idx="142">
                  <c:v>0.89333333333333331</c:v>
                </c:pt>
                <c:pt idx="143">
                  <c:v>0.90666666666666662</c:v>
                </c:pt>
                <c:pt idx="144">
                  <c:v>0.92</c:v>
                </c:pt>
                <c:pt idx="145">
                  <c:v>0.93333333333333335</c:v>
                </c:pt>
                <c:pt idx="146">
                  <c:v>0.94666666666666666</c:v>
                </c:pt>
                <c:pt idx="147">
                  <c:v>0.96</c:v>
                </c:pt>
                <c:pt idx="148">
                  <c:v>0.97333333333333338</c:v>
                </c:pt>
                <c:pt idx="149">
                  <c:v>0.98666666666666669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1128448"/>
        <c:axId val="121129984"/>
      </c:lineChart>
      <c:catAx>
        <c:axId val="121128448"/>
        <c:scaling>
          <c:orientation val="minMax"/>
        </c:scaling>
        <c:delete val="0"/>
        <c:axPos val="b"/>
        <c:numFmt formatCode="0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21129984"/>
        <c:crosses val="autoZero"/>
        <c:auto val="1"/>
        <c:lblAlgn val="ctr"/>
        <c:lblOffset val="100"/>
        <c:tickLblSkip val="20"/>
        <c:tickMarkSkip val="10"/>
        <c:noMultiLvlLbl val="0"/>
      </c:catAx>
      <c:valAx>
        <c:axId val="12112998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21128448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5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HPA Multiplier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HPA2Yr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Sheet1!$A$2:$A$42</c:f>
              <c:numCache>
                <c:formatCode>General</c:formatCode>
                <c:ptCount val="41"/>
                <c:pt idx="0">
                  <c:v>90</c:v>
                </c:pt>
                <c:pt idx="1">
                  <c:v>91</c:v>
                </c:pt>
                <c:pt idx="2">
                  <c:v>92</c:v>
                </c:pt>
                <c:pt idx="3">
                  <c:v>93</c:v>
                </c:pt>
                <c:pt idx="4">
                  <c:v>94</c:v>
                </c:pt>
                <c:pt idx="5">
                  <c:v>95</c:v>
                </c:pt>
                <c:pt idx="6">
                  <c:v>96</c:v>
                </c:pt>
                <c:pt idx="7">
                  <c:v>97</c:v>
                </c:pt>
                <c:pt idx="8">
                  <c:v>98</c:v>
                </c:pt>
                <c:pt idx="9">
                  <c:v>99</c:v>
                </c:pt>
                <c:pt idx="10">
                  <c:v>100</c:v>
                </c:pt>
                <c:pt idx="11">
                  <c:v>101</c:v>
                </c:pt>
                <c:pt idx="12">
                  <c:v>102</c:v>
                </c:pt>
                <c:pt idx="13">
                  <c:v>103</c:v>
                </c:pt>
                <c:pt idx="14">
                  <c:v>104</c:v>
                </c:pt>
                <c:pt idx="15">
                  <c:v>105</c:v>
                </c:pt>
                <c:pt idx="16">
                  <c:v>106</c:v>
                </c:pt>
                <c:pt idx="17">
                  <c:v>107</c:v>
                </c:pt>
                <c:pt idx="18">
                  <c:v>108</c:v>
                </c:pt>
                <c:pt idx="19">
                  <c:v>109</c:v>
                </c:pt>
                <c:pt idx="20">
                  <c:v>110</c:v>
                </c:pt>
                <c:pt idx="21">
                  <c:v>111</c:v>
                </c:pt>
                <c:pt idx="22">
                  <c:v>112</c:v>
                </c:pt>
                <c:pt idx="23">
                  <c:v>113</c:v>
                </c:pt>
                <c:pt idx="24">
                  <c:v>114</c:v>
                </c:pt>
                <c:pt idx="25">
                  <c:v>115</c:v>
                </c:pt>
                <c:pt idx="26">
                  <c:v>116</c:v>
                </c:pt>
                <c:pt idx="27">
                  <c:v>117</c:v>
                </c:pt>
                <c:pt idx="28">
                  <c:v>118</c:v>
                </c:pt>
                <c:pt idx="29">
                  <c:v>119</c:v>
                </c:pt>
                <c:pt idx="30">
                  <c:v>120</c:v>
                </c:pt>
                <c:pt idx="31">
                  <c:v>121</c:v>
                </c:pt>
                <c:pt idx="32">
                  <c:v>122</c:v>
                </c:pt>
                <c:pt idx="33">
                  <c:v>123</c:v>
                </c:pt>
                <c:pt idx="34">
                  <c:v>124</c:v>
                </c:pt>
                <c:pt idx="35">
                  <c:v>125</c:v>
                </c:pt>
                <c:pt idx="36">
                  <c:v>126</c:v>
                </c:pt>
                <c:pt idx="37">
                  <c:v>127</c:v>
                </c:pt>
                <c:pt idx="38">
                  <c:v>128</c:v>
                </c:pt>
                <c:pt idx="39">
                  <c:v>129</c:v>
                </c:pt>
                <c:pt idx="40">
                  <c:v>130</c:v>
                </c:pt>
              </c:numCache>
            </c:num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 formatCode="0.00">
                  <c:v>0</c:v>
                </c:pt>
                <c:pt idx="21" formatCode="0.00">
                  <c:v>6.6666666666666652E-2</c:v>
                </c:pt>
                <c:pt idx="22" formatCode="0.00">
                  <c:v>0.1333333333333333</c:v>
                </c:pt>
                <c:pt idx="23" formatCode="0.00">
                  <c:v>0.19999999999999996</c:v>
                </c:pt>
                <c:pt idx="24" formatCode="0.00">
                  <c:v>0.26666666666666672</c:v>
                </c:pt>
                <c:pt idx="25" formatCode="0.00">
                  <c:v>0.33333333333333337</c:v>
                </c:pt>
                <c:pt idx="26" formatCode="0.00">
                  <c:v>0.4</c:v>
                </c:pt>
                <c:pt idx="27" formatCode="0.00">
                  <c:v>0.46666666666666667</c:v>
                </c:pt>
                <c:pt idx="28" formatCode="0.00">
                  <c:v>0.53333333333333333</c:v>
                </c:pt>
                <c:pt idx="29" formatCode="0.00">
                  <c:v>0.6</c:v>
                </c:pt>
                <c:pt idx="30" formatCode="0.00">
                  <c:v>0.66666666666666674</c:v>
                </c:pt>
                <c:pt idx="31" formatCode="0.00">
                  <c:v>0.73333333333333339</c:v>
                </c:pt>
                <c:pt idx="32" formatCode="0.00">
                  <c:v>0.8</c:v>
                </c:pt>
                <c:pt idx="33" formatCode="0.00">
                  <c:v>0.8666666666666667</c:v>
                </c:pt>
                <c:pt idx="34" formatCode="0.00">
                  <c:v>0.93333333333333335</c:v>
                </c:pt>
                <c:pt idx="35" formatCode="0.00">
                  <c:v>1</c:v>
                </c:pt>
                <c:pt idx="36" formatCode="0.00">
                  <c:v>1</c:v>
                </c:pt>
                <c:pt idx="37" formatCode="0.00">
                  <c:v>1</c:v>
                </c:pt>
                <c:pt idx="38" formatCode="0.00">
                  <c:v>1</c:v>
                </c:pt>
                <c:pt idx="39" formatCode="0.00">
                  <c:v>1</c:v>
                </c:pt>
                <c:pt idx="40" formatCode="0.00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1159040"/>
        <c:axId val="121160832"/>
      </c:lineChart>
      <c:catAx>
        <c:axId val="1211590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21160832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12116083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21159040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5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CLTV Multiplier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CLTV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Sheet1!$A$2:$A$42</c:f>
              <c:numCache>
                <c:formatCode>General</c:formatCode>
                <c:ptCount val="41"/>
                <c:pt idx="0">
                  <c:v>60</c:v>
                </c:pt>
                <c:pt idx="1">
                  <c:v>61</c:v>
                </c:pt>
                <c:pt idx="2">
                  <c:v>62</c:v>
                </c:pt>
                <c:pt idx="3">
                  <c:v>63</c:v>
                </c:pt>
                <c:pt idx="4">
                  <c:v>64</c:v>
                </c:pt>
                <c:pt idx="5">
                  <c:v>65</c:v>
                </c:pt>
                <c:pt idx="6">
                  <c:v>66</c:v>
                </c:pt>
                <c:pt idx="7">
                  <c:v>67</c:v>
                </c:pt>
                <c:pt idx="8">
                  <c:v>68</c:v>
                </c:pt>
                <c:pt idx="9">
                  <c:v>69</c:v>
                </c:pt>
                <c:pt idx="10">
                  <c:v>70</c:v>
                </c:pt>
                <c:pt idx="11">
                  <c:v>71</c:v>
                </c:pt>
                <c:pt idx="12">
                  <c:v>72</c:v>
                </c:pt>
                <c:pt idx="13">
                  <c:v>73</c:v>
                </c:pt>
                <c:pt idx="14">
                  <c:v>74</c:v>
                </c:pt>
                <c:pt idx="15">
                  <c:v>75</c:v>
                </c:pt>
                <c:pt idx="16">
                  <c:v>76</c:v>
                </c:pt>
                <c:pt idx="17">
                  <c:v>77</c:v>
                </c:pt>
                <c:pt idx="18">
                  <c:v>78</c:v>
                </c:pt>
                <c:pt idx="19">
                  <c:v>79</c:v>
                </c:pt>
                <c:pt idx="20">
                  <c:v>80</c:v>
                </c:pt>
                <c:pt idx="21">
                  <c:v>81</c:v>
                </c:pt>
                <c:pt idx="22">
                  <c:v>82</c:v>
                </c:pt>
                <c:pt idx="23">
                  <c:v>83</c:v>
                </c:pt>
                <c:pt idx="24">
                  <c:v>84</c:v>
                </c:pt>
                <c:pt idx="25">
                  <c:v>85</c:v>
                </c:pt>
                <c:pt idx="26">
                  <c:v>86</c:v>
                </c:pt>
                <c:pt idx="27">
                  <c:v>87</c:v>
                </c:pt>
                <c:pt idx="28">
                  <c:v>88</c:v>
                </c:pt>
                <c:pt idx="29">
                  <c:v>89</c:v>
                </c:pt>
                <c:pt idx="30">
                  <c:v>90</c:v>
                </c:pt>
                <c:pt idx="31">
                  <c:v>91</c:v>
                </c:pt>
                <c:pt idx="32">
                  <c:v>92</c:v>
                </c:pt>
                <c:pt idx="33">
                  <c:v>93</c:v>
                </c:pt>
                <c:pt idx="34">
                  <c:v>94</c:v>
                </c:pt>
                <c:pt idx="35">
                  <c:v>95</c:v>
                </c:pt>
                <c:pt idx="36">
                  <c:v>96</c:v>
                </c:pt>
                <c:pt idx="37">
                  <c:v>97</c:v>
                </c:pt>
                <c:pt idx="38">
                  <c:v>98</c:v>
                </c:pt>
                <c:pt idx="39">
                  <c:v>99</c:v>
                </c:pt>
                <c:pt idx="40">
                  <c:v>100</c:v>
                </c:pt>
              </c:numCache>
            </c:numRef>
          </c:cat>
          <c:val>
            <c:numRef>
              <c:f>Sheet1!$B$2:$B$42</c:f>
              <c:numCache>
                <c:formatCode>0.00</c:formatCode>
                <c:ptCount val="4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0.96</c:v>
                </c:pt>
                <c:pt idx="12">
                  <c:v>0.92</c:v>
                </c:pt>
                <c:pt idx="13">
                  <c:v>0.88</c:v>
                </c:pt>
                <c:pt idx="14">
                  <c:v>0.84</c:v>
                </c:pt>
                <c:pt idx="15">
                  <c:v>0.8</c:v>
                </c:pt>
                <c:pt idx="16">
                  <c:v>0.76</c:v>
                </c:pt>
                <c:pt idx="17">
                  <c:v>0.72</c:v>
                </c:pt>
                <c:pt idx="18">
                  <c:v>0.68</c:v>
                </c:pt>
                <c:pt idx="19">
                  <c:v>0.64</c:v>
                </c:pt>
                <c:pt idx="20">
                  <c:v>0.6</c:v>
                </c:pt>
                <c:pt idx="21">
                  <c:v>0.56000000000000005</c:v>
                </c:pt>
                <c:pt idx="22">
                  <c:v>0.52</c:v>
                </c:pt>
                <c:pt idx="23">
                  <c:v>0.48</c:v>
                </c:pt>
                <c:pt idx="24">
                  <c:v>0.44</c:v>
                </c:pt>
                <c:pt idx="25">
                  <c:v>0.4</c:v>
                </c:pt>
                <c:pt idx="26">
                  <c:v>0.36</c:v>
                </c:pt>
                <c:pt idx="27">
                  <c:v>0.32</c:v>
                </c:pt>
                <c:pt idx="28">
                  <c:v>0.28000000000000003</c:v>
                </c:pt>
                <c:pt idx="29">
                  <c:v>0.24</c:v>
                </c:pt>
                <c:pt idx="30">
                  <c:v>0.2</c:v>
                </c:pt>
                <c:pt idx="31">
                  <c:v>0.16</c:v>
                </c:pt>
                <c:pt idx="32">
                  <c:v>0.12</c:v>
                </c:pt>
                <c:pt idx="33">
                  <c:v>0.08</c:v>
                </c:pt>
                <c:pt idx="34">
                  <c:v>0.04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1218560"/>
        <c:axId val="121220096"/>
      </c:lineChart>
      <c:catAx>
        <c:axId val="1212185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21220096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121220096"/>
        <c:scaling>
          <c:orientation val="minMax"/>
        </c:scaling>
        <c:delete val="0"/>
        <c:axPos val="l"/>
        <c:numFmt formatCode="0.00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21218560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5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WALA Multiplier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WALA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Sheet1!$A$2:$A$42</c:f>
              <c:numCache>
                <c:formatCode>General</c:formatCode>
                <c:ptCount val="4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</c:numCache>
            </c:numRef>
          </c:cat>
          <c:val>
            <c:numRef>
              <c:f>Sheet1!$B$2:$B$42</c:f>
              <c:numCache>
                <c:formatCode>0.00</c:formatCode>
                <c:ptCount val="41"/>
                <c:pt idx="0">
                  <c:v>0</c:v>
                </c:pt>
                <c:pt idx="1">
                  <c:v>4.1666666666666664E-2</c:v>
                </c:pt>
                <c:pt idx="2">
                  <c:v>8.3333333333333329E-2</c:v>
                </c:pt>
                <c:pt idx="3">
                  <c:v>0.125</c:v>
                </c:pt>
                <c:pt idx="4">
                  <c:v>0.16666666666666666</c:v>
                </c:pt>
                <c:pt idx="5">
                  <c:v>0.20833333333333334</c:v>
                </c:pt>
                <c:pt idx="6">
                  <c:v>0.25</c:v>
                </c:pt>
                <c:pt idx="7">
                  <c:v>0.29166666666666669</c:v>
                </c:pt>
                <c:pt idx="8">
                  <c:v>0.33333333333333331</c:v>
                </c:pt>
                <c:pt idx="9">
                  <c:v>0.375</c:v>
                </c:pt>
                <c:pt idx="10">
                  <c:v>0.41666666666666669</c:v>
                </c:pt>
                <c:pt idx="11">
                  <c:v>0.45833333333333331</c:v>
                </c:pt>
                <c:pt idx="12">
                  <c:v>0.5</c:v>
                </c:pt>
                <c:pt idx="13">
                  <c:v>0.54166666666666663</c:v>
                </c:pt>
                <c:pt idx="14">
                  <c:v>0.58333333333333337</c:v>
                </c:pt>
                <c:pt idx="15">
                  <c:v>0.625</c:v>
                </c:pt>
                <c:pt idx="16">
                  <c:v>0.66666666666666663</c:v>
                </c:pt>
                <c:pt idx="17">
                  <c:v>0.70833333333333337</c:v>
                </c:pt>
                <c:pt idx="18">
                  <c:v>0.75</c:v>
                </c:pt>
                <c:pt idx="19">
                  <c:v>0.79166666666666663</c:v>
                </c:pt>
                <c:pt idx="20">
                  <c:v>0.83333333333333337</c:v>
                </c:pt>
                <c:pt idx="21">
                  <c:v>0.875</c:v>
                </c:pt>
                <c:pt idx="22">
                  <c:v>0.91666666666666663</c:v>
                </c:pt>
                <c:pt idx="23">
                  <c:v>0.95833333333333337</c:v>
                </c:pt>
                <c:pt idx="24">
                  <c:v>1</c:v>
                </c:pt>
                <c:pt idx="25" formatCode="General">
                  <c:v>1</c:v>
                </c:pt>
                <c:pt idx="26" formatCode="General">
                  <c:v>1</c:v>
                </c:pt>
                <c:pt idx="27" formatCode="General">
                  <c:v>1</c:v>
                </c:pt>
                <c:pt idx="28" formatCode="General">
                  <c:v>1</c:v>
                </c:pt>
                <c:pt idx="29" formatCode="General">
                  <c:v>1</c:v>
                </c:pt>
                <c:pt idx="30" formatCode="General">
                  <c:v>1</c:v>
                </c:pt>
                <c:pt idx="31" formatCode="General">
                  <c:v>1</c:v>
                </c:pt>
                <c:pt idx="32" formatCode="General">
                  <c:v>1</c:v>
                </c:pt>
                <c:pt idx="33" formatCode="General">
                  <c:v>1</c:v>
                </c:pt>
                <c:pt idx="34" formatCode="General">
                  <c:v>1</c:v>
                </c:pt>
                <c:pt idx="35" formatCode="General">
                  <c:v>1</c:v>
                </c:pt>
                <c:pt idx="36" formatCode="General">
                  <c:v>1</c:v>
                </c:pt>
                <c:pt idx="37" formatCode="General">
                  <c:v>1</c:v>
                </c:pt>
                <c:pt idx="38" formatCode="General">
                  <c:v>1</c:v>
                </c:pt>
                <c:pt idx="39" formatCode="General">
                  <c:v>1</c:v>
                </c:pt>
                <c:pt idx="40" formatCode="General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1245056"/>
        <c:axId val="121246848"/>
      </c:lineChart>
      <c:catAx>
        <c:axId val="1212450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21246848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121246848"/>
        <c:scaling>
          <c:orientation val="minMax"/>
        </c:scaling>
        <c:delete val="0"/>
        <c:axPos val="l"/>
        <c:numFmt formatCode="0.00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21245056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5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OTM Cash-out Refi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3958195442960939"/>
        </c:manualLayout>
      </c:layout>
      <c:lineChart>
        <c:grouping val="standar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OTM Refi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Sheet1!$A$2:$A$205</c:f>
              <c:numCache>
                <c:formatCode>m/d/yyyy</c:formatCode>
                <c:ptCount val="204"/>
                <c:pt idx="0">
                  <c:v>36191</c:v>
                </c:pt>
                <c:pt idx="1">
                  <c:v>36219</c:v>
                </c:pt>
                <c:pt idx="2">
                  <c:v>36250</c:v>
                </c:pt>
                <c:pt idx="3">
                  <c:v>36280</c:v>
                </c:pt>
                <c:pt idx="4">
                  <c:v>36311</c:v>
                </c:pt>
                <c:pt idx="5">
                  <c:v>36341</c:v>
                </c:pt>
                <c:pt idx="6">
                  <c:v>36372</c:v>
                </c:pt>
                <c:pt idx="7">
                  <c:v>36403</c:v>
                </c:pt>
                <c:pt idx="8">
                  <c:v>36433</c:v>
                </c:pt>
                <c:pt idx="9">
                  <c:v>36464</c:v>
                </c:pt>
                <c:pt idx="10">
                  <c:v>36494</c:v>
                </c:pt>
                <c:pt idx="11">
                  <c:v>36525</c:v>
                </c:pt>
                <c:pt idx="12">
                  <c:v>36556</c:v>
                </c:pt>
                <c:pt idx="13">
                  <c:v>36585</c:v>
                </c:pt>
                <c:pt idx="14">
                  <c:v>36616</c:v>
                </c:pt>
                <c:pt idx="15">
                  <c:v>36646</c:v>
                </c:pt>
                <c:pt idx="16">
                  <c:v>36677</c:v>
                </c:pt>
                <c:pt idx="17">
                  <c:v>36707</c:v>
                </c:pt>
                <c:pt idx="18">
                  <c:v>36738</c:v>
                </c:pt>
                <c:pt idx="19">
                  <c:v>36769</c:v>
                </c:pt>
                <c:pt idx="20">
                  <c:v>36799</c:v>
                </c:pt>
                <c:pt idx="21">
                  <c:v>36830</c:v>
                </c:pt>
                <c:pt idx="22">
                  <c:v>36860</c:v>
                </c:pt>
                <c:pt idx="23">
                  <c:v>36891</c:v>
                </c:pt>
                <c:pt idx="24">
                  <c:v>36922</c:v>
                </c:pt>
                <c:pt idx="25">
                  <c:v>36950</c:v>
                </c:pt>
                <c:pt idx="26">
                  <c:v>36981</c:v>
                </c:pt>
                <c:pt idx="27">
                  <c:v>37011</c:v>
                </c:pt>
                <c:pt idx="28">
                  <c:v>37042</c:v>
                </c:pt>
                <c:pt idx="29">
                  <c:v>37072</c:v>
                </c:pt>
                <c:pt idx="30">
                  <c:v>37103</c:v>
                </c:pt>
                <c:pt idx="31">
                  <c:v>37134</c:v>
                </c:pt>
                <c:pt idx="32">
                  <c:v>37164</c:v>
                </c:pt>
                <c:pt idx="33">
                  <c:v>37195</c:v>
                </c:pt>
                <c:pt idx="34">
                  <c:v>37225</c:v>
                </c:pt>
                <c:pt idx="35">
                  <c:v>37256</c:v>
                </c:pt>
                <c:pt idx="36">
                  <c:v>37287</c:v>
                </c:pt>
                <c:pt idx="37">
                  <c:v>37315</c:v>
                </c:pt>
                <c:pt idx="38">
                  <c:v>37346</c:v>
                </c:pt>
                <c:pt idx="39">
                  <c:v>37376</c:v>
                </c:pt>
                <c:pt idx="40">
                  <c:v>37407</c:v>
                </c:pt>
                <c:pt idx="41">
                  <c:v>37437</c:v>
                </c:pt>
                <c:pt idx="42">
                  <c:v>37468</c:v>
                </c:pt>
                <c:pt idx="43">
                  <c:v>37499</c:v>
                </c:pt>
                <c:pt idx="44">
                  <c:v>37529</c:v>
                </c:pt>
                <c:pt idx="45">
                  <c:v>37560</c:v>
                </c:pt>
                <c:pt idx="46">
                  <c:v>37590</c:v>
                </c:pt>
                <c:pt idx="47">
                  <c:v>37621</c:v>
                </c:pt>
                <c:pt idx="48">
                  <c:v>37652</c:v>
                </c:pt>
                <c:pt idx="49">
                  <c:v>37680</c:v>
                </c:pt>
                <c:pt idx="50">
                  <c:v>37711</c:v>
                </c:pt>
                <c:pt idx="51">
                  <c:v>37741</c:v>
                </c:pt>
                <c:pt idx="52">
                  <c:v>37772</c:v>
                </c:pt>
                <c:pt idx="53">
                  <c:v>37802</c:v>
                </c:pt>
                <c:pt idx="54">
                  <c:v>37833</c:v>
                </c:pt>
                <c:pt idx="55">
                  <c:v>37864</c:v>
                </c:pt>
                <c:pt idx="56">
                  <c:v>37894</c:v>
                </c:pt>
                <c:pt idx="57">
                  <c:v>37925</c:v>
                </c:pt>
                <c:pt idx="58">
                  <c:v>37955</c:v>
                </c:pt>
                <c:pt idx="59">
                  <c:v>37986</c:v>
                </c:pt>
                <c:pt idx="60">
                  <c:v>38017</c:v>
                </c:pt>
                <c:pt idx="61">
                  <c:v>38046</c:v>
                </c:pt>
                <c:pt idx="62">
                  <c:v>38077</c:v>
                </c:pt>
                <c:pt idx="63">
                  <c:v>38107</c:v>
                </c:pt>
                <c:pt idx="64">
                  <c:v>38138</c:v>
                </c:pt>
                <c:pt idx="65">
                  <c:v>38168</c:v>
                </c:pt>
                <c:pt idx="66">
                  <c:v>38199</c:v>
                </c:pt>
                <c:pt idx="67">
                  <c:v>38230</c:v>
                </c:pt>
                <c:pt idx="68">
                  <c:v>38260</c:v>
                </c:pt>
                <c:pt idx="69">
                  <c:v>38291</c:v>
                </c:pt>
                <c:pt idx="70">
                  <c:v>38321</c:v>
                </c:pt>
                <c:pt idx="71">
                  <c:v>38352</c:v>
                </c:pt>
                <c:pt idx="72">
                  <c:v>38383</c:v>
                </c:pt>
                <c:pt idx="73">
                  <c:v>38411</c:v>
                </c:pt>
                <c:pt idx="74">
                  <c:v>38442</c:v>
                </c:pt>
                <c:pt idx="75">
                  <c:v>38472</c:v>
                </c:pt>
                <c:pt idx="76">
                  <c:v>38503</c:v>
                </c:pt>
                <c:pt idx="77">
                  <c:v>38533</c:v>
                </c:pt>
                <c:pt idx="78">
                  <c:v>38564</c:v>
                </c:pt>
                <c:pt idx="79">
                  <c:v>38595</c:v>
                </c:pt>
                <c:pt idx="80">
                  <c:v>38625</c:v>
                </c:pt>
                <c:pt idx="81">
                  <c:v>38656</c:v>
                </c:pt>
                <c:pt idx="82">
                  <c:v>38686</c:v>
                </c:pt>
                <c:pt idx="83">
                  <c:v>38717</c:v>
                </c:pt>
                <c:pt idx="84">
                  <c:v>38748</c:v>
                </c:pt>
                <c:pt idx="85">
                  <c:v>38776</c:v>
                </c:pt>
                <c:pt idx="86">
                  <c:v>38807</c:v>
                </c:pt>
                <c:pt idx="87">
                  <c:v>38837</c:v>
                </c:pt>
                <c:pt idx="88">
                  <c:v>38868</c:v>
                </c:pt>
                <c:pt idx="89">
                  <c:v>38898</c:v>
                </c:pt>
                <c:pt idx="90">
                  <c:v>38929</c:v>
                </c:pt>
                <c:pt idx="91">
                  <c:v>38960</c:v>
                </c:pt>
                <c:pt idx="92">
                  <c:v>38990</c:v>
                </c:pt>
                <c:pt idx="93">
                  <c:v>39021</c:v>
                </c:pt>
                <c:pt idx="94">
                  <c:v>39051</c:v>
                </c:pt>
                <c:pt idx="95">
                  <c:v>39082</c:v>
                </c:pt>
                <c:pt idx="96">
                  <c:v>39113</c:v>
                </c:pt>
                <c:pt idx="97">
                  <c:v>39141</c:v>
                </c:pt>
                <c:pt idx="98">
                  <c:v>39172</c:v>
                </c:pt>
                <c:pt idx="99">
                  <c:v>39202</c:v>
                </c:pt>
                <c:pt idx="100">
                  <c:v>39233</c:v>
                </c:pt>
                <c:pt idx="101">
                  <c:v>39263</c:v>
                </c:pt>
                <c:pt idx="102">
                  <c:v>39294</c:v>
                </c:pt>
                <c:pt idx="103">
                  <c:v>39325</c:v>
                </c:pt>
                <c:pt idx="104">
                  <c:v>39355</c:v>
                </c:pt>
                <c:pt idx="105">
                  <c:v>39386</c:v>
                </c:pt>
                <c:pt idx="106">
                  <c:v>39416</c:v>
                </c:pt>
                <c:pt idx="107">
                  <c:v>39447</c:v>
                </c:pt>
                <c:pt idx="108">
                  <c:v>39478</c:v>
                </c:pt>
                <c:pt idx="109">
                  <c:v>39507</c:v>
                </c:pt>
                <c:pt idx="110">
                  <c:v>39538</c:v>
                </c:pt>
                <c:pt idx="111">
                  <c:v>39568</c:v>
                </c:pt>
                <c:pt idx="112">
                  <c:v>39599</c:v>
                </c:pt>
                <c:pt idx="113">
                  <c:v>39629</c:v>
                </c:pt>
                <c:pt idx="114">
                  <c:v>39660</c:v>
                </c:pt>
                <c:pt idx="115">
                  <c:v>39691</c:v>
                </c:pt>
                <c:pt idx="116">
                  <c:v>39721</c:v>
                </c:pt>
                <c:pt idx="117">
                  <c:v>39752</c:v>
                </c:pt>
                <c:pt idx="118">
                  <c:v>39782</c:v>
                </c:pt>
                <c:pt idx="119">
                  <c:v>39813</c:v>
                </c:pt>
                <c:pt idx="120">
                  <c:v>39844</c:v>
                </c:pt>
                <c:pt idx="121">
                  <c:v>39872</c:v>
                </c:pt>
                <c:pt idx="122">
                  <c:v>39903</c:v>
                </c:pt>
                <c:pt idx="123">
                  <c:v>39933</c:v>
                </c:pt>
                <c:pt idx="124">
                  <c:v>39964</c:v>
                </c:pt>
                <c:pt idx="125">
                  <c:v>39994</c:v>
                </c:pt>
                <c:pt idx="126">
                  <c:v>40025</c:v>
                </c:pt>
                <c:pt idx="127">
                  <c:v>40056</c:v>
                </c:pt>
                <c:pt idx="128">
                  <c:v>40086</c:v>
                </c:pt>
                <c:pt idx="129">
                  <c:v>40117</c:v>
                </c:pt>
                <c:pt idx="130">
                  <c:v>40147</c:v>
                </c:pt>
                <c:pt idx="131">
                  <c:v>40178</c:v>
                </c:pt>
                <c:pt idx="132">
                  <c:v>40209</c:v>
                </c:pt>
                <c:pt idx="133">
                  <c:v>40237</c:v>
                </c:pt>
                <c:pt idx="134">
                  <c:v>40268</c:v>
                </c:pt>
                <c:pt idx="135">
                  <c:v>40298</c:v>
                </c:pt>
                <c:pt idx="136">
                  <c:v>40329</c:v>
                </c:pt>
                <c:pt idx="137">
                  <c:v>40359</c:v>
                </c:pt>
                <c:pt idx="138">
                  <c:v>40390</c:v>
                </c:pt>
                <c:pt idx="139">
                  <c:v>40421</c:v>
                </c:pt>
                <c:pt idx="140">
                  <c:v>40451</c:v>
                </c:pt>
                <c:pt idx="141">
                  <c:v>40482</c:v>
                </c:pt>
                <c:pt idx="142">
                  <c:v>40512</c:v>
                </c:pt>
                <c:pt idx="143">
                  <c:v>40543</c:v>
                </c:pt>
                <c:pt idx="144">
                  <c:v>40574</c:v>
                </c:pt>
                <c:pt idx="145">
                  <c:v>40602</c:v>
                </c:pt>
                <c:pt idx="146">
                  <c:v>40633</c:v>
                </c:pt>
                <c:pt idx="147">
                  <c:v>40663</c:v>
                </c:pt>
                <c:pt idx="148">
                  <c:v>40694</c:v>
                </c:pt>
                <c:pt idx="149">
                  <c:v>40724</c:v>
                </c:pt>
                <c:pt idx="150">
                  <c:v>40755</c:v>
                </c:pt>
                <c:pt idx="151">
                  <c:v>40786</c:v>
                </c:pt>
                <c:pt idx="152">
                  <c:v>40816</c:v>
                </c:pt>
                <c:pt idx="153">
                  <c:v>40847</c:v>
                </c:pt>
                <c:pt idx="154">
                  <c:v>40877</c:v>
                </c:pt>
                <c:pt idx="155">
                  <c:v>40908</c:v>
                </c:pt>
                <c:pt idx="156">
                  <c:v>40939</c:v>
                </c:pt>
                <c:pt idx="157">
                  <c:v>40968</c:v>
                </c:pt>
                <c:pt idx="158">
                  <c:v>40999</c:v>
                </c:pt>
                <c:pt idx="159">
                  <c:v>41029</c:v>
                </c:pt>
                <c:pt idx="160">
                  <c:v>41060</c:v>
                </c:pt>
                <c:pt idx="161">
                  <c:v>41090</c:v>
                </c:pt>
                <c:pt idx="162">
                  <c:v>41121</c:v>
                </c:pt>
                <c:pt idx="163">
                  <c:v>41152</c:v>
                </c:pt>
                <c:pt idx="164">
                  <c:v>41182</c:v>
                </c:pt>
                <c:pt idx="165">
                  <c:v>41213</c:v>
                </c:pt>
                <c:pt idx="166">
                  <c:v>41243</c:v>
                </c:pt>
                <c:pt idx="167">
                  <c:v>41274</c:v>
                </c:pt>
                <c:pt idx="168">
                  <c:v>41305</c:v>
                </c:pt>
                <c:pt idx="169">
                  <c:v>41333</c:v>
                </c:pt>
                <c:pt idx="170">
                  <c:v>41364</c:v>
                </c:pt>
                <c:pt idx="171">
                  <c:v>41394</c:v>
                </c:pt>
                <c:pt idx="172">
                  <c:v>41425</c:v>
                </c:pt>
                <c:pt idx="173">
                  <c:v>41455</c:v>
                </c:pt>
                <c:pt idx="174">
                  <c:v>41486</c:v>
                </c:pt>
                <c:pt idx="175">
                  <c:v>41517</c:v>
                </c:pt>
                <c:pt idx="176">
                  <c:v>41547</c:v>
                </c:pt>
                <c:pt idx="177">
                  <c:v>41578</c:v>
                </c:pt>
                <c:pt idx="178">
                  <c:v>41608</c:v>
                </c:pt>
                <c:pt idx="179">
                  <c:v>41639</c:v>
                </c:pt>
                <c:pt idx="180">
                  <c:v>41670</c:v>
                </c:pt>
                <c:pt idx="181">
                  <c:v>41698</c:v>
                </c:pt>
                <c:pt idx="182">
                  <c:v>41729</c:v>
                </c:pt>
                <c:pt idx="183">
                  <c:v>41759</c:v>
                </c:pt>
                <c:pt idx="184">
                  <c:v>41790</c:v>
                </c:pt>
                <c:pt idx="185">
                  <c:v>41820</c:v>
                </c:pt>
                <c:pt idx="186">
                  <c:v>41851</c:v>
                </c:pt>
                <c:pt idx="187">
                  <c:v>41882</c:v>
                </c:pt>
                <c:pt idx="188">
                  <c:v>41912</c:v>
                </c:pt>
                <c:pt idx="189">
                  <c:v>41943</c:v>
                </c:pt>
                <c:pt idx="190">
                  <c:v>41973</c:v>
                </c:pt>
                <c:pt idx="191">
                  <c:v>42004</c:v>
                </c:pt>
                <c:pt idx="192">
                  <c:v>42035</c:v>
                </c:pt>
                <c:pt idx="193">
                  <c:v>42063</c:v>
                </c:pt>
                <c:pt idx="194">
                  <c:v>42094</c:v>
                </c:pt>
                <c:pt idx="195">
                  <c:v>42124</c:v>
                </c:pt>
                <c:pt idx="196">
                  <c:v>42155</c:v>
                </c:pt>
                <c:pt idx="197">
                  <c:v>42185</c:v>
                </c:pt>
                <c:pt idx="198">
                  <c:v>42216</c:v>
                </c:pt>
                <c:pt idx="199">
                  <c:v>42247</c:v>
                </c:pt>
                <c:pt idx="200">
                  <c:v>42277</c:v>
                </c:pt>
                <c:pt idx="201">
                  <c:v>42308</c:v>
                </c:pt>
                <c:pt idx="202">
                  <c:v>42338</c:v>
                </c:pt>
                <c:pt idx="203">
                  <c:v>42369</c:v>
                </c:pt>
              </c:numCache>
            </c:numRef>
          </c:cat>
          <c:val>
            <c:numRef>
              <c:f>Sheet1!$C$2:$C$205</c:f>
              <c:numCache>
                <c:formatCode>0%</c:formatCode>
                <c:ptCount val="20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2.5169993919282803E-4</c:v>
                </c:pt>
                <c:pt idx="4">
                  <c:v>6.1202021784545404E-4</c:v>
                </c:pt>
                <c:pt idx="5">
                  <c:v>9.3608744107087595E-4</c:v>
                </c:pt>
                <c:pt idx="6">
                  <c:v>8.1458975903459007E-4</c:v>
                </c:pt>
                <c:pt idx="7">
                  <c:v>8.0334066148224402E-4</c:v>
                </c:pt>
                <c:pt idx="8">
                  <c:v>6.4056222573838405E-4</c:v>
                </c:pt>
                <c:pt idx="9">
                  <c:v>5.8614440231297203E-4</c:v>
                </c:pt>
                <c:pt idx="10">
                  <c:v>4.3307277977433598E-4</c:v>
                </c:pt>
                <c:pt idx="11">
                  <c:v>3.3759322681925399E-4</c:v>
                </c:pt>
                <c:pt idx="12">
                  <c:v>5.0083178246529403E-4</c:v>
                </c:pt>
                <c:pt idx="13">
                  <c:v>5.0259966580257199E-4</c:v>
                </c:pt>
                <c:pt idx="14">
                  <c:v>5.7086905347492002E-4</c:v>
                </c:pt>
                <c:pt idx="15">
                  <c:v>8.6215698067815206E-4</c:v>
                </c:pt>
                <c:pt idx="16">
                  <c:v>1.213343079686124E-3</c:v>
                </c:pt>
                <c:pt idx="17">
                  <c:v>9.4937733218092193E-4</c:v>
                </c:pt>
                <c:pt idx="18">
                  <c:v>1.414223898232426E-3</c:v>
                </c:pt>
                <c:pt idx="19">
                  <c:v>1.8250091495448659E-3</c:v>
                </c:pt>
                <c:pt idx="20">
                  <c:v>2.2570297040323001E-3</c:v>
                </c:pt>
                <c:pt idx="21">
                  <c:v>2.6318683050772203E-3</c:v>
                </c:pt>
                <c:pt idx="22">
                  <c:v>3.0220593470729001E-3</c:v>
                </c:pt>
                <c:pt idx="23">
                  <c:v>3.4055495958107401E-3</c:v>
                </c:pt>
                <c:pt idx="24">
                  <c:v>5.0460406910590805E-3</c:v>
                </c:pt>
                <c:pt idx="25">
                  <c:v>6.5290053804261203E-3</c:v>
                </c:pt>
                <c:pt idx="26">
                  <c:v>7.6623584430917206E-3</c:v>
                </c:pt>
                <c:pt idx="27">
                  <c:v>7.8336557923166603E-3</c:v>
                </c:pt>
                <c:pt idx="28">
                  <c:v>8.1189927671205791E-3</c:v>
                </c:pt>
                <c:pt idx="29">
                  <c:v>8.1368524419271806E-3</c:v>
                </c:pt>
                <c:pt idx="30">
                  <c:v>8.3166007058206402E-3</c:v>
                </c:pt>
                <c:pt idx="31">
                  <c:v>8.3241153330948607E-3</c:v>
                </c:pt>
                <c:pt idx="32">
                  <c:v>8.5758293870879E-3</c:v>
                </c:pt>
                <c:pt idx="33">
                  <c:v>8.1548284818384591E-3</c:v>
                </c:pt>
                <c:pt idx="34">
                  <c:v>8.6437180509713E-3</c:v>
                </c:pt>
                <c:pt idx="35">
                  <c:v>8.7971904157344606E-3</c:v>
                </c:pt>
                <c:pt idx="36">
                  <c:v>8.5934813077428399E-3</c:v>
                </c:pt>
                <c:pt idx="37">
                  <c:v>8.2681627949272602E-3</c:v>
                </c:pt>
                <c:pt idx="38">
                  <c:v>7.8223481375570003E-3</c:v>
                </c:pt>
                <c:pt idx="39">
                  <c:v>7.9119439493042804E-3</c:v>
                </c:pt>
                <c:pt idx="40">
                  <c:v>8.0625752905594192E-3</c:v>
                </c:pt>
                <c:pt idx="41">
                  <c:v>7.5204020338435198E-3</c:v>
                </c:pt>
                <c:pt idx="42">
                  <c:v>8.1537780458247403E-3</c:v>
                </c:pt>
                <c:pt idx="43">
                  <c:v>8.4603265337492798E-3</c:v>
                </c:pt>
                <c:pt idx="44">
                  <c:v>8.1954653096696396E-3</c:v>
                </c:pt>
                <c:pt idx="45">
                  <c:v>8.7065609815726395E-3</c:v>
                </c:pt>
                <c:pt idx="46">
                  <c:v>8.5696515624964394E-3</c:v>
                </c:pt>
                <c:pt idx="47">
                  <c:v>8.6277486396664198E-3</c:v>
                </c:pt>
                <c:pt idx="48">
                  <c:v>7.7498249756606796E-3</c:v>
                </c:pt>
                <c:pt idx="49">
                  <c:v>6.30217447148506E-3</c:v>
                </c:pt>
                <c:pt idx="50">
                  <c:v>5.7550267981103598E-3</c:v>
                </c:pt>
                <c:pt idx="51">
                  <c:v>5.5641779588502206E-3</c:v>
                </c:pt>
                <c:pt idx="52">
                  <c:v>5.0007423362963196E-3</c:v>
                </c:pt>
                <c:pt idx="53">
                  <c:v>4.8523623700458202E-3</c:v>
                </c:pt>
                <c:pt idx="54">
                  <c:v>3.9609948157372996E-3</c:v>
                </c:pt>
                <c:pt idx="55">
                  <c:v>4.2291496423401201E-3</c:v>
                </c:pt>
                <c:pt idx="56">
                  <c:v>3.5692932656217202E-3</c:v>
                </c:pt>
                <c:pt idx="57">
                  <c:v>4.4313109632248002E-3</c:v>
                </c:pt>
                <c:pt idx="58">
                  <c:v>5.9461166377568E-3</c:v>
                </c:pt>
                <c:pt idx="59">
                  <c:v>7.0288332868320199E-3</c:v>
                </c:pt>
                <c:pt idx="60">
                  <c:v>7.2203466051872197E-3</c:v>
                </c:pt>
                <c:pt idx="61">
                  <c:v>7.5154385667073401E-3</c:v>
                </c:pt>
                <c:pt idx="62">
                  <c:v>7.7641744834140401E-3</c:v>
                </c:pt>
                <c:pt idx="63">
                  <c:v>8.9805661504300804E-3</c:v>
                </c:pt>
                <c:pt idx="64">
                  <c:v>8.4874266831011999E-3</c:v>
                </c:pt>
                <c:pt idx="65">
                  <c:v>7.6906568715573399E-3</c:v>
                </c:pt>
                <c:pt idx="66">
                  <c:v>8.82340437185802E-3</c:v>
                </c:pt>
                <c:pt idx="67">
                  <c:v>1.103386386753292E-2</c:v>
                </c:pt>
                <c:pt idx="68">
                  <c:v>1.2977301386984941E-2</c:v>
                </c:pt>
                <c:pt idx="69">
                  <c:v>1.3718783212897101E-2</c:v>
                </c:pt>
                <c:pt idx="70">
                  <c:v>1.403753450870316E-2</c:v>
                </c:pt>
                <c:pt idx="71">
                  <c:v>1.4544364135481221E-2</c:v>
                </c:pt>
                <c:pt idx="72">
                  <c:v>1.5245422765775901E-2</c:v>
                </c:pt>
                <c:pt idx="73">
                  <c:v>1.648026864848106E-2</c:v>
                </c:pt>
                <c:pt idx="74">
                  <c:v>1.7388068038804102E-2</c:v>
                </c:pt>
                <c:pt idx="75">
                  <c:v>1.8065620404692499E-2</c:v>
                </c:pt>
                <c:pt idx="76">
                  <c:v>2.0167080280668E-2</c:v>
                </c:pt>
                <c:pt idx="77">
                  <c:v>2.1905964388486597E-2</c:v>
                </c:pt>
                <c:pt idx="78">
                  <c:v>2.3610960273180402E-2</c:v>
                </c:pt>
                <c:pt idx="79">
                  <c:v>2.3644126590309199E-2</c:v>
                </c:pt>
                <c:pt idx="80">
                  <c:v>2.4757557120716801E-2</c:v>
                </c:pt>
                <c:pt idx="81">
                  <c:v>2.435968186635E-2</c:v>
                </c:pt>
                <c:pt idx="82">
                  <c:v>2.28019196318308E-2</c:v>
                </c:pt>
                <c:pt idx="83">
                  <c:v>1.9880409573272081E-2</c:v>
                </c:pt>
                <c:pt idx="84">
                  <c:v>2.0352560069129798E-2</c:v>
                </c:pt>
                <c:pt idx="85">
                  <c:v>2.16529507087804E-2</c:v>
                </c:pt>
                <c:pt idx="86">
                  <c:v>2.0793743101413801E-2</c:v>
                </c:pt>
                <c:pt idx="87">
                  <c:v>1.9174082450263762E-2</c:v>
                </c:pt>
                <c:pt idx="88">
                  <c:v>1.6507458520911959E-2</c:v>
                </c:pt>
                <c:pt idx="89">
                  <c:v>1.464885522717684E-2</c:v>
                </c:pt>
                <c:pt idx="90">
                  <c:v>1.215600707783948E-2</c:v>
                </c:pt>
                <c:pt idx="91">
                  <c:v>9.99618215660702E-3</c:v>
                </c:pt>
                <c:pt idx="92">
                  <c:v>1.124497031839234E-2</c:v>
                </c:pt>
                <c:pt idx="93">
                  <c:v>1.1218546941990759E-2</c:v>
                </c:pt>
                <c:pt idx="94">
                  <c:v>1.0691283929650458E-2</c:v>
                </c:pt>
                <c:pt idx="95">
                  <c:v>1.0469920986708741E-2</c:v>
                </c:pt>
                <c:pt idx="96">
                  <c:v>9.7307677242382002E-3</c:v>
                </c:pt>
                <c:pt idx="97">
                  <c:v>8.0397813799914994E-3</c:v>
                </c:pt>
                <c:pt idx="98">
                  <c:v>6.8304039892375205E-3</c:v>
                </c:pt>
                <c:pt idx="99">
                  <c:v>4.9618587101476399E-3</c:v>
                </c:pt>
                <c:pt idx="100">
                  <c:v>2.82375471280804E-3</c:v>
                </c:pt>
                <c:pt idx="101">
                  <c:v>7.7806059669560603E-4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4.0034314710757401E-4</c:v>
                </c:pt>
                <c:pt idx="186">
                  <c:v>5.3916589534641602E-4</c:v>
                </c:pt>
                <c:pt idx="187">
                  <c:v>6.9841171071716201E-4</c:v>
                </c:pt>
                <c:pt idx="188">
                  <c:v>8.5522393879067194E-4</c:v>
                </c:pt>
                <c:pt idx="189">
                  <c:v>8.6603063972323603E-4</c:v>
                </c:pt>
                <c:pt idx="190">
                  <c:v>9.6804849742793196E-4</c:v>
                </c:pt>
                <c:pt idx="191">
                  <c:v>9.7142817294249006E-4</c:v>
                </c:pt>
                <c:pt idx="192">
                  <c:v>6.2889504421637002E-4</c:v>
                </c:pt>
                <c:pt idx="193">
                  <c:v>1.9371172160798078E-4</c:v>
                </c:pt>
                <c:pt idx="194">
                  <c:v>2.44494600668776E-4</c:v>
                </c:pt>
                <c:pt idx="195">
                  <c:v>3.6575375938685604E-4</c:v>
                </c:pt>
                <c:pt idx="196">
                  <c:v>2.9338420817648402E-4</c:v>
                </c:pt>
                <c:pt idx="197">
                  <c:v>9.8081268388172595E-4</c:v>
                </c:pt>
                <c:pt idx="198">
                  <c:v>2.5108836076828201E-3</c:v>
                </c:pt>
                <c:pt idx="199">
                  <c:v>2.57755062896602E-3</c:v>
                </c:pt>
                <c:pt idx="200">
                  <c:v>2.2416207630817598E-3</c:v>
                </c:pt>
                <c:pt idx="201">
                  <c:v>1.9155560028574221E-3</c:v>
                </c:pt>
                <c:pt idx="202">
                  <c:v>6.2529362612662209E-4</c:v>
                </c:pt>
                <c:pt idx="203">
                  <c:v>2.1684925379459401E-3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1300864"/>
        <c:axId val="121302400"/>
      </c:lineChart>
      <c:dateAx>
        <c:axId val="12130086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21302400"/>
        <c:crosses val="autoZero"/>
        <c:auto val="1"/>
        <c:lblOffset val="100"/>
        <c:baseTimeUnit val="months"/>
        <c:majorUnit val="12"/>
        <c:majorTimeUnit val="months"/>
        <c:minorUnit val="5"/>
      </c:dateAx>
      <c:valAx>
        <c:axId val="121302400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21300864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5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Conventional</a:t>
            </a:r>
            <a:endParaRPr lang="en-US" dirty="0"/>
          </a:p>
        </c:rich>
      </c:tx>
      <c:layout>
        <c:manualLayout>
          <c:xMode val="edge"/>
          <c:yMode val="edge"/>
          <c:x val="0.356562438881938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Sheet1!$A$2:$A$263</c:f>
              <c:numCache>
                <c:formatCode>m/d/yyyy</c:formatCode>
                <c:ptCount val="262"/>
                <c:pt idx="0">
                  <c:v>34366</c:v>
                </c:pt>
                <c:pt idx="1">
                  <c:v>34394</c:v>
                </c:pt>
                <c:pt idx="2">
                  <c:v>34486</c:v>
                </c:pt>
                <c:pt idx="3">
                  <c:v>34516</c:v>
                </c:pt>
                <c:pt idx="4">
                  <c:v>34547</c:v>
                </c:pt>
                <c:pt idx="5">
                  <c:v>34578</c:v>
                </c:pt>
                <c:pt idx="6">
                  <c:v>34608</c:v>
                </c:pt>
                <c:pt idx="7">
                  <c:v>34639</c:v>
                </c:pt>
                <c:pt idx="8">
                  <c:v>34669</c:v>
                </c:pt>
                <c:pt idx="9">
                  <c:v>34700</c:v>
                </c:pt>
                <c:pt idx="10">
                  <c:v>34731</c:v>
                </c:pt>
                <c:pt idx="11">
                  <c:v>34759</c:v>
                </c:pt>
                <c:pt idx="12">
                  <c:v>34790</c:v>
                </c:pt>
                <c:pt idx="13">
                  <c:v>34820</c:v>
                </c:pt>
                <c:pt idx="14">
                  <c:v>34851</c:v>
                </c:pt>
                <c:pt idx="15">
                  <c:v>34881</c:v>
                </c:pt>
                <c:pt idx="16">
                  <c:v>34912</c:v>
                </c:pt>
                <c:pt idx="17">
                  <c:v>34943</c:v>
                </c:pt>
                <c:pt idx="18">
                  <c:v>34973</c:v>
                </c:pt>
                <c:pt idx="19">
                  <c:v>35004</c:v>
                </c:pt>
                <c:pt idx="20">
                  <c:v>35034</c:v>
                </c:pt>
                <c:pt idx="21">
                  <c:v>35065</c:v>
                </c:pt>
                <c:pt idx="22">
                  <c:v>35096</c:v>
                </c:pt>
                <c:pt idx="23">
                  <c:v>35125</c:v>
                </c:pt>
                <c:pt idx="24">
                  <c:v>35156</c:v>
                </c:pt>
                <c:pt idx="25">
                  <c:v>35186</c:v>
                </c:pt>
                <c:pt idx="26">
                  <c:v>35217</c:v>
                </c:pt>
                <c:pt idx="27">
                  <c:v>35247</c:v>
                </c:pt>
                <c:pt idx="28">
                  <c:v>35278</c:v>
                </c:pt>
                <c:pt idx="29">
                  <c:v>35309</c:v>
                </c:pt>
                <c:pt idx="30">
                  <c:v>35339</c:v>
                </c:pt>
                <c:pt idx="31">
                  <c:v>35370</c:v>
                </c:pt>
                <c:pt idx="32">
                  <c:v>35462</c:v>
                </c:pt>
                <c:pt idx="33">
                  <c:v>35490</c:v>
                </c:pt>
                <c:pt idx="34">
                  <c:v>35521</c:v>
                </c:pt>
                <c:pt idx="35">
                  <c:v>35551</c:v>
                </c:pt>
                <c:pt idx="36">
                  <c:v>35582</c:v>
                </c:pt>
                <c:pt idx="37">
                  <c:v>35612</c:v>
                </c:pt>
                <c:pt idx="38">
                  <c:v>35643</c:v>
                </c:pt>
                <c:pt idx="39">
                  <c:v>35674</c:v>
                </c:pt>
                <c:pt idx="40">
                  <c:v>35704</c:v>
                </c:pt>
                <c:pt idx="41">
                  <c:v>35735</c:v>
                </c:pt>
                <c:pt idx="42">
                  <c:v>35765</c:v>
                </c:pt>
                <c:pt idx="43">
                  <c:v>35796</c:v>
                </c:pt>
                <c:pt idx="44">
                  <c:v>35827</c:v>
                </c:pt>
                <c:pt idx="45">
                  <c:v>35855</c:v>
                </c:pt>
                <c:pt idx="46">
                  <c:v>35886</c:v>
                </c:pt>
                <c:pt idx="47">
                  <c:v>35916</c:v>
                </c:pt>
                <c:pt idx="48">
                  <c:v>35947</c:v>
                </c:pt>
                <c:pt idx="49">
                  <c:v>35977</c:v>
                </c:pt>
                <c:pt idx="50">
                  <c:v>36008</c:v>
                </c:pt>
                <c:pt idx="51">
                  <c:v>36039</c:v>
                </c:pt>
                <c:pt idx="52">
                  <c:v>36069</c:v>
                </c:pt>
                <c:pt idx="53">
                  <c:v>36100</c:v>
                </c:pt>
                <c:pt idx="54">
                  <c:v>36130</c:v>
                </c:pt>
                <c:pt idx="55">
                  <c:v>36161</c:v>
                </c:pt>
                <c:pt idx="56">
                  <c:v>36192</c:v>
                </c:pt>
                <c:pt idx="57">
                  <c:v>36220</c:v>
                </c:pt>
                <c:pt idx="58">
                  <c:v>36251</c:v>
                </c:pt>
                <c:pt idx="59">
                  <c:v>36281</c:v>
                </c:pt>
                <c:pt idx="60">
                  <c:v>36312</c:v>
                </c:pt>
                <c:pt idx="61">
                  <c:v>36342</c:v>
                </c:pt>
                <c:pt idx="62">
                  <c:v>36373</c:v>
                </c:pt>
                <c:pt idx="63">
                  <c:v>36404</c:v>
                </c:pt>
                <c:pt idx="64">
                  <c:v>36434</c:v>
                </c:pt>
                <c:pt idx="65">
                  <c:v>36465</c:v>
                </c:pt>
                <c:pt idx="66">
                  <c:v>36495</c:v>
                </c:pt>
                <c:pt idx="67">
                  <c:v>36526</c:v>
                </c:pt>
                <c:pt idx="68">
                  <c:v>36557</c:v>
                </c:pt>
                <c:pt idx="69">
                  <c:v>36586</c:v>
                </c:pt>
                <c:pt idx="70">
                  <c:v>36617</c:v>
                </c:pt>
                <c:pt idx="71">
                  <c:v>36647</c:v>
                </c:pt>
                <c:pt idx="72">
                  <c:v>36678</c:v>
                </c:pt>
                <c:pt idx="73">
                  <c:v>36708</c:v>
                </c:pt>
                <c:pt idx="74">
                  <c:v>36739</c:v>
                </c:pt>
                <c:pt idx="75">
                  <c:v>36770</c:v>
                </c:pt>
                <c:pt idx="76">
                  <c:v>36800</c:v>
                </c:pt>
                <c:pt idx="77">
                  <c:v>36831</c:v>
                </c:pt>
                <c:pt idx="78">
                  <c:v>36861</c:v>
                </c:pt>
                <c:pt idx="79">
                  <c:v>36892</c:v>
                </c:pt>
                <c:pt idx="80">
                  <c:v>36923</c:v>
                </c:pt>
                <c:pt idx="81">
                  <c:v>36951</c:v>
                </c:pt>
                <c:pt idx="82">
                  <c:v>36982</c:v>
                </c:pt>
                <c:pt idx="83">
                  <c:v>37012</c:v>
                </c:pt>
                <c:pt idx="84">
                  <c:v>37043</c:v>
                </c:pt>
                <c:pt idx="85">
                  <c:v>37073</c:v>
                </c:pt>
                <c:pt idx="86">
                  <c:v>37104</c:v>
                </c:pt>
                <c:pt idx="87">
                  <c:v>37135</c:v>
                </c:pt>
                <c:pt idx="88">
                  <c:v>37165</c:v>
                </c:pt>
                <c:pt idx="89">
                  <c:v>37196</c:v>
                </c:pt>
                <c:pt idx="90">
                  <c:v>37226</c:v>
                </c:pt>
                <c:pt idx="91">
                  <c:v>37257</c:v>
                </c:pt>
                <c:pt idx="92">
                  <c:v>37288</c:v>
                </c:pt>
                <c:pt idx="93">
                  <c:v>37316</c:v>
                </c:pt>
                <c:pt idx="94">
                  <c:v>37347</c:v>
                </c:pt>
                <c:pt idx="95">
                  <c:v>37377</c:v>
                </c:pt>
                <c:pt idx="96">
                  <c:v>37408</c:v>
                </c:pt>
                <c:pt idx="97">
                  <c:v>37438</c:v>
                </c:pt>
                <c:pt idx="98">
                  <c:v>37469</c:v>
                </c:pt>
                <c:pt idx="99">
                  <c:v>37500</c:v>
                </c:pt>
                <c:pt idx="100">
                  <c:v>37530</c:v>
                </c:pt>
                <c:pt idx="101">
                  <c:v>37561</c:v>
                </c:pt>
                <c:pt idx="102">
                  <c:v>37591</c:v>
                </c:pt>
                <c:pt idx="103">
                  <c:v>37622</c:v>
                </c:pt>
                <c:pt idx="104">
                  <c:v>37653</c:v>
                </c:pt>
                <c:pt idx="105">
                  <c:v>37681</c:v>
                </c:pt>
                <c:pt idx="106">
                  <c:v>37712</c:v>
                </c:pt>
                <c:pt idx="107">
                  <c:v>37742</c:v>
                </c:pt>
                <c:pt idx="108">
                  <c:v>37773</c:v>
                </c:pt>
                <c:pt idx="109">
                  <c:v>37803</c:v>
                </c:pt>
                <c:pt idx="110">
                  <c:v>37834</c:v>
                </c:pt>
                <c:pt idx="111">
                  <c:v>37865</c:v>
                </c:pt>
                <c:pt idx="112">
                  <c:v>37895</c:v>
                </c:pt>
                <c:pt idx="113">
                  <c:v>37926</c:v>
                </c:pt>
                <c:pt idx="114">
                  <c:v>37956</c:v>
                </c:pt>
                <c:pt idx="115">
                  <c:v>37987</c:v>
                </c:pt>
                <c:pt idx="116">
                  <c:v>38018</c:v>
                </c:pt>
                <c:pt idx="117">
                  <c:v>38047</c:v>
                </c:pt>
                <c:pt idx="118">
                  <c:v>38078</c:v>
                </c:pt>
                <c:pt idx="119">
                  <c:v>38108</c:v>
                </c:pt>
                <c:pt idx="120">
                  <c:v>38139</c:v>
                </c:pt>
                <c:pt idx="121">
                  <c:v>38169</c:v>
                </c:pt>
                <c:pt idx="122">
                  <c:v>38200</c:v>
                </c:pt>
                <c:pt idx="123">
                  <c:v>38231</c:v>
                </c:pt>
                <c:pt idx="124">
                  <c:v>38261</c:v>
                </c:pt>
                <c:pt idx="125">
                  <c:v>38292</c:v>
                </c:pt>
                <c:pt idx="126">
                  <c:v>38322</c:v>
                </c:pt>
                <c:pt idx="127">
                  <c:v>38353</c:v>
                </c:pt>
                <c:pt idx="128">
                  <c:v>38384</c:v>
                </c:pt>
                <c:pt idx="129">
                  <c:v>38412</c:v>
                </c:pt>
                <c:pt idx="130">
                  <c:v>38443</c:v>
                </c:pt>
                <c:pt idx="131">
                  <c:v>38473</c:v>
                </c:pt>
                <c:pt idx="132">
                  <c:v>38504</c:v>
                </c:pt>
                <c:pt idx="133">
                  <c:v>38534</c:v>
                </c:pt>
                <c:pt idx="134">
                  <c:v>38565</c:v>
                </c:pt>
                <c:pt idx="135">
                  <c:v>38596</c:v>
                </c:pt>
                <c:pt idx="136">
                  <c:v>38626</c:v>
                </c:pt>
                <c:pt idx="137">
                  <c:v>38657</c:v>
                </c:pt>
                <c:pt idx="138">
                  <c:v>38687</c:v>
                </c:pt>
                <c:pt idx="139">
                  <c:v>38718</c:v>
                </c:pt>
                <c:pt idx="140">
                  <c:v>38749</c:v>
                </c:pt>
                <c:pt idx="141">
                  <c:v>38777</c:v>
                </c:pt>
                <c:pt idx="142">
                  <c:v>38808</c:v>
                </c:pt>
                <c:pt idx="143">
                  <c:v>38838</c:v>
                </c:pt>
                <c:pt idx="144">
                  <c:v>38869</c:v>
                </c:pt>
                <c:pt idx="145">
                  <c:v>38899</c:v>
                </c:pt>
                <c:pt idx="146">
                  <c:v>38930</c:v>
                </c:pt>
                <c:pt idx="147">
                  <c:v>38961</c:v>
                </c:pt>
                <c:pt idx="148">
                  <c:v>38991</c:v>
                </c:pt>
                <c:pt idx="149">
                  <c:v>39022</c:v>
                </c:pt>
                <c:pt idx="150">
                  <c:v>39052</c:v>
                </c:pt>
                <c:pt idx="151">
                  <c:v>39083</c:v>
                </c:pt>
                <c:pt idx="152">
                  <c:v>39114</c:v>
                </c:pt>
                <c:pt idx="153">
                  <c:v>39142</c:v>
                </c:pt>
                <c:pt idx="154">
                  <c:v>39173</c:v>
                </c:pt>
                <c:pt idx="155">
                  <c:v>39203</c:v>
                </c:pt>
                <c:pt idx="156">
                  <c:v>39234</c:v>
                </c:pt>
                <c:pt idx="157">
                  <c:v>39264</c:v>
                </c:pt>
                <c:pt idx="158">
                  <c:v>39295</c:v>
                </c:pt>
                <c:pt idx="159">
                  <c:v>39326</c:v>
                </c:pt>
                <c:pt idx="160">
                  <c:v>39356</c:v>
                </c:pt>
                <c:pt idx="161">
                  <c:v>39387</c:v>
                </c:pt>
                <c:pt idx="162">
                  <c:v>39417</c:v>
                </c:pt>
                <c:pt idx="163">
                  <c:v>39448</c:v>
                </c:pt>
                <c:pt idx="164">
                  <c:v>39479</c:v>
                </c:pt>
                <c:pt idx="165">
                  <c:v>39508</c:v>
                </c:pt>
                <c:pt idx="166">
                  <c:v>39539</c:v>
                </c:pt>
                <c:pt idx="167">
                  <c:v>39569</c:v>
                </c:pt>
                <c:pt idx="168">
                  <c:v>39600</c:v>
                </c:pt>
                <c:pt idx="169">
                  <c:v>39630</c:v>
                </c:pt>
                <c:pt idx="170">
                  <c:v>39661</c:v>
                </c:pt>
                <c:pt idx="171">
                  <c:v>39692</c:v>
                </c:pt>
                <c:pt idx="172">
                  <c:v>39722</c:v>
                </c:pt>
                <c:pt idx="173">
                  <c:v>39753</c:v>
                </c:pt>
                <c:pt idx="174">
                  <c:v>39783</c:v>
                </c:pt>
                <c:pt idx="175">
                  <c:v>39814</c:v>
                </c:pt>
                <c:pt idx="176">
                  <c:v>39845</c:v>
                </c:pt>
                <c:pt idx="177">
                  <c:v>39873</c:v>
                </c:pt>
                <c:pt idx="178">
                  <c:v>39904</c:v>
                </c:pt>
                <c:pt idx="179">
                  <c:v>39934</c:v>
                </c:pt>
                <c:pt idx="180">
                  <c:v>39965</c:v>
                </c:pt>
                <c:pt idx="181">
                  <c:v>39995</c:v>
                </c:pt>
                <c:pt idx="182">
                  <c:v>40026</c:v>
                </c:pt>
                <c:pt idx="183">
                  <c:v>40057</c:v>
                </c:pt>
                <c:pt idx="184">
                  <c:v>40087</c:v>
                </c:pt>
                <c:pt idx="185">
                  <c:v>40118</c:v>
                </c:pt>
                <c:pt idx="186">
                  <c:v>40148</c:v>
                </c:pt>
                <c:pt idx="187">
                  <c:v>40179</c:v>
                </c:pt>
                <c:pt idx="188">
                  <c:v>40210</c:v>
                </c:pt>
                <c:pt idx="189">
                  <c:v>40238</c:v>
                </c:pt>
                <c:pt idx="190">
                  <c:v>40269</c:v>
                </c:pt>
                <c:pt idx="191">
                  <c:v>40299</c:v>
                </c:pt>
                <c:pt idx="192">
                  <c:v>40330</c:v>
                </c:pt>
                <c:pt idx="193">
                  <c:v>40360</c:v>
                </c:pt>
                <c:pt idx="194">
                  <c:v>40391</c:v>
                </c:pt>
                <c:pt idx="195">
                  <c:v>40422</c:v>
                </c:pt>
                <c:pt idx="196">
                  <c:v>40452</c:v>
                </c:pt>
                <c:pt idx="197">
                  <c:v>40483</c:v>
                </c:pt>
                <c:pt idx="198">
                  <c:v>40513</c:v>
                </c:pt>
                <c:pt idx="199">
                  <c:v>40544</c:v>
                </c:pt>
                <c:pt idx="200">
                  <c:v>40575</c:v>
                </c:pt>
                <c:pt idx="201">
                  <c:v>40603</c:v>
                </c:pt>
                <c:pt idx="202">
                  <c:v>40634</c:v>
                </c:pt>
                <c:pt idx="203">
                  <c:v>40664</c:v>
                </c:pt>
                <c:pt idx="204">
                  <c:v>40695</c:v>
                </c:pt>
                <c:pt idx="205">
                  <c:v>40725</c:v>
                </c:pt>
                <c:pt idx="206">
                  <c:v>40756</c:v>
                </c:pt>
                <c:pt idx="207">
                  <c:v>40787</c:v>
                </c:pt>
                <c:pt idx="208">
                  <c:v>40817</c:v>
                </c:pt>
                <c:pt idx="209">
                  <c:v>40848</c:v>
                </c:pt>
                <c:pt idx="210">
                  <c:v>40878</c:v>
                </c:pt>
                <c:pt idx="211">
                  <c:v>40909</c:v>
                </c:pt>
                <c:pt idx="212">
                  <c:v>40940</c:v>
                </c:pt>
                <c:pt idx="213">
                  <c:v>40969</c:v>
                </c:pt>
                <c:pt idx="214">
                  <c:v>41000</c:v>
                </c:pt>
                <c:pt idx="215">
                  <c:v>41030</c:v>
                </c:pt>
                <c:pt idx="216">
                  <c:v>41061</c:v>
                </c:pt>
                <c:pt idx="217">
                  <c:v>41091</c:v>
                </c:pt>
                <c:pt idx="218">
                  <c:v>41122</c:v>
                </c:pt>
                <c:pt idx="219">
                  <c:v>41153</c:v>
                </c:pt>
                <c:pt idx="220">
                  <c:v>41183</c:v>
                </c:pt>
                <c:pt idx="221">
                  <c:v>41214</c:v>
                </c:pt>
                <c:pt idx="222">
                  <c:v>41244</c:v>
                </c:pt>
                <c:pt idx="223">
                  <c:v>41275</c:v>
                </c:pt>
                <c:pt idx="224">
                  <c:v>41306</c:v>
                </c:pt>
                <c:pt idx="225">
                  <c:v>41334</c:v>
                </c:pt>
                <c:pt idx="226">
                  <c:v>41365</c:v>
                </c:pt>
                <c:pt idx="227">
                  <c:v>41395</c:v>
                </c:pt>
                <c:pt idx="228">
                  <c:v>41426</c:v>
                </c:pt>
                <c:pt idx="229">
                  <c:v>41456</c:v>
                </c:pt>
                <c:pt idx="230">
                  <c:v>41487</c:v>
                </c:pt>
                <c:pt idx="231">
                  <c:v>41518</c:v>
                </c:pt>
                <c:pt idx="232">
                  <c:v>41548</c:v>
                </c:pt>
                <c:pt idx="233">
                  <c:v>41579</c:v>
                </c:pt>
                <c:pt idx="234">
                  <c:v>41609</c:v>
                </c:pt>
                <c:pt idx="235">
                  <c:v>41640</c:v>
                </c:pt>
                <c:pt idx="236">
                  <c:v>41671</c:v>
                </c:pt>
                <c:pt idx="237">
                  <c:v>41699</c:v>
                </c:pt>
                <c:pt idx="238">
                  <c:v>41730</c:v>
                </c:pt>
                <c:pt idx="239">
                  <c:v>41760</c:v>
                </c:pt>
                <c:pt idx="240">
                  <c:v>41791</c:v>
                </c:pt>
                <c:pt idx="241">
                  <c:v>41821</c:v>
                </c:pt>
                <c:pt idx="242">
                  <c:v>41852</c:v>
                </c:pt>
                <c:pt idx="243">
                  <c:v>41883</c:v>
                </c:pt>
                <c:pt idx="244">
                  <c:v>41913</c:v>
                </c:pt>
                <c:pt idx="245">
                  <c:v>41944</c:v>
                </c:pt>
                <c:pt idx="246">
                  <c:v>41974</c:v>
                </c:pt>
                <c:pt idx="247">
                  <c:v>42005</c:v>
                </c:pt>
                <c:pt idx="248">
                  <c:v>42036</c:v>
                </c:pt>
                <c:pt idx="249">
                  <c:v>42064</c:v>
                </c:pt>
                <c:pt idx="250">
                  <c:v>42095</c:v>
                </c:pt>
                <c:pt idx="251">
                  <c:v>42125</c:v>
                </c:pt>
                <c:pt idx="252">
                  <c:v>42156</c:v>
                </c:pt>
                <c:pt idx="253">
                  <c:v>42186</c:v>
                </c:pt>
                <c:pt idx="254">
                  <c:v>42217</c:v>
                </c:pt>
                <c:pt idx="255">
                  <c:v>42248</c:v>
                </c:pt>
                <c:pt idx="256">
                  <c:v>42278</c:v>
                </c:pt>
                <c:pt idx="257">
                  <c:v>42309</c:v>
                </c:pt>
                <c:pt idx="258">
                  <c:v>42339</c:v>
                </c:pt>
                <c:pt idx="259">
                  <c:v>42370</c:v>
                </c:pt>
                <c:pt idx="260">
                  <c:v>42401</c:v>
                </c:pt>
                <c:pt idx="261">
                  <c:v>42430</c:v>
                </c:pt>
              </c:numCache>
            </c:numRef>
          </c:cat>
          <c:val>
            <c:numRef>
              <c:f>Sheet1!$B$2:$B$263</c:f>
              <c:numCache>
                <c:formatCode>General</c:formatCode>
                <c:ptCount val="262"/>
                <c:pt idx="0">
                  <c:v>0.529553122482607</c:v>
                </c:pt>
                <c:pt idx="1">
                  <c:v>0.84363937196190197</c:v>
                </c:pt>
                <c:pt idx="2">
                  <c:v>0.95767198786963503</c:v>
                </c:pt>
                <c:pt idx="3">
                  <c:v>3.8795124793137798</c:v>
                </c:pt>
                <c:pt idx="4">
                  <c:v>3.7547288237004</c:v>
                </c:pt>
                <c:pt idx="5">
                  <c:v>3.8812581138870899</c:v>
                </c:pt>
                <c:pt idx="6">
                  <c:v>3.3464530121398299</c:v>
                </c:pt>
                <c:pt idx="7">
                  <c:v>3.5972626205125402</c:v>
                </c:pt>
                <c:pt idx="8">
                  <c:v>3.63252015627338</c:v>
                </c:pt>
                <c:pt idx="9">
                  <c:v>2.9523484691883199</c:v>
                </c:pt>
                <c:pt idx="10">
                  <c:v>2.5759914514245001</c:v>
                </c:pt>
                <c:pt idx="11">
                  <c:v>2.7604149465008798</c:v>
                </c:pt>
                <c:pt idx="12">
                  <c:v>3.3225576868264799</c:v>
                </c:pt>
                <c:pt idx="13">
                  <c:v>3.44539046312534</c:v>
                </c:pt>
                <c:pt idx="14">
                  <c:v>4.2927523165706898</c:v>
                </c:pt>
                <c:pt idx="15">
                  <c:v>4.5416895577109297</c:v>
                </c:pt>
                <c:pt idx="16">
                  <c:v>4.9692976955984696</c:v>
                </c:pt>
                <c:pt idx="17">
                  <c:v>5.3127541326531098</c:v>
                </c:pt>
                <c:pt idx="18">
                  <c:v>4.4228504173253498</c:v>
                </c:pt>
                <c:pt idx="19">
                  <c:v>4.3294129335852096</c:v>
                </c:pt>
                <c:pt idx="20">
                  <c:v>4.1827962970576396</c:v>
                </c:pt>
                <c:pt idx="21">
                  <c:v>3.1199237350220899</c:v>
                </c:pt>
                <c:pt idx="22">
                  <c:v>2.79788681999467</c:v>
                </c:pt>
                <c:pt idx="23">
                  <c:v>3.33345315797327</c:v>
                </c:pt>
                <c:pt idx="24">
                  <c:v>5.1022430898970699</c:v>
                </c:pt>
                <c:pt idx="25">
                  <c:v>5.3059492998783</c:v>
                </c:pt>
                <c:pt idx="26">
                  <c:v>5.6988888894515801</c:v>
                </c:pt>
                <c:pt idx="27">
                  <c:v>5.96716902549002</c:v>
                </c:pt>
                <c:pt idx="28">
                  <c:v>5.8185561544597002</c:v>
                </c:pt>
                <c:pt idx="29">
                  <c:v>5.0955580816726798</c:v>
                </c:pt>
                <c:pt idx="30">
                  <c:v>4.8792182082167797</c:v>
                </c:pt>
                <c:pt idx="31">
                  <c:v>4.7926781994824603</c:v>
                </c:pt>
                <c:pt idx="32">
                  <c:v>0.66860671277433303</c:v>
                </c:pt>
                <c:pt idx="33">
                  <c:v>3.9274929428299901</c:v>
                </c:pt>
                <c:pt idx="34">
                  <c:v>5.3441131394279502</c:v>
                </c:pt>
                <c:pt idx="35">
                  <c:v>5.8261138083676496</c:v>
                </c:pt>
                <c:pt idx="36">
                  <c:v>6.3068963819416197</c:v>
                </c:pt>
                <c:pt idx="37">
                  <c:v>7.0147559694480996</c:v>
                </c:pt>
                <c:pt idx="38">
                  <c:v>7.05010715069215</c:v>
                </c:pt>
                <c:pt idx="39">
                  <c:v>6.7024028301687704</c:v>
                </c:pt>
                <c:pt idx="40">
                  <c:v>6.3554142294084697</c:v>
                </c:pt>
                <c:pt idx="41">
                  <c:v>6.3838887118964598</c:v>
                </c:pt>
                <c:pt idx="42">
                  <c:v>6.1850183804390699</c:v>
                </c:pt>
                <c:pt idx="43">
                  <c:v>4.5565178139606397</c:v>
                </c:pt>
                <c:pt idx="44">
                  <c:v>4.4194416162476102</c:v>
                </c:pt>
                <c:pt idx="45">
                  <c:v>5.3148224144037597</c:v>
                </c:pt>
                <c:pt idx="46">
                  <c:v>5.2053661644833698</c:v>
                </c:pt>
                <c:pt idx="47">
                  <c:v>5.1392059520003999</c:v>
                </c:pt>
                <c:pt idx="48">
                  <c:v>4.9888156800474102</c:v>
                </c:pt>
                <c:pt idx="49">
                  <c:v>8.5725676020014898</c:v>
                </c:pt>
                <c:pt idx="50">
                  <c:v>5.9333978555069402</c:v>
                </c:pt>
                <c:pt idx="51">
                  <c:v>6.8849873226790397</c:v>
                </c:pt>
                <c:pt idx="52">
                  <c:v>3.7178603449438801</c:v>
                </c:pt>
                <c:pt idx="53">
                  <c:v>3.9343280071531601</c:v>
                </c:pt>
                <c:pt idx="54">
                  <c:v>3.9755616617380798</c:v>
                </c:pt>
                <c:pt idx="55">
                  <c:v>1.6642833583935399</c:v>
                </c:pt>
                <c:pt idx="56">
                  <c:v>1.8480881360994399</c:v>
                </c:pt>
                <c:pt idx="57">
                  <c:v>1.9908443548622501</c:v>
                </c:pt>
                <c:pt idx="58">
                  <c:v>3.1416548891317202</c:v>
                </c:pt>
                <c:pt idx="59">
                  <c:v>2.56228750183416</c:v>
                </c:pt>
                <c:pt idx="60">
                  <c:v>4.0693399881064796</c:v>
                </c:pt>
                <c:pt idx="61">
                  <c:v>6.6327677430768004</c:v>
                </c:pt>
                <c:pt idx="62">
                  <c:v>6.2399507477430403</c:v>
                </c:pt>
                <c:pt idx="63">
                  <c:v>6.7773571408220397</c:v>
                </c:pt>
                <c:pt idx="64">
                  <c:v>5.5032787555320803</c:v>
                </c:pt>
                <c:pt idx="65">
                  <c:v>5.3728794846112002</c:v>
                </c:pt>
                <c:pt idx="66">
                  <c:v>5.4206972535636</c:v>
                </c:pt>
                <c:pt idx="67">
                  <c:v>4.4843472799174799</c:v>
                </c:pt>
                <c:pt idx="68">
                  <c:v>4.4982097391120899</c:v>
                </c:pt>
                <c:pt idx="69">
                  <c:v>5.6013372801323698</c:v>
                </c:pt>
                <c:pt idx="70">
                  <c:v>6.6249054263934601</c:v>
                </c:pt>
                <c:pt idx="71">
                  <c:v>6.8571058316001698</c:v>
                </c:pt>
                <c:pt idx="72">
                  <c:v>8.5351092315563708</c:v>
                </c:pt>
                <c:pt idx="73">
                  <c:v>7.8481660420018402</c:v>
                </c:pt>
                <c:pt idx="74">
                  <c:v>7.9600430518893202</c:v>
                </c:pt>
                <c:pt idx="75">
                  <c:v>7.8248890778976001</c:v>
                </c:pt>
                <c:pt idx="76">
                  <c:v>6.6684800339654897</c:v>
                </c:pt>
                <c:pt idx="77">
                  <c:v>7.2462624172454397</c:v>
                </c:pt>
                <c:pt idx="78">
                  <c:v>6.6192520569906899</c:v>
                </c:pt>
                <c:pt idx="79">
                  <c:v>4.3200891295490003</c:v>
                </c:pt>
                <c:pt idx="80">
                  <c:v>4.75040362542798</c:v>
                </c:pt>
                <c:pt idx="81">
                  <c:v>7.6083933142405904</c:v>
                </c:pt>
                <c:pt idx="82">
                  <c:v>7.75536386009684</c:v>
                </c:pt>
                <c:pt idx="83">
                  <c:v>9.37152701418451</c:v>
                </c:pt>
                <c:pt idx="84">
                  <c:v>12.392276805832999</c:v>
                </c:pt>
                <c:pt idx="85">
                  <c:v>9.7756410846736497</c:v>
                </c:pt>
                <c:pt idx="86">
                  <c:v>9.6471453229671997</c:v>
                </c:pt>
                <c:pt idx="87">
                  <c:v>7.4201030830112202</c:v>
                </c:pt>
                <c:pt idx="88">
                  <c:v>7.1895255356240702</c:v>
                </c:pt>
                <c:pt idx="89">
                  <c:v>6.1653824209531596</c:v>
                </c:pt>
                <c:pt idx="90">
                  <c:v>5.6325835637942401</c:v>
                </c:pt>
                <c:pt idx="91">
                  <c:v>6.3846662066063899</c:v>
                </c:pt>
                <c:pt idx="92">
                  <c:v>3.9825476173704901</c:v>
                </c:pt>
                <c:pt idx="93">
                  <c:v>3.0258705906696499</c:v>
                </c:pt>
                <c:pt idx="94">
                  <c:v>5.1756129675858098</c:v>
                </c:pt>
                <c:pt idx="95">
                  <c:v>4.7931426417075302</c:v>
                </c:pt>
                <c:pt idx="96">
                  <c:v>4.0513700652497402</c:v>
                </c:pt>
                <c:pt idx="97">
                  <c:v>5.0678916448765703</c:v>
                </c:pt>
                <c:pt idx="98">
                  <c:v>6.4425394825515703</c:v>
                </c:pt>
                <c:pt idx="99">
                  <c:v>8.8997739915403908</c:v>
                </c:pt>
                <c:pt idx="100">
                  <c:v>5.1789176257843703</c:v>
                </c:pt>
                <c:pt idx="101">
                  <c:v>6.53514763041255</c:v>
                </c:pt>
                <c:pt idx="102">
                  <c:v>2.7079941278900899</c:v>
                </c:pt>
                <c:pt idx="103">
                  <c:v>2.5387772574967702</c:v>
                </c:pt>
                <c:pt idx="104">
                  <c:v>7.5946175670549696</c:v>
                </c:pt>
                <c:pt idx="105">
                  <c:v>4.0756665270370602</c:v>
                </c:pt>
                <c:pt idx="106">
                  <c:v>3.7107213654790301</c:v>
                </c:pt>
                <c:pt idx="107">
                  <c:v>1.37063596145379</c:v>
                </c:pt>
                <c:pt idx="108">
                  <c:v>0.15078392451997</c:v>
                </c:pt>
                <c:pt idx="109">
                  <c:v>0</c:v>
                </c:pt>
                <c:pt idx="110">
                  <c:v>1.8841702634669599</c:v>
                </c:pt>
                <c:pt idx="111">
                  <c:v>8.1696215054402295</c:v>
                </c:pt>
                <c:pt idx="112">
                  <c:v>3.37687670585255</c:v>
                </c:pt>
                <c:pt idx="113">
                  <c:v>2.54299341530364</c:v>
                </c:pt>
                <c:pt idx="114">
                  <c:v>2.89057833795543</c:v>
                </c:pt>
                <c:pt idx="115">
                  <c:v>2.5224808986151199</c:v>
                </c:pt>
                <c:pt idx="116">
                  <c:v>2.5692939232550098</c:v>
                </c:pt>
                <c:pt idx="117">
                  <c:v>4.2518888206162204</c:v>
                </c:pt>
                <c:pt idx="118">
                  <c:v>4.9345938589513603</c:v>
                </c:pt>
                <c:pt idx="119">
                  <c:v>7.6486898073680996</c:v>
                </c:pt>
                <c:pt idx="120">
                  <c:v>9.7087205443298092</c:v>
                </c:pt>
                <c:pt idx="121">
                  <c:v>8.3111146056440397</c:v>
                </c:pt>
                <c:pt idx="122">
                  <c:v>7.5481825094344801</c:v>
                </c:pt>
                <c:pt idx="123">
                  <c:v>7.1518760396087</c:v>
                </c:pt>
                <c:pt idx="124">
                  <c:v>6.6247952796856602</c:v>
                </c:pt>
                <c:pt idx="125">
                  <c:v>7.0552271330285503</c:v>
                </c:pt>
                <c:pt idx="126">
                  <c:v>7.8340094234953597</c:v>
                </c:pt>
                <c:pt idx="127">
                  <c:v>5.3981533429909403</c:v>
                </c:pt>
                <c:pt idx="128">
                  <c:v>6.1684286314950301</c:v>
                </c:pt>
                <c:pt idx="129">
                  <c:v>8.7148126852384191</c:v>
                </c:pt>
                <c:pt idx="130">
                  <c:v>8.6162507761618201</c:v>
                </c:pt>
                <c:pt idx="131">
                  <c:v>9.4247979447858299</c:v>
                </c:pt>
                <c:pt idx="132">
                  <c:v>10.2504299213611</c:v>
                </c:pt>
                <c:pt idx="133">
                  <c:v>9.9195743496795306</c:v>
                </c:pt>
                <c:pt idx="134">
                  <c:v>10.8225179564622</c:v>
                </c:pt>
                <c:pt idx="135">
                  <c:v>8.6298643756145808</c:v>
                </c:pt>
                <c:pt idx="136">
                  <c:v>8.1236051335122603</c:v>
                </c:pt>
                <c:pt idx="137">
                  <c:v>7.8892696763404899</c:v>
                </c:pt>
                <c:pt idx="138">
                  <c:v>7.8826840075611502</c:v>
                </c:pt>
                <c:pt idx="139">
                  <c:v>5.84690522455438</c:v>
                </c:pt>
                <c:pt idx="140">
                  <c:v>6.0686051071792102</c:v>
                </c:pt>
                <c:pt idx="141">
                  <c:v>8.2212485331897405</c:v>
                </c:pt>
                <c:pt idx="142">
                  <c:v>7.4279510247586096</c:v>
                </c:pt>
                <c:pt idx="143">
                  <c:v>9.2078987527746108</c:v>
                </c:pt>
                <c:pt idx="144">
                  <c:v>9.3969849786253405</c:v>
                </c:pt>
                <c:pt idx="145">
                  <c:v>8.2713374269822495</c:v>
                </c:pt>
                <c:pt idx="146">
                  <c:v>9.1048682385076791</c:v>
                </c:pt>
                <c:pt idx="147">
                  <c:v>7.5482570010918897</c:v>
                </c:pt>
                <c:pt idx="148">
                  <c:v>8.4212160107661003</c:v>
                </c:pt>
                <c:pt idx="149">
                  <c:v>7.7920962287162601</c:v>
                </c:pt>
                <c:pt idx="150">
                  <c:v>8.0070578944757802</c:v>
                </c:pt>
                <c:pt idx="151">
                  <c:v>6.5502622432095103</c:v>
                </c:pt>
                <c:pt idx="152">
                  <c:v>6.7884140328066902</c:v>
                </c:pt>
                <c:pt idx="153">
                  <c:v>8.0538646894866002</c:v>
                </c:pt>
                <c:pt idx="154">
                  <c:v>7.7804431160047303</c:v>
                </c:pt>
                <c:pt idx="155">
                  <c:v>8.6317422037861906</c:v>
                </c:pt>
                <c:pt idx="156">
                  <c:v>8.5306897317415</c:v>
                </c:pt>
                <c:pt idx="157">
                  <c:v>8.0142749329077692</c:v>
                </c:pt>
                <c:pt idx="158">
                  <c:v>7.5929459005108297</c:v>
                </c:pt>
                <c:pt idx="159">
                  <c:v>5.6377029349729897</c:v>
                </c:pt>
                <c:pt idx="160">
                  <c:v>6.1996824299020403</c:v>
                </c:pt>
                <c:pt idx="161">
                  <c:v>5.5775984706203303</c:v>
                </c:pt>
                <c:pt idx="162">
                  <c:v>5.22683088049902</c:v>
                </c:pt>
                <c:pt idx="163">
                  <c:v>4.2931967047698096</c:v>
                </c:pt>
                <c:pt idx="164">
                  <c:v>5.3199806459097498</c:v>
                </c:pt>
                <c:pt idx="165">
                  <c:v>6.6310283321212102</c:v>
                </c:pt>
                <c:pt idx="166">
                  <c:v>6.5569011071660102</c:v>
                </c:pt>
                <c:pt idx="167">
                  <c:v>6.0272385188003001</c:v>
                </c:pt>
                <c:pt idx="168">
                  <c:v>5.8867725176407397</c:v>
                </c:pt>
                <c:pt idx="169">
                  <c:v>5.7031086173012904</c:v>
                </c:pt>
                <c:pt idx="170">
                  <c:v>5.0418898705965702</c:v>
                </c:pt>
                <c:pt idx="171">
                  <c:v>4.7135610589727204</c:v>
                </c:pt>
                <c:pt idx="172">
                  <c:v>4.7441993201618997</c:v>
                </c:pt>
                <c:pt idx="173">
                  <c:v>3.59914600849114</c:v>
                </c:pt>
                <c:pt idx="174">
                  <c:v>4.91587683663285</c:v>
                </c:pt>
                <c:pt idx="175">
                  <c:v>3.3300751780617301</c:v>
                </c:pt>
                <c:pt idx="176">
                  <c:v>3.4252320845941</c:v>
                </c:pt>
                <c:pt idx="177">
                  <c:v>2.2612028701136402</c:v>
                </c:pt>
                <c:pt idx="178">
                  <c:v>0.99999778583866905</c:v>
                </c:pt>
                <c:pt idx="179">
                  <c:v>0.57564984758027304</c:v>
                </c:pt>
                <c:pt idx="180">
                  <c:v>0.95276541848807705</c:v>
                </c:pt>
                <c:pt idx="181">
                  <c:v>2.37078481288047</c:v>
                </c:pt>
                <c:pt idx="182">
                  <c:v>1.30732436753853</c:v>
                </c:pt>
                <c:pt idx="183">
                  <c:v>1.1929160225883799</c:v>
                </c:pt>
                <c:pt idx="184">
                  <c:v>1.28779825203892</c:v>
                </c:pt>
                <c:pt idx="185">
                  <c:v>1.1446157930430401</c:v>
                </c:pt>
                <c:pt idx="186">
                  <c:v>1.33265844445087</c:v>
                </c:pt>
                <c:pt idx="187">
                  <c:v>1.0805331275464301</c:v>
                </c:pt>
                <c:pt idx="188">
                  <c:v>1.26657930396056</c:v>
                </c:pt>
                <c:pt idx="189">
                  <c:v>1.80072994603966</c:v>
                </c:pt>
                <c:pt idx="190">
                  <c:v>1.8817655960420301</c:v>
                </c:pt>
                <c:pt idx="191">
                  <c:v>2.5389970769296899</c:v>
                </c:pt>
                <c:pt idx="192">
                  <c:v>2.8340748554291801</c:v>
                </c:pt>
                <c:pt idx="193">
                  <c:v>2.1597055399851501</c:v>
                </c:pt>
                <c:pt idx="194">
                  <c:v>3.2770444152829699</c:v>
                </c:pt>
                <c:pt idx="195">
                  <c:v>2.2142965186648298</c:v>
                </c:pt>
                <c:pt idx="196">
                  <c:v>4.2452952854939996</c:v>
                </c:pt>
                <c:pt idx="197">
                  <c:v>4.7257040739745699</c:v>
                </c:pt>
                <c:pt idx="198">
                  <c:v>4.3548069807262904</c:v>
                </c:pt>
                <c:pt idx="199">
                  <c:v>1.61596246400629</c:v>
                </c:pt>
                <c:pt idx="200">
                  <c:v>1.1703241064447301</c:v>
                </c:pt>
                <c:pt idx="201">
                  <c:v>1.656910479992</c:v>
                </c:pt>
                <c:pt idx="202">
                  <c:v>1.48726191121037</c:v>
                </c:pt>
                <c:pt idx="203">
                  <c:v>1.93912216845548</c:v>
                </c:pt>
                <c:pt idx="204">
                  <c:v>2.09187027143575</c:v>
                </c:pt>
                <c:pt idx="205">
                  <c:v>1.7108427878733099</c:v>
                </c:pt>
                <c:pt idx="206">
                  <c:v>2.2825655584136002</c:v>
                </c:pt>
                <c:pt idx="207">
                  <c:v>2.3899544660190801</c:v>
                </c:pt>
                <c:pt idx="208">
                  <c:v>2.9648468316341701</c:v>
                </c:pt>
                <c:pt idx="209">
                  <c:v>1.4711403611632901</c:v>
                </c:pt>
                <c:pt idx="210">
                  <c:v>0.65369460099485899</c:v>
                </c:pt>
                <c:pt idx="211">
                  <c:v>1.5043444526782399</c:v>
                </c:pt>
                <c:pt idx="212">
                  <c:v>1.2107434921186599</c:v>
                </c:pt>
                <c:pt idx="213">
                  <c:v>1.91613770889829</c:v>
                </c:pt>
                <c:pt idx="214">
                  <c:v>1.0869426339464401</c:v>
                </c:pt>
                <c:pt idx="215">
                  <c:v>1.2083741027777199</c:v>
                </c:pt>
                <c:pt idx="216">
                  <c:v>1.42734410556395</c:v>
                </c:pt>
                <c:pt idx="217">
                  <c:v>1.2749337224919399</c:v>
                </c:pt>
                <c:pt idx="218">
                  <c:v>1.2851154885289999</c:v>
                </c:pt>
                <c:pt idx="219">
                  <c:v>0.77812368276306598</c:v>
                </c:pt>
                <c:pt idx="220">
                  <c:v>0.73926080475087397</c:v>
                </c:pt>
                <c:pt idx="221">
                  <c:v>0.72452553719746204</c:v>
                </c:pt>
                <c:pt idx="222">
                  <c:v>0.86482100409984697</c:v>
                </c:pt>
                <c:pt idx="223">
                  <c:v>0.59198414259128396</c:v>
                </c:pt>
                <c:pt idx="224">
                  <c:v>0.47261342481216301</c:v>
                </c:pt>
                <c:pt idx="225">
                  <c:v>0.82383841280407899</c:v>
                </c:pt>
                <c:pt idx="226">
                  <c:v>1.10537604064127</c:v>
                </c:pt>
                <c:pt idx="227">
                  <c:v>1.4344883473688901</c:v>
                </c:pt>
                <c:pt idx="228">
                  <c:v>1.4940840416377299</c:v>
                </c:pt>
                <c:pt idx="229">
                  <c:v>3.34000668178173</c:v>
                </c:pt>
                <c:pt idx="230">
                  <c:v>3.4253198506464702</c:v>
                </c:pt>
                <c:pt idx="231">
                  <c:v>2.8029158564551202</c:v>
                </c:pt>
                <c:pt idx="232">
                  <c:v>2.7069023987504699</c:v>
                </c:pt>
                <c:pt idx="233">
                  <c:v>1.8897419327905101</c:v>
                </c:pt>
                <c:pt idx="234">
                  <c:v>2.1693760813437102</c:v>
                </c:pt>
                <c:pt idx="235">
                  <c:v>1.6626928553989699</c:v>
                </c:pt>
                <c:pt idx="236">
                  <c:v>1.6472805305099101</c:v>
                </c:pt>
                <c:pt idx="237">
                  <c:v>2.2549797546685699</c:v>
                </c:pt>
                <c:pt idx="238">
                  <c:v>2.6227826713320099</c:v>
                </c:pt>
                <c:pt idx="239">
                  <c:v>3.4713730547064201</c:v>
                </c:pt>
                <c:pt idx="240">
                  <c:v>3.9673520122476802</c:v>
                </c:pt>
                <c:pt idx="241">
                  <c:v>3.9199302697999401</c:v>
                </c:pt>
                <c:pt idx="242">
                  <c:v>3.41250892543201</c:v>
                </c:pt>
                <c:pt idx="243">
                  <c:v>3.0937066140038398</c:v>
                </c:pt>
                <c:pt idx="244">
                  <c:v>3.2057326411677201</c:v>
                </c:pt>
                <c:pt idx="245">
                  <c:v>2.3710199093250099</c:v>
                </c:pt>
                <c:pt idx="246">
                  <c:v>2.7343565374917702</c:v>
                </c:pt>
                <c:pt idx="247">
                  <c:v>1.1145005815086999</c:v>
                </c:pt>
                <c:pt idx="248">
                  <c:v>0.91481912808052401</c:v>
                </c:pt>
                <c:pt idx="249">
                  <c:v>1.39785647005809</c:v>
                </c:pt>
                <c:pt idx="250">
                  <c:v>1.6470801298868001</c:v>
                </c:pt>
                <c:pt idx="251">
                  <c:v>1.6335556493719099</c:v>
                </c:pt>
                <c:pt idx="252">
                  <c:v>3.6371307723866302</c:v>
                </c:pt>
                <c:pt idx="253">
                  <c:v>5.8434031209552302</c:v>
                </c:pt>
                <c:pt idx="254">
                  <c:v>4.9201326055304699</c:v>
                </c:pt>
                <c:pt idx="255">
                  <c:v>4.0313676470979596</c:v>
                </c:pt>
                <c:pt idx="256">
                  <c:v>3.7898148684776598</c:v>
                </c:pt>
                <c:pt idx="257">
                  <c:v>1.75039645382508</c:v>
                </c:pt>
                <c:pt idx="258">
                  <c:v>3.6380067333559798</c:v>
                </c:pt>
                <c:pt idx="259">
                  <c:v>2.7122679503521399</c:v>
                </c:pt>
                <c:pt idx="260">
                  <c:v>2.10987657896198</c:v>
                </c:pt>
                <c:pt idx="261">
                  <c:v>2.05536508488782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Sheet1!$A$2:$A$263</c:f>
              <c:numCache>
                <c:formatCode>m/d/yyyy</c:formatCode>
                <c:ptCount val="262"/>
                <c:pt idx="0">
                  <c:v>34366</c:v>
                </c:pt>
                <c:pt idx="1">
                  <c:v>34394</c:v>
                </c:pt>
                <c:pt idx="2">
                  <c:v>34486</c:v>
                </c:pt>
                <c:pt idx="3">
                  <c:v>34516</c:v>
                </c:pt>
                <c:pt idx="4">
                  <c:v>34547</c:v>
                </c:pt>
                <c:pt idx="5">
                  <c:v>34578</c:v>
                </c:pt>
                <c:pt idx="6">
                  <c:v>34608</c:v>
                </c:pt>
                <c:pt idx="7">
                  <c:v>34639</c:v>
                </c:pt>
                <c:pt idx="8">
                  <c:v>34669</c:v>
                </c:pt>
                <c:pt idx="9">
                  <c:v>34700</c:v>
                </c:pt>
                <c:pt idx="10">
                  <c:v>34731</c:v>
                </c:pt>
                <c:pt idx="11">
                  <c:v>34759</c:v>
                </c:pt>
                <c:pt idx="12">
                  <c:v>34790</c:v>
                </c:pt>
                <c:pt idx="13">
                  <c:v>34820</c:v>
                </c:pt>
                <c:pt idx="14">
                  <c:v>34851</c:v>
                </c:pt>
                <c:pt idx="15">
                  <c:v>34881</c:v>
                </c:pt>
                <c:pt idx="16">
                  <c:v>34912</c:v>
                </c:pt>
                <c:pt idx="17">
                  <c:v>34943</c:v>
                </c:pt>
                <c:pt idx="18">
                  <c:v>34973</c:v>
                </c:pt>
                <c:pt idx="19">
                  <c:v>35004</c:v>
                </c:pt>
                <c:pt idx="20">
                  <c:v>35034</c:v>
                </c:pt>
                <c:pt idx="21">
                  <c:v>35065</c:v>
                </c:pt>
                <c:pt idx="22">
                  <c:v>35096</c:v>
                </c:pt>
                <c:pt idx="23">
                  <c:v>35125</c:v>
                </c:pt>
                <c:pt idx="24">
                  <c:v>35156</c:v>
                </c:pt>
                <c:pt idx="25">
                  <c:v>35186</c:v>
                </c:pt>
                <c:pt idx="26">
                  <c:v>35217</c:v>
                </c:pt>
                <c:pt idx="27">
                  <c:v>35247</c:v>
                </c:pt>
                <c:pt idx="28">
                  <c:v>35278</c:v>
                </c:pt>
                <c:pt idx="29">
                  <c:v>35309</c:v>
                </c:pt>
                <c:pt idx="30">
                  <c:v>35339</c:v>
                </c:pt>
                <c:pt idx="31">
                  <c:v>35370</c:v>
                </c:pt>
                <c:pt idx="32">
                  <c:v>35462</c:v>
                </c:pt>
                <c:pt idx="33">
                  <c:v>35490</c:v>
                </c:pt>
                <c:pt idx="34">
                  <c:v>35521</c:v>
                </c:pt>
                <c:pt idx="35">
                  <c:v>35551</c:v>
                </c:pt>
                <c:pt idx="36">
                  <c:v>35582</c:v>
                </c:pt>
                <c:pt idx="37">
                  <c:v>35612</c:v>
                </c:pt>
                <c:pt idx="38">
                  <c:v>35643</c:v>
                </c:pt>
                <c:pt idx="39">
                  <c:v>35674</c:v>
                </c:pt>
                <c:pt idx="40">
                  <c:v>35704</c:v>
                </c:pt>
                <c:pt idx="41">
                  <c:v>35735</c:v>
                </c:pt>
                <c:pt idx="42">
                  <c:v>35765</c:v>
                </c:pt>
                <c:pt idx="43">
                  <c:v>35796</c:v>
                </c:pt>
                <c:pt idx="44">
                  <c:v>35827</c:v>
                </c:pt>
                <c:pt idx="45">
                  <c:v>35855</c:v>
                </c:pt>
                <c:pt idx="46">
                  <c:v>35886</c:v>
                </c:pt>
                <c:pt idx="47">
                  <c:v>35916</c:v>
                </c:pt>
                <c:pt idx="48">
                  <c:v>35947</c:v>
                </c:pt>
                <c:pt idx="49">
                  <c:v>35977</c:v>
                </c:pt>
                <c:pt idx="50">
                  <c:v>36008</c:v>
                </c:pt>
                <c:pt idx="51">
                  <c:v>36039</c:v>
                </c:pt>
                <c:pt idx="52">
                  <c:v>36069</c:v>
                </c:pt>
                <c:pt idx="53">
                  <c:v>36100</c:v>
                </c:pt>
                <c:pt idx="54">
                  <c:v>36130</c:v>
                </c:pt>
                <c:pt idx="55">
                  <c:v>36161</c:v>
                </c:pt>
                <c:pt idx="56">
                  <c:v>36192</c:v>
                </c:pt>
                <c:pt idx="57">
                  <c:v>36220</c:v>
                </c:pt>
                <c:pt idx="58">
                  <c:v>36251</c:v>
                </c:pt>
                <c:pt idx="59">
                  <c:v>36281</c:v>
                </c:pt>
                <c:pt idx="60">
                  <c:v>36312</c:v>
                </c:pt>
                <c:pt idx="61">
                  <c:v>36342</c:v>
                </c:pt>
                <c:pt idx="62">
                  <c:v>36373</c:v>
                </c:pt>
                <c:pt idx="63">
                  <c:v>36404</c:v>
                </c:pt>
                <c:pt idx="64">
                  <c:v>36434</c:v>
                </c:pt>
                <c:pt idx="65">
                  <c:v>36465</c:v>
                </c:pt>
                <c:pt idx="66">
                  <c:v>36495</c:v>
                </c:pt>
                <c:pt idx="67">
                  <c:v>36526</c:v>
                </c:pt>
                <c:pt idx="68">
                  <c:v>36557</c:v>
                </c:pt>
                <c:pt idx="69">
                  <c:v>36586</c:v>
                </c:pt>
                <c:pt idx="70">
                  <c:v>36617</c:v>
                </c:pt>
                <c:pt idx="71">
                  <c:v>36647</c:v>
                </c:pt>
                <c:pt idx="72">
                  <c:v>36678</c:v>
                </c:pt>
                <c:pt idx="73">
                  <c:v>36708</c:v>
                </c:pt>
                <c:pt idx="74">
                  <c:v>36739</c:v>
                </c:pt>
                <c:pt idx="75">
                  <c:v>36770</c:v>
                </c:pt>
                <c:pt idx="76">
                  <c:v>36800</c:v>
                </c:pt>
                <c:pt idx="77">
                  <c:v>36831</c:v>
                </c:pt>
                <c:pt idx="78">
                  <c:v>36861</c:v>
                </c:pt>
                <c:pt idx="79">
                  <c:v>36892</c:v>
                </c:pt>
                <c:pt idx="80">
                  <c:v>36923</c:v>
                </c:pt>
                <c:pt idx="81">
                  <c:v>36951</c:v>
                </c:pt>
                <c:pt idx="82">
                  <c:v>36982</c:v>
                </c:pt>
                <c:pt idx="83">
                  <c:v>37012</c:v>
                </c:pt>
                <c:pt idx="84">
                  <c:v>37043</c:v>
                </c:pt>
                <c:pt idx="85">
                  <c:v>37073</c:v>
                </c:pt>
                <c:pt idx="86">
                  <c:v>37104</c:v>
                </c:pt>
                <c:pt idx="87">
                  <c:v>37135</c:v>
                </c:pt>
                <c:pt idx="88">
                  <c:v>37165</c:v>
                </c:pt>
                <c:pt idx="89">
                  <c:v>37196</c:v>
                </c:pt>
                <c:pt idx="90">
                  <c:v>37226</c:v>
                </c:pt>
                <c:pt idx="91">
                  <c:v>37257</c:v>
                </c:pt>
                <c:pt idx="92">
                  <c:v>37288</c:v>
                </c:pt>
                <c:pt idx="93">
                  <c:v>37316</c:v>
                </c:pt>
                <c:pt idx="94">
                  <c:v>37347</c:v>
                </c:pt>
                <c:pt idx="95">
                  <c:v>37377</c:v>
                </c:pt>
                <c:pt idx="96">
                  <c:v>37408</c:v>
                </c:pt>
                <c:pt idx="97">
                  <c:v>37438</c:v>
                </c:pt>
                <c:pt idx="98">
                  <c:v>37469</c:v>
                </c:pt>
                <c:pt idx="99">
                  <c:v>37500</c:v>
                </c:pt>
                <c:pt idx="100">
                  <c:v>37530</c:v>
                </c:pt>
                <c:pt idx="101">
                  <c:v>37561</c:v>
                </c:pt>
                <c:pt idx="102">
                  <c:v>37591</c:v>
                </c:pt>
                <c:pt idx="103">
                  <c:v>37622</c:v>
                </c:pt>
                <c:pt idx="104">
                  <c:v>37653</c:v>
                </c:pt>
                <c:pt idx="105">
                  <c:v>37681</c:v>
                </c:pt>
                <c:pt idx="106">
                  <c:v>37712</c:v>
                </c:pt>
                <c:pt idx="107">
                  <c:v>37742</c:v>
                </c:pt>
                <c:pt idx="108">
                  <c:v>37773</c:v>
                </c:pt>
                <c:pt idx="109">
                  <c:v>37803</c:v>
                </c:pt>
                <c:pt idx="110">
                  <c:v>37834</c:v>
                </c:pt>
                <c:pt idx="111">
                  <c:v>37865</c:v>
                </c:pt>
                <c:pt idx="112">
                  <c:v>37895</c:v>
                </c:pt>
                <c:pt idx="113">
                  <c:v>37926</c:v>
                </c:pt>
                <c:pt idx="114">
                  <c:v>37956</c:v>
                </c:pt>
                <c:pt idx="115">
                  <c:v>37987</c:v>
                </c:pt>
                <c:pt idx="116">
                  <c:v>38018</c:v>
                </c:pt>
                <c:pt idx="117">
                  <c:v>38047</c:v>
                </c:pt>
                <c:pt idx="118">
                  <c:v>38078</c:v>
                </c:pt>
                <c:pt idx="119">
                  <c:v>38108</c:v>
                </c:pt>
                <c:pt idx="120">
                  <c:v>38139</c:v>
                </c:pt>
                <c:pt idx="121">
                  <c:v>38169</c:v>
                </c:pt>
                <c:pt idx="122">
                  <c:v>38200</c:v>
                </c:pt>
                <c:pt idx="123">
                  <c:v>38231</c:v>
                </c:pt>
                <c:pt idx="124">
                  <c:v>38261</c:v>
                </c:pt>
                <c:pt idx="125">
                  <c:v>38292</c:v>
                </c:pt>
                <c:pt idx="126">
                  <c:v>38322</c:v>
                </c:pt>
                <c:pt idx="127">
                  <c:v>38353</c:v>
                </c:pt>
                <c:pt idx="128">
                  <c:v>38384</c:v>
                </c:pt>
                <c:pt idx="129">
                  <c:v>38412</c:v>
                </c:pt>
                <c:pt idx="130">
                  <c:v>38443</c:v>
                </c:pt>
                <c:pt idx="131">
                  <c:v>38473</c:v>
                </c:pt>
                <c:pt idx="132">
                  <c:v>38504</c:v>
                </c:pt>
                <c:pt idx="133">
                  <c:v>38534</c:v>
                </c:pt>
                <c:pt idx="134">
                  <c:v>38565</c:v>
                </c:pt>
                <c:pt idx="135">
                  <c:v>38596</c:v>
                </c:pt>
                <c:pt idx="136">
                  <c:v>38626</c:v>
                </c:pt>
                <c:pt idx="137">
                  <c:v>38657</c:v>
                </c:pt>
                <c:pt idx="138">
                  <c:v>38687</c:v>
                </c:pt>
                <c:pt idx="139">
                  <c:v>38718</c:v>
                </c:pt>
                <c:pt idx="140">
                  <c:v>38749</c:v>
                </c:pt>
                <c:pt idx="141">
                  <c:v>38777</c:v>
                </c:pt>
                <c:pt idx="142">
                  <c:v>38808</c:v>
                </c:pt>
                <c:pt idx="143">
                  <c:v>38838</c:v>
                </c:pt>
                <c:pt idx="144">
                  <c:v>38869</c:v>
                </c:pt>
                <c:pt idx="145">
                  <c:v>38899</c:v>
                </c:pt>
                <c:pt idx="146">
                  <c:v>38930</c:v>
                </c:pt>
                <c:pt idx="147">
                  <c:v>38961</c:v>
                </c:pt>
                <c:pt idx="148">
                  <c:v>38991</c:v>
                </c:pt>
                <c:pt idx="149">
                  <c:v>39022</c:v>
                </c:pt>
                <c:pt idx="150">
                  <c:v>39052</c:v>
                </c:pt>
                <c:pt idx="151">
                  <c:v>39083</c:v>
                </c:pt>
                <c:pt idx="152">
                  <c:v>39114</c:v>
                </c:pt>
                <c:pt idx="153">
                  <c:v>39142</c:v>
                </c:pt>
                <c:pt idx="154">
                  <c:v>39173</c:v>
                </c:pt>
                <c:pt idx="155">
                  <c:v>39203</c:v>
                </c:pt>
                <c:pt idx="156">
                  <c:v>39234</c:v>
                </c:pt>
                <c:pt idx="157">
                  <c:v>39264</c:v>
                </c:pt>
                <c:pt idx="158">
                  <c:v>39295</c:v>
                </c:pt>
                <c:pt idx="159">
                  <c:v>39326</c:v>
                </c:pt>
                <c:pt idx="160">
                  <c:v>39356</c:v>
                </c:pt>
                <c:pt idx="161">
                  <c:v>39387</c:v>
                </c:pt>
                <c:pt idx="162">
                  <c:v>39417</c:v>
                </c:pt>
                <c:pt idx="163">
                  <c:v>39448</c:v>
                </c:pt>
                <c:pt idx="164">
                  <c:v>39479</c:v>
                </c:pt>
                <c:pt idx="165">
                  <c:v>39508</c:v>
                </c:pt>
                <c:pt idx="166">
                  <c:v>39539</c:v>
                </c:pt>
                <c:pt idx="167">
                  <c:v>39569</c:v>
                </c:pt>
                <c:pt idx="168">
                  <c:v>39600</c:v>
                </c:pt>
                <c:pt idx="169">
                  <c:v>39630</c:v>
                </c:pt>
                <c:pt idx="170">
                  <c:v>39661</c:v>
                </c:pt>
                <c:pt idx="171">
                  <c:v>39692</c:v>
                </c:pt>
                <c:pt idx="172">
                  <c:v>39722</c:v>
                </c:pt>
                <c:pt idx="173">
                  <c:v>39753</c:v>
                </c:pt>
                <c:pt idx="174">
                  <c:v>39783</c:v>
                </c:pt>
                <c:pt idx="175">
                  <c:v>39814</c:v>
                </c:pt>
                <c:pt idx="176">
                  <c:v>39845</c:v>
                </c:pt>
                <c:pt idx="177">
                  <c:v>39873</c:v>
                </c:pt>
                <c:pt idx="178">
                  <c:v>39904</c:v>
                </c:pt>
                <c:pt idx="179">
                  <c:v>39934</c:v>
                </c:pt>
                <c:pt idx="180">
                  <c:v>39965</c:v>
                </c:pt>
                <c:pt idx="181">
                  <c:v>39995</c:v>
                </c:pt>
                <c:pt idx="182">
                  <c:v>40026</c:v>
                </c:pt>
                <c:pt idx="183">
                  <c:v>40057</c:v>
                </c:pt>
                <c:pt idx="184">
                  <c:v>40087</c:v>
                </c:pt>
                <c:pt idx="185">
                  <c:v>40118</c:v>
                </c:pt>
                <c:pt idx="186">
                  <c:v>40148</c:v>
                </c:pt>
                <c:pt idx="187">
                  <c:v>40179</c:v>
                </c:pt>
                <c:pt idx="188">
                  <c:v>40210</c:v>
                </c:pt>
                <c:pt idx="189">
                  <c:v>40238</c:v>
                </c:pt>
                <c:pt idx="190">
                  <c:v>40269</c:v>
                </c:pt>
                <c:pt idx="191">
                  <c:v>40299</c:v>
                </c:pt>
                <c:pt idx="192">
                  <c:v>40330</c:v>
                </c:pt>
                <c:pt idx="193">
                  <c:v>40360</c:v>
                </c:pt>
                <c:pt idx="194">
                  <c:v>40391</c:v>
                </c:pt>
                <c:pt idx="195">
                  <c:v>40422</c:v>
                </c:pt>
                <c:pt idx="196">
                  <c:v>40452</c:v>
                </c:pt>
                <c:pt idx="197">
                  <c:v>40483</c:v>
                </c:pt>
                <c:pt idx="198">
                  <c:v>40513</c:v>
                </c:pt>
                <c:pt idx="199">
                  <c:v>40544</c:v>
                </c:pt>
                <c:pt idx="200">
                  <c:v>40575</c:v>
                </c:pt>
                <c:pt idx="201">
                  <c:v>40603</c:v>
                </c:pt>
                <c:pt idx="202">
                  <c:v>40634</c:v>
                </c:pt>
                <c:pt idx="203">
                  <c:v>40664</c:v>
                </c:pt>
                <c:pt idx="204">
                  <c:v>40695</c:v>
                </c:pt>
                <c:pt idx="205">
                  <c:v>40725</c:v>
                </c:pt>
                <c:pt idx="206">
                  <c:v>40756</c:v>
                </c:pt>
                <c:pt idx="207">
                  <c:v>40787</c:v>
                </c:pt>
                <c:pt idx="208">
                  <c:v>40817</c:v>
                </c:pt>
                <c:pt idx="209">
                  <c:v>40848</c:v>
                </c:pt>
                <c:pt idx="210">
                  <c:v>40878</c:v>
                </c:pt>
                <c:pt idx="211">
                  <c:v>40909</c:v>
                </c:pt>
                <c:pt idx="212">
                  <c:v>40940</c:v>
                </c:pt>
                <c:pt idx="213">
                  <c:v>40969</c:v>
                </c:pt>
                <c:pt idx="214">
                  <c:v>41000</c:v>
                </c:pt>
                <c:pt idx="215">
                  <c:v>41030</c:v>
                </c:pt>
                <c:pt idx="216">
                  <c:v>41061</c:v>
                </c:pt>
                <c:pt idx="217">
                  <c:v>41091</c:v>
                </c:pt>
                <c:pt idx="218">
                  <c:v>41122</c:v>
                </c:pt>
                <c:pt idx="219">
                  <c:v>41153</c:v>
                </c:pt>
                <c:pt idx="220">
                  <c:v>41183</c:v>
                </c:pt>
                <c:pt idx="221">
                  <c:v>41214</c:v>
                </c:pt>
                <c:pt idx="222">
                  <c:v>41244</c:v>
                </c:pt>
                <c:pt idx="223">
                  <c:v>41275</c:v>
                </c:pt>
                <c:pt idx="224">
                  <c:v>41306</c:v>
                </c:pt>
                <c:pt idx="225">
                  <c:v>41334</c:v>
                </c:pt>
                <c:pt idx="226">
                  <c:v>41365</c:v>
                </c:pt>
                <c:pt idx="227">
                  <c:v>41395</c:v>
                </c:pt>
                <c:pt idx="228">
                  <c:v>41426</c:v>
                </c:pt>
                <c:pt idx="229">
                  <c:v>41456</c:v>
                </c:pt>
                <c:pt idx="230">
                  <c:v>41487</c:v>
                </c:pt>
                <c:pt idx="231">
                  <c:v>41518</c:v>
                </c:pt>
                <c:pt idx="232">
                  <c:v>41548</c:v>
                </c:pt>
                <c:pt idx="233">
                  <c:v>41579</c:v>
                </c:pt>
                <c:pt idx="234">
                  <c:v>41609</c:v>
                </c:pt>
                <c:pt idx="235">
                  <c:v>41640</c:v>
                </c:pt>
                <c:pt idx="236">
                  <c:v>41671</c:v>
                </c:pt>
                <c:pt idx="237">
                  <c:v>41699</c:v>
                </c:pt>
                <c:pt idx="238">
                  <c:v>41730</c:v>
                </c:pt>
                <c:pt idx="239">
                  <c:v>41760</c:v>
                </c:pt>
                <c:pt idx="240">
                  <c:v>41791</c:v>
                </c:pt>
                <c:pt idx="241">
                  <c:v>41821</c:v>
                </c:pt>
                <c:pt idx="242">
                  <c:v>41852</c:v>
                </c:pt>
                <c:pt idx="243">
                  <c:v>41883</c:v>
                </c:pt>
                <c:pt idx="244">
                  <c:v>41913</c:v>
                </c:pt>
                <c:pt idx="245">
                  <c:v>41944</c:v>
                </c:pt>
                <c:pt idx="246">
                  <c:v>41974</c:v>
                </c:pt>
                <c:pt idx="247">
                  <c:v>42005</c:v>
                </c:pt>
                <c:pt idx="248">
                  <c:v>42036</c:v>
                </c:pt>
                <c:pt idx="249">
                  <c:v>42064</c:v>
                </c:pt>
                <c:pt idx="250">
                  <c:v>42095</c:v>
                </c:pt>
                <c:pt idx="251">
                  <c:v>42125</c:v>
                </c:pt>
                <c:pt idx="252">
                  <c:v>42156</c:v>
                </c:pt>
                <c:pt idx="253">
                  <c:v>42186</c:v>
                </c:pt>
                <c:pt idx="254">
                  <c:v>42217</c:v>
                </c:pt>
                <c:pt idx="255">
                  <c:v>42248</c:v>
                </c:pt>
                <c:pt idx="256">
                  <c:v>42278</c:v>
                </c:pt>
                <c:pt idx="257">
                  <c:v>42309</c:v>
                </c:pt>
                <c:pt idx="258">
                  <c:v>42339</c:v>
                </c:pt>
                <c:pt idx="259">
                  <c:v>42370</c:v>
                </c:pt>
                <c:pt idx="260">
                  <c:v>42401</c:v>
                </c:pt>
                <c:pt idx="261">
                  <c:v>42430</c:v>
                </c:pt>
              </c:numCache>
            </c:numRef>
          </c:cat>
          <c:val>
            <c:numRef>
              <c:f>Sheet1!$C$2:$C$263</c:f>
              <c:numCache>
                <c:formatCode>General</c:formatCode>
                <c:ptCount val="262"/>
                <c:pt idx="0">
                  <c:v>1.22248216146741</c:v>
                </c:pt>
                <c:pt idx="1">
                  <c:v>1.94596221793718</c:v>
                </c:pt>
                <c:pt idx="2">
                  <c:v>1.18507545101925</c:v>
                </c:pt>
                <c:pt idx="3">
                  <c:v>3.5813110000519202</c:v>
                </c:pt>
                <c:pt idx="4">
                  <c:v>3.6722370606922201</c:v>
                </c:pt>
                <c:pt idx="5">
                  <c:v>3.2997085342996102</c:v>
                </c:pt>
                <c:pt idx="6">
                  <c:v>3.2360134212476699</c:v>
                </c:pt>
                <c:pt idx="7">
                  <c:v>2.90550648104547</c:v>
                </c:pt>
                <c:pt idx="8">
                  <c:v>2.8138152642877001</c:v>
                </c:pt>
                <c:pt idx="9">
                  <c:v>2.1197166603572599</c:v>
                </c:pt>
                <c:pt idx="10">
                  <c:v>2.3265959156670801</c:v>
                </c:pt>
                <c:pt idx="11">
                  <c:v>3.4119080269406901</c:v>
                </c:pt>
                <c:pt idx="12">
                  <c:v>4.3077081464128604</c:v>
                </c:pt>
                <c:pt idx="13">
                  <c:v>4.8045853251966202</c:v>
                </c:pt>
                <c:pt idx="14">
                  <c:v>5.7734513977530399</c:v>
                </c:pt>
                <c:pt idx="15">
                  <c:v>5.9591041429371296</c:v>
                </c:pt>
                <c:pt idx="16">
                  <c:v>6.2109194090703097</c:v>
                </c:pt>
                <c:pt idx="17">
                  <c:v>5.0466314063862798</c:v>
                </c:pt>
                <c:pt idx="18">
                  <c:v>5.2777225219500803</c:v>
                </c:pt>
                <c:pt idx="19">
                  <c:v>4.8847806302562704</c:v>
                </c:pt>
                <c:pt idx="20">
                  <c:v>5.22633024389983</c:v>
                </c:pt>
                <c:pt idx="21">
                  <c:v>4.0724598170964796</c:v>
                </c:pt>
                <c:pt idx="22">
                  <c:v>4.29299411948901</c:v>
                </c:pt>
                <c:pt idx="23">
                  <c:v>5.4954807270099799</c:v>
                </c:pt>
                <c:pt idx="24">
                  <c:v>5.2935776703538799</c:v>
                </c:pt>
                <c:pt idx="25">
                  <c:v>5.1113614585839704</c:v>
                </c:pt>
                <c:pt idx="26">
                  <c:v>5.5123606490116801</c:v>
                </c:pt>
                <c:pt idx="27">
                  <c:v>4.9537213010482297</c:v>
                </c:pt>
                <c:pt idx="28">
                  <c:v>5.2192876341077401</c:v>
                </c:pt>
                <c:pt idx="29">
                  <c:v>4.7618368503963202</c:v>
                </c:pt>
                <c:pt idx="30">
                  <c:v>4.5959286402089496</c:v>
                </c:pt>
                <c:pt idx="31">
                  <c:v>4.6168227569895901</c:v>
                </c:pt>
                <c:pt idx="32">
                  <c:v>0.86500563117483098</c:v>
                </c:pt>
                <c:pt idx="33">
                  <c:v>5.5498176209455403</c:v>
                </c:pt>
                <c:pt idx="34">
                  <c:v>5.7215587682577196</c:v>
                </c:pt>
                <c:pt idx="35">
                  <c:v>5.7571154867262804</c:v>
                </c:pt>
                <c:pt idx="36">
                  <c:v>6.5926003690006603</c:v>
                </c:pt>
                <c:pt idx="37">
                  <c:v>6.8230131213683398</c:v>
                </c:pt>
                <c:pt idx="38">
                  <c:v>7.2652102110743</c:v>
                </c:pt>
                <c:pt idx="39">
                  <c:v>6.0961928377524499</c:v>
                </c:pt>
                <c:pt idx="40">
                  <c:v>6.2063346786504896</c:v>
                </c:pt>
                <c:pt idx="41">
                  <c:v>6.02669356850142</c:v>
                </c:pt>
                <c:pt idx="42">
                  <c:v>6.3273726501008003</c:v>
                </c:pt>
                <c:pt idx="43">
                  <c:v>4.5487755334908799</c:v>
                </c:pt>
                <c:pt idx="44">
                  <c:v>4.9914946282468504</c:v>
                </c:pt>
                <c:pt idx="45">
                  <c:v>6.4259796068490402</c:v>
                </c:pt>
                <c:pt idx="46">
                  <c:v>5.9881213051573603</c:v>
                </c:pt>
                <c:pt idx="47">
                  <c:v>5.7908248830454001</c:v>
                </c:pt>
                <c:pt idx="48">
                  <c:v>6.0730667343609799</c:v>
                </c:pt>
                <c:pt idx="49">
                  <c:v>7.33593066790639</c:v>
                </c:pt>
                <c:pt idx="50">
                  <c:v>7.1613863573591701</c:v>
                </c:pt>
                <c:pt idx="51">
                  <c:v>5.8249635716797101</c:v>
                </c:pt>
                <c:pt idx="52">
                  <c:v>5.7148531071833002</c:v>
                </c:pt>
                <c:pt idx="53">
                  <c:v>4.2625060410661604</c:v>
                </c:pt>
                <c:pt idx="54">
                  <c:v>3.3004371383304698</c:v>
                </c:pt>
                <c:pt idx="55">
                  <c:v>1.7007490165896499</c:v>
                </c:pt>
                <c:pt idx="56">
                  <c:v>2.0784948823360598</c:v>
                </c:pt>
                <c:pt idx="57">
                  <c:v>2.9392306540885502</c:v>
                </c:pt>
                <c:pt idx="58">
                  <c:v>3.7616228945341899</c:v>
                </c:pt>
                <c:pt idx="59">
                  <c:v>4.3044881524057503</c:v>
                </c:pt>
                <c:pt idx="60">
                  <c:v>5.0557882491953396</c:v>
                </c:pt>
                <c:pt idx="61">
                  <c:v>5.6792945396950598</c:v>
                </c:pt>
                <c:pt idx="62">
                  <c:v>5.9817305543794204</c:v>
                </c:pt>
                <c:pt idx="63">
                  <c:v>5.1744984827649203</c:v>
                </c:pt>
                <c:pt idx="64">
                  <c:v>5.24908794474959</c:v>
                </c:pt>
                <c:pt idx="65">
                  <c:v>4.9059196390499302</c:v>
                </c:pt>
                <c:pt idx="66">
                  <c:v>5.2028844488319796</c:v>
                </c:pt>
                <c:pt idx="67">
                  <c:v>3.9536900739565399</c:v>
                </c:pt>
                <c:pt idx="68">
                  <c:v>3.9748723075506298</c:v>
                </c:pt>
                <c:pt idx="69">
                  <c:v>5.2169413506747597</c:v>
                </c:pt>
                <c:pt idx="70">
                  <c:v>6.1289797832615598</c:v>
                </c:pt>
                <c:pt idx="71">
                  <c:v>6.9678739571551702</c:v>
                </c:pt>
                <c:pt idx="72">
                  <c:v>6.9593343855655299</c:v>
                </c:pt>
                <c:pt idx="73">
                  <c:v>7.2911429421247798</c:v>
                </c:pt>
                <c:pt idx="74">
                  <c:v>7.8687939243021097</c:v>
                </c:pt>
                <c:pt idx="75">
                  <c:v>6.9821327973636196</c:v>
                </c:pt>
                <c:pt idx="76">
                  <c:v>7.1800299766366003</c:v>
                </c:pt>
                <c:pt idx="77">
                  <c:v>6.7236112935684904</c:v>
                </c:pt>
                <c:pt idx="78">
                  <c:v>7.160864639853</c:v>
                </c:pt>
                <c:pt idx="79">
                  <c:v>5.7619337008485196</c:v>
                </c:pt>
                <c:pt idx="80">
                  <c:v>6.4541596073202303</c:v>
                </c:pt>
                <c:pt idx="81">
                  <c:v>8.7186278946679092</c:v>
                </c:pt>
                <c:pt idx="82">
                  <c:v>9.6835072278202894</c:v>
                </c:pt>
                <c:pt idx="83">
                  <c:v>10.2112612587045</c:v>
                </c:pt>
                <c:pt idx="84">
                  <c:v>10.4818158817737</c:v>
                </c:pt>
                <c:pt idx="85">
                  <c:v>9.7928141003710198</c:v>
                </c:pt>
                <c:pt idx="86">
                  <c:v>10.183978945889899</c:v>
                </c:pt>
                <c:pt idx="87">
                  <c:v>8.9357118426743192</c:v>
                </c:pt>
                <c:pt idx="88">
                  <c:v>8.3695948444428403</c:v>
                </c:pt>
                <c:pt idx="89">
                  <c:v>7.9149961012235499</c:v>
                </c:pt>
                <c:pt idx="90">
                  <c:v>7.0667227141551701</c:v>
                </c:pt>
                <c:pt idx="91">
                  <c:v>4.1380320813932601</c:v>
                </c:pt>
                <c:pt idx="92">
                  <c:v>3.6632252520630599</c:v>
                </c:pt>
                <c:pt idx="93">
                  <c:v>4.1651488670843504</c:v>
                </c:pt>
                <c:pt idx="94">
                  <c:v>5.7960713370307504</c:v>
                </c:pt>
                <c:pt idx="95">
                  <c:v>6.0601540961445401</c:v>
                </c:pt>
                <c:pt idx="96">
                  <c:v>7.0353357283153297</c:v>
                </c:pt>
                <c:pt idx="97">
                  <c:v>7.2236472207451703</c:v>
                </c:pt>
                <c:pt idx="98">
                  <c:v>7.4906363664442903</c:v>
                </c:pt>
                <c:pt idx="99">
                  <c:v>7.2826407958842401</c:v>
                </c:pt>
                <c:pt idx="100">
                  <c:v>7.9085384926109601</c:v>
                </c:pt>
                <c:pt idx="101">
                  <c:v>5.2417663104436603</c:v>
                </c:pt>
                <c:pt idx="102">
                  <c:v>2.5947169760417901</c:v>
                </c:pt>
                <c:pt idx="103">
                  <c:v>1.6104830005562401</c:v>
                </c:pt>
                <c:pt idx="104">
                  <c:v>2.1256323907220298</c:v>
                </c:pt>
                <c:pt idx="105">
                  <c:v>2.74312432036271</c:v>
                </c:pt>
                <c:pt idx="106">
                  <c:v>3.5476863546428801</c:v>
                </c:pt>
                <c:pt idx="107">
                  <c:v>2.8481693194433899</c:v>
                </c:pt>
                <c:pt idx="108">
                  <c:v>2.7994683425690998</c:v>
                </c:pt>
                <c:pt idx="109">
                  <c:v>1.1024642619343199</c:v>
                </c:pt>
                <c:pt idx="110">
                  <c:v>1.47687440948774</c:v>
                </c:pt>
                <c:pt idx="111">
                  <c:v>2.5316856546890998</c:v>
                </c:pt>
                <c:pt idx="112">
                  <c:v>2.2897105810968701</c:v>
                </c:pt>
                <c:pt idx="113">
                  <c:v>2.36059129003293</c:v>
                </c:pt>
                <c:pt idx="114">
                  <c:v>2.96258095325584</c:v>
                </c:pt>
                <c:pt idx="115">
                  <c:v>2.45907629003643</c:v>
                </c:pt>
                <c:pt idx="116">
                  <c:v>2.9237470142923501</c:v>
                </c:pt>
                <c:pt idx="117">
                  <c:v>4.1970132701721701</c:v>
                </c:pt>
                <c:pt idx="118">
                  <c:v>5.2124494317280803</c:v>
                </c:pt>
                <c:pt idx="119">
                  <c:v>5.5415527891726297</c:v>
                </c:pt>
                <c:pt idx="120">
                  <c:v>6.1256487013013796</c:v>
                </c:pt>
                <c:pt idx="121">
                  <c:v>6.2020932630276198</c:v>
                </c:pt>
                <c:pt idx="122">
                  <c:v>6.9772936992009402</c:v>
                </c:pt>
                <c:pt idx="123">
                  <c:v>6.5162412068599096</c:v>
                </c:pt>
                <c:pt idx="124">
                  <c:v>7.0020380571676801</c:v>
                </c:pt>
                <c:pt idx="125">
                  <c:v>6.86231344817761</c:v>
                </c:pt>
                <c:pt idx="126">
                  <c:v>7.3608658495144903</c:v>
                </c:pt>
                <c:pt idx="127">
                  <c:v>5.63699519995345</c:v>
                </c:pt>
                <c:pt idx="128">
                  <c:v>6.1712755480011099</c:v>
                </c:pt>
                <c:pt idx="129">
                  <c:v>8.3854769642295999</c:v>
                </c:pt>
                <c:pt idx="130">
                  <c:v>8.6644261294525098</c:v>
                </c:pt>
                <c:pt idx="131">
                  <c:v>9.8827226169080795</c:v>
                </c:pt>
                <c:pt idx="132">
                  <c:v>11.211305328138801</c:v>
                </c:pt>
                <c:pt idx="133">
                  <c:v>11.455574868922101</c:v>
                </c:pt>
                <c:pt idx="134">
                  <c:v>10.961602069317699</c:v>
                </c:pt>
                <c:pt idx="135">
                  <c:v>8.6061739409926297</c:v>
                </c:pt>
                <c:pt idx="136">
                  <c:v>8.3965082325074594</c:v>
                </c:pt>
                <c:pt idx="137">
                  <c:v>7.29848863387297</c:v>
                </c:pt>
                <c:pt idx="138">
                  <c:v>6.9267826721058103</c:v>
                </c:pt>
                <c:pt idx="139">
                  <c:v>5.3244517710973804</c:v>
                </c:pt>
                <c:pt idx="140">
                  <c:v>6.0649282469176597</c:v>
                </c:pt>
                <c:pt idx="141">
                  <c:v>7.8171479545355904</c:v>
                </c:pt>
                <c:pt idx="142">
                  <c:v>8.7204269727622599</c:v>
                </c:pt>
                <c:pt idx="143">
                  <c:v>9.40201597927215</c:v>
                </c:pt>
                <c:pt idx="144">
                  <c:v>10.0454771767567</c:v>
                </c:pt>
                <c:pt idx="145">
                  <c:v>9.2471726763176303</c:v>
                </c:pt>
                <c:pt idx="146">
                  <c:v>9.1235972662755707</c:v>
                </c:pt>
                <c:pt idx="147">
                  <c:v>8.5459543818067605</c:v>
                </c:pt>
                <c:pt idx="148">
                  <c:v>8.6936036932608296</c:v>
                </c:pt>
                <c:pt idx="149">
                  <c:v>7.9054903877167497</c:v>
                </c:pt>
                <c:pt idx="150">
                  <c:v>8.3280658105213696</c:v>
                </c:pt>
                <c:pt idx="151">
                  <c:v>6.2784678627931001</c:v>
                </c:pt>
                <c:pt idx="152">
                  <c:v>6.1985579313216403</c:v>
                </c:pt>
                <c:pt idx="153">
                  <c:v>7.8421207233849399</c:v>
                </c:pt>
                <c:pt idx="154">
                  <c:v>8.5073647842977795</c:v>
                </c:pt>
                <c:pt idx="155">
                  <c:v>8.5422455494872001</c:v>
                </c:pt>
                <c:pt idx="156">
                  <c:v>8.5087197582552108</c:v>
                </c:pt>
                <c:pt idx="157">
                  <c:v>6.4452479012907098</c:v>
                </c:pt>
                <c:pt idx="158">
                  <c:v>5.9681808881432996</c:v>
                </c:pt>
                <c:pt idx="159">
                  <c:v>5.0900712269744997</c:v>
                </c:pt>
                <c:pt idx="160">
                  <c:v>5.3052476673951601</c:v>
                </c:pt>
                <c:pt idx="161">
                  <c:v>4.76270104949326</c:v>
                </c:pt>
                <c:pt idx="162">
                  <c:v>5.0660569517855398</c:v>
                </c:pt>
                <c:pt idx="163">
                  <c:v>3.8420860731334798</c:v>
                </c:pt>
                <c:pt idx="164">
                  <c:v>4.1831847904190402</c:v>
                </c:pt>
                <c:pt idx="165">
                  <c:v>5.2277923826803097</c:v>
                </c:pt>
                <c:pt idx="166">
                  <c:v>5.4199159343836802</c:v>
                </c:pt>
                <c:pt idx="167">
                  <c:v>5.8263168798409097</c:v>
                </c:pt>
                <c:pt idx="168">
                  <c:v>5.8865566087076502</c:v>
                </c:pt>
                <c:pt idx="169">
                  <c:v>5.1024001933093297</c:v>
                </c:pt>
                <c:pt idx="170">
                  <c:v>5.06235918998087</c:v>
                </c:pt>
                <c:pt idx="171">
                  <c:v>4.19633082871725</c:v>
                </c:pt>
                <c:pt idx="172">
                  <c:v>4.7197231784650304</c:v>
                </c:pt>
                <c:pt idx="173">
                  <c:v>4.1264627449137601</c:v>
                </c:pt>
                <c:pt idx="174">
                  <c:v>4.35189733973667</c:v>
                </c:pt>
                <c:pt idx="175">
                  <c:v>3.7686043772031801</c:v>
                </c:pt>
                <c:pt idx="176">
                  <c:v>3.06657014149526</c:v>
                </c:pt>
                <c:pt idx="177">
                  <c:v>1.8342995057465099</c:v>
                </c:pt>
                <c:pt idx="178">
                  <c:v>0.94200386626491805</c:v>
                </c:pt>
                <c:pt idx="179">
                  <c:v>1.2538545997306201</c:v>
                </c:pt>
                <c:pt idx="180">
                  <c:v>1.7356265033736999</c:v>
                </c:pt>
                <c:pt idx="181">
                  <c:v>1.81884250029526</c:v>
                </c:pt>
                <c:pt idx="182">
                  <c:v>1.68443598064441</c:v>
                </c:pt>
                <c:pt idx="183">
                  <c:v>1.6549043624400199</c:v>
                </c:pt>
                <c:pt idx="184">
                  <c:v>1.9776437071481501</c:v>
                </c:pt>
                <c:pt idx="185">
                  <c:v>1.98727392358342</c:v>
                </c:pt>
                <c:pt idx="186">
                  <c:v>2.2225370613205002</c:v>
                </c:pt>
                <c:pt idx="187">
                  <c:v>1.7612522479296699</c:v>
                </c:pt>
                <c:pt idx="188">
                  <c:v>1.9591320714782201</c:v>
                </c:pt>
                <c:pt idx="189">
                  <c:v>2.7379282956442701</c:v>
                </c:pt>
                <c:pt idx="190">
                  <c:v>3.2397563158568001</c:v>
                </c:pt>
                <c:pt idx="191">
                  <c:v>3.58263133218784</c:v>
                </c:pt>
                <c:pt idx="192">
                  <c:v>4.1194412657850199</c:v>
                </c:pt>
                <c:pt idx="193">
                  <c:v>3.4314136081145801</c:v>
                </c:pt>
                <c:pt idx="194">
                  <c:v>1.31946941683875</c:v>
                </c:pt>
                <c:pt idx="195">
                  <c:v>0.75515343987321304</c:v>
                </c:pt>
                <c:pt idx="196">
                  <c:v>0.82069994029342297</c:v>
                </c:pt>
                <c:pt idx="197">
                  <c:v>0.82428201482343</c:v>
                </c:pt>
                <c:pt idx="198">
                  <c:v>0.72802233588482601</c:v>
                </c:pt>
                <c:pt idx="199">
                  <c:v>0.92545546426282499</c:v>
                </c:pt>
                <c:pt idx="200">
                  <c:v>1.10637413766695</c:v>
                </c:pt>
                <c:pt idx="201">
                  <c:v>2.1758052116289601</c:v>
                </c:pt>
                <c:pt idx="202">
                  <c:v>2.27207301012136</c:v>
                </c:pt>
                <c:pt idx="203">
                  <c:v>2.6277811131224702</c:v>
                </c:pt>
                <c:pt idx="204">
                  <c:v>2.3343448520177401</c:v>
                </c:pt>
                <c:pt idx="205">
                  <c:v>2.0643681526637598</c:v>
                </c:pt>
                <c:pt idx="206">
                  <c:v>2.8925509740302502</c:v>
                </c:pt>
                <c:pt idx="207">
                  <c:v>1.9263664272572001</c:v>
                </c:pt>
                <c:pt idx="208">
                  <c:v>1.8691932359313299</c:v>
                </c:pt>
                <c:pt idx="209">
                  <c:v>1.5400522893486299</c:v>
                </c:pt>
                <c:pt idx="210">
                  <c:v>1.3661380877134399</c:v>
                </c:pt>
                <c:pt idx="211">
                  <c:v>1.0676773734196801</c:v>
                </c:pt>
                <c:pt idx="212">
                  <c:v>0.81166991121532905</c:v>
                </c:pt>
                <c:pt idx="213">
                  <c:v>0.97412723751890695</c:v>
                </c:pt>
                <c:pt idx="214">
                  <c:v>0.77217275767368398</c:v>
                </c:pt>
                <c:pt idx="215">
                  <c:v>0.54434344441250904</c:v>
                </c:pt>
                <c:pt idx="216">
                  <c:v>0.55869311066677496</c:v>
                </c:pt>
                <c:pt idx="217">
                  <c:v>0.47777285281228599</c:v>
                </c:pt>
                <c:pt idx="218">
                  <c:v>0.351404771085229</c:v>
                </c:pt>
                <c:pt idx="219">
                  <c:v>0.26028165407634402</c:v>
                </c:pt>
                <c:pt idx="220">
                  <c:v>0.257856359298692</c:v>
                </c:pt>
                <c:pt idx="221">
                  <c:v>0.22333322544210199</c:v>
                </c:pt>
                <c:pt idx="222">
                  <c:v>0.20487773053734501</c:v>
                </c:pt>
                <c:pt idx="223">
                  <c:v>0.175302462628601</c:v>
                </c:pt>
                <c:pt idx="224">
                  <c:v>0.26928586779310099</c:v>
                </c:pt>
                <c:pt idx="225">
                  <c:v>0.45919611224708401</c:v>
                </c:pt>
                <c:pt idx="226">
                  <c:v>0.60321872888112704</c:v>
                </c:pt>
                <c:pt idx="227">
                  <c:v>0.64579487428354498</c:v>
                </c:pt>
                <c:pt idx="228">
                  <c:v>0.86107066373840602</c:v>
                </c:pt>
                <c:pt idx="229">
                  <c:v>2.5091954044721101</c:v>
                </c:pt>
                <c:pt idx="230">
                  <c:v>3.07692111763743</c:v>
                </c:pt>
                <c:pt idx="231">
                  <c:v>2.7373496560250001</c:v>
                </c:pt>
                <c:pt idx="232">
                  <c:v>2.8544588233106598</c:v>
                </c:pt>
                <c:pt idx="233">
                  <c:v>2.5426744626626498</c:v>
                </c:pt>
                <c:pt idx="234">
                  <c:v>2.7911663786192902</c:v>
                </c:pt>
                <c:pt idx="235">
                  <c:v>2.3357159557280598</c:v>
                </c:pt>
                <c:pt idx="236">
                  <c:v>2.6222974612154801</c:v>
                </c:pt>
                <c:pt idx="237">
                  <c:v>3.64646105348797</c:v>
                </c:pt>
                <c:pt idx="238">
                  <c:v>4.4671051389839498</c:v>
                </c:pt>
                <c:pt idx="239">
                  <c:v>5.25790518866964</c:v>
                </c:pt>
                <c:pt idx="240">
                  <c:v>6.2699190588944997</c:v>
                </c:pt>
                <c:pt idx="241">
                  <c:v>6.1929450233403802</c:v>
                </c:pt>
                <c:pt idx="242">
                  <c:v>6.5398555495662496</c:v>
                </c:pt>
                <c:pt idx="243">
                  <c:v>5.7017342522227201</c:v>
                </c:pt>
                <c:pt idx="244">
                  <c:v>5.7033882478199196</c:v>
                </c:pt>
                <c:pt idx="245">
                  <c:v>5.2249066858103799</c:v>
                </c:pt>
                <c:pt idx="246">
                  <c:v>5.2693484118423903</c:v>
                </c:pt>
                <c:pt idx="247">
                  <c:v>2.4167042937254402</c:v>
                </c:pt>
                <c:pt idx="248">
                  <c:v>1.24369651093744</c:v>
                </c:pt>
                <c:pt idx="249">
                  <c:v>1.70345218667098</c:v>
                </c:pt>
                <c:pt idx="250">
                  <c:v>2.1589686972364701</c:v>
                </c:pt>
                <c:pt idx="251">
                  <c:v>2.03120446867571</c:v>
                </c:pt>
                <c:pt idx="252">
                  <c:v>4.1033143245971697</c:v>
                </c:pt>
                <c:pt idx="253">
                  <c:v>7.7460493013475604</c:v>
                </c:pt>
                <c:pt idx="254">
                  <c:v>7.7961345169634999</c:v>
                </c:pt>
                <c:pt idx="255">
                  <c:v>5.8792944932008302</c:v>
                </c:pt>
                <c:pt idx="256">
                  <c:v>5.3629851421297303</c:v>
                </c:pt>
                <c:pt idx="257">
                  <c:v>2.4331163872952501</c:v>
                </c:pt>
                <c:pt idx="258">
                  <c:v>6.1036547549202904</c:v>
                </c:pt>
                <c:pt idx="259">
                  <c:v>4.60710561018925</c:v>
                </c:pt>
                <c:pt idx="260">
                  <c:v>3.6218678041216901</c:v>
                </c:pt>
                <c:pt idx="261">
                  <c:v>2.1199396636264201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Sheet1!$A$2:$A$263</c:f>
              <c:numCache>
                <c:formatCode>m/d/yyyy</c:formatCode>
                <c:ptCount val="262"/>
                <c:pt idx="0">
                  <c:v>34366</c:v>
                </c:pt>
                <c:pt idx="1">
                  <c:v>34394</c:v>
                </c:pt>
                <c:pt idx="2">
                  <c:v>34486</c:v>
                </c:pt>
                <c:pt idx="3">
                  <c:v>34516</c:v>
                </c:pt>
                <c:pt idx="4">
                  <c:v>34547</c:v>
                </c:pt>
                <c:pt idx="5">
                  <c:v>34578</c:v>
                </c:pt>
                <c:pt idx="6">
                  <c:v>34608</c:v>
                </c:pt>
                <c:pt idx="7">
                  <c:v>34639</c:v>
                </c:pt>
                <c:pt idx="8">
                  <c:v>34669</c:v>
                </c:pt>
                <c:pt idx="9">
                  <c:v>34700</c:v>
                </c:pt>
                <c:pt idx="10">
                  <c:v>34731</c:v>
                </c:pt>
                <c:pt idx="11">
                  <c:v>34759</c:v>
                </c:pt>
                <c:pt idx="12">
                  <c:v>34790</c:v>
                </c:pt>
                <c:pt idx="13">
                  <c:v>34820</c:v>
                </c:pt>
                <c:pt idx="14">
                  <c:v>34851</c:v>
                </c:pt>
                <c:pt idx="15">
                  <c:v>34881</c:v>
                </c:pt>
                <c:pt idx="16">
                  <c:v>34912</c:v>
                </c:pt>
                <c:pt idx="17">
                  <c:v>34943</c:v>
                </c:pt>
                <c:pt idx="18">
                  <c:v>34973</c:v>
                </c:pt>
                <c:pt idx="19">
                  <c:v>35004</c:v>
                </c:pt>
                <c:pt idx="20">
                  <c:v>35034</c:v>
                </c:pt>
                <c:pt idx="21">
                  <c:v>35065</c:v>
                </c:pt>
                <c:pt idx="22">
                  <c:v>35096</c:v>
                </c:pt>
                <c:pt idx="23">
                  <c:v>35125</c:v>
                </c:pt>
                <c:pt idx="24">
                  <c:v>35156</c:v>
                </c:pt>
                <c:pt idx="25">
                  <c:v>35186</c:v>
                </c:pt>
                <c:pt idx="26">
                  <c:v>35217</c:v>
                </c:pt>
                <c:pt idx="27">
                  <c:v>35247</c:v>
                </c:pt>
                <c:pt idx="28">
                  <c:v>35278</c:v>
                </c:pt>
                <c:pt idx="29">
                  <c:v>35309</c:v>
                </c:pt>
                <c:pt idx="30">
                  <c:v>35339</c:v>
                </c:pt>
                <c:pt idx="31">
                  <c:v>35370</c:v>
                </c:pt>
                <c:pt idx="32">
                  <c:v>35462</c:v>
                </c:pt>
                <c:pt idx="33">
                  <c:v>35490</c:v>
                </c:pt>
                <c:pt idx="34">
                  <c:v>35521</c:v>
                </c:pt>
                <c:pt idx="35">
                  <c:v>35551</c:v>
                </c:pt>
                <c:pt idx="36">
                  <c:v>35582</c:v>
                </c:pt>
                <c:pt idx="37">
                  <c:v>35612</c:v>
                </c:pt>
                <c:pt idx="38">
                  <c:v>35643</c:v>
                </c:pt>
                <c:pt idx="39">
                  <c:v>35674</c:v>
                </c:pt>
                <c:pt idx="40">
                  <c:v>35704</c:v>
                </c:pt>
                <c:pt idx="41">
                  <c:v>35735</c:v>
                </c:pt>
                <c:pt idx="42">
                  <c:v>35765</c:v>
                </c:pt>
                <c:pt idx="43">
                  <c:v>35796</c:v>
                </c:pt>
                <c:pt idx="44">
                  <c:v>35827</c:v>
                </c:pt>
                <c:pt idx="45">
                  <c:v>35855</c:v>
                </c:pt>
                <c:pt idx="46">
                  <c:v>35886</c:v>
                </c:pt>
                <c:pt idx="47">
                  <c:v>35916</c:v>
                </c:pt>
                <c:pt idx="48">
                  <c:v>35947</c:v>
                </c:pt>
                <c:pt idx="49">
                  <c:v>35977</c:v>
                </c:pt>
                <c:pt idx="50">
                  <c:v>36008</c:v>
                </c:pt>
                <c:pt idx="51">
                  <c:v>36039</c:v>
                </c:pt>
                <c:pt idx="52">
                  <c:v>36069</c:v>
                </c:pt>
                <c:pt idx="53">
                  <c:v>36100</c:v>
                </c:pt>
                <c:pt idx="54">
                  <c:v>36130</c:v>
                </c:pt>
                <c:pt idx="55">
                  <c:v>36161</c:v>
                </c:pt>
                <c:pt idx="56">
                  <c:v>36192</c:v>
                </c:pt>
                <c:pt idx="57">
                  <c:v>36220</c:v>
                </c:pt>
                <c:pt idx="58">
                  <c:v>36251</c:v>
                </c:pt>
                <c:pt idx="59">
                  <c:v>36281</c:v>
                </c:pt>
                <c:pt idx="60">
                  <c:v>36312</c:v>
                </c:pt>
                <c:pt idx="61">
                  <c:v>36342</c:v>
                </c:pt>
                <c:pt idx="62">
                  <c:v>36373</c:v>
                </c:pt>
                <c:pt idx="63">
                  <c:v>36404</c:v>
                </c:pt>
                <c:pt idx="64">
                  <c:v>36434</c:v>
                </c:pt>
                <c:pt idx="65">
                  <c:v>36465</c:v>
                </c:pt>
                <c:pt idx="66">
                  <c:v>36495</c:v>
                </c:pt>
                <c:pt idx="67">
                  <c:v>36526</c:v>
                </c:pt>
                <c:pt idx="68">
                  <c:v>36557</c:v>
                </c:pt>
                <c:pt idx="69">
                  <c:v>36586</c:v>
                </c:pt>
                <c:pt idx="70">
                  <c:v>36617</c:v>
                </c:pt>
                <c:pt idx="71">
                  <c:v>36647</c:v>
                </c:pt>
                <c:pt idx="72">
                  <c:v>36678</c:v>
                </c:pt>
                <c:pt idx="73">
                  <c:v>36708</c:v>
                </c:pt>
                <c:pt idx="74">
                  <c:v>36739</c:v>
                </c:pt>
                <c:pt idx="75">
                  <c:v>36770</c:v>
                </c:pt>
                <c:pt idx="76">
                  <c:v>36800</c:v>
                </c:pt>
                <c:pt idx="77">
                  <c:v>36831</c:v>
                </c:pt>
                <c:pt idx="78">
                  <c:v>36861</c:v>
                </c:pt>
                <c:pt idx="79">
                  <c:v>36892</c:v>
                </c:pt>
                <c:pt idx="80">
                  <c:v>36923</c:v>
                </c:pt>
                <c:pt idx="81">
                  <c:v>36951</c:v>
                </c:pt>
                <c:pt idx="82">
                  <c:v>36982</c:v>
                </c:pt>
                <c:pt idx="83">
                  <c:v>37012</c:v>
                </c:pt>
                <c:pt idx="84">
                  <c:v>37043</c:v>
                </c:pt>
                <c:pt idx="85">
                  <c:v>37073</c:v>
                </c:pt>
                <c:pt idx="86">
                  <c:v>37104</c:v>
                </c:pt>
                <c:pt idx="87">
                  <c:v>37135</c:v>
                </c:pt>
                <c:pt idx="88">
                  <c:v>37165</c:v>
                </c:pt>
                <c:pt idx="89">
                  <c:v>37196</c:v>
                </c:pt>
                <c:pt idx="90">
                  <c:v>37226</c:v>
                </c:pt>
                <c:pt idx="91">
                  <c:v>37257</c:v>
                </c:pt>
                <c:pt idx="92">
                  <c:v>37288</c:v>
                </c:pt>
                <c:pt idx="93">
                  <c:v>37316</c:v>
                </c:pt>
                <c:pt idx="94">
                  <c:v>37347</c:v>
                </c:pt>
                <c:pt idx="95">
                  <c:v>37377</c:v>
                </c:pt>
                <c:pt idx="96">
                  <c:v>37408</c:v>
                </c:pt>
                <c:pt idx="97">
                  <c:v>37438</c:v>
                </c:pt>
                <c:pt idx="98">
                  <c:v>37469</c:v>
                </c:pt>
                <c:pt idx="99">
                  <c:v>37500</c:v>
                </c:pt>
                <c:pt idx="100">
                  <c:v>37530</c:v>
                </c:pt>
                <c:pt idx="101">
                  <c:v>37561</c:v>
                </c:pt>
                <c:pt idx="102">
                  <c:v>37591</c:v>
                </c:pt>
                <c:pt idx="103">
                  <c:v>37622</c:v>
                </c:pt>
                <c:pt idx="104">
                  <c:v>37653</c:v>
                </c:pt>
                <c:pt idx="105">
                  <c:v>37681</c:v>
                </c:pt>
                <c:pt idx="106">
                  <c:v>37712</c:v>
                </c:pt>
                <c:pt idx="107">
                  <c:v>37742</c:v>
                </c:pt>
                <c:pt idx="108">
                  <c:v>37773</c:v>
                </c:pt>
                <c:pt idx="109">
                  <c:v>37803</c:v>
                </c:pt>
                <c:pt idx="110">
                  <c:v>37834</c:v>
                </c:pt>
                <c:pt idx="111">
                  <c:v>37865</c:v>
                </c:pt>
                <c:pt idx="112">
                  <c:v>37895</c:v>
                </c:pt>
                <c:pt idx="113">
                  <c:v>37926</c:v>
                </c:pt>
                <c:pt idx="114">
                  <c:v>37956</c:v>
                </c:pt>
                <c:pt idx="115">
                  <c:v>37987</c:v>
                </c:pt>
                <c:pt idx="116">
                  <c:v>38018</c:v>
                </c:pt>
                <c:pt idx="117">
                  <c:v>38047</c:v>
                </c:pt>
                <c:pt idx="118">
                  <c:v>38078</c:v>
                </c:pt>
                <c:pt idx="119">
                  <c:v>38108</c:v>
                </c:pt>
                <c:pt idx="120">
                  <c:v>38139</c:v>
                </c:pt>
                <c:pt idx="121">
                  <c:v>38169</c:v>
                </c:pt>
                <c:pt idx="122">
                  <c:v>38200</c:v>
                </c:pt>
                <c:pt idx="123">
                  <c:v>38231</c:v>
                </c:pt>
                <c:pt idx="124">
                  <c:v>38261</c:v>
                </c:pt>
                <c:pt idx="125">
                  <c:v>38292</c:v>
                </c:pt>
                <c:pt idx="126">
                  <c:v>38322</c:v>
                </c:pt>
                <c:pt idx="127">
                  <c:v>38353</c:v>
                </c:pt>
                <c:pt idx="128">
                  <c:v>38384</c:v>
                </c:pt>
                <c:pt idx="129">
                  <c:v>38412</c:v>
                </c:pt>
                <c:pt idx="130">
                  <c:v>38443</c:v>
                </c:pt>
                <c:pt idx="131">
                  <c:v>38473</c:v>
                </c:pt>
                <c:pt idx="132">
                  <c:v>38504</c:v>
                </c:pt>
                <c:pt idx="133">
                  <c:v>38534</c:v>
                </c:pt>
                <c:pt idx="134">
                  <c:v>38565</c:v>
                </c:pt>
                <c:pt idx="135">
                  <c:v>38596</c:v>
                </c:pt>
                <c:pt idx="136">
                  <c:v>38626</c:v>
                </c:pt>
                <c:pt idx="137">
                  <c:v>38657</c:v>
                </c:pt>
                <c:pt idx="138">
                  <c:v>38687</c:v>
                </c:pt>
                <c:pt idx="139">
                  <c:v>38718</c:v>
                </c:pt>
                <c:pt idx="140">
                  <c:v>38749</c:v>
                </c:pt>
                <c:pt idx="141">
                  <c:v>38777</c:v>
                </c:pt>
                <c:pt idx="142">
                  <c:v>38808</c:v>
                </c:pt>
                <c:pt idx="143">
                  <c:v>38838</c:v>
                </c:pt>
                <c:pt idx="144">
                  <c:v>38869</c:v>
                </c:pt>
                <c:pt idx="145">
                  <c:v>38899</c:v>
                </c:pt>
                <c:pt idx="146">
                  <c:v>38930</c:v>
                </c:pt>
                <c:pt idx="147">
                  <c:v>38961</c:v>
                </c:pt>
                <c:pt idx="148">
                  <c:v>38991</c:v>
                </c:pt>
                <c:pt idx="149">
                  <c:v>39022</c:v>
                </c:pt>
                <c:pt idx="150">
                  <c:v>39052</c:v>
                </c:pt>
                <c:pt idx="151">
                  <c:v>39083</c:v>
                </c:pt>
                <c:pt idx="152">
                  <c:v>39114</c:v>
                </c:pt>
                <c:pt idx="153">
                  <c:v>39142</c:v>
                </c:pt>
                <c:pt idx="154">
                  <c:v>39173</c:v>
                </c:pt>
                <c:pt idx="155">
                  <c:v>39203</c:v>
                </c:pt>
                <c:pt idx="156">
                  <c:v>39234</c:v>
                </c:pt>
                <c:pt idx="157">
                  <c:v>39264</c:v>
                </c:pt>
                <c:pt idx="158">
                  <c:v>39295</c:v>
                </c:pt>
                <c:pt idx="159">
                  <c:v>39326</c:v>
                </c:pt>
                <c:pt idx="160">
                  <c:v>39356</c:v>
                </c:pt>
                <c:pt idx="161">
                  <c:v>39387</c:v>
                </c:pt>
                <c:pt idx="162">
                  <c:v>39417</c:v>
                </c:pt>
                <c:pt idx="163">
                  <c:v>39448</c:v>
                </c:pt>
                <c:pt idx="164">
                  <c:v>39479</c:v>
                </c:pt>
                <c:pt idx="165">
                  <c:v>39508</c:v>
                </c:pt>
                <c:pt idx="166">
                  <c:v>39539</c:v>
                </c:pt>
                <c:pt idx="167">
                  <c:v>39569</c:v>
                </c:pt>
                <c:pt idx="168">
                  <c:v>39600</c:v>
                </c:pt>
                <c:pt idx="169">
                  <c:v>39630</c:v>
                </c:pt>
                <c:pt idx="170">
                  <c:v>39661</c:v>
                </c:pt>
                <c:pt idx="171">
                  <c:v>39692</c:v>
                </c:pt>
                <c:pt idx="172">
                  <c:v>39722</c:v>
                </c:pt>
                <c:pt idx="173">
                  <c:v>39753</c:v>
                </c:pt>
                <c:pt idx="174">
                  <c:v>39783</c:v>
                </c:pt>
                <c:pt idx="175">
                  <c:v>39814</c:v>
                </c:pt>
                <c:pt idx="176">
                  <c:v>39845</c:v>
                </c:pt>
                <c:pt idx="177">
                  <c:v>39873</c:v>
                </c:pt>
                <c:pt idx="178">
                  <c:v>39904</c:v>
                </c:pt>
                <c:pt idx="179">
                  <c:v>39934</c:v>
                </c:pt>
                <c:pt idx="180">
                  <c:v>39965</c:v>
                </c:pt>
                <c:pt idx="181">
                  <c:v>39995</c:v>
                </c:pt>
                <c:pt idx="182">
                  <c:v>40026</c:v>
                </c:pt>
                <c:pt idx="183">
                  <c:v>40057</c:v>
                </c:pt>
                <c:pt idx="184">
                  <c:v>40087</c:v>
                </c:pt>
                <c:pt idx="185">
                  <c:v>40118</c:v>
                </c:pt>
                <c:pt idx="186">
                  <c:v>40148</c:v>
                </c:pt>
                <c:pt idx="187">
                  <c:v>40179</c:v>
                </c:pt>
                <c:pt idx="188">
                  <c:v>40210</c:v>
                </c:pt>
                <c:pt idx="189">
                  <c:v>40238</c:v>
                </c:pt>
                <c:pt idx="190">
                  <c:v>40269</c:v>
                </c:pt>
                <c:pt idx="191">
                  <c:v>40299</c:v>
                </c:pt>
                <c:pt idx="192">
                  <c:v>40330</c:v>
                </c:pt>
                <c:pt idx="193">
                  <c:v>40360</c:v>
                </c:pt>
                <c:pt idx="194">
                  <c:v>40391</c:v>
                </c:pt>
                <c:pt idx="195">
                  <c:v>40422</c:v>
                </c:pt>
                <c:pt idx="196">
                  <c:v>40452</c:v>
                </c:pt>
                <c:pt idx="197">
                  <c:v>40483</c:v>
                </c:pt>
                <c:pt idx="198">
                  <c:v>40513</c:v>
                </c:pt>
                <c:pt idx="199">
                  <c:v>40544</c:v>
                </c:pt>
                <c:pt idx="200">
                  <c:v>40575</c:v>
                </c:pt>
                <c:pt idx="201">
                  <c:v>40603</c:v>
                </c:pt>
                <c:pt idx="202">
                  <c:v>40634</c:v>
                </c:pt>
                <c:pt idx="203">
                  <c:v>40664</c:v>
                </c:pt>
                <c:pt idx="204">
                  <c:v>40695</c:v>
                </c:pt>
                <c:pt idx="205">
                  <c:v>40725</c:v>
                </c:pt>
                <c:pt idx="206">
                  <c:v>40756</c:v>
                </c:pt>
                <c:pt idx="207">
                  <c:v>40787</c:v>
                </c:pt>
                <c:pt idx="208">
                  <c:v>40817</c:v>
                </c:pt>
                <c:pt idx="209">
                  <c:v>40848</c:v>
                </c:pt>
                <c:pt idx="210">
                  <c:v>40878</c:v>
                </c:pt>
                <c:pt idx="211">
                  <c:v>40909</c:v>
                </c:pt>
                <c:pt idx="212">
                  <c:v>40940</c:v>
                </c:pt>
                <c:pt idx="213">
                  <c:v>40969</c:v>
                </c:pt>
                <c:pt idx="214">
                  <c:v>41000</c:v>
                </c:pt>
                <c:pt idx="215">
                  <c:v>41030</c:v>
                </c:pt>
                <c:pt idx="216">
                  <c:v>41061</c:v>
                </c:pt>
                <c:pt idx="217">
                  <c:v>41091</c:v>
                </c:pt>
                <c:pt idx="218">
                  <c:v>41122</c:v>
                </c:pt>
                <c:pt idx="219">
                  <c:v>41153</c:v>
                </c:pt>
                <c:pt idx="220">
                  <c:v>41183</c:v>
                </c:pt>
                <c:pt idx="221">
                  <c:v>41214</c:v>
                </c:pt>
                <c:pt idx="222">
                  <c:v>41244</c:v>
                </c:pt>
                <c:pt idx="223">
                  <c:v>41275</c:v>
                </c:pt>
                <c:pt idx="224">
                  <c:v>41306</c:v>
                </c:pt>
                <c:pt idx="225">
                  <c:v>41334</c:v>
                </c:pt>
                <c:pt idx="226">
                  <c:v>41365</c:v>
                </c:pt>
                <c:pt idx="227">
                  <c:v>41395</c:v>
                </c:pt>
                <c:pt idx="228">
                  <c:v>41426</c:v>
                </c:pt>
                <c:pt idx="229">
                  <c:v>41456</c:v>
                </c:pt>
                <c:pt idx="230">
                  <c:v>41487</c:v>
                </c:pt>
                <c:pt idx="231">
                  <c:v>41518</c:v>
                </c:pt>
                <c:pt idx="232">
                  <c:v>41548</c:v>
                </c:pt>
                <c:pt idx="233">
                  <c:v>41579</c:v>
                </c:pt>
                <c:pt idx="234">
                  <c:v>41609</c:v>
                </c:pt>
                <c:pt idx="235">
                  <c:v>41640</c:v>
                </c:pt>
                <c:pt idx="236">
                  <c:v>41671</c:v>
                </c:pt>
                <c:pt idx="237">
                  <c:v>41699</c:v>
                </c:pt>
                <c:pt idx="238">
                  <c:v>41730</c:v>
                </c:pt>
                <c:pt idx="239">
                  <c:v>41760</c:v>
                </c:pt>
                <c:pt idx="240">
                  <c:v>41791</c:v>
                </c:pt>
                <c:pt idx="241">
                  <c:v>41821</c:v>
                </c:pt>
                <c:pt idx="242">
                  <c:v>41852</c:v>
                </c:pt>
                <c:pt idx="243">
                  <c:v>41883</c:v>
                </c:pt>
                <c:pt idx="244">
                  <c:v>41913</c:v>
                </c:pt>
                <c:pt idx="245">
                  <c:v>41944</c:v>
                </c:pt>
                <c:pt idx="246">
                  <c:v>41974</c:v>
                </c:pt>
                <c:pt idx="247">
                  <c:v>42005</c:v>
                </c:pt>
                <c:pt idx="248">
                  <c:v>42036</c:v>
                </c:pt>
                <c:pt idx="249">
                  <c:v>42064</c:v>
                </c:pt>
                <c:pt idx="250">
                  <c:v>42095</c:v>
                </c:pt>
                <c:pt idx="251">
                  <c:v>42125</c:v>
                </c:pt>
                <c:pt idx="252">
                  <c:v>42156</c:v>
                </c:pt>
                <c:pt idx="253">
                  <c:v>42186</c:v>
                </c:pt>
                <c:pt idx="254">
                  <c:v>42217</c:v>
                </c:pt>
                <c:pt idx="255">
                  <c:v>42248</c:v>
                </c:pt>
                <c:pt idx="256">
                  <c:v>42278</c:v>
                </c:pt>
                <c:pt idx="257">
                  <c:v>42309</c:v>
                </c:pt>
                <c:pt idx="258">
                  <c:v>42339</c:v>
                </c:pt>
                <c:pt idx="259">
                  <c:v>42370</c:v>
                </c:pt>
                <c:pt idx="260">
                  <c:v>42401</c:v>
                </c:pt>
                <c:pt idx="261">
                  <c:v>42430</c:v>
                </c:pt>
              </c:numCache>
            </c:numRef>
          </c:cat>
          <c:val>
            <c:numRef>
              <c:f>Sheet1!$D$2:$D$263</c:f>
              <c:numCache>
                <c:formatCode>General</c:formatCode>
                <c:ptCount val="262"/>
                <c:pt idx="0">
                  <c:v>1.01261866487001</c:v>
                </c:pt>
                <c:pt idx="1">
                  <c:v>1.6178197847977001</c:v>
                </c:pt>
                <c:pt idx="2">
                  <c:v>1.0724392289887099</c:v>
                </c:pt>
                <c:pt idx="3">
                  <c:v>3.5718071290018201</c:v>
                </c:pt>
                <c:pt idx="4">
                  <c:v>3.6949527327678799</c:v>
                </c:pt>
                <c:pt idx="5">
                  <c:v>3.3568520072143202</c:v>
                </c:pt>
                <c:pt idx="6">
                  <c:v>3.3104104351800201</c:v>
                </c:pt>
                <c:pt idx="7">
                  <c:v>3.0271815261049202</c:v>
                </c:pt>
                <c:pt idx="8">
                  <c:v>2.88861134311172</c:v>
                </c:pt>
                <c:pt idx="9">
                  <c:v>2.1731402834767901</c:v>
                </c:pt>
                <c:pt idx="10">
                  <c:v>2.3914629701346599</c:v>
                </c:pt>
                <c:pt idx="11">
                  <c:v>3.56284656442442</c:v>
                </c:pt>
                <c:pt idx="12">
                  <c:v>4.4727074992365203</c:v>
                </c:pt>
                <c:pt idx="13">
                  <c:v>4.9258805497294702</c:v>
                </c:pt>
                <c:pt idx="14">
                  <c:v>5.86042139694172</c:v>
                </c:pt>
                <c:pt idx="15">
                  <c:v>6.0775019146766196</c:v>
                </c:pt>
                <c:pt idx="16">
                  <c:v>6.38382138098605</c:v>
                </c:pt>
                <c:pt idx="17">
                  <c:v>5.0747218890472601</c:v>
                </c:pt>
                <c:pt idx="18">
                  <c:v>5.4316834260827802</c:v>
                </c:pt>
                <c:pt idx="19">
                  <c:v>4.96817828362762</c:v>
                </c:pt>
                <c:pt idx="20">
                  <c:v>5.3295611332687702</c:v>
                </c:pt>
                <c:pt idx="21">
                  <c:v>4.40208575874634</c:v>
                </c:pt>
                <c:pt idx="22">
                  <c:v>4.5359376988794198</c:v>
                </c:pt>
                <c:pt idx="23">
                  <c:v>5.8141258766461803</c:v>
                </c:pt>
                <c:pt idx="24">
                  <c:v>5.4346312793932698</c:v>
                </c:pt>
                <c:pt idx="25">
                  <c:v>5.0877313941315201</c:v>
                </c:pt>
                <c:pt idx="26">
                  <c:v>5.5358942657534502</c:v>
                </c:pt>
                <c:pt idx="27">
                  <c:v>4.9443644200753996</c:v>
                </c:pt>
                <c:pt idx="28">
                  <c:v>5.2052300808368903</c:v>
                </c:pt>
                <c:pt idx="29">
                  <c:v>4.7703312495806198</c:v>
                </c:pt>
                <c:pt idx="30">
                  <c:v>4.5712049417443597</c:v>
                </c:pt>
                <c:pt idx="31">
                  <c:v>4.5845285073781996</c:v>
                </c:pt>
                <c:pt idx="32">
                  <c:v>0.77153884434574305</c:v>
                </c:pt>
                <c:pt idx="33">
                  <c:v>5.5185049241341702</c:v>
                </c:pt>
                <c:pt idx="34">
                  <c:v>5.5474940062888098</c:v>
                </c:pt>
                <c:pt idx="35">
                  <c:v>5.5647056271675099</c:v>
                </c:pt>
                <c:pt idx="36">
                  <c:v>6.3580054883221502</c:v>
                </c:pt>
                <c:pt idx="37">
                  <c:v>6.7046536687271701</c:v>
                </c:pt>
                <c:pt idx="38">
                  <c:v>7.0605635864634504</c:v>
                </c:pt>
                <c:pt idx="39">
                  <c:v>5.8848540848215203</c:v>
                </c:pt>
                <c:pt idx="40">
                  <c:v>5.9502233021858801</c:v>
                </c:pt>
                <c:pt idx="41">
                  <c:v>5.8561115102774401</c:v>
                </c:pt>
                <c:pt idx="42">
                  <c:v>6.2615215254628804</c:v>
                </c:pt>
                <c:pt idx="43">
                  <c:v>4.3586594367265201</c:v>
                </c:pt>
                <c:pt idx="44">
                  <c:v>4.7872993309858902</c:v>
                </c:pt>
                <c:pt idx="45">
                  <c:v>6.1160713307674097</c:v>
                </c:pt>
                <c:pt idx="46">
                  <c:v>5.6752041282865999</c:v>
                </c:pt>
                <c:pt idx="47">
                  <c:v>5.4054346226712102</c:v>
                </c:pt>
                <c:pt idx="48">
                  <c:v>5.5795006608413296</c:v>
                </c:pt>
                <c:pt idx="49">
                  <c:v>6.72273233041824</c:v>
                </c:pt>
                <c:pt idx="50">
                  <c:v>6.51051646556144</c:v>
                </c:pt>
                <c:pt idx="51">
                  <c:v>5.2829975019176398</c:v>
                </c:pt>
                <c:pt idx="52">
                  <c:v>5.1712973466123904</c:v>
                </c:pt>
                <c:pt idx="53">
                  <c:v>3.90766135434317</c:v>
                </c:pt>
                <c:pt idx="54">
                  <c:v>3.0087598075442101</c:v>
                </c:pt>
                <c:pt idx="55">
                  <c:v>1.4891609570887001</c:v>
                </c:pt>
                <c:pt idx="56">
                  <c:v>1.7220757405393099</c:v>
                </c:pt>
                <c:pt idx="57">
                  <c:v>2.4061357300180002</c:v>
                </c:pt>
                <c:pt idx="58">
                  <c:v>3.1922253769363498</c:v>
                </c:pt>
                <c:pt idx="59">
                  <c:v>3.7518331452263398</c:v>
                </c:pt>
                <c:pt idx="60">
                  <c:v>4.48488250415223</c:v>
                </c:pt>
                <c:pt idx="61">
                  <c:v>5.0645390459292097</c:v>
                </c:pt>
                <c:pt idx="62">
                  <c:v>5.3239603469047996</c:v>
                </c:pt>
                <c:pt idx="63">
                  <c:v>4.5940636897405396</c:v>
                </c:pt>
                <c:pt idx="64">
                  <c:v>4.6820499324113296</c:v>
                </c:pt>
                <c:pt idx="65">
                  <c:v>4.4037217299518403</c:v>
                </c:pt>
                <c:pt idx="66">
                  <c:v>4.6959145910073001</c:v>
                </c:pt>
                <c:pt idx="67">
                  <c:v>3.5785964472287399</c:v>
                </c:pt>
                <c:pt idx="68">
                  <c:v>3.59839812308359</c:v>
                </c:pt>
                <c:pt idx="69">
                  <c:v>4.7528451330527401</c:v>
                </c:pt>
                <c:pt idx="70">
                  <c:v>5.5735063388870598</c:v>
                </c:pt>
                <c:pt idx="71">
                  <c:v>6.3275269638273599</c:v>
                </c:pt>
                <c:pt idx="72">
                  <c:v>6.3934547771354504</c:v>
                </c:pt>
                <c:pt idx="73">
                  <c:v>6.6703722701213604</c:v>
                </c:pt>
                <c:pt idx="74">
                  <c:v>7.1782968744668398</c:v>
                </c:pt>
                <c:pt idx="75">
                  <c:v>6.3810457353320098</c:v>
                </c:pt>
                <c:pt idx="76">
                  <c:v>6.5805458278086002</c:v>
                </c:pt>
                <c:pt idx="77">
                  <c:v>6.1771810704536501</c:v>
                </c:pt>
                <c:pt idx="78">
                  <c:v>6.5961730390199502</c:v>
                </c:pt>
                <c:pt idx="79">
                  <c:v>5.5054994863703701</c:v>
                </c:pt>
                <c:pt idx="80">
                  <c:v>6.4356451069484102</c:v>
                </c:pt>
                <c:pt idx="81">
                  <c:v>8.7921147326797797</c:v>
                </c:pt>
                <c:pt idx="82">
                  <c:v>9.8007194222615492</c:v>
                </c:pt>
                <c:pt idx="83">
                  <c:v>10.2599845328455</c:v>
                </c:pt>
                <c:pt idx="84">
                  <c:v>10.2939294952383</c:v>
                </c:pt>
                <c:pt idx="85">
                  <c:v>9.6230739581197895</c:v>
                </c:pt>
                <c:pt idx="86">
                  <c:v>9.9695418282666601</c:v>
                </c:pt>
                <c:pt idx="87">
                  <c:v>9.0076187156134395</c:v>
                </c:pt>
                <c:pt idx="88">
                  <c:v>8.0742459631530803</c:v>
                </c:pt>
                <c:pt idx="89">
                  <c:v>7.8055359403664601</c:v>
                </c:pt>
                <c:pt idx="90">
                  <c:v>6.9213724703426101</c:v>
                </c:pt>
                <c:pt idx="91">
                  <c:v>4.0444890278781704</c:v>
                </c:pt>
                <c:pt idx="92">
                  <c:v>3.4877921420904201</c:v>
                </c:pt>
                <c:pt idx="93">
                  <c:v>3.6841275495577999</c:v>
                </c:pt>
                <c:pt idx="94">
                  <c:v>5.2874541064553897</c:v>
                </c:pt>
                <c:pt idx="95">
                  <c:v>5.49039350368579</c:v>
                </c:pt>
                <c:pt idx="96">
                  <c:v>6.2472486029172396</c:v>
                </c:pt>
                <c:pt idx="97">
                  <c:v>6.7167117988560303</c:v>
                </c:pt>
                <c:pt idx="98">
                  <c:v>7.1733797998871598</c:v>
                </c:pt>
                <c:pt idx="99">
                  <c:v>6.8061149388440096</c:v>
                </c:pt>
                <c:pt idx="100">
                  <c:v>7.6745804563128104</c:v>
                </c:pt>
                <c:pt idx="101">
                  <c:v>5.0764105015019396</c:v>
                </c:pt>
                <c:pt idx="102">
                  <c:v>2.4567955968905002</c:v>
                </c:pt>
                <c:pt idx="103">
                  <c:v>1.4806012322227</c:v>
                </c:pt>
                <c:pt idx="104">
                  <c:v>1.8115739182786601</c:v>
                </c:pt>
                <c:pt idx="105">
                  <c:v>2.3560704436808702</c:v>
                </c:pt>
                <c:pt idx="106">
                  <c:v>3.0689537154515398</c:v>
                </c:pt>
                <c:pt idx="107">
                  <c:v>2.4308525276324402</c:v>
                </c:pt>
                <c:pt idx="108">
                  <c:v>2.4530318447724002</c:v>
                </c:pt>
                <c:pt idx="109">
                  <c:v>1.3225362088444199</c:v>
                </c:pt>
                <c:pt idx="110">
                  <c:v>1.5314863617108401</c:v>
                </c:pt>
                <c:pt idx="111">
                  <c:v>2.2959004898535098</c:v>
                </c:pt>
                <c:pt idx="112">
                  <c:v>1.9025233914434601</c:v>
                </c:pt>
                <c:pt idx="113">
                  <c:v>1.9095112185979299</c:v>
                </c:pt>
                <c:pt idx="114">
                  <c:v>2.4323134487305702</c:v>
                </c:pt>
                <c:pt idx="115">
                  <c:v>2.0886835620517998</c:v>
                </c:pt>
                <c:pt idx="116">
                  <c:v>2.6048895778672199</c:v>
                </c:pt>
                <c:pt idx="117">
                  <c:v>3.94357764979714</c:v>
                </c:pt>
                <c:pt idx="118">
                  <c:v>5.3487793108879602</c:v>
                </c:pt>
                <c:pt idx="119">
                  <c:v>5.5900949078012099</c:v>
                </c:pt>
                <c:pt idx="120">
                  <c:v>5.9524419500362002</c:v>
                </c:pt>
                <c:pt idx="121">
                  <c:v>5.9951938534624203</c:v>
                </c:pt>
                <c:pt idx="122">
                  <c:v>6.7891376639620198</c:v>
                </c:pt>
                <c:pt idx="123">
                  <c:v>6.51014648328895</c:v>
                </c:pt>
                <c:pt idx="124">
                  <c:v>7.0695556092363399</c:v>
                </c:pt>
                <c:pt idx="125">
                  <c:v>6.9564053984988803</c:v>
                </c:pt>
                <c:pt idx="126">
                  <c:v>7.5088899733340799</c:v>
                </c:pt>
                <c:pt idx="127">
                  <c:v>5.7804596672682997</c:v>
                </c:pt>
                <c:pt idx="128">
                  <c:v>6.46577170870468</c:v>
                </c:pt>
                <c:pt idx="129">
                  <c:v>8.7916218071526906</c:v>
                </c:pt>
                <c:pt idx="130">
                  <c:v>9.1089922872074407</c:v>
                </c:pt>
                <c:pt idx="131">
                  <c:v>10.8618932938878</c:v>
                </c:pt>
                <c:pt idx="132">
                  <c:v>12.409680487101999</c:v>
                </c:pt>
                <c:pt idx="133">
                  <c:v>13.061573267737099</c:v>
                </c:pt>
                <c:pt idx="134">
                  <c:v>12.263568093840201</c:v>
                </c:pt>
                <c:pt idx="135">
                  <c:v>9.8921608940954293</c:v>
                </c:pt>
                <c:pt idx="136">
                  <c:v>9.5438355773481707</c:v>
                </c:pt>
                <c:pt idx="137">
                  <c:v>8.0960060204407096</c:v>
                </c:pt>
                <c:pt idx="138">
                  <c:v>7.3795410694839196</c:v>
                </c:pt>
                <c:pt idx="139">
                  <c:v>5.6939595788465702</c:v>
                </c:pt>
                <c:pt idx="140">
                  <c:v>6.5921519039652301</c:v>
                </c:pt>
                <c:pt idx="141">
                  <c:v>8.4424890349596904</c:v>
                </c:pt>
                <c:pt idx="142">
                  <c:v>9.2337869523380007</c:v>
                </c:pt>
                <c:pt idx="143">
                  <c:v>9.7088637272175493</c:v>
                </c:pt>
                <c:pt idx="144">
                  <c:v>10.1460489873859</c:v>
                </c:pt>
                <c:pt idx="145">
                  <c:v>9.0588224489632907</c:v>
                </c:pt>
                <c:pt idx="146">
                  <c:v>8.7413302816161398</c:v>
                </c:pt>
                <c:pt idx="147">
                  <c:v>8.2010296921998602</c:v>
                </c:pt>
                <c:pt idx="148">
                  <c:v>8.3637229714511108</c:v>
                </c:pt>
                <c:pt idx="149">
                  <c:v>7.5573724796541599</c:v>
                </c:pt>
                <c:pt idx="150">
                  <c:v>7.9674441324604297</c:v>
                </c:pt>
                <c:pt idx="151">
                  <c:v>6.0409119279060999</c:v>
                </c:pt>
                <c:pt idx="152">
                  <c:v>5.8725031456404997</c:v>
                </c:pt>
                <c:pt idx="153">
                  <c:v>7.4148513633533204</c:v>
                </c:pt>
                <c:pt idx="154">
                  <c:v>8.10777142568028</c:v>
                </c:pt>
                <c:pt idx="155">
                  <c:v>8.0958363874837502</c:v>
                </c:pt>
                <c:pt idx="156">
                  <c:v>8.0591197812237798</c:v>
                </c:pt>
                <c:pt idx="157">
                  <c:v>5.9899320266609797</c:v>
                </c:pt>
                <c:pt idx="158">
                  <c:v>5.6660262406969304</c:v>
                </c:pt>
                <c:pt idx="159">
                  <c:v>4.9235437404330904</c:v>
                </c:pt>
                <c:pt idx="160">
                  <c:v>5.2445290310520001</c:v>
                </c:pt>
                <c:pt idx="161">
                  <c:v>4.7460601238294204</c:v>
                </c:pt>
                <c:pt idx="162">
                  <c:v>5.1079251703658803</c:v>
                </c:pt>
                <c:pt idx="163">
                  <c:v>3.8740832348999601</c:v>
                </c:pt>
                <c:pt idx="164">
                  <c:v>4.2135255970884202</c:v>
                </c:pt>
                <c:pt idx="165">
                  <c:v>5.2943472597443897</c:v>
                </c:pt>
                <c:pt idx="166">
                  <c:v>5.4569194481125196</c:v>
                </c:pt>
                <c:pt idx="167">
                  <c:v>5.8266017687290299</c:v>
                </c:pt>
                <c:pt idx="168">
                  <c:v>5.6796626424846099</c:v>
                </c:pt>
                <c:pt idx="169">
                  <c:v>4.7314591797580396</c:v>
                </c:pt>
                <c:pt idx="170">
                  <c:v>4.4275866892423696</c:v>
                </c:pt>
                <c:pt idx="171">
                  <c:v>3.43771108761878</c:v>
                </c:pt>
                <c:pt idx="172">
                  <c:v>3.7428207491721199</c:v>
                </c:pt>
                <c:pt idx="173">
                  <c:v>3.1562278812805702</c:v>
                </c:pt>
                <c:pt idx="174">
                  <c:v>3.21625831162258</c:v>
                </c:pt>
                <c:pt idx="175">
                  <c:v>2.7119571585836901</c:v>
                </c:pt>
                <c:pt idx="176">
                  <c:v>2.1389078253993099</c:v>
                </c:pt>
                <c:pt idx="177">
                  <c:v>1.41812087807097</c:v>
                </c:pt>
                <c:pt idx="178">
                  <c:v>0.77562996813011997</c:v>
                </c:pt>
                <c:pt idx="179">
                  <c:v>0.90983174183798499</c:v>
                </c:pt>
                <c:pt idx="180">
                  <c:v>1.09814461274923</c:v>
                </c:pt>
                <c:pt idx="181">
                  <c:v>1.0733289216950199</c:v>
                </c:pt>
                <c:pt idx="182">
                  <c:v>0.99703417436303199</c:v>
                </c:pt>
                <c:pt idx="183">
                  <c:v>0.92166446394381696</c:v>
                </c:pt>
                <c:pt idx="184">
                  <c:v>1.10751779357675</c:v>
                </c:pt>
                <c:pt idx="185">
                  <c:v>1.14985276324745</c:v>
                </c:pt>
                <c:pt idx="186">
                  <c:v>1.36429996658493</c:v>
                </c:pt>
                <c:pt idx="187">
                  <c:v>1.0900887209011201</c:v>
                </c:pt>
                <c:pt idx="188">
                  <c:v>1.2137182314237001</c:v>
                </c:pt>
                <c:pt idx="189">
                  <c:v>1.6890495552156399</c:v>
                </c:pt>
                <c:pt idx="190">
                  <c:v>2.0931807932322202</c:v>
                </c:pt>
                <c:pt idx="191">
                  <c:v>2.43967413521107</c:v>
                </c:pt>
                <c:pt idx="192">
                  <c:v>3.0167739227021801</c:v>
                </c:pt>
                <c:pt idx="193">
                  <c:v>2.75552740065821</c:v>
                </c:pt>
                <c:pt idx="194">
                  <c:v>1.2164986942343801</c:v>
                </c:pt>
                <c:pt idx="195">
                  <c:v>0.74710702531477502</c:v>
                </c:pt>
                <c:pt idx="196">
                  <c:v>0.75812821032565902</c:v>
                </c:pt>
                <c:pt idx="197">
                  <c:v>0.71288430885116905</c:v>
                </c:pt>
                <c:pt idx="198">
                  <c:v>0.69141898657098</c:v>
                </c:pt>
                <c:pt idx="199">
                  <c:v>0.78203864576854598</c:v>
                </c:pt>
                <c:pt idx="200">
                  <c:v>0.82059834388002995</c:v>
                </c:pt>
                <c:pt idx="201">
                  <c:v>1.50920114402462</c:v>
                </c:pt>
                <c:pt idx="202">
                  <c:v>1.5926788753633301</c:v>
                </c:pt>
                <c:pt idx="203">
                  <c:v>1.9264024672517901</c:v>
                </c:pt>
                <c:pt idx="204">
                  <c:v>1.7020986003546099</c:v>
                </c:pt>
                <c:pt idx="205">
                  <c:v>1.67688335325594</c:v>
                </c:pt>
                <c:pt idx="206">
                  <c:v>2.59631499535115</c:v>
                </c:pt>
                <c:pt idx="207">
                  <c:v>2.0893375621375898</c:v>
                </c:pt>
                <c:pt idx="208">
                  <c:v>2.1676523182992402</c:v>
                </c:pt>
                <c:pt idx="209">
                  <c:v>1.75899457180601</c:v>
                </c:pt>
                <c:pt idx="210">
                  <c:v>1.62946767759047</c:v>
                </c:pt>
                <c:pt idx="211">
                  <c:v>1.23163178046674</c:v>
                </c:pt>
                <c:pt idx="212">
                  <c:v>0.92414126696955801</c:v>
                </c:pt>
                <c:pt idx="213">
                  <c:v>1.1103631484510299</c:v>
                </c:pt>
                <c:pt idx="214">
                  <c:v>0.93986566404821204</c:v>
                </c:pt>
                <c:pt idx="215">
                  <c:v>0.682115808166184</c:v>
                </c:pt>
                <c:pt idx="216">
                  <c:v>0.71702037099939897</c:v>
                </c:pt>
                <c:pt idx="217">
                  <c:v>0.60850094251196896</c:v>
                </c:pt>
                <c:pt idx="218">
                  <c:v>0.46816225075497803</c:v>
                </c:pt>
                <c:pt idx="219">
                  <c:v>0.33845557105636198</c:v>
                </c:pt>
                <c:pt idx="220">
                  <c:v>0.34540320028876298</c:v>
                </c:pt>
                <c:pt idx="221">
                  <c:v>0.30536974564493402</c:v>
                </c:pt>
                <c:pt idx="222">
                  <c:v>0.28384032305592799</c:v>
                </c:pt>
                <c:pt idx="223">
                  <c:v>0.24054812278437901</c:v>
                </c:pt>
                <c:pt idx="224">
                  <c:v>0.35157769095622798</c:v>
                </c:pt>
                <c:pt idx="225">
                  <c:v>0.54523322360805504</c:v>
                </c:pt>
                <c:pt idx="226">
                  <c:v>0.68880077231624504</c:v>
                </c:pt>
                <c:pt idx="227">
                  <c:v>0.77667474469831399</c:v>
                </c:pt>
                <c:pt idx="228">
                  <c:v>0.97073853130961196</c:v>
                </c:pt>
                <c:pt idx="229">
                  <c:v>2.4984631762304299</c:v>
                </c:pt>
                <c:pt idx="230">
                  <c:v>3.1805607387268799</c:v>
                </c:pt>
                <c:pt idx="231">
                  <c:v>2.7957477709337502</c:v>
                </c:pt>
                <c:pt idx="232">
                  <c:v>2.9151917422457299</c:v>
                </c:pt>
                <c:pt idx="233">
                  <c:v>2.59320984651528</c:v>
                </c:pt>
                <c:pt idx="234">
                  <c:v>2.87669737232358</c:v>
                </c:pt>
                <c:pt idx="235">
                  <c:v>2.42828505939001</c:v>
                </c:pt>
                <c:pt idx="236">
                  <c:v>2.7208835171910501</c:v>
                </c:pt>
                <c:pt idx="237">
                  <c:v>3.7862327388385801</c:v>
                </c:pt>
                <c:pt idx="238">
                  <c:v>4.5800332741845402</c:v>
                </c:pt>
                <c:pt idx="239">
                  <c:v>5.3035457081838899</c:v>
                </c:pt>
                <c:pt idx="240">
                  <c:v>6.1963129126345198</c:v>
                </c:pt>
                <c:pt idx="241">
                  <c:v>6.11710446708073</c:v>
                </c:pt>
                <c:pt idx="242">
                  <c:v>6.4767450829482396</c:v>
                </c:pt>
                <c:pt idx="243">
                  <c:v>5.6794542533257903</c:v>
                </c:pt>
                <c:pt idx="244">
                  <c:v>5.6287376644176401</c:v>
                </c:pt>
                <c:pt idx="245">
                  <c:v>5.3779617673268199</c:v>
                </c:pt>
                <c:pt idx="246">
                  <c:v>5.4819750630967699</c:v>
                </c:pt>
                <c:pt idx="247">
                  <c:v>2.5321884639515799</c:v>
                </c:pt>
                <c:pt idx="248">
                  <c:v>1.2993638152648299</c:v>
                </c:pt>
                <c:pt idx="249">
                  <c:v>1.7948986705627299</c:v>
                </c:pt>
                <c:pt idx="250">
                  <c:v>2.3349041663457899</c:v>
                </c:pt>
                <c:pt idx="251">
                  <c:v>2.3104054851942202</c:v>
                </c:pt>
                <c:pt idx="252">
                  <c:v>4.5221839861364099</c:v>
                </c:pt>
                <c:pt idx="253">
                  <c:v>8.0601702462318805</c:v>
                </c:pt>
                <c:pt idx="254">
                  <c:v>7.8867124766607803</c:v>
                </c:pt>
                <c:pt idx="255">
                  <c:v>6.3263379788835898</c:v>
                </c:pt>
                <c:pt idx="256">
                  <c:v>5.8139232352170298</c:v>
                </c:pt>
                <c:pt idx="257">
                  <c:v>2.8358178560565399</c:v>
                </c:pt>
                <c:pt idx="258">
                  <c:v>6.41706394600899</c:v>
                </c:pt>
                <c:pt idx="259">
                  <c:v>4.8002302544881896</c:v>
                </c:pt>
                <c:pt idx="260">
                  <c:v>3.9295097442424298</c:v>
                </c:pt>
                <c:pt idx="261">
                  <c:v>2.5052218185300901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1564160"/>
        <c:axId val="120599296"/>
      </c:lineChart>
      <c:dateAx>
        <c:axId val="12156416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120599296"/>
        <c:crosses val="autoZero"/>
        <c:auto val="1"/>
        <c:lblOffset val="100"/>
        <c:baseTimeUnit val="months"/>
        <c:majorUnit val="36"/>
        <c:majorTimeUnit val="months"/>
      </c:dateAx>
      <c:valAx>
        <c:axId val="12059929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21564160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Jumbo</a:t>
            </a:r>
            <a:endParaRPr lang="en-US" dirty="0"/>
          </a:p>
        </c:rich>
      </c:tx>
      <c:layout>
        <c:manualLayout>
          <c:xMode val="edge"/>
          <c:yMode val="edge"/>
          <c:x val="0.44729624856777217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Sheet1!$A$2:$A$60</c:f>
              <c:numCache>
                <c:formatCode>m/d/yyyy</c:formatCode>
                <c:ptCount val="59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40544</c:v>
                </c:pt>
                <c:pt idx="8">
                  <c:v>40575</c:v>
                </c:pt>
                <c:pt idx="9">
                  <c:v>40603</c:v>
                </c:pt>
                <c:pt idx="10">
                  <c:v>40634</c:v>
                </c:pt>
                <c:pt idx="11">
                  <c:v>40664</c:v>
                </c:pt>
                <c:pt idx="12">
                  <c:v>40695</c:v>
                </c:pt>
                <c:pt idx="13">
                  <c:v>40725</c:v>
                </c:pt>
                <c:pt idx="14">
                  <c:v>40756</c:v>
                </c:pt>
                <c:pt idx="15">
                  <c:v>40787</c:v>
                </c:pt>
                <c:pt idx="16">
                  <c:v>40817</c:v>
                </c:pt>
                <c:pt idx="17">
                  <c:v>40848</c:v>
                </c:pt>
                <c:pt idx="18">
                  <c:v>40878</c:v>
                </c:pt>
                <c:pt idx="19">
                  <c:v>40909</c:v>
                </c:pt>
                <c:pt idx="20">
                  <c:v>40940</c:v>
                </c:pt>
                <c:pt idx="21">
                  <c:v>40969</c:v>
                </c:pt>
                <c:pt idx="22">
                  <c:v>41334</c:v>
                </c:pt>
                <c:pt idx="23">
                  <c:v>41365</c:v>
                </c:pt>
                <c:pt idx="24">
                  <c:v>41395</c:v>
                </c:pt>
                <c:pt idx="25">
                  <c:v>41426</c:v>
                </c:pt>
                <c:pt idx="26">
                  <c:v>41456</c:v>
                </c:pt>
                <c:pt idx="27">
                  <c:v>41487</c:v>
                </c:pt>
                <c:pt idx="28">
                  <c:v>41518</c:v>
                </c:pt>
                <c:pt idx="29">
                  <c:v>41548</c:v>
                </c:pt>
                <c:pt idx="30">
                  <c:v>41579</c:v>
                </c:pt>
                <c:pt idx="31">
                  <c:v>41609</c:v>
                </c:pt>
                <c:pt idx="32">
                  <c:v>41640</c:v>
                </c:pt>
                <c:pt idx="33">
                  <c:v>41671</c:v>
                </c:pt>
                <c:pt idx="34">
                  <c:v>41699</c:v>
                </c:pt>
                <c:pt idx="35">
                  <c:v>41730</c:v>
                </c:pt>
                <c:pt idx="36">
                  <c:v>41760</c:v>
                </c:pt>
                <c:pt idx="37">
                  <c:v>41791</c:v>
                </c:pt>
                <c:pt idx="38">
                  <c:v>41821</c:v>
                </c:pt>
                <c:pt idx="39">
                  <c:v>41852</c:v>
                </c:pt>
                <c:pt idx="40">
                  <c:v>41883</c:v>
                </c:pt>
                <c:pt idx="41">
                  <c:v>41913</c:v>
                </c:pt>
                <c:pt idx="42">
                  <c:v>41944</c:v>
                </c:pt>
                <c:pt idx="43">
                  <c:v>41974</c:v>
                </c:pt>
                <c:pt idx="44">
                  <c:v>42005</c:v>
                </c:pt>
                <c:pt idx="45">
                  <c:v>42036</c:v>
                </c:pt>
                <c:pt idx="46">
                  <c:v>42064</c:v>
                </c:pt>
                <c:pt idx="47">
                  <c:v>42095</c:v>
                </c:pt>
                <c:pt idx="48">
                  <c:v>42125</c:v>
                </c:pt>
                <c:pt idx="49">
                  <c:v>42156</c:v>
                </c:pt>
                <c:pt idx="50">
                  <c:v>42186</c:v>
                </c:pt>
                <c:pt idx="51">
                  <c:v>42217</c:v>
                </c:pt>
                <c:pt idx="52">
                  <c:v>42248</c:v>
                </c:pt>
                <c:pt idx="53">
                  <c:v>42278</c:v>
                </c:pt>
                <c:pt idx="54">
                  <c:v>42309</c:v>
                </c:pt>
                <c:pt idx="55">
                  <c:v>42339</c:v>
                </c:pt>
                <c:pt idx="56">
                  <c:v>42370</c:v>
                </c:pt>
                <c:pt idx="57">
                  <c:v>42401</c:v>
                </c:pt>
                <c:pt idx="58">
                  <c:v>42430</c:v>
                </c:pt>
              </c:numCache>
            </c:numRef>
          </c:cat>
          <c:val>
            <c:numRef>
              <c:f>Sheet1!$B$2:$B$60</c:f>
              <c:numCache>
                <c:formatCode>General</c:formatCode>
                <c:ptCount val="59"/>
                <c:pt idx="0">
                  <c:v>0.33129819640627101</c:v>
                </c:pt>
                <c:pt idx="1">
                  <c:v>4.6405563403979402</c:v>
                </c:pt>
                <c:pt idx="2">
                  <c:v>3.0416077113409199</c:v>
                </c:pt>
                <c:pt idx="3">
                  <c:v>6.8969438754592902</c:v>
                </c:pt>
                <c:pt idx="4">
                  <c:v>4.1813427013129596</c:v>
                </c:pt>
                <c:pt idx="5">
                  <c:v>7.1340650502008902</c:v>
                </c:pt>
                <c:pt idx="6">
                  <c:v>7.3962832415352304</c:v>
                </c:pt>
                <c:pt idx="7">
                  <c:v>2.99534083375945</c:v>
                </c:pt>
                <c:pt idx="8">
                  <c:v>0.23849024523044901</c:v>
                </c:pt>
                <c:pt idx="9">
                  <c:v>0.42683799481016999</c:v>
                </c:pt>
                <c:pt idx="10">
                  <c:v>2.2400458173601101</c:v>
                </c:pt>
                <c:pt idx="11">
                  <c:v>2.8233936187380801</c:v>
                </c:pt>
                <c:pt idx="12">
                  <c:v>0.49053453708257599</c:v>
                </c:pt>
                <c:pt idx="13">
                  <c:v>4.2569908169409802E-2</c:v>
                </c:pt>
                <c:pt idx="14">
                  <c:v>2.5453140028708399E-2</c:v>
                </c:pt>
                <c:pt idx="15">
                  <c:v>0.28907446336546799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3.9420454979475399</c:v>
                </c:pt>
                <c:pt idx="27">
                  <c:v>3.07716691560675</c:v>
                </c:pt>
                <c:pt idx="28">
                  <c:v>3.03594120917383</c:v>
                </c:pt>
                <c:pt idx="29">
                  <c:v>2.4552182124600401</c:v>
                </c:pt>
                <c:pt idx="30">
                  <c:v>2.5531865979850101</c:v>
                </c:pt>
                <c:pt idx="31">
                  <c:v>2.5357964063916798</c:v>
                </c:pt>
                <c:pt idx="32">
                  <c:v>2.3716198278637699</c:v>
                </c:pt>
                <c:pt idx="33">
                  <c:v>1.94907248161953</c:v>
                </c:pt>
                <c:pt idx="34">
                  <c:v>2.4401582818588099</c:v>
                </c:pt>
                <c:pt idx="35">
                  <c:v>2.5825424054277</c:v>
                </c:pt>
                <c:pt idx="36">
                  <c:v>3.1766140193642101</c:v>
                </c:pt>
                <c:pt idx="37">
                  <c:v>4.0300781552856701</c:v>
                </c:pt>
                <c:pt idx="38">
                  <c:v>3.4847416160079798</c:v>
                </c:pt>
                <c:pt idx="39">
                  <c:v>4.1961351643856402</c:v>
                </c:pt>
                <c:pt idx="40">
                  <c:v>2.7970804574179899</c:v>
                </c:pt>
                <c:pt idx="41">
                  <c:v>2.79110971574223</c:v>
                </c:pt>
                <c:pt idx="42">
                  <c:v>3.2112593136039198</c:v>
                </c:pt>
                <c:pt idx="43">
                  <c:v>3.4718688114176701</c:v>
                </c:pt>
                <c:pt idx="44">
                  <c:v>0.37910156343183798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5.4940625536270797</c:v>
                </c:pt>
                <c:pt idx="50">
                  <c:v>5.4842710495120697</c:v>
                </c:pt>
                <c:pt idx="51">
                  <c:v>5.1035087087415798</c:v>
                </c:pt>
                <c:pt idx="52">
                  <c:v>3.5524324553155502</c:v>
                </c:pt>
                <c:pt idx="53">
                  <c:v>4.6278351945482799</c:v>
                </c:pt>
                <c:pt idx="54">
                  <c:v>2.3534554210318799</c:v>
                </c:pt>
                <c:pt idx="55">
                  <c:v>4.4837839021339398</c:v>
                </c:pt>
                <c:pt idx="56">
                  <c:v>3.3750992004615301</c:v>
                </c:pt>
                <c:pt idx="57">
                  <c:v>2.3303641494677301</c:v>
                </c:pt>
                <c:pt idx="58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Sheet1!$A$2:$A$60</c:f>
              <c:numCache>
                <c:formatCode>m/d/yyyy</c:formatCode>
                <c:ptCount val="59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40544</c:v>
                </c:pt>
                <c:pt idx="8">
                  <c:v>40575</c:v>
                </c:pt>
                <c:pt idx="9">
                  <c:v>40603</c:v>
                </c:pt>
                <c:pt idx="10">
                  <c:v>40634</c:v>
                </c:pt>
                <c:pt idx="11">
                  <c:v>40664</c:v>
                </c:pt>
                <c:pt idx="12">
                  <c:v>40695</c:v>
                </c:pt>
                <c:pt idx="13">
                  <c:v>40725</c:v>
                </c:pt>
                <c:pt idx="14">
                  <c:v>40756</c:v>
                </c:pt>
                <c:pt idx="15">
                  <c:v>40787</c:v>
                </c:pt>
                <c:pt idx="16">
                  <c:v>40817</c:v>
                </c:pt>
                <c:pt idx="17">
                  <c:v>40848</c:v>
                </c:pt>
                <c:pt idx="18">
                  <c:v>40878</c:v>
                </c:pt>
                <c:pt idx="19">
                  <c:v>40909</c:v>
                </c:pt>
                <c:pt idx="20">
                  <c:v>40940</c:v>
                </c:pt>
                <c:pt idx="21">
                  <c:v>40969</c:v>
                </c:pt>
                <c:pt idx="22">
                  <c:v>41334</c:v>
                </c:pt>
                <c:pt idx="23">
                  <c:v>41365</c:v>
                </c:pt>
                <c:pt idx="24">
                  <c:v>41395</c:v>
                </c:pt>
                <c:pt idx="25">
                  <c:v>41426</c:v>
                </c:pt>
                <c:pt idx="26">
                  <c:v>41456</c:v>
                </c:pt>
                <c:pt idx="27">
                  <c:v>41487</c:v>
                </c:pt>
                <c:pt idx="28">
                  <c:v>41518</c:v>
                </c:pt>
                <c:pt idx="29">
                  <c:v>41548</c:v>
                </c:pt>
                <c:pt idx="30">
                  <c:v>41579</c:v>
                </c:pt>
                <c:pt idx="31">
                  <c:v>41609</c:v>
                </c:pt>
                <c:pt idx="32">
                  <c:v>41640</c:v>
                </c:pt>
                <c:pt idx="33">
                  <c:v>41671</c:v>
                </c:pt>
                <c:pt idx="34">
                  <c:v>41699</c:v>
                </c:pt>
                <c:pt idx="35">
                  <c:v>41730</c:v>
                </c:pt>
                <c:pt idx="36">
                  <c:v>41760</c:v>
                </c:pt>
                <c:pt idx="37">
                  <c:v>41791</c:v>
                </c:pt>
                <c:pt idx="38">
                  <c:v>41821</c:v>
                </c:pt>
                <c:pt idx="39">
                  <c:v>41852</c:v>
                </c:pt>
                <c:pt idx="40">
                  <c:v>41883</c:v>
                </c:pt>
                <c:pt idx="41">
                  <c:v>41913</c:v>
                </c:pt>
                <c:pt idx="42">
                  <c:v>41944</c:v>
                </c:pt>
                <c:pt idx="43">
                  <c:v>41974</c:v>
                </c:pt>
                <c:pt idx="44">
                  <c:v>42005</c:v>
                </c:pt>
                <c:pt idx="45">
                  <c:v>42036</c:v>
                </c:pt>
                <c:pt idx="46">
                  <c:v>42064</c:v>
                </c:pt>
                <c:pt idx="47">
                  <c:v>42095</c:v>
                </c:pt>
                <c:pt idx="48">
                  <c:v>42125</c:v>
                </c:pt>
                <c:pt idx="49">
                  <c:v>42156</c:v>
                </c:pt>
                <c:pt idx="50">
                  <c:v>42186</c:v>
                </c:pt>
                <c:pt idx="51">
                  <c:v>42217</c:v>
                </c:pt>
                <c:pt idx="52">
                  <c:v>42248</c:v>
                </c:pt>
                <c:pt idx="53">
                  <c:v>42278</c:v>
                </c:pt>
                <c:pt idx="54">
                  <c:v>42309</c:v>
                </c:pt>
                <c:pt idx="55">
                  <c:v>42339</c:v>
                </c:pt>
                <c:pt idx="56">
                  <c:v>42370</c:v>
                </c:pt>
                <c:pt idx="57">
                  <c:v>42401</c:v>
                </c:pt>
                <c:pt idx="58">
                  <c:v>42430</c:v>
                </c:pt>
              </c:numCache>
            </c:numRef>
          </c:cat>
          <c:val>
            <c:numRef>
              <c:f>Sheet1!$C$2:$C$60</c:f>
              <c:numCache>
                <c:formatCode>General</c:formatCode>
                <c:ptCount val="59"/>
                <c:pt idx="0">
                  <c:v>0.70777886982632499</c:v>
                </c:pt>
                <c:pt idx="1">
                  <c:v>1.1942044840921799</c:v>
                </c:pt>
                <c:pt idx="2">
                  <c:v>1.32400166830938</c:v>
                </c:pt>
                <c:pt idx="3">
                  <c:v>1.39899855360004</c:v>
                </c:pt>
                <c:pt idx="4">
                  <c:v>1.8391877707759099</c:v>
                </c:pt>
                <c:pt idx="5">
                  <c:v>1.86452179060922</c:v>
                </c:pt>
                <c:pt idx="6">
                  <c:v>2.0891619078509298</c:v>
                </c:pt>
                <c:pt idx="7">
                  <c:v>0.46936130067153398</c:v>
                </c:pt>
                <c:pt idx="8">
                  <c:v>0.62526127458474301</c:v>
                </c:pt>
                <c:pt idx="9">
                  <c:v>0.91382648428343105</c:v>
                </c:pt>
                <c:pt idx="10">
                  <c:v>1.4434601662944899</c:v>
                </c:pt>
                <c:pt idx="11">
                  <c:v>1.9170369882037599</c:v>
                </c:pt>
                <c:pt idx="12">
                  <c:v>2.3998278004107898</c:v>
                </c:pt>
                <c:pt idx="13">
                  <c:v>2.6224116432912798</c:v>
                </c:pt>
                <c:pt idx="14">
                  <c:v>3.0196426302876098</c:v>
                </c:pt>
                <c:pt idx="15">
                  <c:v>2.6540111323651301</c:v>
                </c:pt>
                <c:pt idx="16">
                  <c:v>1.66743021811949</c:v>
                </c:pt>
                <c:pt idx="17">
                  <c:v>1.55533150883042</c:v>
                </c:pt>
                <c:pt idx="18">
                  <c:v>1.8334112294617</c:v>
                </c:pt>
                <c:pt idx="19">
                  <c:v>1.35703071798039</c:v>
                </c:pt>
                <c:pt idx="20">
                  <c:v>1.4906415768274099</c:v>
                </c:pt>
                <c:pt idx="21">
                  <c:v>1.84062885828848</c:v>
                </c:pt>
                <c:pt idx="22">
                  <c:v>1.56705943643463</c:v>
                </c:pt>
                <c:pt idx="23">
                  <c:v>2.19860215370996</c:v>
                </c:pt>
                <c:pt idx="24">
                  <c:v>2.5575521677262598</c:v>
                </c:pt>
                <c:pt idx="25">
                  <c:v>3.4828656789120598</c:v>
                </c:pt>
                <c:pt idx="26">
                  <c:v>2.9916308368509301</c:v>
                </c:pt>
                <c:pt idx="27">
                  <c:v>3.5738423745486299</c:v>
                </c:pt>
                <c:pt idx="28">
                  <c:v>3.1370548159936802</c:v>
                </c:pt>
                <c:pt idx="29">
                  <c:v>3.3178000518006701</c:v>
                </c:pt>
                <c:pt idx="30">
                  <c:v>3.1087436465836098</c:v>
                </c:pt>
                <c:pt idx="31">
                  <c:v>3.39315884081967</c:v>
                </c:pt>
                <c:pt idx="32">
                  <c:v>2.7058442214013998</c:v>
                </c:pt>
                <c:pt idx="33">
                  <c:v>3.0421016781433301</c:v>
                </c:pt>
                <c:pt idx="34">
                  <c:v>4.25393837980537</c:v>
                </c:pt>
                <c:pt idx="35">
                  <c:v>5.1341642265936001</c:v>
                </c:pt>
                <c:pt idx="36">
                  <c:v>6.0195389574911102</c:v>
                </c:pt>
                <c:pt idx="37">
                  <c:v>7.37985183402259</c:v>
                </c:pt>
                <c:pt idx="38">
                  <c:v>7.2261233014441499</c:v>
                </c:pt>
                <c:pt idx="39">
                  <c:v>7.5403490672194504</c:v>
                </c:pt>
                <c:pt idx="40">
                  <c:v>6.5389702025524299</c:v>
                </c:pt>
                <c:pt idx="41">
                  <c:v>6.5469275326824796</c:v>
                </c:pt>
                <c:pt idx="42">
                  <c:v>6.0741760609587896</c:v>
                </c:pt>
                <c:pt idx="43">
                  <c:v>6.1766642958739801</c:v>
                </c:pt>
                <c:pt idx="44">
                  <c:v>4.6093046092126304</c:v>
                </c:pt>
                <c:pt idx="45">
                  <c:v>5.3472205532006702</c:v>
                </c:pt>
                <c:pt idx="46">
                  <c:v>5.6979852694774697</c:v>
                </c:pt>
                <c:pt idx="47">
                  <c:v>6.5233888659856998</c:v>
                </c:pt>
                <c:pt idx="48">
                  <c:v>7.3657280079882197</c:v>
                </c:pt>
                <c:pt idx="49">
                  <c:v>8.7725603471250793</c:v>
                </c:pt>
                <c:pt idx="50">
                  <c:v>8.71056387573155</c:v>
                </c:pt>
                <c:pt idx="51">
                  <c:v>9.0195755109724995</c:v>
                </c:pt>
                <c:pt idx="52">
                  <c:v>7.6301860630637597</c:v>
                </c:pt>
                <c:pt idx="53">
                  <c:v>7.3936640624336496</c:v>
                </c:pt>
                <c:pt idx="54">
                  <c:v>6.6553331913035603</c:v>
                </c:pt>
                <c:pt idx="55">
                  <c:v>7.1521227957115698</c:v>
                </c:pt>
                <c:pt idx="56">
                  <c:v>5.3192906723037696</c:v>
                </c:pt>
                <c:pt idx="57">
                  <c:v>5.4013611897275204</c:v>
                </c:pt>
                <c:pt idx="58">
                  <c:v>7.08198540544854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  <a:prstDash val="solid"/>
            </a:ln>
          </c:spPr>
          <c:marker>
            <c:symbol val="none"/>
          </c:marker>
          <c:cat>
            <c:numRef>
              <c:f>Sheet1!$A$2:$A$60</c:f>
              <c:numCache>
                <c:formatCode>m/d/yyyy</c:formatCode>
                <c:ptCount val="59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40544</c:v>
                </c:pt>
                <c:pt idx="8">
                  <c:v>40575</c:v>
                </c:pt>
                <c:pt idx="9">
                  <c:v>40603</c:v>
                </c:pt>
                <c:pt idx="10">
                  <c:v>40634</c:v>
                </c:pt>
                <c:pt idx="11">
                  <c:v>40664</c:v>
                </c:pt>
                <c:pt idx="12">
                  <c:v>40695</c:v>
                </c:pt>
                <c:pt idx="13">
                  <c:v>40725</c:v>
                </c:pt>
                <c:pt idx="14">
                  <c:v>40756</c:v>
                </c:pt>
                <c:pt idx="15">
                  <c:v>40787</c:v>
                </c:pt>
                <c:pt idx="16">
                  <c:v>40817</c:v>
                </c:pt>
                <c:pt idx="17">
                  <c:v>40848</c:v>
                </c:pt>
                <c:pt idx="18">
                  <c:v>40878</c:v>
                </c:pt>
                <c:pt idx="19">
                  <c:v>40909</c:v>
                </c:pt>
                <c:pt idx="20">
                  <c:v>40940</c:v>
                </c:pt>
                <c:pt idx="21">
                  <c:v>40969</c:v>
                </c:pt>
                <c:pt idx="22">
                  <c:v>41334</c:v>
                </c:pt>
                <c:pt idx="23">
                  <c:v>41365</c:v>
                </c:pt>
                <c:pt idx="24">
                  <c:v>41395</c:v>
                </c:pt>
                <c:pt idx="25">
                  <c:v>41426</c:v>
                </c:pt>
                <c:pt idx="26">
                  <c:v>41456</c:v>
                </c:pt>
                <c:pt idx="27">
                  <c:v>41487</c:v>
                </c:pt>
                <c:pt idx="28">
                  <c:v>41518</c:v>
                </c:pt>
                <c:pt idx="29">
                  <c:v>41548</c:v>
                </c:pt>
                <c:pt idx="30">
                  <c:v>41579</c:v>
                </c:pt>
                <c:pt idx="31">
                  <c:v>41609</c:v>
                </c:pt>
                <c:pt idx="32">
                  <c:v>41640</c:v>
                </c:pt>
                <c:pt idx="33">
                  <c:v>41671</c:v>
                </c:pt>
                <c:pt idx="34">
                  <c:v>41699</c:v>
                </c:pt>
                <c:pt idx="35">
                  <c:v>41730</c:v>
                </c:pt>
                <c:pt idx="36">
                  <c:v>41760</c:v>
                </c:pt>
                <c:pt idx="37">
                  <c:v>41791</c:v>
                </c:pt>
                <c:pt idx="38">
                  <c:v>41821</c:v>
                </c:pt>
                <c:pt idx="39">
                  <c:v>41852</c:v>
                </c:pt>
                <c:pt idx="40">
                  <c:v>41883</c:v>
                </c:pt>
                <c:pt idx="41">
                  <c:v>41913</c:v>
                </c:pt>
                <c:pt idx="42">
                  <c:v>41944</c:v>
                </c:pt>
                <c:pt idx="43">
                  <c:v>41974</c:v>
                </c:pt>
                <c:pt idx="44">
                  <c:v>42005</c:v>
                </c:pt>
                <c:pt idx="45">
                  <c:v>42036</c:v>
                </c:pt>
                <c:pt idx="46">
                  <c:v>42064</c:v>
                </c:pt>
                <c:pt idx="47">
                  <c:v>42095</c:v>
                </c:pt>
                <c:pt idx="48">
                  <c:v>42125</c:v>
                </c:pt>
                <c:pt idx="49">
                  <c:v>42156</c:v>
                </c:pt>
                <c:pt idx="50">
                  <c:v>42186</c:v>
                </c:pt>
                <c:pt idx="51">
                  <c:v>42217</c:v>
                </c:pt>
                <c:pt idx="52">
                  <c:v>42248</c:v>
                </c:pt>
                <c:pt idx="53">
                  <c:v>42278</c:v>
                </c:pt>
                <c:pt idx="54">
                  <c:v>42309</c:v>
                </c:pt>
                <c:pt idx="55">
                  <c:v>42339</c:v>
                </c:pt>
                <c:pt idx="56">
                  <c:v>42370</c:v>
                </c:pt>
                <c:pt idx="57">
                  <c:v>42401</c:v>
                </c:pt>
                <c:pt idx="58">
                  <c:v>42430</c:v>
                </c:pt>
              </c:numCache>
            </c:numRef>
          </c:cat>
          <c:val>
            <c:numRef>
              <c:f>Sheet1!$D$2:$D$60</c:f>
              <c:numCache>
                <c:formatCode>General</c:formatCode>
                <c:ptCount val="59"/>
                <c:pt idx="0">
                  <c:v>0.86242858206499995</c:v>
                </c:pt>
                <c:pt idx="1">
                  <c:v>1.0439700876359701</c:v>
                </c:pt>
                <c:pt idx="2">
                  <c:v>1.0507817501407299</c:v>
                </c:pt>
                <c:pt idx="3">
                  <c:v>0.98714105016863796</c:v>
                </c:pt>
                <c:pt idx="4">
                  <c:v>1.30159522160218</c:v>
                </c:pt>
                <c:pt idx="5">
                  <c:v>1.32302342189433</c:v>
                </c:pt>
                <c:pt idx="6">
                  <c:v>1.5676797986699</c:v>
                </c:pt>
                <c:pt idx="7">
                  <c:v>0.46022150357945002</c:v>
                </c:pt>
                <c:pt idx="8">
                  <c:v>0.48294853628933998</c:v>
                </c:pt>
                <c:pt idx="9">
                  <c:v>0.57162511123079995</c:v>
                </c:pt>
                <c:pt idx="10">
                  <c:v>0.89157479957658903</c:v>
                </c:pt>
                <c:pt idx="11">
                  <c:v>1.20725162650213</c:v>
                </c:pt>
                <c:pt idx="12">
                  <c:v>1.4916817060975101</c:v>
                </c:pt>
                <c:pt idx="13">
                  <c:v>1.97819436097271</c:v>
                </c:pt>
                <c:pt idx="14">
                  <c:v>2.5056369374381502</c:v>
                </c:pt>
                <c:pt idx="15">
                  <c:v>2.72585318158951</c:v>
                </c:pt>
                <c:pt idx="16">
                  <c:v>1.9135601856331601</c:v>
                </c:pt>
                <c:pt idx="17">
                  <c:v>1.81675387363305</c:v>
                </c:pt>
                <c:pt idx="18">
                  <c:v>2.1535162200739602</c:v>
                </c:pt>
                <c:pt idx="19">
                  <c:v>1.6107772186209199</c:v>
                </c:pt>
                <c:pt idx="20">
                  <c:v>1.76270002470774</c:v>
                </c:pt>
                <c:pt idx="21">
                  <c:v>2.15433981932431</c:v>
                </c:pt>
                <c:pt idx="22">
                  <c:v>1.40737960504806</c:v>
                </c:pt>
                <c:pt idx="23">
                  <c:v>1.9404427642651401</c:v>
                </c:pt>
                <c:pt idx="24">
                  <c:v>2.2490065464477098</c:v>
                </c:pt>
                <c:pt idx="25">
                  <c:v>3.3003396880018099</c:v>
                </c:pt>
                <c:pt idx="26">
                  <c:v>3.0798643487492599</c:v>
                </c:pt>
                <c:pt idx="27">
                  <c:v>3.7783479969927698</c:v>
                </c:pt>
                <c:pt idx="28">
                  <c:v>3.26380950397352</c:v>
                </c:pt>
                <c:pt idx="29">
                  <c:v>3.4535198134198302</c:v>
                </c:pt>
                <c:pt idx="30">
                  <c:v>3.2972452441830198</c:v>
                </c:pt>
                <c:pt idx="31">
                  <c:v>3.6234854069843498</c:v>
                </c:pt>
                <c:pt idx="32">
                  <c:v>2.8650100945848398</c:v>
                </c:pt>
                <c:pt idx="33">
                  <c:v>3.2123618698777099</c:v>
                </c:pt>
                <c:pt idx="34">
                  <c:v>4.4836203176333296</c:v>
                </c:pt>
                <c:pt idx="35">
                  <c:v>5.3340514994004797</c:v>
                </c:pt>
                <c:pt idx="36">
                  <c:v>6.1817898539929503</c:v>
                </c:pt>
                <c:pt idx="37">
                  <c:v>7.6461979575288801</c:v>
                </c:pt>
                <c:pt idx="38">
                  <c:v>7.5372359888131397</c:v>
                </c:pt>
                <c:pt idx="39">
                  <c:v>7.9251977190144904</c:v>
                </c:pt>
                <c:pt idx="40">
                  <c:v>6.9520982258338</c:v>
                </c:pt>
                <c:pt idx="41">
                  <c:v>6.88911111775945</c:v>
                </c:pt>
                <c:pt idx="42">
                  <c:v>6.74567336530336</c:v>
                </c:pt>
                <c:pt idx="43">
                  <c:v>7.0990690156113496</c:v>
                </c:pt>
                <c:pt idx="44">
                  <c:v>5.7089408496638301</c:v>
                </c:pt>
                <c:pt idx="45">
                  <c:v>5.6238874540397799</c:v>
                </c:pt>
                <c:pt idx="46">
                  <c:v>5.7787968621248798</c:v>
                </c:pt>
                <c:pt idx="47">
                  <c:v>6.33457738565252</c:v>
                </c:pt>
                <c:pt idx="48">
                  <c:v>7.51528462563933</c:v>
                </c:pt>
                <c:pt idx="49">
                  <c:v>10.9728332904666</c:v>
                </c:pt>
                <c:pt idx="50">
                  <c:v>9.7492641189103804</c:v>
                </c:pt>
                <c:pt idx="51">
                  <c:v>9.8326920201287393</c:v>
                </c:pt>
                <c:pt idx="52">
                  <c:v>8.6350337802841199</c:v>
                </c:pt>
                <c:pt idx="53">
                  <c:v>8.5476675998375509</c:v>
                </c:pt>
                <c:pt idx="54">
                  <c:v>8.2949739176444997</c:v>
                </c:pt>
                <c:pt idx="55">
                  <c:v>7.8825695972802796</c:v>
                </c:pt>
                <c:pt idx="56">
                  <c:v>5.8453702944580002</c:v>
                </c:pt>
                <c:pt idx="57">
                  <c:v>6.46749903865833</c:v>
                </c:pt>
                <c:pt idx="58">
                  <c:v>7.0097848726670096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0633600"/>
        <c:axId val="120639488"/>
      </c:lineChart>
      <c:dateAx>
        <c:axId val="12063360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120639488"/>
        <c:crosses val="autoZero"/>
        <c:auto val="1"/>
        <c:lblOffset val="100"/>
        <c:baseTimeUnit val="months"/>
        <c:majorUnit val="12"/>
        <c:majorTimeUnit val="months"/>
      </c:dateAx>
      <c:valAx>
        <c:axId val="12063948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20633600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CQ</a:t>
            </a:r>
            <a:endParaRPr lang="en-US" dirty="0"/>
          </a:p>
        </c:rich>
      </c:tx>
      <c:layout>
        <c:manualLayout>
          <c:xMode val="edge"/>
          <c:yMode val="edge"/>
          <c:x val="0.44729624856777217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Sheet1!$A$2:$A$78</c:f>
              <c:numCache>
                <c:formatCode>m/d/yyyy</c:formatCode>
                <c:ptCount val="77"/>
                <c:pt idx="0">
                  <c:v>40118</c:v>
                </c:pt>
                <c:pt idx="1">
                  <c:v>40148</c:v>
                </c:pt>
                <c:pt idx="2">
                  <c:v>40179</c:v>
                </c:pt>
                <c:pt idx="3">
                  <c:v>40210</c:v>
                </c:pt>
                <c:pt idx="4">
                  <c:v>40238</c:v>
                </c:pt>
                <c:pt idx="5">
                  <c:v>40269</c:v>
                </c:pt>
                <c:pt idx="6">
                  <c:v>40299</c:v>
                </c:pt>
                <c:pt idx="7">
                  <c:v>40330</c:v>
                </c:pt>
                <c:pt idx="8">
                  <c:v>40360</c:v>
                </c:pt>
                <c:pt idx="9">
                  <c:v>40391</c:v>
                </c:pt>
                <c:pt idx="10">
                  <c:v>40422</c:v>
                </c:pt>
                <c:pt idx="11">
                  <c:v>40452</c:v>
                </c:pt>
                <c:pt idx="12">
                  <c:v>40483</c:v>
                </c:pt>
                <c:pt idx="13">
                  <c:v>40513</c:v>
                </c:pt>
                <c:pt idx="14">
                  <c:v>40544</c:v>
                </c:pt>
                <c:pt idx="15">
                  <c:v>40575</c:v>
                </c:pt>
                <c:pt idx="16">
                  <c:v>40603</c:v>
                </c:pt>
                <c:pt idx="17">
                  <c:v>40634</c:v>
                </c:pt>
                <c:pt idx="18">
                  <c:v>40664</c:v>
                </c:pt>
                <c:pt idx="19">
                  <c:v>40695</c:v>
                </c:pt>
                <c:pt idx="20">
                  <c:v>40725</c:v>
                </c:pt>
                <c:pt idx="21">
                  <c:v>40756</c:v>
                </c:pt>
                <c:pt idx="22">
                  <c:v>40787</c:v>
                </c:pt>
                <c:pt idx="23">
                  <c:v>40817</c:v>
                </c:pt>
                <c:pt idx="24">
                  <c:v>40848</c:v>
                </c:pt>
                <c:pt idx="25">
                  <c:v>40878</c:v>
                </c:pt>
                <c:pt idx="26">
                  <c:v>40909</c:v>
                </c:pt>
                <c:pt idx="27">
                  <c:v>40940</c:v>
                </c:pt>
                <c:pt idx="28">
                  <c:v>40969</c:v>
                </c:pt>
                <c:pt idx="29">
                  <c:v>41000</c:v>
                </c:pt>
                <c:pt idx="30">
                  <c:v>41030</c:v>
                </c:pt>
                <c:pt idx="31">
                  <c:v>41061</c:v>
                </c:pt>
                <c:pt idx="32">
                  <c:v>41091</c:v>
                </c:pt>
                <c:pt idx="33">
                  <c:v>41122</c:v>
                </c:pt>
                <c:pt idx="34">
                  <c:v>41153</c:v>
                </c:pt>
                <c:pt idx="35">
                  <c:v>41183</c:v>
                </c:pt>
                <c:pt idx="36">
                  <c:v>41214</c:v>
                </c:pt>
                <c:pt idx="37">
                  <c:v>41244</c:v>
                </c:pt>
                <c:pt idx="38">
                  <c:v>41275</c:v>
                </c:pt>
                <c:pt idx="39">
                  <c:v>41306</c:v>
                </c:pt>
                <c:pt idx="40">
                  <c:v>41334</c:v>
                </c:pt>
                <c:pt idx="41">
                  <c:v>41365</c:v>
                </c:pt>
                <c:pt idx="42">
                  <c:v>41395</c:v>
                </c:pt>
                <c:pt idx="43">
                  <c:v>41426</c:v>
                </c:pt>
                <c:pt idx="44">
                  <c:v>41456</c:v>
                </c:pt>
                <c:pt idx="45">
                  <c:v>41487</c:v>
                </c:pt>
                <c:pt idx="46">
                  <c:v>41518</c:v>
                </c:pt>
                <c:pt idx="47">
                  <c:v>41548</c:v>
                </c:pt>
                <c:pt idx="48">
                  <c:v>41579</c:v>
                </c:pt>
                <c:pt idx="49">
                  <c:v>41609</c:v>
                </c:pt>
                <c:pt idx="50">
                  <c:v>41640</c:v>
                </c:pt>
                <c:pt idx="51">
                  <c:v>41671</c:v>
                </c:pt>
                <c:pt idx="52">
                  <c:v>41699</c:v>
                </c:pt>
                <c:pt idx="53">
                  <c:v>41730</c:v>
                </c:pt>
                <c:pt idx="54">
                  <c:v>41760</c:v>
                </c:pt>
                <c:pt idx="55">
                  <c:v>41791</c:v>
                </c:pt>
                <c:pt idx="56">
                  <c:v>41821</c:v>
                </c:pt>
                <c:pt idx="57">
                  <c:v>41852</c:v>
                </c:pt>
                <c:pt idx="58">
                  <c:v>41883</c:v>
                </c:pt>
                <c:pt idx="59">
                  <c:v>41913</c:v>
                </c:pt>
                <c:pt idx="60">
                  <c:v>41944</c:v>
                </c:pt>
                <c:pt idx="61">
                  <c:v>41974</c:v>
                </c:pt>
                <c:pt idx="62">
                  <c:v>42005</c:v>
                </c:pt>
                <c:pt idx="63">
                  <c:v>42036</c:v>
                </c:pt>
                <c:pt idx="64">
                  <c:v>42064</c:v>
                </c:pt>
                <c:pt idx="65">
                  <c:v>42095</c:v>
                </c:pt>
                <c:pt idx="66">
                  <c:v>42125</c:v>
                </c:pt>
                <c:pt idx="67">
                  <c:v>42156</c:v>
                </c:pt>
                <c:pt idx="68">
                  <c:v>42186</c:v>
                </c:pt>
                <c:pt idx="69">
                  <c:v>42217</c:v>
                </c:pt>
                <c:pt idx="70">
                  <c:v>42248</c:v>
                </c:pt>
                <c:pt idx="71">
                  <c:v>42278</c:v>
                </c:pt>
                <c:pt idx="72">
                  <c:v>42309</c:v>
                </c:pt>
                <c:pt idx="73">
                  <c:v>42339</c:v>
                </c:pt>
                <c:pt idx="74">
                  <c:v>42370</c:v>
                </c:pt>
                <c:pt idx="75">
                  <c:v>42401</c:v>
                </c:pt>
                <c:pt idx="76">
                  <c:v>42430</c:v>
                </c:pt>
              </c:numCache>
            </c:numRef>
          </c:cat>
          <c:val>
            <c:numRef>
              <c:f>Sheet1!$B$2:$B$78</c:f>
              <c:numCache>
                <c:formatCode>General</c:formatCode>
                <c:ptCount val="77"/>
                <c:pt idx="0">
                  <c:v>0</c:v>
                </c:pt>
                <c:pt idx="1">
                  <c:v>6.72389571161114E-2</c:v>
                </c:pt>
                <c:pt idx="2">
                  <c:v>9.1488551986085298E-2</c:v>
                </c:pt>
                <c:pt idx="3">
                  <c:v>2.0721180425472601</c:v>
                </c:pt>
                <c:pt idx="4">
                  <c:v>5.4274570332890598E-2</c:v>
                </c:pt>
                <c:pt idx="5">
                  <c:v>1.1691674679067801</c:v>
                </c:pt>
                <c:pt idx="6">
                  <c:v>0.89390651164686896</c:v>
                </c:pt>
                <c:pt idx="7">
                  <c:v>0.41990070751173297</c:v>
                </c:pt>
                <c:pt idx="8">
                  <c:v>1.3504491120220099</c:v>
                </c:pt>
                <c:pt idx="9">
                  <c:v>1.56916430953152</c:v>
                </c:pt>
                <c:pt idx="10">
                  <c:v>1.8872928735049801</c:v>
                </c:pt>
                <c:pt idx="11">
                  <c:v>4.3487800350171097</c:v>
                </c:pt>
                <c:pt idx="12">
                  <c:v>2.6294161513963599</c:v>
                </c:pt>
                <c:pt idx="13">
                  <c:v>1.78373836467729</c:v>
                </c:pt>
                <c:pt idx="14">
                  <c:v>0.26286689831798199</c:v>
                </c:pt>
                <c:pt idx="15">
                  <c:v>0.71854278315375297</c:v>
                </c:pt>
                <c:pt idx="16">
                  <c:v>0.555588770663895</c:v>
                </c:pt>
                <c:pt idx="17">
                  <c:v>0.52673592728887897</c:v>
                </c:pt>
                <c:pt idx="18">
                  <c:v>0.31892101179208399</c:v>
                </c:pt>
                <c:pt idx="19">
                  <c:v>0.70374768679063404</c:v>
                </c:pt>
                <c:pt idx="20">
                  <c:v>0.76639760836526605</c:v>
                </c:pt>
                <c:pt idx="21">
                  <c:v>1.4470358343382499</c:v>
                </c:pt>
                <c:pt idx="22">
                  <c:v>3.3435930939889298</c:v>
                </c:pt>
                <c:pt idx="23">
                  <c:v>3.7175200268146899E-2</c:v>
                </c:pt>
                <c:pt idx="24">
                  <c:v>5.1064436931735901E-2</c:v>
                </c:pt>
                <c:pt idx="25">
                  <c:v>0.17379097340153299</c:v>
                </c:pt>
                <c:pt idx="26">
                  <c:v>0.12501954945455299</c:v>
                </c:pt>
                <c:pt idx="27">
                  <c:v>0.15313799044691701</c:v>
                </c:pt>
                <c:pt idx="28">
                  <c:v>0.83019852144378103</c:v>
                </c:pt>
                <c:pt idx="29">
                  <c:v>0.63584154333755605</c:v>
                </c:pt>
                <c:pt idx="30">
                  <c:v>0.54232756910918001</c:v>
                </c:pt>
                <c:pt idx="31">
                  <c:v>1.12132153806267</c:v>
                </c:pt>
                <c:pt idx="32">
                  <c:v>0.81449209139476997</c:v>
                </c:pt>
                <c:pt idx="33">
                  <c:v>1.3465271902166001</c:v>
                </c:pt>
                <c:pt idx="34">
                  <c:v>0.88896583372475302</c:v>
                </c:pt>
                <c:pt idx="35">
                  <c:v>0.88204894045745796</c:v>
                </c:pt>
                <c:pt idx="36">
                  <c:v>0.62589145125294698</c:v>
                </c:pt>
                <c:pt idx="37">
                  <c:v>1.0527134067591399</c:v>
                </c:pt>
                <c:pt idx="38">
                  <c:v>0.487546073440215</c:v>
                </c:pt>
                <c:pt idx="39">
                  <c:v>0.51883904807367198</c:v>
                </c:pt>
                <c:pt idx="40">
                  <c:v>0.95442533731774404</c:v>
                </c:pt>
                <c:pt idx="41">
                  <c:v>1.3543422523647899</c:v>
                </c:pt>
                <c:pt idx="42">
                  <c:v>1.63364101852738</c:v>
                </c:pt>
                <c:pt idx="43">
                  <c:v>1.8055784085651101</c:v>
                </c:pt>
                <c:pt idx="44">
                  <c:v>2.00254244098018</c:v>
                </c:pt>
                <c:pt idx="45">
                  <c:v>1.50849970778861</c:v>
                </c:pt>
                <c:pt idx="46">
                  <c:v>1.43138760197176</c:v>
                </c:pt>
                <c:pt idx="47">
                  <c:v>1.1616095278374701</c:v>
                </c:pt>
                <c:pt idx="48">
                  <c:v>0.99903956687672502</c:v>
                </c:pt>
                <c:pt idx="49">
                  <c:v>1.3293593177690599</c:v>
                </c:pt>
                <c:pt idx="50">
                  <c:v>0.80815130577884797</c:v>
                </c:pt>
                <c:pt idx="51">
                  <c:v>0.83253221960587498</c:v>
                </c:pt>
                <c:pt idx="52">
                  <c:v>1.1545646888726599</c:v>
                </c:pt>
                <c:pt idx="53">
                  <c:v>1.31832237764634</c:v>
                </c:pt>
                <c:pt idx="54">
                  <c:v>1.64303362888696</c:v>
                </c:pt>
                <c:pt idx="55">
                  <c:v>1.8650124898798699</c:v>
                </c:pt>
                <c:pt idx="56">
                  <c:v>1.7663512980790901</c:v>
                </c:pt>
                <c:pt idx="57">
                  <c:v>1.46268827925532</c:v>
                </c:pt>
                <c:pt idx="58">
                  <c:v>1.32260906009698</c:v>
                </c:pt>
                <c:pt idx="59">
                  <c:v>1.48332311485379</c:v>
                </c:pt>
                <c:pt idx="60">
                  <c:v>1.2232484486872</c:v>
                </c:pt>
                <c:pt idx="61">
                  <c:v>1.41333766423332</c:v>
                </c:pt>
                <c:pt idx="62">
                  <c:v>1.18532108146546</c:v>
                </c:pt>
                <c:pt idx="63">
                  <c:v>1.28697472685728</c:v>
                </c:pt>
                <c:pt idx="64">
                  <c:v>1.7225365452961501</c:v>
                </c:pt>
                <c:pt idx="65">
                  <c:v>1.7252982408612501</c:v>
                </c:pt>
                <c:pt idx="66">
                  <c:v>1.3993222940282</c:v>
                </c:pt>
                <c:pt idx="67">
                  <c:v>3.0437808870382601</c:v>
                </c:pt>
                <c:pt idx="68">
                  <c:v>2.0397290417560598</c:v>
                </c:pt>
                <c:pt idx="69">
                  <c:v>2.1461508499821802</c:v>
                </c:pt>
                <c:pt idx="70">
                  <c:v>2.4810739104194699</c:v>
                </c:pt>
                <c:pt idx="71">
                  <c:v>2.30854750034029</c:v>
                </c:pt>
                <c:pt idx="72">
                  <c:v>2.8524052281938799</c:v>
                </c:pt>
                <c:pt idx="73">
                  <c:v>3.3534697309366202</c:v>
                </c:pt>
                <c:pt idx="74">
                  <c:v>1.9825534333718799</c:v>
                </c:pt>
                <c:pt idx="75">
                  <c:v>1.4891661133840599</c:v>
                </c:pt>
                <c:pt idx="76">
                  <c:v>2.6082729172956198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Sheet1!$A$2:$A$78</c:f>
              <c:numCache>
                <c:formatCode>m/d/yyyy</c:formatCode>
                <c:ptCount val="77"/>
                <c:pt idx="0">
                  <c:v>40118</c:v>
                </c:pt>
                <c:pt idx="1">
                  <c:v>40148</c:v>
                </c:pt>
                <c:pt idx="2">
                  <c:v>40179</c:v>
                </c:pt>
                <c:pt idx="3">
                  <c:v>40210</c:v>
                </c:pt>
                <c:pt idx="4">
                  <c:v>40238</c:v>
                </c:pt>
                <c:pt idx="5">
                  <c:v>40269</c:v>
                </c:pt>
                <c:pt idx="6">
                  <c:v>40299</c:v>
                </c:pt>
                <c:pt idx="7">
                  <c:v>40330</c:v>
                </c:pt>
                <c:pt idx="8">
                  <c:v>40360</c:v>
                </c:pt>
                <c:pt idx="9">
                  <c:v>40391</c:v>
                </c:pt>
                <c:pt idx="10">
                  <c:v>40422</c:v>
                </c:pt>
                <c:pt idx="11">
                  <c:v>40452</c:v>
                </c:pt>
                <c:pt idx="12">
                  <c:v>40483</c:v>
                </c:pt>
                <c:pt idx="13">
                  <c:v>40513</c:v>
                </c:pt>
                <c:pt idx="14">
                  <c:v>40544</c:v>
                </c:pt>
                <c:pt idx="15">
                  <c:v>40575</c:v>
                </c:pt>
                <c:pt idx="16">
                  <c:v>40603</c:v>
                </c:pt>
                <c:pt idx="17">
                  <c:v>40634</c:v>
                </c:pt>
                <c:pt idx="18">
                  <c:v>40664</c:v>
                </c:pt>
                <c:pt idx="19">
                  <c:v>40695</c:v>
                </c:pt>
                <c:pt idx="20">
                  <c:v>40725</c:v>
                </c:pt>
                <c:pt idx="21">
                  <c:v>40756</c:v>
                </c:pt>
                <c:pt idx="22">
                  <c:v>40787</c:v>
                </c:pt>
                <c:pt idx="23">
                  <c:v>40817</c:v>
                </c:pt>
                <c:pt idx="24">
                  <c:v>40848</c:v>
                </c:pt>
                <c:pt idx="25">
                  <c:v>40878</c:v>
                </c:pt>
                <c:pt idx="26">
                  <c:v>40909</c:v>
                </c:pt>
                <c:pt idx="27">
                  <c:v>40940</c:v>
                </c:pt>
                <c:pt idx="28">
                  <c:v>40969</c:v>
                </c:pt>
                <c:pt idx="29">
                  <c:v>41000</c:v>
                </c:pt>
                <c:pt idx="30">
                  <c:v>41030</c:v>
                </c:pt>
                <c:pt idx="31">
                  <c:v>41061</c:v>
                </c:pt>
                <c:pt idx="32">
                  <c:v>41091</c:v>
                </c:pt>
                <c:pt idx="33">
                  <c:v>41122</c:v>
                </c:pt>
                <c:pt idx="34">
                  <c:v>41153</c:v>
                </c:pt>
                <c:pt idx="35">
                  <c:v>41183</c:v>
                </c:pt>
                <c:pt idx="36">
                  <c:v>41214</c:v>
                </c:pt>
                <c:pt idx="37">
                  <c:v>41244</c:v>
                </c:pt>
                <c:pt idx="38">
                  <c:v>41275</c:v>
                </c:pt>
                <c:pt idx="39">
                  <c:v>41306</c:v>
                </c:pt>
                <c:pt idx="40">
                  <c:v>41334</c:v>
                </c:pt>
                <c:pt idx="41">
                  <c:v>41365</c:v>
                </c:pt>
                <c:pt idx="42">
                  <c:v>41395</c:v>
                </c:pt>
                <c:pt idx="43">
                  <c:v>41426</c:v>
                </c:pt>
                <c:pt idx="44">
                  <c:v>41456</c:v>
                </c:pt>
                <c:pt idx="45">
                  <c:v>41487</c:v>
                </c:pt>
                <c:pt idx="46">
                  <c:v>41518</c:v>
                </c:pt>
                <c:pt idx="47">
                  <c:v>41548</c:v>
                </c:pt>
                <c:pt idx="48">
                  <c:v>41579</c:v>
                </c:pt>
                <c:pt idx="49">
                  <c:v>41609</c:v>
                </c:pt>
                <c:pt idx="50">
                  <c:v>41640</c:v>
                </c:pt>
                <c:pt idx="51">
                  <c:v>41671</c:v>
                </c:pt>
                <c:pt idx="52">
                  <c:v>41699</c:v>
                </c:pt>
                <c:pt idx="53">
                  <c:v>41730</c:v>
                </c:pt>
                <c:pt idx="54">
                  <c:v>41760</c:v>
                </c:pt>
                <c:pt idx="55">
                  <c:v>41791</c:v>
                </c:pt>
                <c:pt idx="56">
                  <c:v>41821</c:v>
                </c:pt>
                <c:pt idx="57">
                  <c:v>41852</c:v>
                </c:pt>
                <c:pt idx="58">
                  <c:v>41883</c:v>
                </c:pt>
                <c:pt idx="59">
                  <c:v>41913</c:v>
                </c:pt>
                <c:pt idx="60">
                  <c:v>41944</c:v>
                </c:pt>
                <c:pt idx="61">
                  <c:v>41974</c:v>
                </c:pt>
                <c:pt idx="62">
                  <c:v>42005</c:v>
                </c:pt>
                <c:pt idx="63">
                  <c:v>42036</c:v>
                </c:pt>
                <c:pt idx="64">
                  <c:v>42064</c:v>
                </c:pt>
                <c:pt idx="65">
                  <c:v>42095</c:v>
                </c:pt>
                <c:pt idx="66">
                  <c:v>42125</c:v>
                </c:pt>
                <c:pt idx="67">
                  <c:v>42156</c:v>
                </c:pt>
                <c:pt idx="68">
                  <c:v>42186</c:v>
                </c:pt>
                <c:pt idx="69">
                  <c:v>42217</c:v>
                </c:pt>
                <c:pt idx="70">
                  <c:v>42248</c:v>
                </c:pt>
                <c:pt idx="71">
                  <c:v>42278</c:v>
                </c:pt>
                <c:pt idx="72">
                  <c:v>42309</c:v>
                </c:pt>
                <c:pt idx="73">
                  <c:v>42339</c:v>
                </c:pt>
                <c:pt idx="74">
                  <c:v>42370</c:v>
                </c:pt>
                <c:pt idx="75">
                  <c:v>42401</c:v>
                </c:pt>
                <c:pt idx="76">
                  <c:v>42430</c:v>
                </c:pt>
              </c:numCache>
            </c:numRef>
          </c:cat>
          <c:val>
            <c:numRef>
              <c:f>Sheet1!$C$2:$C$78</c:f>
              <c:numCache>
                <c:formatCode>General</c:formatCode>
                <c:ptCount val="77"/>
                <c:pt idx="0">
                  <c:v>7.51266223135372E-2</c:v>
                </c:pt>
                <c:pt idx="1">
                  <c:v>5.3905518711272499E-2</c:v>
                </c:pt>
                <c:pt idx="2">
                  <c:v>5.6770796421645703E-2</c:v>
                </c:pt>
                <c:pt idx="3">
                  <c:v>5.9623678790043898E-2</c:v>
                </c:pt>
                <c:pt idx="4">
                  <c:v>9.7164185629061706E-2</c:v>
                </c:pt>
                <c:pt idx="5">
                  <c:v>0.12876322552403099</c:v>
                </c:pt>
                <c:pt idx="6">
                  <c:v>0.102626956899643</c:v>
                </c:pt>
                <c:pt idx="7">
                  <c:v>0.155365384701311</c:v>
                </c:pt>
                <c:pt idx="8">
                  <c:v>0.17902357109195199</c:v>
                </c:pt>
                <c:pt idx="9">
                  <c:v>0.21465874536934501</c:v>
                </c:pt>
                <c:pt idx="10">
                  <c:v>0.20959421990031099</c:v>
                </c:pt>
                <c:pt idx="11">
                  <c:v>0.224822075446274</c:v>
                </c:pt>
                <c:pt idx="12">
                  <c:v>0.21037503751379899</c:v>
                </c:pt>
                <c:pt idx="13">
                  <c:v>0.20610859380047999</c:v>
                </c:pt>
                <c:pt idx="14">
                  <c:v>0.104693476549522</c:v>
                </c:pt>
                <c:pt idx="15">
                  <c:v>0.106258447859953</c:v>
                </c:pt>
                <c:pt idx="16">
                  <c:v>0.142637848556115</c:v>
                </c:pt>
                <c:pt idx="17">
                  <c:v>0.161991052765453</c:v>
                </c:pt>
                <c:pt idx="18">
                  <c:v>0.183235883139821</c:v>
                </c:pt>
                <c:pt idx="19">
                  <c:v>0.23285871691534099</c:v>
                </c:pt>
                <c:pt idx="20">
                  <c:v>0.25203961063614599</c:v>
                </c:pt>
                <c:pt idx="21">
                  <c:v>0.27748418794804097</c:v>
                </c:pt>
                <c:pt idx="22">
                  <c:v>0.22944967650373499</c:v>
                </c:pt>
                <c:pt idx="23">
                  <c:v>0.24777040017773799</c:v>
                </c:pt>
                <c:pt idx="24">
                  <c:v>0.148566951330797</c:v>
                </c:pt>
                <c:pt idx="25">
                  <c:v>7.9584120646825102E-2</c:v>
                </c:pt>
                <c:pt idx="26">
                  <c:v>7.84952290392327E-2</c:v>
                </c:pt>
                <c:pt idx="27">
                  <c:v>6.9790041414374795E-2</c:v>
                </c:pt>
                <c:pt idx="28">
                  <c:v>8.1086468613234E-2</c:v>
                </c:pt>
                <c:pt idx="29">
                  <c:v>0.12079837863198099</c:v>
                </c:pt>
                <c:pt idx="30">
                  <c:v>0.15862126414307701</c:v>
                </c:pt>
                <c:pt idx="31">
                  <c:v>0.26126966339570201</c:v>
                </c:pt>
                <c:pt idx="32">
                  <c:v>0.28617125536030102</c:v>
                </c:pt>
                <c:pt idx="33">
                  <c:v>0.31809985951467601</c:v>
                </c:pt>
                <c:pt idx="34">
                  <c:v>0.24769874065855299</c:v>
                </c:pt>
                <c:pt idx="35">
                  <c:v>0.22451337410358499</c:v>
                </c:pt>
                <c:pt idx="36">
                  <c:v>0.15239918409888401</c:v>
                </c:pt>
                <c:pt idx="37">
                  <c:v>0.13054396655870501</c:v>
                </c:pt>
                <c:pt idx="38">
                  <c:v>0.115559610994986</c:v>
                </c:pt>
                <c:pt idx="39">
                  <c:v>0.183398632471032</c:v>
                </c:pt>
                <c:pt idx="40">
                  <c:v>0.33613528526385</c:v>
                </c:pt>
                <c:pt idx="41">
                  <c:v>0.50530819143268502</c:v>
                </c:pt>
                <c:pt idx="42">
                  <c:v>0.66491411695237501</c:v>
                </c:pt>
                <c:pt idx="43">
                  <c:v>0.90291763897401001</c:v>
                </c:pt>
                <c:pt idx="44">
                  <c:v>1.1827595878283901</c:v>
                </c:pt>
                <c:pt idx="45">
                  <c:v>1.12052131660294</c:v>
                </c:pt>
                <c:pt idx="46">
                  <c:v>0.95579718215913501</c:v>
                </c:pt>
                <c:pt idx="47">
                  <c:v>0.97451581626591999</c:v>
                </c:pt>
                <c:pt idx="48">
                  <c:v>0.9679077794848</c:v>
                </c:pt>
                <c:pt idx="49">
                  <c:v>1.0054906905904</c:v>
                </c:pt>
                <c:pt idx="50">
                  <c:v>0.73886072176001505</c:v>
                </c:pt>
                <c:pt idx="51">
                  <c:v>0.83563856901175404</c:v>
                </c:pt>
                <c:pt idx="52">
                  <c:v>1.2178866026296999</c:v>
                </c:pt>
                <c:pt idx="53">
                  <c:v>1.49270619965248</c:v>
                </c:pt>
                <c:pt idx="54">
                  <c:v>1.75883292723569</c:v>
                </c:pt>
                <c:pt idx="55">
                  <c:v>2.1903158587871698</c:v>
                </c:pt>
                <c:pt idx="56">
                  <c:v>2.1505829317080698</c:v>
                </c:pt>
                <c:pt idx="57">
                  <c:v>2.3031685119281402</c:v>
                </c:pt>
                <c:pt idx="58">
                  <c:v>1.99236406225837</c:v>
                </c:pt>
                <c:pt idx="59">
                  <c:v>2.0101990409442898</c:v>
                </c:pt>
                <c:pt idx="60">
                  <c:v>1.87830471706618</c:v>
                </c:pt>
                <c:pt idx="61">
                  <c:v>1.9852387341009201</c:v>
                </c:pt>
                <c:pt idx="62">
                  <c:v>1.5758896689775099</c:v>
                </c:pt>
                <c:pt idx="63">
                  <c:v>1.85465584694781</c:v>
                </c:pt>
                <c:pt idx="64">
                  <c:v>2.4391107199259001</c:v>
                </c:pt>
                <c:pt idx="65">
                  <c:v>2.7756320570887301</c:v>
                </c:pt>
                <c:pt idx="66">
                  <c:v>3.29421017014739</c:v>
                </c:pt>
                <c:pt idx="67">
                  <c:v>3.4976194020052702</c:v>
                </c:pt>
                <c:pt idx="68">
                  <c:v>3.2204165658478501</c:v>
                </c:pt>
                <c:pt idx="69">
                  <c:v>3.3017385214158801</c:v>
                </c:pt>
                <c:pt idx="70">
                  <c:v>2.8574589018266701</c:v>
                </c:pt>
                <c:pt idx="71">
                  <c:v>2.6450201822822299</c:v>
                </c:pt>
                <c:pt idx="72">
                  <c:v>2.4114588859914701</c:v>
                </c:pt>
                <c:pt idx="73">
                  <c:v>2.2552271313386001</c:v>
                </c:pt>
                <c:pt idx="74">
                  <c:v>1.6531993008924699</c:v>
                </c:pt>
                <c:pt idx="75">
                  <c:v>1.6348119262711001</c:v>
                </c:pt>
                <c:pt idx="76">
                  <c:v>2.4094315001500499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  <a:prstDash val="solid"/>
            </a:ln>
          </c:spPr>
          <c:marker>
            <c:symbol val="none"/>
          </c:marker>
          <c:cat>
            <c:numRef>
              <c:f>Sheet1!$A$2:$A$78</c:f>
              <c:numCache>
                <c:formatCode>m/d/yyyy</c:formatCode>
                <c:ptCount val="77"/>
                <c:pt idx="0">
                  <c:v>40118</c:v>
                </c:pt>
                <c:pt idx="1">
                  <c:v>40148</c:v>
                </c:pt>
                <c:pt idx="2">
                  <c:v>40179</c:v>
                </c:pt>
                <c:pt idx="3">
                  <c:v>40210</c:v>
                </c:pt>
                <c:pt idx="4">
                  <c:v>40238</c:v>
                </c:pt>
                <c:pt idx="5">
                  <c:v>40269</c:v>
                </c:pt>
                <c:pt idx="6">
                  <c:v>40299</c:v>
                </c:pt>
                <c:pt idx="7">
                  <c:v>40330</c:v>
                </c:pt>
                <c:pt idx="8">
                  <c:v>40360</c:v>
                </c:pt>
                <c:pt idx="9">
                  <c:v>40391</c:v>
                </c:pt>
                <c:pt idx="10">
                  <c:v>40422</c:v>
                </c:pt>
                <c:pt idx="11">
                  <c:v>40452</c:v>
                </c:pt>
                <c:pt idx="12">
                  <c:v>40483</c:v>
                </c:pt>
                <c:pt idx="13">
                  <c:v>40513</c:v>
                </c:pt>
                <c:pt idx="14">
                  <c:v>40544</c:v>
                </c:pt>
                <c:pt idx="15">
                  <c:v>40575</c:v>
                </c:pt>
                <c:pt idx="16">
                  <c:v>40603</c:v>
                </c:pt>
                <c:pt idx="17">
                  <c:v>40634</c:v>
                </c:pt>
                <c:pt idx="18">
                  <c:v>40664</c:v>
                </c:pt>
                <c:pt idx="19">
                  <c:v>40695</c:v>
                </c:pt>
                <c:pt idx="20">
                  <c:v>40725</c:v>
                </c:pt>
                <c:pt idx="21">
                  <c:v>40756</c:v>
                </c:pt>
                <c:pt idx="22">
                  <c:v>40787</c:v>
                </c:pt>
                <c:pt idx="23">
                  <c:v>40817</c:v>
                </c:pt>
                <c:pt idx="24">
                  <c:v>40848</c:v>
                </c:pt>
                <c:pt idx="25">
                  <c:v>40878</c:v>
                </c:pt>
                <c:pt idx="26">
                  <c:v>40909</c:v>
                </c:pt>
                <c:pt idx="27">
                  <c:v>40940</c:v>
                </c:pt>
                <c:pt idx="28">
                  <c:v>40969</c:v>
                </c:pt>
                <c:pt idx="29">
                  <c:v>41000</c:v>
                </c:pt>
                <c:pt idx="30">
                  <c:v>41030</c:v>
                </c:pt>
                <c:pt idx="31">
                  <c:v>41061</c:v>
                </c:pt>
                <c:pt idx="32">
                  <c:v>41091</c:v>
                </c:pt>
                <c:pt idx="33">
                  <c:v>41122</c:v>
                </c:pt>
                <c:pt idx="34">
                  <c:v>41153</c:v>
                </c:pt>
                <c:pt idx="35">
                  <c:v>41183</c:v>
                </c:pt>
                <c:pt idx="36">
                  <c:v>41214</c:v>
                </c:pt>
                <c:pt idx="37">
                  <c:v>41244</c:v>
                </c:pt>
                <c:pt idx="38">
                  <c:v>41275</c:v>
                </c:pt>
                <c:pt idx="39">
                  <c:v>41306</c:v>
                </c:pt>
                <c:pt idx="40">
                  <c:v>41334</c:v>
                </c:pt>
                <c:pt idx="41">
                  <c:v>41365</c:v>
                </c:pt>
                <c:pt idx="42">
                  <c:v>41395</c:v>
                </c:pt>
                <c:pt idx="43">
                  <c:v>41426</c:v>
                </c:pt>
                <c:pt idx="44">
                  <c:v>41456</c:v>
                </c:pt>
                <c:pt idx="45">
                  <c:v>41487</c:v>
                </c:pt>
                <c:pt idx="46">
                  <c:v>41518</c:v>
                </c:pt>
                <c:pt idx="47">
                  <c:v>41548</c:v>
                </c:pt>
                <c:pt idx="48">
                  <c:v>41579</c:v>
                </c:pt>
                <c:pt idx="49">
                  <c:v>41609</c:v>
                </c:pt>
                <c:pt idx="50">
                  <c:v>41640</c:v>
                </c:pt>
                <c:pt idx="51">
                  <c:v>41671</c:v>
                </c:pt>
                <c:pt idx="52">
                  <c:v>41699</c:v>
                </c:pt>
                <c:pt idx="53">
                  <c:v>41730</c:v>
                </c:pt>
                <c:pt idx="54">
                  <c:v>41760</c:v>
                </c:pt>
                <c:pt idx="55">
                  <c:v>41791</c:v>
                </c:pt>
                <c:pt idx="56">
                  <c:v>41821</c:v>
                </c:pt>
                <c:pt idx="57">
                  <c:v>41852</c:v>
                </c:pt>
                <c:pt idx="58">
                  <c:v>41883</c:v>
                </c:pt>
                <c:pt idx="59">
                  <c:v>41913</c:v>
                </c:pt>
                <c:pt idx="60">
                  <c:v>41944</c:v>
                </c:pt>
                <c:pt idx="61">
                  <c:v>41974</c:v>
                </c:pt>
                <c:pt idx="62">
                  <c:v>42005</c:v>
                </c:pt>
                <c:pt idx="63">
                  <c:v>42036</c:v>
                </c:pt>
                <c:pt idx="64">
                  <c:v>42064</c:v>
                </c:pt>
                <c:pt idx="65">
                  <c:v>42095</c:v>
                </c:pt>
                <c:pt idx="66">
                  <c:v>42125</c:v>
                </c:pt>
                <c:pt idx="67">
                  <c:v>42156</c:v>
                </c:pt>
                <c:pt idx="68">
                  <c:v>42186</c:v>
                </c:pt>
                <c:pt idx="69">
                  <c:v>42217</c:v>
                </c:pt>
                <c:pt idx="70">
                  <c:v>42248</c:v>
                </c:pt>
                <c:pt idx="71">
                  <c:v>42278</c:v>
                </c:pt>
                <c:pt idx="72">
                  <c:v>42309</c:v>
                </c:pt>
                <c:pt idx="73">
                  <c:v>42339</c:v>
                </c:pt>
                <c:pt idx="74">
                  <c:v>42370</c:v>
                </c:pt>
                <c:pt idx="75">
                  <c:v>42401</c:v>
                </c:pt>
                <c:pt idx="76">
                  <c:v>42430</c:v>
                </c:pt>
              </c:numCache>
            </c:numRef>
          </c:cat>
          <c:val>
            <c:numRef>
              <c:f>Sheet1!$D$2:$D$78</c:f>
              <c:numCache>
                <c:formatCode>General</c:formatCode>
                <c:ptCount val="77"/>
                <c:pt idx="0">
                  <c:v>7.4460925300246006E-2</c:v>
                </c:pt>
                <c:pt idx="1">
                  <c:v>5.6165953913045498E-2</c:v>
                </c:pt>
                <c:pt idx="2">
                  <c:v>4.3467685883558101E-2</c:v>
                </c:pt>
                <c:pt idx="3">
                  <c:v>4.0691810892790101E-2</c:v>
                </c:pt>
                <c:pt idx="4">
                  <c:v>6.0685409752248003E-2</c:v>
                </c:pt>
                <c:pt idx="5">
                  <c:v>9.4608431699250206E-2</c:v>
                </c:pt>
                <c:pt idx="6">
                  <c:v>8.5916464152591104E-2</c:v>
                </c:pt>
                <c:pt idx="7">
                  <c:v>0.14852685431599999</c:v>
                </c:pt>
                <c:pt idx="8">
                  <c:v>0.18174415772849201</c:v>
                </c:pt>
                <c:pt idx="9">
                  <c:v>0.23831887136907001</c:v>
                </c:pt>
                <c:pt idx="10">
                  <c:v>0.259127146082061</c:v>
                </c:pt>
                <c:pt idx="11">
                  <c:v>0.25262811981571198</c:v>
                </c:pt>
                <c:pt idx="12">
                  <c:v>0.23065343309177599</c:v>
                </c:pt>
                <c:pt idx="13">
                  <c:v>0.22045625102410399</c:v>
                </c:pt>
                <c:pt idx="14">
                  <c:v>5.5939105398050699E-2</c:v>
                </c:pt>
                <c:pt idx="15">
                  <c:v>4.07022729721596E-2</c:v>
                </c:pt>
                <c:pt idx="16">
                  <c:v>3.7714040314529303E-2</c:v>
                </c:pt>
                <c:pt idx="17">
                  <c:v>6.4010112635848299E-2</c:v>
                </c:pt>
                <c:pt idx="18">
                  <c:v>9.35265416309283E-2</c:v>
                </c:pt>
                <c:pt idx="19">
                  <c:v>0.13573526228628499</c:v>
                </c:pt>
                <c:pt idx="20">
                  <c:v>0.190955943121662</c:v>
                </c:pt>
                <c:pt idx="21">
                  <c:v>0.321535539089013</c:v>
                </c:pt>
                <c:pt idx="22">
                  <c:v>0.35156122864504802</c:v>
                </c:pt>
                <c:pt idx="23">
                  <c:v>0.357062899883831</c:v>
                </c:pt>
                <c:pt idx="24">
                  <c:v>0.20733820183771501</c:v>
                </c:pt>
                <c:pt idx="25">
                  <c:v>0.112901596056092</c:v>
                </c:pt>
                <c:pt idx="26">
                  <c:v>0.111035905253898</c:v>
                </c:pt>
                <c:pt idx="27">
                  <c:v>0.10429280873594</c:v>
                </c:pt>
                <c:pt idx="28">
                  <c:v>0.12457260541113301</c:v>
                </c:pt>
                <c:pt idx="29">
                  <c:v>0.23065527306721501</c:v>
                </c:pt>
                <c:pt idx="30">
                  <c:v>0.281407787866716</c:v>
                </c:pt>
                <c:pt idx="31">
                  <c:v>0.42320265196023099</c:v>
                </c:pt>
                <c:pt idx="32">
                  <c:v>0.45599501250557201</c:v>
                </c:pt>
                <c:pt idx="33">
                  <c:v>0.49985123459799202</c:v>
                </c:pt>
                <c:pt idx="34">
                  <c:v>0.40243701668554199</c:v>
                </c:pt>
                <c:pt idx="35">
                  <c:v>0.38732889290504802</c:v>
                </c:pt>
                <c:pt idx="36">
                  <c:v>0.28727704421078698</c:v>
                </c:pt>
                <c:pt idx="37">
                  <c:v>0.26031070742203999</c:v>
                </c:pt>
                <c:pt idx="38">
                  <c:v>0.230107089095555</c:v>
                </c:pt>
                <c:pt idx="39">
                  <c:v>0.35443633023917198</c:v>
                </c:pt>
                <c:pt idx="40">
                  <c:v>0.608030681933447</c:v>
                </c:pt>
                <c:pt idx="41">
                  <c:v>0.84786829437469802</c:v>
                </c:pt>
                <c:pt idx="42">
                  <c:v>1.06199949106384</c:v>
                </c:pt>
                <c:pt idx="43">
                  <c:v>1.33428095196066</c:v>
                </c:pt>
                <c:pt idx="44">
                  <c:v>1.6352723092463199</c:v>
                </c:pt>
                <c:pt idx="45">
                  <c:v>1.58291747570716</c:v>
                </c:pt>
                <c:pt idx="46">
                  <c:v>1.3513754217980201</c:v>
                </c:pt>
                <c:pt idx="47">
                  <c:v>1.38512516037869</c:v>
                </c:pt>
                <c:pt idx="48">
                  <c:v>1.36336230459793</c:v>
                </c:pt>
                <c:pt idx="49">
                  <c:v>1.4298542460193799</c:v>
                </c:pt>
                <c:pt idx="50">
                  <c:v>1.05520679091146</c:v>
                </c:pt>
                <c:pt idx="51">
                  <c:v>1.18074048920773</c:v>
                </c:pt>
                <c:pt idx="52">
                  <c:v>1.7015187107499501</c:v>
                </c:pt>
                <c:pt idx="53">
                  <c:v>2.0463970752703902</c:v>
                </c:pt>
                <c:pt idx="54">
                  <c:v>2.3586393365945999</c:v>
                </c:pt>
                <c:pt idx="55">
                  <c:v>2.8885975949628402</c:v>
                </c:pt>
                <c:pt idx="56">
                  <c:v>2.83873877821225</c:v>
                </c:pt>
                <c:pt idx="57">
                  <c:v>3.0306428828132099</c:v>
                </c:pt>
                <c:pt idx="58">
                  <c:v>2.6185057665423099</c:v>
                </c:pt>
                <c:pt idx="59">
                  <c:v>2.6502453147755798</c:v>
                </c:pt>
                <c:pt idx="60">
                  <c:v>2.4499986087616299</c:v>
                </c:pt>
                <c:pt idx="61">
                  <c:v>2.5767054975302601</c:v>
                </c:pt>
                <c:pt idx="62">
                  <c:v>2.0138978827698599</c:v>
                </c:pt>
                <c:pt idx="63">
                  <c:v>2.3083656684596399</c:v>
                </c:pt>
                <c:pt idx="64">
                  <c:v>3.0402891260525302</c:v>
                </c:pt>
                <c:pt idx="65">
                  <c:v>3.4343876009074599</c:v>
                </c:pt>
                <c:pt idx="66">
                  <c:v>4.0097868165589503</c:v>
                </c:pt>
                <c:pt idx="67">
                  <c:v>4.3219315638015798</c:v>
                </c:pt>
                <c:pt idx="68">
                  <c:v>4.0138723400589704</c:v>
                </c:pt>
                <c:pt idx="69">
                  <c:v>4.1451579265207004</c:v>
                </c:pt>
                <c:pt idx="70">
                  <c:v>3.5536769470161902</c:v>
                </c:pt>
                <c:pt idx="71">
                  <c:v>3.31492634055645</c:v>
                </c:pt>
                <c:pt idx="72">
                  <c:v>3.02484213705565</c:v>
                </c:pt>
                <c:pt idx="73">
                  <c:v>2.9065370929719498</c:v>
                </c:pt>
                <c:pt idx="74">
                  <c:v>2.15649103893929</c:v>
                </c:pt>
                <c:pt idx="75">
                  <c:v>2.1364905086202701</c:v>
                </c:pt>
                <c:pt idx="76">
                  <c:v>3.0926238205835999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0571392"/>
        <c:axId val="120572928"/>
      </c:lineChart>
      <c:dateAx>
        <c:axId val="12057139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120572928"/>
        <c:crosses val="autoZero"/>
        <c:auto val="1"/>
        <c:lblOffset val="100"/>
        <c:baseTimeUnit val="months"/>
        <c:majorUnit val="12"/>
        <c:majorTimeUnit val="months"/>
      </c:dateAx>
      <c:valAx>
        <c:axId val="12057292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2057139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CR</a:t>
            </a:r>
            <a:endParaRPr lang="en-US" dirty="0"/>
          </a:p>
        </c:rich>
      </c:tx>
      <c:layout>
        <c:manualLayout>
          <c:xMode val="edge"/>
          <c:yMode val="edge"/>
          <c:x val="0.44729624856777217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Sheet1!$A$2:$A$46</c:f>
              <c:numCache>
                <c:formatCode>m/d/yyyy</c:formatCode>
                <c:ptCount val="45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  <c:pt idx="6">
                  <c:v>41275</c:v>
                </c:pt>
                <c:pt idx="7">
                  <c:v>41306</c:v>
                </c:pt>
                <c:pt idx="8">
                  <c:v>41334</c:v>
                </c:pt>
                <c:pt idx="9">
                  <c:v>41365</c:v>
                </c:pt>
                <c:pt idx="10">
                  <c:v>41395</c:v>
                </c:pt>
                <c:pt idx="11">
                  <c:v>41426</c:v>
                </c:pt>
                <c:pt idx="12">
                  <c:v>41456</c:v>
                </c:pt>
                <c:pt idx="13">
                  <c:v>41487</c:v>
                </c:pt>
                <c:pt idx="14">
                  <c:v>41518</c:v>
                </c:pt>
                <c:pt idx="15">
                  <c:v>41548</c:v>
                </c:pt>
                <c:pt idx="16">
                  <c:v>41579</c:v>
                </c:pt>
                <c:pt idx="17">
                  <c:v>41609</c:v>
                </c:pt>
                <c:pt idx="18">
                  <c:v>41640</c:v>
                </c:pt>
                <c:pt idx="19">
                  <c:v>41671</c:v>
                </c:pt>
                <c:pt idx="20">
                  <c:v>41699</c:v>
                </c:pt>
                <c:pt idx="21">
                  <c:v>41730</c:v>
                </c:pt>
                <c:pt idx="22">
                  <c:v>41760</c:v>
                </c:pt>
                <c:pt idx="23">
                  <c:v>41791</c:v>
                </c:pt>
                <c:pt idx="24">
                  <c:v>41821</c:v>
                </c:pt>
                <c:pt idx="25">
                  <c:v>41852</c:v>
                </c:pt>
                <c:pt idx="26">
                  <c:v>41883</c:v>
                </c:pt>
                <c:pt idx="27">
                  <c:v>41913</c:v>
                </c:pt>
                <c:pt idx="28">
                  <c:v>41944</c:v>
                </c:pt>
                <c:pt idx="29">
                  <c:v>41974</c:v>
                </c:pt>
                <c:pt idx="30">
                  <c:v>42005</c:v>
                </c:pt>
                <c:pt idx="31">
                  <c:v>42036</c:v>
                </c:pt>
                <c:pt idx="32">
                  <c:v>42064</c:v>
                </c:pt>
                <c:pt idx="33">
                  <c:v>42095</c:v>
                </c:pt>
                <c:pt idx="34">
                  <c:v>42125</c:v>
                </c:pt>
                <c:pt idx="35">
                  <c:v>42156</c:v>
                </c:pt>
                <c:pt idx="36">
                  <c:v>42186</c:v>
                </c:pt>
                <c:pt idx="37">
                  <c:v>42217</c:v>
                </c:pt>
                <c:pt idx="38">
                  <c:v>42248</c:v>
                </c:pt>
                <c:pt idx="39">
                  <c:v>42278</c:v>
                </c:pt>
                <c:pt idx="40">
                  <c:v>42309</c:v>
                </c:pt>
                <c:pt idx="41">
                  <c:v>42339</c:v>
                </c:pt>
                <c:pt idx="42">
                  <c:v>42370</c:v>
                </c:pt>
                <c:pt idx="43">
                  <c:v>42401</c:v>
                </c:pt>
                <c:pt idx="44">
                  <c:v>42430</c:v>
                </c:pt>
              </c:numCache>
            </c:numRef>
          </c:cat>
          <c:val>
            <c:numRef>
              <c:f>Sheet1!$B$2:$B$46</c:f>
              <c:numCache>
                <c:formatCode>General</c:formatCode>
                <c:ptCount val="45"/>
                <c:pt idx="0">
                  <c:v>2.0789498389557699</c:v>
                </c:pt>
                <c:pt idx="1">
                  <c:v>0.12978226857525099</c:v>
                </c:pt>
                <c:pt idx="2">
                  <c:v>0.31147135041721402</c:v>
                </c:pt>
                <c:pt idx="3">
                  <c:v>6.7222465167227102E-2</c:v>
                </c:pt>
                <c:pt idx="4">
                  <c:v>0.79105429785604198</c:v>
                </c:pt>
                <c:pt idx="5">
                  <c:v>0.49381420448499902</c:v>
                </c:pt>
                <c:pt idx="6">
                  <c:v>5.8123536609333601E-2</c:v>
                </c:pt>
                <c:pt idx="7">
                  <c:v>0.171838220683174</c:v>
                </c:pt>
                <c:pt idx="8">
                  <c:v>0.44405118651440501</c:v>
                </c:pt>
                <c:pt idx="9">
                  <c:v>0.45304208921313999</c:v>
                </c:pt>
                <c:pt idx="10">
                  <c:v>0.681023379298906</c:v>
                </c:pt>
                <c:pt idx="11">
                  <c:v>0.79776108125850798</c:v>
                </c:pt>
                <c:pt idx="12">
                  <c:v>0.52573685319808905</c:v>
                </c:pt>
                <c:pt idx="13">
                  <c:v>0.59468331174819</c:v>
                </c:pt>
                <c:pt idx="14">
                  <c:v>0.48210766519456399</c:v>
                </c:pt>
                <c:pt idx="15">
                  <c:v>0.51232945492722903</c:v>
                </c:pt>
                <c:pt idx="16">
                  <c:v>0.27907049693848301</c:v>
                </c:pt>
                <c:pt idx="17">
                  <c:v>0.46382054629052799</c:v>
                </c:pt>
                <c:pt idx="18">
                  <c:v>0.234759457506828</c:v>
                </c:pt>
                <c:pt idx="19">
                  <c:v>0.32947071332500899</c:v>
                </c:pt>
                <c:pt idx="20">
                  <c:v>0.33692707269889999</c:v>
                </c:pt>
                <c:pt idx="21">
                  <c:v>0.52614835134013904</c:v>
                </c:pt>
                <c:pt idx="22">
                  <c:v>0.56868847123270305</c:v>
                </c:pt>
                <c:pt idx="23">
                  <c:v>0.69037227866780604</c:v>
                </c:pt>
                <c:pt idx="24">
                  <c:v>0.678469852460029</c:v>
                </c:pt>
                <c:pt idx="25">
                  <c:v>0.59928241122524395</c:v>
                </c:pt>
                <c:pt idx="26">
                  <c:v>0.73603202701211201</c:v>
                </c:pt>
                <c:pt idx="27">
                  <c:v>0.70610031629132497</c:v>
                </c:pt>
                <c:pt idx="28">
                  <c:v>0.37400520081668498</c:v>
                </c:pt>
                <c:pt idx="29">
                  <c:v>0.70428495047838402</c:v>
                </c:pt>
                <c:pt idx="30">
                  <c:v>0.28850278447002398</c:v>
                </c:pt>
                <c:pt idx="31">
                  <c:v>0.53455653702620998</c:v>
                </c:pt>
                <c:pt idx="32">
                  <c:v>0.86356543238412797</c:v>
                </c:pt>
                <c:pt idx="33">
                  <c:v>1.1067732543944699</c:v>
                </c:pt>
                <c:pt idx="34">
                  <c:v>1.19286493100152</c:v>
                </c:pt>
                <c:pt idx="35">
                  <c:v>1.9239489925244799</c:v>
                </c:pt>
                <c:pt idx="36">
                  <c:v>1.32557844744183</c:v>
                </c:pt>
                <c:pt idx="37">
                  <c:v>1.3543632330987101</c:v>
                </c:pt>
                <c:pt idx="38">
                  <c:v>1.4694103476456499</c:v>
                </c:pt>
                <c:pt idx="39">
                  <c:v>1.4143966466822799</c:v>
                </c:pt>
                <c:pt idx="40">
                  <c:v>1.1061463702431</c:v>
                </c:pt>
                <c:pt idx="41">
                  <c:v>1.0928557016410401</c:v>
                </c:pt>
                <c:pt idx="42">
                  <c:v>0.81737309436152905</c:v>
                </c:pt>
                <c:pt idx="43">
                  <c:v>1.04490526218993</c:v>
                </c:pt>
                <c:pt idx="44">
                  <c:v>1.58919939666666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Sheet1!$A$2:$A$46</c:f>
              <c:numCache>
                <c:formatCode>m/d/yyyy</c:formatCode>
                <c:ptCount val="45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  <c:pt idx="6">
                  <c:v>41275</c:v>
                </c:pt>
                <c:pt idx="7">
                  <c:v>41306</c:v>
                </c:pt>
                <c:pt idx="8">
                  <c:v>41334</c:v>
                </c:pt>
                <c:pt idx="9">
                  <c:v>41365</c:v>
                </c:pt>
                <c:pt idx="10">
                  <c:v>41395</c:v>
                </c:pt>
                <c:pt idx="11">
                  <c:v>41426</c:v>
                </c:pt>
                <c:pt idx="12">
                  <c:v>41456</c:v>
                </c:pt>
                <c:pt idx="13">
                  <c:v>41487</c:v>
                </c:pt>
                <c:pt idx="14">
                  <c:v>41518</c:v>
                </c:pt>
                <c:pt idx="15">
                  <c:v>41548</c:v>
                </c:pt>
                <c:pt idx="16">
                  <c:v>41579</c:v>
                </c:pt>
                <c:pt idx="17">
                  <c:v>41609</c:v>
                </c:pt>
                <c:pt idx="18">
                  <c:v>41640</c:v>
                </c:pt>
                <c:pt idx="19">
                  <c:v>41671</c:v>
                </c:pt>
                <c:pt idx="20">
                  <c:v>41699</c:v>
                </c:pt>
                <c:pt idx="21">
                  <c:v>41730</c:v>
                </c:pt>
                <c:pt idx="22">
                  <c:v>41760</c:v>
                </c:pt>
                <c:pt idx="23">
                  <c:v>41791</c:v>
                </c:pt>
                <c:pt idx="24">
                  <c:v>41821</c:v>
                </c:pt>
                <c:pt idx="25">
                  <c:v>41852</c:v>
                </c:pt>
                <c:pt idx="26">
                  <c:v>41883</c:v>
                </c:pt>
                <c:pt idx="27">
                  <c:v>41913</c:v>
                </c:pt>
                <c:pt idx="28">
                  <c:v>41944</c:v>
                </c:pt>
                <c:pt idx="29">
                  <c:v>41974</c:v>
                </c:pt>
                <c:pt idx="30">
                  <c:v>42005</c:v>
                </c:pt>
                <c:pt idx="31">
                  <c:v>42036</c:v>
                </c:pt>
                <c:pt idx="32">
                  <c:v>42064</c:v>
                </c:pt>
                <c:pt idx="33">
                  <c:v>42095</c:v>
                </c:pt>
                <c:pt idx="34">
                  <c:v>42125</c:v>
                </c:pt>
                <c:pt idx="35">
                  <c:v>42156</c:v>
                </c:pt>
                <c:pt idx="36">
                  <c:v>42186</c:v>
                </c:pt>
                <c:pt idx="37">
                  <c:v>42217</c:v>
                </c:pt>
                <c:pt idx="38">
                  <c:v>42248</c:v>
                </c:pt>
                <c:pt idx="39">
                  <c:v>42278</c:v>
                </c:pt>
                <c:pt idx="40">
                  <c:v>42309</c:v>
                </c:pt>
                <c:pt idx="41">
                  <c:v>42339</c:v>
                </c:pt>
                <c:pt idx="42">
                  <c:v>42370</c:v>
                </c:pt>
                <c:pt idx="43">
                  <c:v>42401</c:v>
                </c:pt>
                <c:pt idx="44">
                  <c:v>42430</c:v>
                </c:pt>
              </c:numCache>
            </c:numRef>
          </c:cat>
          <c:val>
            <c:numRef>
              <c:f>Sheet1!$C$2:$C$46</c:f>
              <c:numCache>
                <c:formatCode>General</c:formatCode>
                <c:ptCount val="45"/>
                <c:pt idx="0">
                  <c:v>7.5717739109226703E-2</c:v>
                </c:pt>
                <c:pt idx="1">
                  <c:v>8.11925878502429E-2</c:v>
                </c:pt>
                <c:pt idx="2">
                  <c:v>8.1231487612276596E-2</c:v>
                </c:pt>
                <c:pt idx="3">
                  <c:v>8.2119415799797299E-2</c:v>
                </c:pt>
                <c:pt idx="4">
                  <c:v>7.9927536401003293E-2</c:v>
                </c:pt>
                <c:pt idx="5">
                  <c:v>7.52786857029175E-2</c:v>
                </c:pt>
                <c:pt idx="6">
                  <c:v>6.7680888424703795E-2</c:v>
                </c:pt>
                <c:pt idx="7">
                  <c:v>8.9093844179410894E-2</c:v>
                </c:pt>
                <c:pt idx="8">
                  <c:v>0.132636284257903</c:v>
                </c:pt>
                <c:pt idx="9">
                  <c:v>0.16023435628417201</c:v>
                </c:pt>
                <c:pt idx="10">
                  <c:v>0.17931372848494201</c:v>
                </c:pt>
                <c:pt idx="11">
                  <c:v>0.220903680558793</c:v>
                </c:pt>
                <c:pt idx="12">
                  <c:v>0.255329637148205</c:v>
                </c:pt>
                <c:pt idx="13">
                  <c:v>0.214299547883323</c:v>
                </c:pt>
                <c:pt idx="14">
                  <c:v>0.180873751296484</c:v>
                </c:pt>
                <c:pt idx="15">
                  <c:v>0.18549981773796601</c:v>
                </c:pt>
                <c:pt idx="16">
                  <c:v>0.20229990453812799</c:v>
                </c:pt>
                <c:pt idx="17">
                  <c:v>0.21168182333381999</c:v>
                </c:pt>
                <c:pt idx="18">
                  <c:v>0.15085171084942001</c:v>
                </c:pt>
                <c:pt idx="19">
                  <c:v>0.16891769717518601</c:v>
                </c:pt>
                <c:pt idx="20">
                  <c:v>0.253266102983152</c:v>
                </c:pt>
                <c:pt idx="21">
                  <c:v>0.304184933853413</c:v>
                </c:pt>
                <c:pt idx="22">
                  <c:v>0.357457217279955</c:v>
                </c:pt>
                <c:pt idx="23">
                  <c:v>0.46237141189893199</c:v>
                </c:pt>
                <c:pt idx="24">
                  <c:v>0.45725857410806597</c:v>
                </c:pt>
                <c:pt idx="25">
                  <c:v>0.48619244964678299</c:v>
                </c:pt>
                <c:pt idx="26">
                  <c:v>0.42605445959392801</c:v>
                </c:pt>
                <c:pt idx="27">
                  <c:v>0.42450883577402898</c:v>
                </c:pt>
                <c:pt idx="28">
                  <c:v>0.41542877696721903</c:v>
                </c:pt>
                <c:pt idx="29">
                  <c:v>0.44318406150873901</c:v>
                </c:pt>
                <c:pt idx="30">
                  <c:v>0.33501307940180203</c:v>
                </c:pt>
                <c:pt idx="31">
                  <c:v>0.38600962598144301</c:v>
                </c:pt>
                <c:pt idx="32">
                  <c:v>0.52258631790417198</c:v>
                </c:pt>
                <c:pt idx="33">
                  <c:v>0.72158231856263</c:v>
                </c:pt>
                <c:pt idx="34">
                  <c:v>1.0055930406997</c:v>
                </c:pt>
                <c:pt idx="35">
                  <c:v>1.3038100084967399</c:v>
                </c:pt>
                <c:pt idx="36">
                  <c:v>1.29567572119924</c:v>
                </c:pt>
                <c:pt idx="37">
                  <c:v>1.3990078309663101</c:v>
                </c:pt>
                <c:pt idx="38">
                  <c:v>1.4610041732754599</c:v>
                </c:pt>
                <c:pt idx="39">
                  <c:v>1.50066715696782</c:v>
                </c:pt>
                <c:pt idx="40">
                  <c:v>1.3931724842792399</c:v>
                </c:pt>
                <c:pt idx="41">
                  <c:v>1.43711195061901</c:v>
                </c:pt>
                <c:pt idx="42">
                  <c:v>1.05856123124599</c:v>
                </c:pt>
                <c:pt idx="43">
                  <c:v>1.1848695474239399</c:v>
                </c:pt>
                <c:pt idx="44">
                  <c:v>1.5181084315518301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  <a:prstDash val="solid"/>
            </a:ln>
          </c:spPr>
          <c:marker>
            <c:symbol val="none"/>
          </c:marker>
          <c:cat>
            <c:numRef>
              <c:f>Sheet1!$A$2:$A$46</c:f>
              <c:numCache>
                <c:formatCode>m/d/yyyy</c:formatCode>
                <c:ptCount val="45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  <c:pt idx="6">
                  <c:v>41275</c:v>
                </c:pt>
                <c:pt idx="7">
                  <c:v>41306</c:v>
                </c:pt>
                <c:pt idx="8">
                  <c:v>41334</c:v>
                </c:pt>
                <c:pt idx="9">
                  <c:v>41365</c:v>
                </c:pt>
                <c:pt idx="10">
                  <c:v>41395</c:v>
                </c:pt>
                <c:pt idx="11">
                  <c:v>41426</c:v>
                </c:pt>
                <c:pt idx="12">
                  <c:v>41456</c:v>
                </c:pt>
                <c:pt idx="13">
                  <c:v>41487</c:v>
                </c:pt>
                <c:pt idx="14">
                  <c:v>41518</c:v>
                </c:pt>
                <c:pt idx="15">
                  <c:v>41548</c:v>
                </c:pt>
                <c:pt idx="16">
                  <c:v>41579</c:v>
                </c:pt>
                <c:pt idx="17">
                  <c:v>41609</c:v>
                </c:pt>
                <c:pt idx="18">
                  <c:v>41640</c:v>
                </c:pt>
                <c:pt idx="19">
                  <c:v>41671</c:v>
                </c:pt>
                <c:pt idx="20">
                  <c:v>41699</c:v>
                </c:pt>
                <c:pt idx="21">
                  <c:v>41730</c:v>
                </c:pt>
                <c:pt idx="22">
                  <c:v>41760</c:v>
                </c:pt>
                <c:pt idx="23">
                  <c:v>41791</c:v>
                </c:pt>
                <c:pt idx="24">
                  <c:v>41821</c:v>
                </c:pt>
                <c:pt idx="25">
                  <c:v>41852</c:v>
                </c:pt>
                <c:pt idx="26">
                  <c:v>41883</c:v>
                </c:pt>
                <c:pt idx="27">
                  <c:v>41913</c:v>
                </c:pt>
                <c:pt idx="28">
                  <c:v>41944</c:v>
                </c:pt>
                <c:pt idx="29">
                  <c:v>41974</c:v>
                </c:pt>
                <c:pt idx="30">
                  <c:v>42005</c:v>
                </c:pt>
                <c:pt idx="31">
                  <c:v>42036</c:v>
                </c:pt>
                <c:pt idx="32">
                  <c:v>42064</c:v>
                </c:pt>
                <c:pt idx="33">
                  <c:v>42095</c:v>
                </c:pt>
                <c:pt idx="34">
                  <c:v>42125</c:v>
                </c:pt>
                <c:pt idx="35">
                  <c:v>42156</c:v>
                </c:pt>
                <c:pt idx="36">
                  <c:v>42186</c:v>
                </c:pt>
                <c:pt idx="37">
                  <c:v>42217</c:v>
                </c:pt>
                <c:pt idx="38">
                  <c:v>42248</c:v>
                </c:pt>
                <c:pt idx="39">
                  <c:v>42278</c:v>
                </c:pt>
                <c:pt idx="40">
                  <c:v>42309</c:v>
                </c:pt>
                <c:pt idx="41">
                  <c:v>42339</c:v>
                </c:pt>
                <c:pt idx="42">
                  <c:v>42370</c:v>
                </c:pt>
                <c:pt idx="43">
                  <c:v>42401</c:v>
                </c:pt>
                <c:pt idx="44">
                  <c:v>42430</c:v>
                </c:pt>
              </c:numCache>
            </c:numRef>
          </c:cat>
          <c:val>
            <c:numRef>
              <c:f>Sheet1!$D$2:$D$46</c:f>
              <c:numCache>
                <c:formatCode>General</c:formatCode>
                <c:ptCount val="45"/>
                <c:pt idx="0">
                  <c:v>1.1999219334812799E-4</c:v>
                </c:pt>
                <c:pt idx="1">
                  <c:v>1.7698086720585601E-4</c:v>
                </c:pt>
                <c:pt idx="2">
                  <c:v>1.2931916572034299E-4</c:v>
                </c:pt>
                <c:pt idx="3">
                  <c:v>1.5765229284259199E-4</c:v>
                </c:pt>
                <c:pt idx="4">
                  <c:v>1.4912829092717E-4</c:v>
                </c:pt>
                <c:pt idx="5">
                  <c:v>9.9373279094372395E-5</c:v>
                </c:pt>
                <c:pt idx="6">
                  <c:v>9.5475468919747897E-5</c:v>
                </c:pt>
                <c:pt idx="7">
                  <c:v>2.10150859614178E-4</c:v>
                </c:pt>
                <c:pt idx="8">
                  <c:v>3.0801742639807701E-4</c:v>
                </c:pt>
                <c:pt idx="9">
                  <c:v>5.5838292919441201E-4</c:v>
                </c:pt>
                <c:pt idx="10">
                  <c:v>9.940412202591451E-4</c:v>
                </c:pt>
                <c:pt idx="11">
                  <c:v>2.2536116680127402E-3</c:v>
                </c:pt>
                <c:pt idx="12">
                  <c:v>7.4667948139595097E-3</c:v>
                </c:pt>
                <c:pt idx="13">
                  <c:v>1.63869672409667E-2</c:v>
                </c:pt>
                <c:pt idx="14">
                  <c:v>1.8307516927629199E-2</c:v>
                </c:pt>
                <c:pt idx="15">
                  <c:v>1.99213403396237E-2</c:v>
                </c:pt>
                <c:pt idx="16">
                  <c:v>2.25019141968263E-2</c:v>
                </c:pt>
                <c:pt idx="17">
                  <c:v>2.48592389413438E-2</c:v>
                </c:pt>
                <c:pt idx="18">
                  <c:v>1.9494912615991601E-2</c:v>
                </c:pt>
                <c:pt idx="19">
                  <c:v>2.37887343567444E-2</c:v>
                </c:pt>
                <c:pt idx="20">
                  <c:v>3.8641447810294799E-2</c:v>
                </c:pt>
                <c:pt idx="21">
                  <c:v>6.1334751997077497E-2</c:v>
                </c:pt>
                <c:pt idx="22">
                  <c:v>9.7044470216855999E-2</c:v>
                </c:pt>
                <c:pt idx="23">
                  <c:v>0.16493706671745201</c:v>
                </c:pt>
                <c:pt idx="24">
                  <c:v>0.194899149298877</c:v>
                </c:pt>
                <c:pt idx="25">
                  <c:v>0.24015820303679999</c:v>
                </c:pt>
                <c:pt idx="26">
                  <c:v>0.24832183342191599</c:v>
                </c:pt>
                <c:pt idx="27">
                  <c:v>0.26375338757664801</c:v>
                </c:pt>
                <c:pt idx="28">
                  <c:v>0.27774254108241497</c:v>
                </c:pt>
                <c:pt idx="29">
                  <c:v>0.315725265941669</c:v>
                </c:pt>
                <c:pt idx="30">
                  <c:v>0.25530864253223701</c:v>
                </c:pt>
                <c:pt idx="31">
                  <c:v>0.32448202102654</c:v>
                </c:pt>
                <c:pt idx="32">
                  <c:v>0.491499798797912</c:v>
                </c:pt>
                <c:pt idx="33">
                  <c:v>0.61994008338733797</c:v>
                </c:pt>
                <c:pt idx="34">
                  <c:v>0.76577774700462597</c:v>
                </c:pt>
                <c:pt idx="35">
                  <c:v>0.90439569958414801</c:v>
                </c:pt>
                <c:pt idx="36">
                  <c:v>0.90073652185492803</c:v>
                </c:pt>
                <c:pt idx="37">
                  <c:v>0.96236752303746598</c:v>
                </c:pt>
                <c:pt idx="38">
                  <c:v>0.97737066803442696</c:v>
                </c:pt>
                <c:pt idx="39">
                  <c:v>1.00800199701279</c:v>
                </c:pt>
                <c:pt idx="40">
                  <c:v>0.94587318533424503</c:v>
                </c:pt>
                <c:pt idx="41">
                  <c:v>0.99488591454928199</c:v>
                </c:pt>
                <c:pt idx="42">
                  <c:v>0.74141167597904201</c:v>
                </c:pt>
                <c:pt idx="43">
                  <c:v>0.82762337097814798</c:v>
                </c:pt>
                <c:pt idx="44">
                  <c:v>1.0547094667753201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1900032"/>
        <c:axId val="121905920"/>
      </c:lineChart>
      <c:dateAx>
        <c:axId val="12190003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121905920"/>
        <c:crosses val="autoZero"/>
        <c:auto val="1"/>
        <c:lblOffset val="100"/>
        <c:baseTimeUnit val="months"/>
        <c:majorUnit val="12"/>
        <c:majorTimeUnit val="months"/>
      </c:dateAx>
      <c:valAx>
        <c:axId val="1219059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2190003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MCAI-Universe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Sheet1!$C$2:$C$154</c:f>
              <c:numCache>
                <c:formatCode>0%</c:formatCode>
                <c:ptCount val="153"/>
                <c:pt idx="0">
                  <c:v>3.1505553453999857E-2</c:v>
                </c:pt>
                <c:pt idx="1">
                  <c:v>2.941113568576784E-2</c:v>
                </c:pt>
                <c:pt idx="2">
                  <c:v>3.1692185122533308E-2</c:v>
                </c:pt>
                <c:pt idx="3">
                  <c:v>3.1405847846093869E-2</c:v>
                </c:pt>
                <c:pt idx="4">
                  <c:v>2.484674310474241E-2</c:v>
                </c:pt>
                <c:pt idx="5">
                  <c:v>2.2551663314892036E-2</c:v>
                </c:pt>
                <c:pt idx="6">
                  <c:v>3.0090776365059635E-2</c:v>
                </c:pt>
                <c:pt idx="7">
                  <c:v>3.1031237139204783E-2</c:v>
                </c:pt>
                <c:pt idx="8">
                  <c:v>5.1273918922529832E-2</c:v>
                </c:pt>
                <c:pt idx="9">
                  <c:v>5.0524334606170077E-2</c:v>
                </c:pt>
                <c:pt idx="10">
                  <c:v>5.1459234907319074E-2</c:v>
                </c:pt>
                <c:pt idx="11">
                  <c:v>5.3398071458674534E-2</c:v>
                </c:pt>
                <c:pt idx="12">
                  <c:v>5.5833945054499429E-2</c:v>
                </c:pt>
                <c:pt idx="13">
                  <c:v>4.6486909157875608E-2</c:v>
                </c:pt>
                <c:pt idx="14">
                  <c:v>4.3236855419818074E-2</c:v>
                </c:pt>
                <c:pt idx="15">
                  <c:v>5.064994480301778E-2</c:v>
                </c:pt>
                <c:pt idx="16">
                  <c:v>5.5267950396253408E-2</c:v>
                </c:pt>
                <c:pt idx="17">
                  <c:v>5.3382000663502641E-2</c:v>
                </c:pt>
                <c:pt idx="18">
                  <c:v>5.4919324593134249E-2</c:v>
                </c:pt>
                <c:pt idx="19">
                  <c:v>5.2246834494736979E-2</c:v>
                </c:pt>
                <c:pt idx="20">
                  <c:v>5.8879965570994591E-2</c:v>
                </c:pt>
                <c:pt idx="21">
                  <c:v>5.7210385485708483E-2</c:v>
                </c:pt>
                <c:pt idx="22">
                  <c:v>5.7237223873002771E-2</c:v>
                </c:pt>
                <c:pt idx="23">
                  <c:v>5.7535857913621688E-2</c:v>
                </c:pt>
                <c:pt idx="24">
                  <c:v>5.0773849629879478E-2</c:v>
                </c:pt>
                <c:pt idx="25">
                  <c:v>5.6714358430414252E-2</c:v>
                </c:pt>
                <c:pt idx="26">
                  <c:v>5.7919480634164446E-2</c:v>
                </c:pt>
                <c:pt idx="27">
                  <c:v>5.9594279667824393E-2</c:v>
                </c:pt>
                <c:pt idx="28">
                  <c:v>5.3047415231788152E-2</c:v>
                </c:pt>
                <c:pt idx="29">
                  <c:v>5.6080161964855081E-2</c:v>
                </c:pt>
                <c:pt idx="30">
                  <c:v>5.7139926878147916E-2</c:v>
                </c:pt>
                <c:pt idx="31">
                  <c:v>5.1508629714844767E-2</c:v>
                </c:pt>
                <c:pt idx="32">
                  <c:v>5.5999784047774545E-2</c:v>
                </c:pt>
                <c:pt idx="33">
                  <c:v>5.8120424698011111E-2</c:v>
                </c:pt>
                <c:pt idx="34">
                  <c:v>6.0419452359080784E-2</c:v>
                </c:pt>
                <c:pt idx="35">
                  <c:v>5.9025947640834631E-2</c:v>
                </c:pt>
                <c:pt idx="36">
                  <c:v>5.9418985447238643E-2</c:v>
                </c:pt>
                <c:pt idx="37">
                  <c:v>5.7020872702753023E-2</c:v>
                </c:pt>
                <c:pt idx="38">
                  <c:v>6.0986823147290301E-2</c:v>
                </c:pt>
                <c:pt idx="39">
                  <c:v>6.2638741808589582E-2</c:v>
                </c:pt>
                <c:pt idx="40">
                  <c:v>6.8768065734841011E-2</c:v>
                </c:pt>
                <c:pt idx="41">
                  <c:v>7.2782687000032834E-2</c:v>
                </c:pt>
                <c:pt idx="42">
                  <c:v>6.7539530922792385E-2</c:v>
                </c:pt>
                <c:pt idx="43">
                  <c:v>7.1577977268320894E-2</c:v>
                </c:pt>
                <c:pt idx="44">
                  <c:v>4.7287089606283937E-2</c:v>
                </c:pt>
                <c:pt idx="45">
                  <c:v>4.6395496385672877E-2</c:v>
                </c:pt>
                <c:pt idx="46">
                  <c:v>4.4713940536751345E-2</c:v>
                </c:pt>
                <c:pt idx="47">
                  <c:v>4.8832001637943503E-2</c:v>
                </c:pt>
                <c:pt idx="48">
                  <c:v>4.8954380594343205E-2</c:v>
                </c:pt>
                <c:pt idx="49">
                  <c:v>4.9756465677550377E-2</c:v>
                </c:pt>
                <c:pt idx="50">
                  <c:v>5.182897047814522E-2</c:v>
                </c:pt>
                <c:pt idx="51">
                  <c:v>4.4770478290258646E-2</c:v>
                </c:pt>
                <c:pt idx="52">
                  <c:v>5.0103643015246946E-2</c:v>
                </c:pt>
                <c:pt idx="53">
                  <c:v>5.6863193413411929E-2</c:v>
                </c:pt>
                <c:pt idx="54">
                  <c:v>5.6172147833547653E-2</c:v>
                </c:pt>
                <c:pt idx="55">
                  <c:v>5.4545795763712268E-2</c:v>
                </c:pt>
                <c:pt idx="56">
                  <c:v>4.4248670622532481E-2</c:v>
                </c:pt>
                <c:pt idx="57">
                  <c:v>4.2593614908776653E-2</c:v>
                </c:pt>
                <c:pt idx="58">
                  <c:v>4.6114677566286975E-2</c:v>
                </c:pt>
                <c:pt idx="59">
                  <c:v>3.8736601076070958E-2</c:v>
                </c:pt>
                <c:pt idx="60">
                  <c:v>3.8284468815649682E-2</c:v>
                </c:pt>
                <c:pt idx="61">
                  <c:v>3.39271974431547E-2</c:v>
                </c:pt>
                <c:pt idx="62">
                  <c:v>3.1419257290814913E-2</c:v>
                </c:pt>
                <c:pt idx="63">
                  <c:v>2.9265942147220742E-2</c:v>
                </c:pt>
                <c:pt idx="64">
                  <c:v>2.968936964167895E-2</c:v>
                </c:pt>
                <c:pt idx="65">
                  <c:v>3.0075968888288767E-2</c:v>
                </c:pt>
                <c:pt idx="66">
                  <c:v>3.5064013061024669E-2</c:v>
                </c:pt>
                <c:pt idx="67">
                  <c:v>2.8324050479201043E-2</c:v>
                </c:pt>
                <c:pt idx="68">
                  <c:v>3.0473524878505985E-2</c:v>
                </c:pt>
                <c:pt idx="69">
                  <c:v>3.2760058186938487E-2</c:v>
                </c:pt>
                <c:pt idx="70">
                  <c:v>2.6698224503658483E-2</c:v>
                </c:pt>
                <c:pt idx="71">
                  <c:v>2.438670968042864E-2</c:v>
                </c:pt>
                <c:pt idx="72">
                  <c:v>2.5964891051157575E-2</c:v>
                </c:pt>
                <c:pt idx="73">
                  <c:v>2.2819351794300492E-2</c:v>
                </c:pt>
                <c:pt idx="74">
                  <c:v>2.156612867348761E-2</c:v>
                </c:pt>
                <c:pt idx="75">
                  <c:v>1.9159165398478371E-2</c:v>
                </c:pt>
                <c:pt idx="76">
                  <c:v>2.2688658844794044E-2</c:v>
                </c:pt>
                <c:pt idx="77">
                  <c:v>2.3457781167206305E-2</c:v>
                </c:pt>
                <c:pt idx="78">
                  <c:v>2.444250413125262E-2</c:v>
                </c:pt>
                <c:pt idx="79">
                  <c:v>2.3361149755491691E-2</c:v>
                </c:pt>
                <c:pt idx="80">
                  <c:v>2.1968466505643481E-2</c:v>
                </c:pt>
                <c:pt idx="81">
                  <c:v>1.9028224950805406E-2</c:v>
                </c:pt>
                <c:pt idx="82">
                  <c:v>1.8153236850950587E-2</c:v>
                </c:pt>
                <c:pt idx="83">
                  <c:v>1.8584225296346537E-2</c:v>
                </c:pt>
                <c:pt idx="84">
                  <c:v>1.8508370017022577E-2</c:v>
                </c:pt>
                <c:pt idx="85">
                  <c:v>1.788322969503086E-2</c:v>
                </c:pt>
                <c:pt idx="86">
                  <c:v>1.9687852742639015E-2</c:v>
                </c:pt>
                <c:pt idx="87">
                  <c:v>2.0226541785790416E-2</c:v>
                </c:pt>
                <c:pt idx="88">
                  <c:v>1.9292180299449433E-2</c:v>
                </c:pt>
                <c:pt idx="89">
                  <c:v>1.8666996860846621E-2</c:v>
                </c:pt>
                <c:pt idx="90">
                  <c:v>1.8174961136070752E-2</c:v>
                </c:pt>
                <c:pt idx="91">
                  <c:v>1.8569794784052487E-2</c:v>
                </c:pt>
                <c:pt idx="92">
                  <c:v>1.6491684629313073E-2</c:v>
                </c:pt>
                <c:pt idx="93">
                  <c:v>1.4826195254621493E-2</c:v>
                </c:pt>
                <c:pt idx="94">
                  <c:v>1.6617978926176113E-2</c:v>
                </c:pt>
                <c:pt idx="95">
                  <c:v>1.6477786006875644E-2</c:v>
                </c:pt>
                <c:pt idx="96">
                  <c:v>1.8098143897761092E-2</c:v>
                </c:pt>
                <c:pt idx="97">
                  <c:v>1.7893182097442287E-2</c:v>
                </c:pt>
                <c:pt idx="98">
                  <c:v>1.9328781431477263E-2</c:v>
                </c:pt>
                <c:pt idx="99">
                  <c:v>1.913504436666567E-2</c:v>
                </c:pt>
                <c:pt idx="100">
                  <c:v>1.8588348404513459E-2</c:v>
                </c:pt>
                <c:pt idx="101">
                  <c:v>2.0419862794120225E-2</c:v>
                </c:pt>
                <c:pt idx="102">
                  <c:v>1.9967118717797529E-2</c:v>
                </c:pt>
                <c:pt idx="103">
                  <c:v>1.8597707440269777E-2</c:v>
                </c:pt>
                <c:pt idx="104">
                  <c:v>1.82958682078933E-2</c:v>
                </c:pt>
                <c:pt idx="105">
                  <c:v>1.8218513465454226E-2</c:v>
                </c:pt>
                <c:pt idx="106">
                  <c:v>1.8163919629769213E-2</c:v>
                </c:pt>
                <c:pt idx="107">
                  <c:v>1.7827059100058676E-2</c:v>
                </c:pt>
                <c:pt idx="108">
                  <c:v>1.7252240546026358E-2</c:v>
                </c:pt>
                <c:pt idx="109">
                  <c:v>1.8063085410597462E-2</c:v>
                </c:pt>
                <c:pt idx="110">
                  <c:v>1.8561438889717518E-2</c:v>
                </c:pt>
                <c:pt idx="111">
                  <c:v>1.8779817658657792E-2</c:v>
                </c:pt>
                <c:pt idx="112">
                  <c:v>1.9241320777932485E-2</c:v>
                </c:pt>
                <c:pt idx="113">
                  <c:v>1.877594152712404E-2</c:v>
                </c:pt>
                <c:pt idx="114">
                  <c:v>1.9637213437199475E-2</c:v>
                </c:pt>
                <c:pt idx="115">
                  <c:v>1.9682033865423314E-2</c:v>
                </c:pt>
                <c:pt idx="116">
                  <c:v>1.9128413529500742E-2</c:v>
                </c:pt>
                <c:pt idx="117">
                  <c:v>1.9057199407032689E-2</c:v>
                </c:pt>
                <c:pt idx="118">
                  <c:v>1.9255466423227879E-2</c:v>
                </c:pt>
                <c:pt idx="119">
                  <c:v>1.9359494200197919E-2</c:v>
                </c:pt>
                <c:pt idx="120">
                  <c:v>2.0040365891215259E-2</c:v>
                </c:pt>
                <c:pt idx="121">
                  <c:v>2.1272557381952155E-2</c:v>
                </c:pt>
                <c:pt idx="122">
                  <c:v>1.9887623005286775E-2</c:v>
                </c:pt>
                <c:pt idx="123">
                  <c:v>1.7477369242045009E-2</c:v>
                </c:pt>
                <c:pt idx="124">
                  <c:v>1.901504796960676E-2</c:v>
                </c:pt>
                <c:pt idx="125">
                  <c:v>2.1043413420695913E-2</c:v>
                </c:pt>
                <c:pt idx="126">
                  <c:v>2.2322413460325208E-2</c:v>
                </c:pt>
                <c:pt idx="127">
                  <c:v>2.46107873960449E-2</c:v>
                </c:pt>
                <c:pt idx="128">
                  <c:v>2.3724672095344485E-2</c:v>
                </c:pt>
                <c:pt idx="129">
                  <c:v>2.249241790241022E-2</c:v>
                </c:pt>
                <c:pt idx="130">
                  <c:v>2.4232831138146244E-2</c:v>
                </c:pt>
                <c:pt idx="131">
                  <c:v>2.5346413627390135E-2</c:v>
                </c:pt>
                <c:pt idx="132">
                  <c:v>2.4845412643709808E-2</c:v>
                </c:pt>
                <c:pt idx="133">
                  <c:v>2.5343342278196831E-2</c:v>
                </c:pt>
                <c:pt idx="134">
                  <c:v>2.6838166984538524E-2</c:v>
                </c:pt>
                <c:pt idx="135">
                  <c:v>2.5949391730973499E-2</c:v>
                </c:pt>
                <c:pt idx="136">
                  <c:v>2.6031549357250813E-2</c:v>
                </c:pt>
                <c:pt idx="137">
                  <c:v>2.6627065648873245E-2</c:v>
                </c:pt>
                <c:pt idx="138">
                  <c:v>2.6582155092484447E-2</c:v>
                </c:pt>
                <c:pt idx="139">
                  <c:v>2.7795107951965114E-2</c:v>
                </c:pt>
                <c:pt idx="140">
                  <c:v>2.7292557933428666E-2</c:v>
                </c:pt>
                <c:pt idx="141">
                  <c:v>2.8280103063860199E-2</c:v>
                </c:pt>
                <c:pt idx="142">
                  <c:v>2.9453719206017949E-2</c:v>
                </c:pt>
                <c:pt idx="143">
                  <c:v>2.6831001208132567E-2</c:v>
                </c:pt>
                <c:pt idx="144">
                  <c:v>2.6512767987565716E-2</c:v>
                </c:pt>
                <c:pt idx="145">
                  <c:v>2.7364721936929577E-2</c:v>
                </c:pt>
                <c:pt idx="146">
                  <c:v>2.4820968026983335E-2</c:v>
                </c:pt>
                <c:pt idx="147">
                  <c:v>2.4483324071397188E-2</c:v>
                </c:pt>
                <c:pt idx="148">
                  <c:v>2.5481926957230998E-2</c:v>
                </c:pt>
                <c:pt idx="149">
                  <c:v>2.6812715702531357E-2</c:v>
                </c:pt>
                <c:pt idx="150">
                  <c:v>2.6780190866197668E-2</c:v>
                </c:pt>
                <c:pt idx="151">
                  <c:v>2.7633029832483745E-2</c:v>
                </c:pt>
                <c:pt idx="152">
                  <c:v>2.494279606702934E-2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1981568"/>
        <c:axId val="121991552"/>
      </c:line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HPA2Yr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Sheet1!$B$2:$B$154</c:f>
              <c:numCache>
                <c:formatCode>General</c:formatCode>
                <c:ptCount val="153"/>
                <c:pt idx="0">
                  <c:v>112.55</c:v>
                </c:pt>
                <c:pt idx="1">
                  <c:v>112.38</c:v>
                </c:pt>
                <c:pt idx="2">
                  <c:v>112.37</c:v>
                </c:pt>
                <c:pt idx="3">
                  <c:v>112.37</c:v>
                </c:pt>
                <c:pt idx="4">
                  <c:v>112.36</c:v>
                </c:pt>
                <c:pt idx="5">
                  <c:v>112.95</c:v>
                </c:pt>
                <c:pt idx="6">
                  <c:v>113.54</c:v>
                </c:pt>
                <c:pt idx="7">
                  <c:v>114.12</c:v>
                </c:pt>
                <c:pt idx="8">
                  <c:v>114.16</c:v>
                </c:pt>
                <c:pt idx="9">
                  <c:v>114.21</c:v>
                </c:pt>
                <c:pt idx="10">
                  <c:v>114.25</c:v>
                </c:pt>
                <c:pt idx="11">
                  <c:v>114.53</c:v>
                </c:pt>
                <c:pt idx="12">
                  <c:v>114.8</c:v>
                </c:pt>
                <c:pt idx="13">
                  <c:v>115.07</c:v>
                </c:pt>
                <c:pt idx="14">
                  <c:v>115.77</c:v>
                </c:pt>
                <c:pt idx="15">
                  <c:v>116.46</c:v>
                </c:pt>
                <c:pt idx="16">
                  <c:v>117.15</c:v>
                </c:pt>
                <c:pt idx="17">
                  <c:v>117.42</c:v>
                </c:pt>
                <c:pt idx="18">
                  <c:v>117.69</c:v>
                </c:pt>
                <c:pt idx="19">
                  <c:v>117.96</c:v>
                </c:pt>
                <c:pt idx="20">
                  <c:v>118.39</c:v>
                </c:pt>
                <c:pt idx="21">
                  <c:v>118.81</c:v>
                </c:pt>
                <c:pt idx="22">
                  <c:v>119.23</c:v>
                </c:pt>
                <c:pt idx="23">
                  <c:v>120.01</c:v>
                </c:pt>
                <c:pt idx="24">
                  <c:v>120.79</c:v>
                </c:pt>
                <c:pt idx="25">
                  <c:v>121.56</c:v>
                </c:pt>
                <c:pt idx="26">
                  <c:v>122.15</c:v>
                </c:pt>
                <c:pt idx="27">
                  <c:v>122.75</c:v>
                </c:pt>
                <c:pt idx="28">
                  <c:v>123.33</c:v>
                </c:pt>
                <c:pt idx="29">
                  <c:v>123.1</c:v>
                </c:pt>
                <c:pt idx="30">
                  <c:v>122.88</c:v>
                </c:pt>
                <c:pt idx="31">
                  <c:v>122.66</c:v>
                </c:pt>
                <c:pt idx="32">
                  <c:v>122.67</c:v>
                </c:pt>
                <c:pt idx="33">
                  <c:v>122.69</c:v>
                </c:pt>
                <c:pt idx="34">
                  <c:v>122.7</c:v>
                </c:pt>
                <c:pt idx="35">
                  <c:v>122.13</c:v>
                </c:pt>
                <c:pt idx="36">
                  <c:v>121.57</c:v>
                </c:pt>
                <c:pt idx="37">
                  <c:v>121.02</c:v>
                </c:pt>
                <c:pt idx="38">
                  <c:v>119.83</c:v>
                </c:pt>
                <c:pt idx="39">
                  <c:v>118.67</c:v>
                </c:pt>
                <c:pt idx="40">
                  <c:v>117.54</c:v>
                </c:pt>
                <c:pt idx="41">
                  <c:v>117.11</c:v>
                </c:pt>
                <c:pt idx="42">
                  <c:v>116.68</c:v>
                </c:pt>
                <c:pt idx="43">
                  <c:v>116.26</c:v>
                </c:pt>
                <c:pt idx="44">
                  <c:v>115.52</c:v>
                </c:pt>
                <c:pt idx="45">
                  <c:v>114.78</c:v>
                </c:pt>
                <c:pt idx="46">
                  <c:v>114.06</c:v>
                </c:pt>
                <c:pt idx="47">
                  <c:v>112.84</c:v>
                </c:pt>
                <c:pt idx="48">
                  <c:v>111.64</c:v>
                </c:pt>
                <c:pt idx="49">
                  <c:v>110.46</c:v>
                </c:pt>
                <c:pt idx="50">
                  <c:v>108.96</c:v>
                </c:pt>
                <c:pt idx="51">
                  <c:v>107.49</c:v>
                </c:pt>
                <c:pt idx="52">
                  <c:v>106.05</c:v>
                </c:pt>
                <c:pt idx="53">
                  <c:v>105.16</c:v>
                </c:pt>
                <c:pt idx="54">
                  <c:v>104.28</c:v>
                </c:pt>
                <c:pt idx="55">
                  <c:v>103.41</c:v>
                </c:pt>
                <c:pt idx="56">
                  <c:v>102.62</c:v>
                </c:pt>
                <c:pt idx="57">
                  <c:v>101.84</c:v>
                </c:pt>
                <c:pt idx="58">
                  <c:v>101.07</c:v>
                </c:pt>
                <c:pt idx="59">
                  <c:v>99.89</c:v>
                </c:pt>
                <c:pt idx="60">
                  <c:v>98.73</c:v>
                </c:pt>
                <c:pt idx="61">
                  <c:v>97.57</c:v>
                </c:pt>
                <c:pt idx="62">
                  <c:v>96.28</c:v>
                </c:pt>
                <c:pt idx="63">
                  <c:v>95.01</c:v>
                </c:pt>
                <c:pt idx="64">
                  <c:v>93.74</c:v>
                </c:pt>
                <c:pt idx="65">
                  <c:v>93.15</c:v>
                </c:pt>
                <c:pt idx="66">
                  <c:v>92.55</c:v>
                </c:pt>
                <c:pt idx="67">
                  <c:v>91.97</c:v>
                </c:pt>
                <c:pt idx="68">
                  <c:v>92.08</c:v>
                </c:pt>
                <c:pt idx="69">
                  <c:v>92.19</c:v>
                </c:pt>
                <c:pt idx="70">
                  <c:v>92.31</c:v>
                </c:pt>
                <c:pt idx="71">
                  <c:v>91.51</c:v>
                </c:pt>
                <c:pt idx="72">
                  <c:v>90.71</c:v>
                </c:pt>
                <c:pt idx="73">
                  <c:v>89.92</c:v>
                </c:pt>
                <c:pt idx="74">
                  <c:v>89.45</c:v>
                </c:pt>
                <c:pt idx="75">
                  <c:v>88.99</c:v>
                </c:pt>
                <c:pt idx="76">
                  <c:v>88.52</c:v>
                </c:pt>
                <c:pt idx="77">
                  <c:v>88.39</c:v>
                </c:pt>
                <c:pt idx="78">
                  <c:v>88.26</c:v>
                </c:pt>
                <c:pt idx="79">
                  <c:v>88.13</c:v>
                </c:pt>
                <c:pt idx="80">
                  <c:v>87.98</c:v>
                </c:pt>
                <c:pt idx="81">
                  <c:v>87.84</c:v>
                </c:pt>
                <c:pt idx="82">
                  <c:v>87.69</c:v>
                </c:pt>
                <c:pt idx="83">
                  <c:v>88.16</c:v>
                </c:pt>
                <c:pt idx="84">
                  <c:v>88.63</c:v>
                </c:pt>
                <c:pt idx="85">
                  <c:v>89.12</c:v>
                </c:pt>
                <c:pt idx="86">
                  <c:v>90.35</c:v>
                </c:pt>
                <c:pt idx="87">
                  <c:v>91.6</c:v>
                </c:pt>
                <c:pt idx="88">
                  <c:v>92.88</c:v>
                </c:pt>
                <c:pt idx="89">
                  <c:v>92.93</c:v>
                </c:pt>
                <c:pt idx="90">
                  <c:v>92.99</c:v>
                </c:pt>
                <c:pt idx="91">
                  <c:v>93.04</c:v>
                </c:pt>
                <c:pt idx="92">
                  <c:v>91.96</c:v>
                </c:pt>
                <c:pt idx="93">
                  <c:v>90.88</c:v>
                </c:pt>
                <c:pt idx="94">
                  <c:v>89.81</c:v>
                </c:pt>
                <c:pt idx="95">
                  <c:v>90.1</c:v>
                </c:pt>
                <c:pt idx="96">
                  <c:v>90.4</c:v>
                </c:pt>
                <c:pt idx="97">
                  <c:v>90.7</c:v>
                </c:pt>
                <c:pt idx="98">
                  <c:v>91.74</c:v>
                </c:pt>
                <c:pt idx="99">
                  <c:v>92.81</c:v>
                </c:pt>
                <c:pt idx="100">
                  <c:v>93.89</c:v>
                </c:pt>
                <c:pt idx="101">
                  <c:v>94.26</c:v>
                </c:pt>
                <c:pt idx="102">
                  <c:v>94.63</c:v>
                </c:pt>
                <c:pt idx="103">
                  <c:v>95.01</c:v>
                </c:pt>
                <c:pt idx="104">
                  <c:v>95.06</c:v>
                </c:pt>
                <c:pt idx="105">
                  <c:v>95.12</c:v>
                </c:pt>
                <c:pt idx="106">
                  <c:v>95.17</c:v>
                </c:pt>
                <c:pt idx="107">
                  <c:v>95.34</c:v>
                </c:pt>
                <c:pt idx="108">
                  <c:v>95.5</c:v>
                </c:pt>
                <c:pt idx="109">
                  <c:v>95.67</c:v>
                </c:pt>
                <c:pt idx="110">
                  <c:v>95.77</c:v>
                </c:pt>
                <c:pt idx="111">
                  <c:v>95.88</c:v>
                </c:pt>
                <c:pt idx="112">
                  <c:v>95.98</c:v>
                </c:pt>
                <c:pt idx="113">
                  <c:v>96.47</c:v>
                </c:pt>
                <c:pt idx="114">
                  <c:v>96.97</c:v>
                </c:pt>
                <c:pt idx="115">
                  <c:v>97.47</c:v>
                </c:pt>
                <c:pt idx="116">
                  <c:v>98.55</c:v>
                </c:pt>
                <c:pt idx="117">
                  <c:v>99.64</c:v>
                </c:pt>
                <c:pt idx="118">
                  <c:v>100.76</c:v>
                </c:pt>
                <c:pt idx="119">
                  <c:v>101.88</c:v>
                </c:pt>
                <c:pt idx="120">
                  <c:v>103</c:v>
                </c:pt>
                <c:pt idx="121">
                  <c:v>104.14</c:v>
                </c:pt>
                <c:pt idx="122">
                  <c:v>104.44</c:v>
                </c:pt>
                <c:pt idx="123">
                  <c:v>104.74</c:v>
                </c:pt>
                <c:pt idx="124">
                  <c:v>105.03</c:v>
                </c:pt>
                <c:pt idx="125">
                  <c:v>105.2</c:v>
                </c:pt>
                <c:pt idx="126">
                  <c:v>105.38</c:v>
                </c:pt>
                <c:pt idx="127">
                  <c:v>105.55</c:v>
                </c:pt>
                <c:pt idx="128">
                  <c:v>106.24</c:v>
                </c:pt>
                <c:pt idx="129">
                  <c:v>106.93</c:v>
                </c:pt>
                <c:pt idx="130">
                  <c:v>107.63</c:v>
                </c:pt>
                <c:pt idx="131">
                  <c:v>108.51</c:v>
                </c:pt>
                <c:pt idx="132">
                  <c:v>109.39</c:v>
                </c:pt>
                <c:pt idx="133">
                  <c:v>110.28</c:v>
                </c:pt>
                <c:pt idx="134">
                  <c:v>110.37</c:v>
                </c:pt>
                <c:pt idx="135">
                  <c:v>110.47</c:v>
                </c:pt>
                <c:pt idx="136">
                  <c:v>110.56</c:v>
                </c:pt>
                <c:pt idx="137">
                  <c:v>110.58</c:v>
                </c:pt>
                <c:pt idx="138">
                  <c:v>110.61</c:v>
                </c:pt>
                <c:pt idx="139">
                  <c:v>110.63</c:v>
                </c:pt>
                <c:pt idx="140">
                  <c:v>110.78</c:v>
                </c:pt>
                <c:pt idx="141">
                  <c:v>110.93</c:v>
                </c:pt>
                <c:pt idx="142">
                  <c:v>111.08</c:v>
                </c:pt>
                <c:pt idx="143">
                  <c:v>111.22</c:v>
                </c:pt>
                <c:pt idx="144">
                  <c:v>111.36</c:v>
                </c:pt>
                <c:pt idx="145">
                  <c:v>111.49</c:v>
                </c:pt>
                <c:pt idx="146">
                  <c:v>111.53</c:v>
                </c:pt>
                <c:pt idx="147">
                  <c:v>111.56</c:v>
                </c:pt>
                <c:pt idx="148">
                  <c:v>111.6</c:v>
                </c:pt>
                <c:pt idx="149">
                  <c:v>111.52</c:v>
                </c:pt>
                <c:pt idx="150">
                  <c:v>111.45</c:v>
                </c:pt>
                <c:pt idx="151">
                  <c:v>111.37</c:v>
                </c:pt>
                <c:pt idx="152">
                  <c:v>111.31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1999744"/>
        <c:axId val="121993472"/>
      </c:lineChart>
      <c:dateAx>
        <c:axId val="12198156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121991552"/>
        <c:crosses val="autoZero"/>
        <c:auto val="1"/>
        <c:lblOffset val="100"/>
        <c:baseTimeUnit val="months"/>
        <c:majorUnit val="12"/>
        <c:majorTimeUnit val="months"/>
      </c:dateAx>
      <c:valAx>
        <c:axId val="12199155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MCAI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21981568"/>
        <c:crosses val="autoZero"/>
        <c:crossBetween val="between"/>
      </c:valAx>
      <c:valAx>
        <c:axId val="121993472"/>
        <c:scaling>
          <c:orientation val="minMax"/>
          <c:min val="8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HPA2Yr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21999744"/>
        <c:crosses val="max"/>
        <c:crossBetween val="between"/>
      </c:valAx>
      <c:dateAx>
        <c:axId val="12199974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21993472"/>
        <c:crosses val="autoZero"/>
        <c:auto val="1"/>
        <c:lblOffset val="100"/>
        <c:baseTimeUnit val="months"/>
      </c:date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Tracking Error-ma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Sheet1!$A$2:$A$141</c:f>
              <c:numCache>
                <c:formatCode>m/d/yyyy</c:formatCode>
                <c:ptCount val="140"/>
                <c:pt idx="0">
                  <c:v>37895</c:v>
                </c:pt>
                <c:pt idx="1">
                  <c:v>37926</c:v>
                </c:pt>
                <c:pt idx="2">
                  <c:v>37956</c:v>
                </c:pt>
                <c:pt idx="3">
                  <c:v>37987</c:v>
                </c:pt>
                <c:pt idx="4">
                  <c:v>38018</c:v>
                </c:pt>
                <c:pt idx="5">
                  <c:v>38047</c:v>
                </c:pt>
                <c:pt idx="6">
                  <c:v>38078</c:v>
                </c:pt>
                <c:pt idx="7">
                  <c:v>38200</c:v>
                </c:pt>
                <c:pt idx="8">
                  <c:v>38231</c:v>
                </c:pt>
                <c:pt idx="9">
                  <c:v>38261</c:v>
                </c:pt>
                <c:pt idx="10">
                  <c:v>38292</c:v>
                </c:pt>
                <c:pt idx="11">
                  <c:v>38322</c:v>
                </c:pt>
                <c:pt idx="12">
                  <c:v>38353</c:v>
                </c:pt>
                <c:pt idx="13">
                  <c:v>38384</c:v>
                </c:pt>
                <c:pt idx="14">
                  <c:v>38412</c:v>
                </c:pt>
                <c:pt idx="15">
                  <c:v>38443</c:v>
                </c:pt>
                <c:pt idx="16">
                  <c:v>38473</c:v>
                </c:pt>
                <c:pt idx="17">
                  <c:v>38504</c:v>
                </c:pt>
                <c:pt idx="18">
                  <c:v>38534</c:v>
                </c:pt>
                <c:pt idx="19">
                  <c:v>38565</c:v>
                </c:pt>
                <c:pt idx="20">
                  <c:v>38596</c:v>
                </c:pt>
                <c:pt idx="21">
                  <c:v>38626</c:v>
                </c:pt>
                <c:pt idx="22">
                  <c:v>38657</c:v>
                </c:pt>
                <c:pt idx="23">
                  <c:v>38687</c:v>
                </c:pt>
                <c:pt idx="24">
                  <c:v>38718</c:v>
                </c:pt>
                <c:pt idx="25">
                  <c:v>38749</c:v>
                </c:pt>
                <c:pt idx="26">
                  <c:v>38777</c:v>
                </c:pt>
                <c:pt idx="27">
                  <c:v>38808</c:v>
                </c:pt>
                <c:pt idx="28">
                  <c:v>38838</c:v>
                </c:pt>
                <c:pt idx="29">
                  <c:v>38869</c:v>
                </c:pt>
                <c:pt idx="30">
                  <c:v>38899</c:v>
                </c:pt>
                <c:pt idx="31">
                  <c:v>38930</c:v>
                </c:pt>
                <c:pt idx="32">
                  <c:v>38961</c:v>
                </c:pt>
                <c:pt idx="33">
                  <c:v>38991</c:v>
                </c:pt>
                <c:pt idx="34">
                  <c:v>39022</c:v>
                </c:pt>
                <c:pt idx="35">
                  <c:v>39052</c:v>
                </c:pt>
                <c:pt idx="36">
                  <c:v>39083</c:v>
                </c:pt>
                <c:pt idx="37">
                  <c:v>39114</c:v>
                </c:pt>
                <c:pt idx="38">
                  <c:v>39142</c:v>
                </c:pt>
                <c:pt idx="39">
                  <c:v>39173</c:v>
                </c:pt>
                <c:pt idx="40">
                  <c:v>39203</c:v>
                </c:pt>
                <c:pt idx="41">
                  <c:v>39234</c:v>
                </c:pt>
                <c:pt idx="42">
                  <c:v>39264</c:v>
                </c:pt>
                <c:pt idx="43">
                  <c:v>39295</c:v>
                </c:pt>
                <c:pt idx="44">
                  <c:v>39326</c:v>
                </c:pt>
                <c:pt idx="45">
                  <c:v>39356</c:v>
                </c:pt>
                <c:pt idx="46">
                  <c:v>39387</c:v>
                </c:pt>
                <c:pt idx="47">
                  <c:v>39417</c:v>
                </c:pt>
                <c:pt idx="48">
                  <c:v>39448</c:v>
                </c:pt>
                <c:pt idx="49">
                  <c:v>39479</c:v>
                </c:pt>
                <c:pt idx="50">
                  <c:v>39508</c:v>
                </c:pt>
                <c:pt idx="51">
                  <c:v>39539</c:v>
                </c:pt>
                <c:pt idx="52">
                  <c:v>39569</c:v>
                </c:pt>
                <c:pt idx="53">
                  <c:v>39600</c:v>
                </c:pt>
                <c:pt idx="54">
                  <c:v>39630</c:v>
                </c:pt>
                <c:pt idx="55">
                  <c:v>39661</c:v>
                </c:pt>
                <c:pt idx="56">
                  <c:v>39692</c:v>
                </c:pt>
                <c:pt idx="57">
                  <c:v>39722</c:v>
                </c:pt>
                <c:pt idx="58">
                  <c:v>39753</c:v>
                </c:pt>
                <c:pt idx="59">
                  <c:v>39783</c:v>
                </c:pt>
                <c:pt idx="60">
                  <c:v>39814</c:v>
                </c:pt>
                <c:pt idx="61">
                  <c:v>39845</c:v>
                </c:pt>
                <c:pt idx="62">
                  <c:v>39873</c:v>
                </c:pt>
                <c:pt idx="63">
                  <c:v>39904</c:v>
                </c:pt>
                <c:pt idx="64">
                  <c:v>39934</c:v>
                </c:pt>
                <c:pt idx="65">
                  <c:v>39965</c:v>
                </c:pt>
                <c:pt idx="66">
                  <c:v>39995</c:v>
                </c:pt>
                <c:pt idx="67">
                  <c:v>40026</c:v>
                </c:pt>
                <c:pt idx="68">
                  <c:v>40057</c:v>
                </c:pt>
                <c:pt idx="69">
                  <c:v>40087</c:v>
                </c:pt>
                <c:pt idx="70">
                  <c:v>40118</c:v>
                </c:pt>
                <c:pt idx="71">
                  <c:v>40148</c:v>
                </c:pt>
                <c:pt idx="72">
                  <c:v>40179</c:v>
                </c:pt>
                <c:pt idx="73">
                  <c:v>40210</c:v>
                </c:pt>
                <c:pt idx="74">
                  <c:v>40238</c:v>
                </c:pt>
                <c:pt idx="75">
                  <c:v>40269</c:v>
                </c:pt>
                <c:pt idx="76">
                  <c:v>40299</c:v>
                </c:pt>
                <c:pt idx="77">
                  <c:v>40330</c:v>
                </c:pt>
                <c:pt idx="78">
                  <c:v>40360</c:v>
                </c:pt>
                <c:pt idx="79">
                  <c:v>40544</c:v>
                </c:pt>
                <c:pt idx="80">
                  <c:v>40575</c:v>
                </c:pt>
                <c:pt idx="81">
                  <c:v>40603</c:v>
                </c:pt>
                <c:pt idx="82">
                  <c:v>40634</c:v>
                </c:pt>
                <c:pt idx="83">
                  <c:v>40664</c:v>
                </c:pt>
                <c:pt idx="84">
                  <c:v>40695</c:v>
                </c:pt>
                <c:pt idx="85">
                  <c:v>40725</c:v>
                </c:pt>
                <c:pt idx="86">
                  <c:v>40756</c:v>
                </c:pt>
                <c:pt idx="87">
                  <c:v>40787</c:v>
                </c:pt>
                <c:pt idx="88">
                  <c:v>40817</c:v>
                </c:pt>
                <c:pt idx="89">
                  <c:v>40848</c:v>
                </c:pt>
                <c:pt idx="90">
                  <c:v>40878</c:v>
                </c:pt>
                <c:pt idx="91">
                  <c:v>40909</c:v>
                </c:pt>
                <c:pt idx="92">
                  <c:v>40940</c:v>
                </c:pt>
                <c:pt idx="93">
                  <c:v>40969</c:v>
                </c:pt>
                <c:pt idx="94">
                  <c:v>41000</c:v>
                </c:pt>
                <c:pt idx="95">
                  <c:v>41030</c:v>
                </c:pt>
                <c:pt idx="96">
                  <c:v>41061</c:v>
                </c:pt>
                <c:pt idx="97">
                  <c:v>41091</c:v>
                </c:pt>
                <c:pt idx="98">
                  <c:v>41122</c:v>
                </c:pt>
                <c:pt idx="99">
                  <c:v>41153</c:v>
                </c:pt>
                <c:pt idx="100">
                  <c:v>41183</c:v>
                </c:pt>
                <c:pt idx="101">
                  <c:v>41214</c:v>
                </c:pt>
                <c:pt idx="102">
                  <c:v>41244</c:v>
                </c:pt>
                <c:pt idx="103">
                  <c:v>41275</c:v>
                </c:pt>
                <c:pt idx="104">
                  <c:v>41306</c:v>
                </c:pt>
                <c:pt idx="105">
                  <c:v>41334</c:v>
                </c:pt>
                <c:pt idx="106">
                  <c:v>41365</c:v>
                </c:pt>
                <c:pt idx="107">
                  <c:v>41395</c:v>
                </c:pt>
                <c:pt idx="108">
                  <c:v>41426</c:v>
                </c:pt>
                <c:pt idx="109">
                  <c:v>41456</c:v>
                </c:pt>
                <c:pt idx="110">
                  <c:v>41487</c:v>
                </c:pt>
                <c:pt idx="111">
                  <c:v>41518</c:v>
                </c:pt>
                <c:pt idx="112">
                  <c:v>41548</c:v>
                </c:pt>
                <c:pt idx="113">
                  <c:v>41579</c:v>
                </c:pt>
                <c:pt idx="114">
                  <c:v>41609</c:v>
                </c:pt>
                <c:pt idx="115">
                  <c:v>41640</c:v>
                </c:pt>
                <c:pt idx="116">
                  <c:v>41671</c:v>
                </c:pt>
                <c:pt idx="117">
                  <c:v>41699</c:v>
                </c:pt>
                <c:pt idx="118">
                  <c:v>41730</c:v>
                </c:pt>
                <c:pt idx="119">
                  <c:v>41760</c:v>
                </c:pt>
                <c:pt idx="120">
                  <c:v>41791</c:v>
                </c:pt>
                <c:pt idx="121">
                  <c:v>41821</c:v>
                </c:pt>
                <c:pt idx="122">
                  <c:v>41852</c:v>
                </c:pt>
                <c:pt idx="123">
                  <c:v>41883</c:v>
                </c:pt>
                <c:pt idx="124">
                  <c:v>41913</c:v>
                </c:pt>
                <c:pt idx="125">
                  <c:v>41944</c:v>
                </c:pt>
                <c:pt idx="126">
                  <c:v>41974</c:v>
                </c:pt>
                <c:pt idx="127">
                  <c:v>42005</c:v>
                </c:pt>
                <c:pt idx="128">
                  <c:v>42036</c:v>
                </c:pt>
                <c:pt idx="129">
                  <c:v>42064</c:v>
                </c:pt>
                <c:pt idx="130">
                  <c:v>42095</c:v>
                </c:pt>
                <c:pt idx="131">
                  <c:v>42125</c:v>
                </c:pt>
                <c:pt idx="132">
                  <c:v>42156</c:v>
                </c:pt>
                <c:pt idx="133">
                  <c:v>42186</c:v>
                </c:pt>
                <c:pt idx="134">
                  <c:v>42217</c:v>
                </c:pt>
                <c:pt idx="135">
                  <c:v>42248</c:v>
                </c:pt>
                <c:pt idx="136">
                  <c:v>42278</c:v>
                </c:pt>
                <c:pt idx="137">
                  <c:v>42309</c:v>
                </c:pt>
                <c:pt idx="138">
                  <c:v>42339</c:v>
                </c:pt>
                <c:pt idx="139">
                  <c:v>42370</c:v>
                </c:pt>
              </c:numCache>
            </c:numRef>
          </c:cat>
          <c:val>
            <c:numRef>
              <c:f>Sheet1!$B$2:$B$141</c:f>
              <c:numCache>
                <c:formatCode>General</c:formatCode>
                <c:ptCount val="140"/>
                <c:pt idx="0">
                  <c:v>-0.31728596525216335</c:v>
                </c:pt>
                <c:pt idx="1">
                  <c:v>-0.59394187912888163</c:v>
                </c:pt>
                <c:pt idx="2">
                  <c:v>-1.0233888462536684</c:v>
                </c:pt>
                <c:pt idx="3">
                  <c:v>-1.2177003246725031</c:v>
                </c:pt>
                <c:pt idx="4">
                  <c:v>-1.0907421671697433</c:v>
                </c:pt>
                <c:pt idx="5">
                  <c:v>-0.16023211711856331</c:v>
                </c:pt>
                <c:pt idx="6">
                  <c:v>6.7271499136836679E-2</c:v>
                </c:pt>
                <c:pt idx="7">
                  <c:v>2.5237183096983675E-3</c:v>
                </c:pt>
                <c:pt idx="8">
                  <c:v>-0.11541585636516838</c:v>
                </c:pt>
                <c:pt idx="9">
                  <c:v>-4.1974625355050067E-2</c:v>
                </c:pt>
                <c:pt idx="10">
                  <c:v>-0.13320242133643015</c:v>
                </c:pt>
                <c:pt idx="11">
                  <c:v>-0.20291375859256666</c:v>
                </c:pt>
                <c:pt idx="12">
                  <c:v>-0.20941604456160171</c:v>
                </c:pt>
                <c:pt idx="13">
                  <c:v>-0.11379342343833176</c:v>
                </c:pt>
                <c:pt idx="14">
                  <c:v>-6.274357148166991E-2</c:v>
                </c:pt>
                <c:pt idx="15">
                  <c:v>-0.11758814218022495</c:v>
                </c:pt>
                <c:pt idx="16">
                  <c:v>-9.1150826846932986E-3</c:v>
                </c:pt>
                <c:pt idx="17">
                  <c:v>0.22988808077506842</c:v>
                </c:pt>
                <c:pt idx="18">
                  <c:v>0.44608119115507855</c:v>
                </c:pt>
                <c:pt idx="19">
                  <c:v>0.46878739054664847</c:v>
                </c:pt>
                <c:pt idx="20">
                  <c:v>0.51972827161112656</c:v>
                </c:pt>
                <c:pt idx="21">
                  <c:v>0.55718289589521142</c:v>
                </c:pt>
                <c:pt idx="22">
                  <c:v>0.38239861013024984</c:v>
                </c:pt>
                <c:pt idx="23">
                  <c:v>6.2935819758076342E-2</c:v>
                </c:pt>
                <c:pt idx="24">
                  <c:v>-0.28013984235851863</c:v>
                </c:pt>
                <c:pt idx="25">
                  <c:v>-0.30393333787802695</c:v>
                </c:pt>
                <c:pt idx="26">
                  <c:v>-0.36733502855006012</c:v>
                </c:pt>
                <c:pt idx="27">
                  <c:v>-0.19740622038198494</c:v>
                </c:pt>
                <c:pt idx="28">
                  <c:v>-6.6589842221141726E-2</c:v>
                </c:pt>
                <c:pt idx="29">
                  <c:v>0.20080908004330814</c:v>
                </c:pt>
                <c:pt idx="30">
                  <c:v>0.45052386384203819</c:v>
                </c:pt>
                <c:pt idx="31">
                  <c:v>0.45425817851361189</c:v>
                </c:pt>
                <c:pt idx="32">
                  <c:v>0.68789117174178205</c:v>
                </c:pt>
                <c:pt idx="33">
                  <c:v>0.51787646082362848</c:v>
                </c:pt>
                <c:pt idx="34">
                  <c:v>0.50442261624078688</c:v>
                </c:pt>
                <c:pt idx="35">
                  <c:v>0.44984190255982526</c:v>
                </c:pt>
                <c:pt idx="36">
                  <c:v>0.24190363093452674</c:v>
                </c:pt>
                <c:pt idx="37">
                  <c:v>0.14047277605903652</c:v>
                </c:pt>
                <c:pt idx="38">
                  <c:v>-6.1100781743718656E-2</c:v>
                </c:pt>
                <c:pt idx="39">
                  <c:v>1.4654882556001336E-2</c:v>
                </c:pt>
                <c:pt idx="40">
                  <c:v>-1.9160252993912035E-2</c:v>
                </c:pt>
                <c:pt idx="41">
                  <c:v>-7.6323234582558477E-2</c:v>
                </c:pt>
                <c:pt idx="42">
                  <c:v>-0.29252867644933334</c:v>
                </c:pt>
                <c:pt idx="43">
                  <c:v>-0.4650134949297467</c:v>
                </c:pt>
                <c:pt idx="44">
                  <c:v>-0.52099478524588505</c:v>
                </c:pt>
                <c:pt idx="45">
                  <c:v>-0.7912208570458733</c:v>
                </c:pt>
                <c:pt idx="46">
                  <c:v>-0.91212098485055326</c:v>
                </c:pt>
                <c:pt idx="47">
                  <c:v>-0.93525497738841834</c:v>
                </c:pt>
                <c:pt idx="48">
                  <c:v>-0.74893557739163008</c:v>
                </c:pt>
                <c:pt idx="49">
                  <c:v>-0.66760738457882673</c:v>
                </c:pt>
                <c:pt idx="50">
                  <c:v>-0.81020809148589512</c:v>
                </c:pt>
                <c:pt idx="51">
                  <c:v>-0.85063315986513677</c:v>
                </c:pt>
                <c:pt idx="52">
                  <c:v>-0.74830386283719008</c:v>
                </c:pt>
                <c:pt idx="53">
                  <c:v>-0.72154419287379168</c:v>
                </c:pt>
                <c:pt idx="54">
                  <c:v>-0.74647715826639682</c:v>
                </c:pt>
                <c:pt idx="55">
                  <c:v>-0.55359962912056193</c:v>
                </c:pt>
                <c:pt idx="56">
                  <c:v>-0.4059320092563235</c:v>
                </c:pt>
                <c:pt idx="57">
                  <c:v>-0.22051383740874675</c:v>
                </c:pt>
                <c:pt idx="58">
                  <c:v>-9.9140774845078328E-2</c:v>
                </c:pt>
                <c:pt idx="59">
                  <c:v>-0.19310137283892673</c:v>
                </c:pt>
                <c:pt idx="60">
                  <c:v>-1.9895102316691633E-2</c:v>
                </c:pt>
                <c:pt idx="61">
                  <c:v>-8.3083646063881592E-2</c:v>
                </c:pt>
                <c:pt idx="62">
                  <c:v>-6.8029168415824917E-2</c:v>
                </c:pt>
                <c:pt idx="63">
                  <c:v>-7.3615464728638544E-2</c:v>
                </c:pt>
                <c:pt idx="64">
                  <c:v>-4.8467462107350721E-2</c:v>
                </c:pt>
                <c:pt idx="65">
                  <c:v>0.17600596818961645</c:v>
                </c:pt>
                <c:pt idx="66">
                  <c:v>1.0927382901839755E-2</c:v>
                </c:pt>
                <c:pt idx="67">
                  <c:v>0.13355630893595977</c:v>
                </c:pt>
                <c:pt idx="68">
                  <c:v>0.28170492630575478</c:v>
                </c:pt>
                <c:pt idx="69">
                  <c:v>0.40634482208625161</c:v>
                </c:pt>
                <c:pt idx="70">
                  <c:v>0.43375371848459049</c:v>
                </c:pt>
                <c:pt idx="71">
                  <c:v>0.45158997381525839</c:v>
                </c:pt>
                <c:pt idx="72">
                  <c:v>0.65703354597666674</c:v>
                </c:pt>
                <c:pt idx="73">
                  <c:v>0.70960707171196347</c:v>
                </c:pt>
                <c:pt idx="74">
                  <c:v>0.78880874000412504</c:v>
                </c:pt>
                <c:pt idx="75">
                  <c:v>0.90016628412171507</c:v>
                </c:pt>
                <c:pt idx="76">
                  <c:v>0.93366230490800994</c:v>
                </c:pt>
                <c:pt idx="77">
                  <c:v>0.99957693715571161</c:v>
                </c:pt>
                <c:pt idx="78">
                  <c:v>1.0980750951134099</c:v>
                </c:pt>
                <c:pt idx="79">
                  <c:v>0.86756513390322254</c:v>
                </c:pt>
                <c:pt idx="80">
                  <c:v>0.70070708083949074</c:v>
                </c:pt>
                <c:pt idx="81">
                  <c:v>0.56085774947652256</c:v>
                </c:pt>
                <c:pt idx="82">
                  <c:v>0.5177205567519958</c:v>
                </c:pt>
                <c:pt idx="83">
                  <c:v>0.41826931247052085</c:v>
                </c:pt>
                <c:pt idx="84">
                  <c:v>0.24673039787928089</c:v>
                </c:pt>
                <c:pt idx="85">
                  <c:v>0.42073579196826677</c:v>
                </c:pt>
                <c:pt idx="86">
                  <c:v>0.53305835603400509</c:v>
                </c:pt>
                <c:pt idx="87">
                  <c:v>0.36931122763419832</c:v>
                </c:pt>
                <c:pt idx="88">
                  <c:v>5.5900445198560002E-2</c:v>
                </c:pt>
                <c:pt idx="89">
                  <c:v>-4.7390724215048384E-2</c:v>
                </c:pt>
                <c:pt idx="90">
                  <c:v>3.0937426807716755E-2</c:v>
                </c:pt>
                <c:pt idx="91">
                  <c:v>-0.10076131386711822</c:v>
                </c:pt>
                <c:pt idx="92">
                  <c:v>-0.26893781328711502</c:v>
                </c:pt>
                <c:pt idx="93">
                  <c:v>-0.34867488539003216</c:v>
                </c:pt>
                <c:pt idx="94">
                  <c:v>-0.21852759881835152</c:v>
                </c:pt>
                <c:pt idx="95">
                  <c:v>-0.34068469657677669</c:v>
                </c:pt>
                <c:pt idx="96">
                  <c:v>-0.60420044351273594</c:v>
                </c:pt>
                <c:pt idx="97">
                  <c:v>-0.6642827419162517</c:v>
                </c:pt>
                <c:pt idx="98">
                  <c:v>-0.75338893133965834</c:v>
                </c:pt>
                <c:pt idx="99">
                  <c:v>-0.68269419089088146</c:v>
                </c:pt>
                <c:pt idx="100">
                  <c:v>-0.71046661908745257</c:v>
                </c:pt>
                <c:pt idx="101">
                  <c:v>-0.68332689465247742</c:v>
                </c:pt>
                <c:pt idx="102">
                  <c:v>-0.64854227443003165</c:v>
                </c:pt>
                <c:pt idx="103">
                  <c:v>-0.58512907614387</c:v>
                </c:pt>
                <c:pt idx="104">
                  <c:v>-0.4633985494064185</c:v>
                </c:pt>
                <c:pt idx="105">
                  <c:v>-0.43786526138479731</c:v>
                </c:pt>
                <c:pt idx="106">
                  <c:v>-0.44132407243612409</c:v>
                </c:pt>
                <c:pt idx="107">
                  <c:v>-0.48924093265778829</c:v>
                </c:pt>
                <c:pt idx="108">
                  <c:v>-0.48475261671392533</c:v>
                </c:pt>
                <c:pt idx="109">
                  <c:v>-0.55377421627174817</c:v>
                </c:pt>
                <c:pt idx="110">
                  <c:v>-0.57795274560341114</c:v>
                </c:pt>
                <c:pt idx="111">
                  <c:v>-0.52810672891559862</c:v>
                </c:pt>
                <c:pt idx="112">
                  <c:v>-0.41982110619554319</c:v>
                </c:pt>
                <c:pt idx="113">
                  <c:v>-0.17955010570262905</c:v>
                </c:pt>
                <c:pt idx="114">
                  <c:v>2.9583840159854935E-2</c:v>
                </c:pt>
                <c:pt idx="115">
                  <c:v>0.28022290309963988</c:v>
                </c:pt>
                <c:pt idx="116">
                  <c:v>0.50079218038540829</c:v>
                </c:pt>
                <c:pt idx="117">
                  <c:v>0.74363343026032835</c:v>
                </c:pt>
                <c:pt idx="118">
                  <c:v>1.02642777077562</c:v>
                </c:pt>
                <c:pt idx="119">
                  <c:v>1.2153610381241335</c:v>
                </c:pt>
                <c:pt idx="120">
                  <c:v>1.4954904963526732</c:v>
                </c:pt>
                <c:pt idx="121">
                  <c:v>1.7621557718878984</c:v>
                </c:pt>
                <c:pt idx="122">
                  <c:v>2.120877387459343</c:v>
                </c:pt>
                <c:pt idx="123">
                  <c:v>2.3236351106925897</c:v>
                </c:pt>
                <c:pt idx="124">
                  <c:v>2.4325239671926333</c:v>
                </c:pt>
                <c:pt idx="125">
                  <c:v>2.6104164076129917</c:v>
                </c:pt>
                <c:pt idx="126">
                  <c:v>2.649153878896958</c:v>
                </c:pt>
                <c:pt idx="127">
                  <c:v>2.4873520386763417</c:v>
                </c:pt>
                <c:pt idx="128">
                  <c:v>2.0209404984634545</c:v>
                </c:pt>
                <c:pt idx="129">
                  <c:v>1.6372018448624563</c:v>
                </c:pt>
                <c:pt idx="130">
                  <c:v>1.3062406716453678</c:v>
                </c:pt>
                <c:pt idx="131">
                  <c:v>0.89686767878177287</c:v>
                </c:pt>
                <c:pt idx="132">
                  <c:v>0.55206629175842592</c:v>
                </c:pt>
                <c:pt idx="133">
                  <c:v>0.65214003645435759</c:v>
                </c:pt>
                <c:pt idx="134">
                  <c:v>1.0766607912170434</c:v>
                </c:pt>
                <c:pt idx="135">
                  <c:v>1.3337159794653735</c:v>
                </c:pt>
                <c:pt idx="136">
                  <c:v>1.5105962638491068</c:v>
                </c:pt>
                <c:pt idx="137">
                  <c:v>1.5581081162101686</c:v>
                </c:pt>
                <c:pt idx="138">
                  <c:v>1.8913521944357969</c:v>
                </c:pt>
                <c:pt idx="139">
                  <c:v>1.8900507743432602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2249216"/>
        <c:axId val="122250752"/>
      </c:lineChart>
      <c:dateAx>
        <c:axId val="12224921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22250752"/>
        <c:crosses val="autoZero"/>
        <c:auto val="1"/>
        <c:lblOffset val="100"/>
        <c:baseTimeUnit val="months"/>
        <c:majorUnit val="12"/>
        <c:majorTimeUnit val="months"/>
      </c:dateAx>
      <c:valAx>
        <c:axId val="12225075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Model Tracking Error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22249216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MCAI-Universe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Sheet1!$C$2:$C$154</c:f>
              <c:numCache>
                <c:formatCode>0%</c:formatCode>
                <c:ptCount val="153"/>
                <c:pt idx="0">
                  <c:v>3.1505553453999857E-2</c:v>
                </c:pt>
                <c:pt idx="1">
                  <c:v>2.941113568576784E-2</c:v>
                </c:pt>
                <c:pt idx="2">
                  <c:v>3.1692185122533308E-2</c:v>
                </c:pt>
                <c:pt idx="3">
                  <c:v>3.1405847846093869E-2</c:v>
                </c:pt>
                <c:pt idx="4">
                  <c:v>2.484674310474241E-2</c:v>
                </c:pt>
                <c:pt idx="5">
                  <c:v>2.2551663314892036E-2</c:v>
                </c:pt>
                <c:pt idx="6">
                  <c:v>3.0090776365059635E-2</c:v>
                </c:pt>
                <c:pt idx="7">
                  <c:v>3.1031237139204783E-2</c:v>
                </c:pt>
                <c:pt idx="8">
                  <c:v>5.1273918922529832E-2</c:v>
                </c:pt>
                <c:pt idx="9">
                  <c:v>5.0524334606170077E-2</c:v>
                </c:pt>
                <c:pt idx="10">
                  <c:v>5.1459234907319074E-2</c:v>
                </c:pt>
                <c:pt idx="11">
                  <c:v>5.3398071458674534E-2</c:v>
                </c:pt>
                <c:pt idx="12">
                  <c:v>5.5833945054499429E-2</c:v>
                </c:pt>
                <c:pt idx="13">
                  <c:v>4.6486909157875608E-2</c:v>
                </c:pt>
                <c:pt idx="14">
                  <c:v>4.3236855419818074E-2</c:v>
                </c:pt>
                <c:pt idx="15">
                  <c:v>5.064994480301778E-2</c:v>
                </c:pt>
                <c:pt idx="16">
                  <c:v>5.5267950396253408E-2</c:v>
                </c:pt>
                <c:pt idx="17">
                  <c:v>5.3382000663502641E-2</c:v>
                </c:pt>
                <c:pt idx="18">
                  <c:v>5.4919324593134249E-2</c:v>
                </c:pt>
                <c:pt idx="19">
                  <c:v>5.2246834494736979E-2</c:v>
                </c:pt>
                <c:pt idx="20">
                  <c:v>5.8879965570994591E-2</c:v>
                </c:pt>
                <c:pt idx="21">
                  <c:v>5.7210385485708483E-2</c:v>
                </c:pt>
                <c:pt idx="22">
                  <c:v>5.7237223873002771E-2</c:v>
                </c:pt>
                <c:pt idx="23">
                  <c:v>5.7535857913621688E-2</c:v>
                </c:pt>
                <c:pt idx="24">
                  <c:v>5.0773849629879478E-2</c:v>
                </c:pt>
                <c:pt idx="25">
                  <c:v>5.6714358430414252E-2</c:v>
                </c:pt>
                <c:pt idx="26">
                  <c:v>5.7919480634164446E-2</c:v>
                </c:pt>
                <c:pt idx="27">
                  <c:v>5.9594279667824393E-2</c:v>
                </c:pt>
                <c:pt idx="28">
                  <c:v>5.3047415231788152E-2</c:v>
                </c:pt>
                <c:pt idx="29">
                  <c:v>5.6080161964855081E-2</c:v>
                </c:pt>
                <c:pt idx="30">
                  <c:v>5.7139926878147916E-2</c:v>
                </c:pt>
                <c:pt idx="31">
                  <c:v>5.1508629714844767E-2</c:v>
                </c:pt>
                <c:pt idx="32">
                  <c:v>5.5999784047774545E-2</c:v>
                </c:pt>
                <c:pt idx="33">
                  <c:v>5.8120424698011111E-2</c:v>
                </c:pt>
                <c:pt idx="34">
                  <c:v>6.0419452359080784E-2</c:v>
                </c:pt>
                <c:pt idx="35">
                  <c:v>5.9025947640834631E-2</c:v>
                </c:pt>
                <c:pt idx="36">
                  <c:v>5.9418985447238643E-2</c:v>
                </c:pt>
                <c:pt idx="37">
                  <c:v>5.7020872702753023E-2</c:v>
                </c:pt>
                <c:pt idx="38">
                  <c:v>6.0986823147290301E-2</c:v>
                </c:pt>
                <c:pt idx="39">
                  <c:v>6.2638741808589582E-2</c:v>
                </c:pt>
                <c:pt idx="40">
                  <c:v>6.8768065734841011E-2</c:v>
                </c:pt>
                <c:pt idx="41">
                  <c:v>7.2782687000032834E-2</c:v>
                </c:pt>
                <c:pt idx="42">
                  <c:v>6.7539530922792385E-2</c:v>
                </c:pt>
                <c:pt idx="43">
                  <c:v>7.1577977268320894E-2</c:v>
                </c:pt>
                <c:pt idx="44">
                  <c:v>4.7287089606283937E-2</c:v>
                </c:pt>
                <c:pt idx="45">
                  <c:v>4.6395496385672877E-2</c:v>
                </c:pt>
                <c:pt idx="46">
                  <c:v>4.4713940536751345E-2</c:v>
                </c:pt>
                <c:pt idx="47">
                  <c:v>4.8832001637943503E-2</c:v>
                </c:pt>
                <c:pt idx="48">
                  <c:v>4.8954380594343205E-2</c:v>
                </c:pt>
                <c:pt idx="49">
                  <c:v>4.9756465677550377E-2</c:v>
                </c:pt>
                <c:pt idx="50">
                  <c:v>5.182897047814522E-2</c:v>
                </c:pt>
                <c:pt idx="51">
                  <c:v>4.4770478290258646E-2</c:v>
                </c:pt>
                <c:pt idx="52">
                  <c:v>5.0103643015246946E-2</c:v>
                </c:pt>
                <c:pt idx="53">
                  <c:v>5.6863193413411929E-2</c:v>
                </c:pt>
                <c:pt idx="54">
                  <c:v>5.6172147833547653E-2</c:v>
                </c:pt>
                <c:pt idx="55">
                  <c:v>5.4545795763712268E-2</c:v>
                </c:pt>
                <c:pt idx="56">
                  <c:v>4.4248670622532481E-2</c:v>
                </c:pt>
                <c:pt idx="57">
                  <c:v>4.2593614908776653E-2</c:v>
                </c:pt>
                <c:pt idx="58">
                  <c:v>4.6114677566286975E-2</c:v>
                </c:pt>
                <c:pt idx="59">
                  <c:v>3.8736601076070958E-2</c:v>
                </c:pt>
                <c:pt idx="60">
                  <c:v>3.8284468815649682E-2</c:v>
                </c:pt>
                <c:pt idx="61">
                  <c:v>3.39271974431547E-2</c:v>
                </c:pt>
                <c:pt idx="62">
                  <c:v>3.1419257290814913E-2</c:v>
                </c:pt>
                <c:pt idx="63">
                  <c:v>2.9265942147220742E-2</c:v>
                </c:pt>
                <c:pt idx="64">
                  <c:v>2.968936964167895E-2</c:v>
                </c:pt>
                <c:pt idx="65">
                  <c:v>3.0075968888288767E-2</c:v>
                </c:pt>
                <c:pt idx="66">
                  <c:v>3.5064013061024669E-2</c:v>
                </c:pt>
                <c:pt idx="67">
                  <c:v>2.8324050479201043E-2</c:v>
                </c:pt>
                <c:pt idx="68">
                  <c:v>3.0473524878505985E-2</c:v>
                </c:pt>
                <c:pt idx="69">
                  <c:v>3.2760058186938487E-2</c:v>
                </c:pt>
                <c:pt idx="70">
                  <c:v>2.6698224503658483E-2</c:v>
                </c:pt>
                <c:pt idx="71">
                  <c:v>2.438670968042864E-2</c:v>
                </c:pt>
                <c:pt idx="72">
                  <c:v>2.5964891051157575E-2</c:v>
                </c:pt>
                <c:pt idx="73">
                  <c:v>2.2819351794300492E-2</c:v>
                </c:pt>
                <c:pt idx="74">
                  <c:v>2.156612867348761E-2</c:v>
                </c:pt>
                <c:pt idx="75">
                  <c:v>1.9159165398478371E-2</c:v>
                </c:pt>
                <c:pt idx="76">
                  <c:v>2.2688658844794044E-2</c:v>
                </c:pt>
                <c:pt idx="77">
                  <c:v>2.3457781167206305E-2</c:v>
                </c:pt>
                <c:pt idx="78">
                  <c:v>2.444250413125262E-2</c:v>
                </c:pt>
                <c:pt idx="79">
                  <c:v>2.3361149755491691E-2</c:v>
                </c:pt>
                <c:pt idx="80">
                  <c:v>2.1968466505643481E-2</c:v>
                </c:pt>
                <c:pt idx="81">
                  <c:v>1.9028224950805406E-2</c:v>
                </c:pt>
                <c:pt idx="82">
                  <c:v>1.8153236850950587E-2</c:v>
                </c:pt>
                <c:pt idx="83">
                  <c:v>1.8584225296346537E-2</c:v>
                </c:pt>
                <c:pt idx="84">
                  <c:v>1.8508370017022577E-2</c:v>
                </c:pt>
                <c:pt idx="85">
                  <c:v>1.788322969503086E-2</c:v>
                </c:pt>
                <c:pt idx="86">
                  <c:v>1.9687852742639015E-2</c:v>
                </c:pt>
                <c:pt idx="87">
                  <c:v>2.0226541785790416E-2</c:v>
                </c:pt>
                <c:pt idx="88">
                  <c:v>1.9292180299449433E-2</c:v>
                </c:pt>
                <c:pt idx="89">
                  <c:v>1.8666996860846621E-2</c:v>
                </c:pt>
                <c:pt idx="90">
                  <c:v>1.8174961136070752E-2</c:v>
                </c:pt>
                <c:pt idx="91">
                  <c:v>1.8569794784052487E-2</c:v>
                </c:pt>
                <c:pt idx="92">
                  <c:v>1.6491684629313073E-2</c:v>
                </c:pt>
                <c:pt idx="93">
                  <c:v>1.4826195254621493E-2</c:v>
                </c:pt>
                <c:pt idx="94">
                  <c:v>1.6617978926176113E-2</c:v>
                </c:pt>
                <c:pt idx="95">
                  <c:v>1.6477786006875644E-2</c:v>
                </c:pt>
                <c:pt idx="96">
                  <c:v>1.8098143897761092E-2</c:v>
                </c:pt>
                <c:pt idx="97">
                  <c:v>1.7893182097442287E-2</c:v>
                </c:pt>
                <c:pt idx="98">
                  <c:v>1.9328781431477263E-2</c:v>
                </c:pt>
                <c:pt idx="99">
                  <c:v>1.913504436666567E-2</c:v>
                </c:pt>
                <c:pt idx="100">
                  <c:v>1.8588348404513459E-2</c:v>
                </c:pt>
                <c:pt idx="101">
                  <c:v>2.0419862794120225E-2</c:v>
                </c:pt>
                <c:pt idx="102">
                  <c:v>1.9967118717797529E-2</c:v>
                </c:pt>
                <c:pt idx="103">
                  <c:v>1.8597707440269777E-2</c:v>
                </c:pt>
                <c:pt idx="104">
                  <c:v>1.82958682078933E-2</c:v>
                </c:pt>
                <c:pt idx="105">
                  <c:v>1.8218513465454226E-2</c:v>
                </c:pt>
                <c:pt idx="106">
                  <c:v>1.8163919629769213E-2</c:v>
                </c:pt>
                <c:pt idx="107">
                  <c:v>1.7827059100058676E-2</c:v>
                </c:pt>
                <c:pt idx="108">
                  <c:v>1.7252240546026358E-2</c:v>
                </c:pt>
                <c:pt idx="109">
                  <c:v>1.8063085410597462E-2</c:v>
                </c:pt>
                <c:pt idx="110">
                  <c:v>1.8561438889717518E-2</c:v>
                </c:pt>
                <c:pt idx="111">
                  <c:v>1.8779817658657792E-2</c:v>
                </c:pt>
                <c:pt idx="112">
                  <c:v>1.9241320777932485E-2</c:v>
                </c:pt>
                <c:pt idx="113">
                  <c:v>1.877594152712404E-2</c:v>
                </c:pt>
                <c:pt idx="114">
                  <c:v>1.9637213437199475E-2</c:v>
                </c:pt>
                <c:pt idx="115">
                  <c:v>1.9682033865423314E-2</c:v>
                </c:pt>
                <c:pt idx="116">
                  <c:v>1.9128413529500742E-2</c:v>
                </c:pt>
                <c:pt idx="117">
                  <c:v>1.9057199407032689E-2</c:v>
                </c:pt>
                <c:pt idx="118">
                  <c:v>1.9255466423227879E-2</c:v>
                </c:pt>
                <c:pt idx="119">
                  <c:v>1.9359494200197919E-2</c:v>
                </c:pt>
                <c:pt idx="120">
                  <c:v>2.0040365891215259E-2</c:v>
                </c:pt>
                <c:pt idx="121">
                  <c:v>2.1272557381952155E-2</c:v>
                </c:pt>
                <c:pt idx="122">
                  <c:v>1.9887623005286775E-2</c:v>
                </c:pt>
                <c:pt idx="123">
                  <c:v>1.7477369242045009E-2</c:v>
                </c:pt>
                <c:pt idx="124">
                  <c:v>1.901504796960676E-2</c:v>
                </c:pt>
                <c:pt idx="125">
                  <c:v>2.1043413420695913E-2</c:v>
                </c:pt>
                <c:pt idx="126">
                  <c:v>2.2322413460325208E-2</c:v>
                </c:pt>
                <c:pt idx="127">
                  <c:v>2.46107873960449E-2</c:v>
                </c:pt>
                <c:pt idx="128">
                  <c:v>2.3724672095344485E-2</c:v>
                </c:pt>
                <c:pt idx="129">
                  <c:v>2.249241790241022E-2</c:v>
                </c:pt>
                <c:pt idx="130">
                  <c:v>2.4232831138146244E-2</c:v>
                </c:pt>
                <c:pt idx="131">
                  <c:v>2.5346413627390135E-2</c:v>
                </c:pt>
                <c:pt idx="132">
                  <c:v>2.4845412643709808E-2</c:v>
                </c:pt>
                <c:pt idx="133">
                  <c:v>2.5343342278196831E-2</c:v>
                </c:pt>
                <c:pt idx="134">
                  <c:v>2.6838166984538524E-2</c:v>
                </c:pt>
                <c:pt idx="135">
                  <c:v>2.5949391730973499E-2</c:v>
                </c:pt>
                <c:pt idx="136">
                  <c:v>2.6031549357250813E-2</c:v>
                </c:pt>
                <c:pt idx="137">
                  <c:v>2.6627065648873245E-2</c:v>
                </c:pt>
                <c:pt idx="138">
                  <c:v>2.6582155092484447E-2</c:v>
                </c:pt>
                <c:pt idx="139">
                  <c:v>2.7795107951965114E-2</c:v>
                </c:pt>
                <c:pt idx="140">
                  <c:v>2.7292557933428666E-2</c:v>
                </c:pt>
                <c:pt idx="141">
                  <c:v>2.8280103063860199E-2</c:v>
                </c:pt>
                <c:pt idx="142">
                  <c:v>2.9453719206017949E-2</c:v>
                </c:pt>
                <c:pt idx="143">
                  <c:v>2.6831001208132567E-2</c:v>
                </c:pt>
                <c:pt idx="144">
                  <c:v>2.6512767987565716E-2</c:v>
                </c:pt>
                <c:pt idx="145">
                  <c:v>2.7364721936929577E-2</c:v>
                </c:pt>
                <c:pt idx="146">
                  <c:v>2.4820968026983335E-2</c:v>
                </c:pt>
                <c:pt idx="147">
                  <c:v>2.4483324071397188E-2</c:v>
                </c:pt>
                <c:pt idx="148">
                  <c:v>2.5481926957230998E-2</c:v>
                </c:pt>
                <c:pt idx="149">
                  <c:v>2.6812715702531357E-2</c:v>
                </c:pt>
                <c:pt idx="150">
                  <c:v>2.6780190866197668E-2</c:v>
                </c:pt>
                <c:pt idx="151">
                  <c:v>2.7633029832483745E-2</c:v>
                </c:pt>
                <c:pt idx="152">
                  <c:v>2.494279606702934E-2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2170368"/>
        <c:axId val="122176256"/>
      </c:line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HPA2Yr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Sheet1!$B$2:$B$154</c:f>
              <c:numCache>
                <c:formatCode>General</c:formatCode>
                <c:ptCount val="153"/>
                <c:pt idx="0">
                  <c:v>112.55</c:v>
                </c:pt>
                <c:pt idx="1">
                  <c:v>112.38</c:v>
                </c:pt>
                <c:pt idx="2">
                  <c:v>112.37</c:v>
                </c:pt>
                <c:pt idx="3">
                  <c:v>112.37</c:v>
                </c:pt>
                <c:pt idx="4">
                  <c:v>112.36</c:v>
                </c:pt>
                <c:pt idx="5">
                  <c:v>112.95</c:v>
                </c:pt>
                <c:pt idx="6">
                  <c:v>113.54</c:v>
                </c:pt>
                <c:pt idx="7">
                  <c:v>114.12</c:v>
                </c:pt>
                <c:pt idx="8">
                  <c:v>114.16</c:v>
                </c:pt>
                <c:pt idx="9">
                  <c:v>114.21</c:v>
                </c:pt>
                <c:pt idx="10">
                  <c:v>114.25</c:v>
                </c:pt>
                <c:pt idx="11">
                  <c:v>114.53</c:v>
                </c:pt>
                <c:pt idx="12">
                  <c:v>114.8</c:v>
                </c:pt>
                <c:pt idx="13">
                  <c:v>115.07</c:v>
                </c:pt>
                <c:pt idx="14">
                  <c:v>115.77</c:v>
                </c:pt>
                <c:pt idx="15">
                  <c:v>116.46</c:v>
                </c:pt>
                <c:pt idx="16">
                  <c:v>117.15</c:v>
                </c:pt>
                <c:pt idx="17">
                  <c:v>117.42</c:v>
                </c:pt>
                <c:pt idx="18">
                  <c:v>117.69</c:v>
                </c:pt>
                <c:pt idx="19">
                  <c:v>117.96</c:v>
                </c:pt>
                <c:pt idx="20">
                  <c:v>118.39</c:v>
                </c:pt>
                <c:pt idx="21">
                  <c:v>118.81</c:v>
                </c:pt>
                <c:pt idx="22">
                  <c:v>119.23</c:v>
                </c:pt>
                <c:pt idx="23">
                  <c:v>120.01</c:v>
                </c:pt>
                <c:pt idx="24">
                  <c:v>120.79</c:v>
                </c:pt>
                <c:pt idx="25">
                  <c:v>121.56</c:v>
                </c:pt>
                <c:pt idx="26">
                  <c:v>122.15</c:v>
                </c:pt>
                <c:pt idx="27">
                  <c:v>122.75</c:v>
                </c:pt>
                <c:pt idx="28">
                  <c:v>123.33</c:v>
                </c:pt>
                <c:pt idx="29">
                  <c:v>123.1</c:v>
                </c:pt>
                <c:pt idx="30">
                  <c:v>122.88</c:v>
                </c:pt>
                <c:pt idx="31">
                  <c:v>122.66</c:v>
                </c:pt>
                <c:pt idx="32">
                  <c:v>122.67</c:v>
                </c:pt>
                <c:pt idx="33">
                  <c:v>122.69</c:v>
                </c:pt>
                <c:pt idx="34">
                  <c:v>122.7</c:v>
                </c:pt>
                <c:pt idx="35">
                  <c:v>122.13</c:v>
                </c:pt>
                <c:pt idx="36">
                  <c:v>121.57</c:v>
                </c:pt>
                <c:pt idx="37">
                  <c:v>121.02</c:v>
                </c:pt>
                <c:pt idx="38">
                  <c:v>119.83</c:v>
                </c:pt>
                <c:pt idx="39">
                  <c:v>118.67</c:v>
                </c:pt>
                <c:pt idx="40">
                  <c:v>117.54</c:v>
                </c:pt>
                <c:pt idx="41">
                  <c:v>117.11</c:v>
                </c:pt>
                <c:pt idx="42">
                  <c:v>116.68</c:v>
                </c:pt>
                <c:pt idx="43">
                  <c:v>116.26</c:v>
                </c:pt>
                <c:pt idx="44">
                  <c:v>115.52</c:v>
                </c:pt>
                <c:pt idx="45">
                  <c:v>114.78</c:v>
                </c:pt>
                <c:pt idx="46">
                  <c:v>114.06</c:v>
                </c:pt>
                <c:pt idx="47">
                  <c:v>112.84</c:v>
                </c:pt>
                <c:pt idx="48">
                  <c:v>111.64</c:v>
                </c:pt>
                <c:pt idx="49">
                  <c:v>110.46</c:v>
                </c:pt>
                <c:pt idx="50">
                  <c:v>108.96</c:v>
                </c:pt>
                <c:pt idx="51">
                  <c:v>107.49</c:v>
                </c:pt>
                <c:pt idx="52">
                  <c:v>106.05</c:v>
                </c:pt>
                <c:pt idx="53">
                  <c:v>105.16</c:v>
                </c:pt>
                <c:pt idx="54">
                  <c:v>104.28</c:v>
                </c:pt>
                <c:pt idx="55">
                  <c:v>103.41</c:v>
                </c:pt>
                <c:pt idx="56">
                  <c:v>102.62</c:v>
                </c:pt>
                <c:pt idx="57">
                  <c:v>101.84</c:v>
                </c:pt>
                <c:pt idx="58">
                  <c:v>101.07</c:v>
                </c:pt>
                <c:pt idx="59">
                  <c:v>99.89</c:v>
                </c:pt>
                <c:pt idx="60">
                  <c:v>98.73</c:v>
                </c:pt>
                <c:pt idx="61">
                  <c:v>97.57</c:v>
                </c:pt>
                <c:pt idx="62">
                  <c:v>96.28</c:v>
                </c:pt>
                <c:pt idx="63">
                  <c:v>95.01</c:v>
                </c:pt>
                <c:pt idx="64">
                  <c:v>93.74</c:v>
                </c:pt>
                <c:pt idx="65">
                  <c:v>93.15</c:v>
                </c:pt>
                <c:pt idx="66">
                  <c:v>92.55</c:v>
                </c:pt>
                <c:pt idx="67">
                  <c:v>91.97</c:v>
                </c:pt>
                <c:pt idx="68">
                  <c:v>92.08</c:v>
                </c:pt>
                <c:pt idx="69">
                  <c:v>92.19</c:v>
                </c:pt>
                <c:pt idx="70">
                  <c:v>92.31</c:v>
                </c:pt>
                <c:pt idx="71">
                  <c:v>91.51</c:v>
                </c:pt>
                <c:pt idx="72">
                  <c:v>90.71</c:v>
                </c:pt>
                <c:pt idx="73">
                  <c:v>89.92</c:v>
                </c:pt>
                <c:pt idx="74">
                  <c:v>89.45</c:v>
                </c:pt>
                <c:pt idx="75">
                  <c:v>88.99</c:v>
                </c:pt>
                <c:pt idx="76">
                  <c:v>88.52</c:v>
                </c:pt>
                <c:pt idx="77">
                  <c:v>88.39</c:v>
                </c:pt>
                <c:pt idx="78">
                  <c:v>88.26</c:v>
                </c:pt>
                <c:pt idx="79">
                  <c:v>88.13</c:v>
                </c:pt>
                <c:pt idx="80">
                  <c:v>87.98</c:v>
                </c:pt>
                <c:pt idx="81">
                  <c:v>87.84</c:v>
                </c:pt>
                <c:pt idx="82">
                  <c:v>87.69</c:v>
                </c:pt>
                <c:pt idx="83">
                  <c:v>88.16</c:v>
                </c:pt>
                <c:pt idx="84">
                  <c:v>88.63</c:v>
                </c:pt>
                <c:pt idx="85">
                  <c:v>89.12</c:v>
                </c:pt>
                <c:pt idx="86">
                  <c:v>90.35</c:v>
                </c:pt>
                <c:pt idx="87">
                  <c:v>91.6</c:v>
                </c:pt>
                <c:pt idx="88">
                  <c:v>92.88</c:v>
                </c:pt>
                <c:pt idx="89">
                  <c:v>92.93</c:v>
                </c:pt>
                <c:pt idx="90">
                  <c:v>92.99</c:v>
                </c:pt>
                <c:pt idx="91">
                  <c:v>93.04</c:v>
                </c:pt>
                <c:pt idx="92">
                  <c:v>91.96</c:v>
                </c:pt>
                <c:pt idx="93">
                  <c:v>90.88</c:v>
                </c:pt>
                <c:pt idx="94">
                  <c:v>89.81</c:v>
                </c:pt>
                <c:pt idx="95">
                  <c:v>90.1</c:v>
                </c:pt>
                <c:pt idx="96">
                  <c:v>90.4</c:v>
                </c:pt>
                <c:pt idx="97">
                  <c:v>90.7</c:v>
                </c:pt>
                <c:pt idx="98">
                  <c:v>91.74</c:v>
                </c:pt>
                <c:pt idx="99">
                  <c:v>92.81</c:v>
                </c:pt>
                <c:pt idx="100">
                  <c:v>93.89</c:v>
                </c:pt>
                <c:pt idx="101">
                  <c:v>94.26</c:v>
                </c:pt>
                <c:pt idx="102">
                  <c:v>94.63</c:v>
                </c:pt>
                <c:pt idx="103">
                  <c:v>95.01</c:v>
                </c:pt>
                <c:pt idx="104">
                  <c:v>95.06</c:v>
                </c:pt>
                <c:pt idx="105">
                  <c:v>95.12</c:v>
                </c:pt>
                <c:pt idx="106">
                  <c:v>95.17</c:v>
                </c:pt>
                <c:pt idx="107">
                  <c:v>95.34</c:v>
                </c:pt>
                <c:pt idx="108">
                  <c:v>95.5</c:v>
                </c:pt>
                <c:pt idx="109">
                  <c:v>95.67</c:v>
                </c:pt>
                <c:pt idx="110">
                  <c:v>95.77</c:v>
                </c:pt>
                <c:pt idx="111">
                  <c:v>95.88</c:v>
                </c:pt>
                <c:pt idx="112">
                  <c:v>95.98</c:v>
                </c:pt>
                <c:pt idx="113">
                  <c:v>96.47</c:v>
                </c:pt>
                <c:pt idx="114">
                  <c:v>96.97</c:v>
                </c:pt>
                <c:pt idx="115">
                  <c:v>97.47</c:v>
                </c:pt>
                <c:pt idx="116">
                  <c:v>98.55</c:v>
                </c:pt>
                <c:pt idx="117">
                  <c:v>99.64</c:v>
                </c:pt>
                <c:pt idx="118">
                  <c:v>100.76</c:v>
                </c:pt>
                <c:pt idx="119">
                  <c:v>101.88</c:v>
                </c:pt>
                <c:pt idx="120">
                  <c:v>103</c:v>
                </c:pt>
                <c:pt idx="121">
                  <c:v>104.14</c:v>
                </c:pt>
                <c:pt idx="122">
                  <c:v>104.44</c:v>
                </c:pt>
                <c:pt idx="123">
                  <c:v>104.74</c:v>
                </c:pt>
                <c:pt idx="124">
                  <c:v>105.03</c:v>
                </c:pt>
                <c:pt idx="125">
                  <c:v>105.2</c:v>
                </c:pt>
                <c:pt idx="126">
                  <c:v>105.38</c:v>
                </c:pt>
                <c:pt idx="127">
                  <c:v>105.55</c:v>
                </c:pt>
                <c:pt idx="128">
                  <c:v>106.24</c:v>
                </c:pt>
                <c:pt idx="129">
                  <c:v>106.93</c:v>
                </c:pt>
                <c:pt idx="130">
                  <c:v>107.63</c:v>
                </c:pt>
                <c:pt idx="131">
                  <c:v>108.51</c:v>
                </c:pt>
                <c:pt idx="132">
                  <c:v>109.39</c:v>
                </c:pt>
                <c:pt idx="133">
                  <c:v>110.28</c:v>
                </c:pt>
                <c:pt idx="134">
                  <c:v>110.37</c:v>
                </c:pt>
                <c:pt idx="135">
                  <c:v>110.47</c:v>
                </c:pt>
                <c:pt idx="136">
                  <c:v>110.56</c:v>
                </c:pt>
                <c:pt idx="137">
                  <c:v>110.58</c:v>
                </c:pt>
                <c:pt idx="138">
                  <c:v>110.61</c:v>
                </c:pt>
                <c:pt idx="139">
                  <c:v>110.63</c:v>
                </c:pt>
                <c:pt idx="140">
                  <c:v>110.78</c:v>
                </c:pt>
                <c:pt idx="141">
                  <c:v>110.93</c:v>
                </c:pt>
                <c:pt idx="142">
                  <c:v>111.08</c:v>
                </c:pt>
                <c:pt idx="143">
                  <c:v>111.22</c:v>
                </c:pt>
                <c:pt idx="144">
                  <c:v>111.36</c:v>
                </c:pt>
                <c:pt idx="145">
                  <c:v>111.49</c:v>
                </c:pt>
                <c:pt idx="146">
                  <c:v>111.53</c:v>
                </c:pt>
                <c:pt idx="147">
                  <c:v>111.56</c:v>
                </c:pt>
                <c:pt idx="148">
                  <c:v>111.6</c:v>
                </c:pt>
                <c:pt idx="149">
                  <c:v>111.52</c:v>
                </c:pt>
                <c:pt idx="150">
                  <c:v>111.45</c:v>
                </c:pt>
                <c:pt idx="151">
                  <c:v>111.37</c:v>
                </c:pt>
                <c:pt idx="152">
                  <c:v>111.31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2184448"/>
        <c:axId val="122178176"/>
      </c:lineChart>
      <c:dateAx>
        <c:axId val="12217036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122176256"/>
        <c:crosses val="autoZero"/>
        <c:auto val="1"/>
        <c:lblOffset val="100"/>
        <c:baseTimeUnit val="months"/>
        <c:majorUnit val="12"/>
        <c:majorTimeUnit val="months"/>
      </c:dateAx>
      <c:valAx>
        <c:axId val="122176256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MCAI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22170368"/>
        <c:crosses val="autoZero"/>
        <c:crossBetween val="between"/>
      </c:valAx>
      <c:valAx>
        <c:axId val="122178176"/>
        <c:scaling>
          <c:orientation val="minMax"/>
          <c:min val="8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HPA2Yr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22184448"/>
        <c:crosses val="max"/>
        <c:crossBetween val="between"/>
      </c:valAx>
      <c:dateAx>
        <c:axId val="122184448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22178176"/>
        <c:crosses val="autoZero"/>
        <c:auto val="1"/>
        <c:lblOffset val="100"/>
        <c:baseTimeUnit val="months"/>
      </c:date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Tracking Error-ma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Sheet1!$A$2:$A$39</c:f>
              <c:numCache>
                <c:formatCode>General</c:formatCode>
                <c:ptCount val="38"/>
                <c:pt idx="0">
                  <c:v>2</c:v>
                </c:pt>
                <c:pt idx="1">
                  <c:v>2.1</c:v>
                </c:pt>
                <c:pt idx="2">
                  <c:v>2.2000000000000002</c:v>
                </c:pt>
                <c:pt idx="3">
                  <c:v>2.2999999999999998</c:v>
                </c:pt>
                <c:pt idx="4">
                  <c:v>2.4</c:v>
                </c:pt>
                <c:pt idx="5">
                  <c:v>2.5</c:v>
                </c:pt>
                <c:pt idx="6">
                  <c:v>2.6</c:v>
                </c:pt>
                <c:pt idx="7">
                  <c:v>2.7</c:v>
                </c:pt>
                <c:pt idx="8">
                  <c:v>2.8</c:v>
                </c:pt>
                <c:pt idx="9">
                  <c:v>2.9</c:v>
                </c:pt>
                <c:pt idx="10">
                  <c:v>3</c:v>
                </c:pt>
                <c:pt idx="11">
                  <c:v>3.1</c:v>
                </c:pt>
                <c:pt idx="12">
                  <c:v>3.2</c:v>
                </c:pt>
                <c:pt idx="13">
                  <c:v>3.3</c:v>
                </c:pt>
                <c:pt idx="14">
                  <c:v>3.5</c:v>
                </c:pt>
                <c:pt idx="15">
                  <c:v>3.8</c:v>
                </c:pt>
                <c:pt idx="16">
                  <c:v>4.2</c:v>
                </c:pt>
                <c:pt idx="17">
                  <c:v>4.4000000000000004</c:v>
                </c:pt>
                <c:pt idx="18">
                  <c:v>4.5999999999999996</c:v>
                </c:pt>
                <c:pt idx="19">
                  <c:v>4.7</c:v>
                </c:pt>
                <c:pt idx="20">
                  <c:v>4.8</c:v>
                </c:pt>
                <c:pt idx="21">
                  <c:v>4.9000000000000004</c:v>
                </c:pt>
                <c:pt idx="22">
                  <c:v>5</c:v>
                </c:pt>
                <c:pt idx="23">
                  <c:v>5.0999999999999996</c:v>
                </c:pt>
                <c:pt idx="24">
                  <c:v>5.2</c:v>
                </c:pt>
                <c:pt idx="25">
                  <c:v>5.3</c:v>
                </c:pt>
                <c:pt idx="26">
                  <c:v>5.4</c:v>
                </c:pt>
                <c:pt idx="27">
                  <c:v>5.5</c:v>
                </c:pt>
                <c:pt idx="28">
                  <c:v>5.6</c:v>
                </c:pt>
                <c:pt idx="29">
                  <c:v>5.7</c:v>
                </c:pt>
                <c:pt idx="30">
                  <c:v>5.8</c:v>
                </c:pt>
                <c:pt idx="31">
                  <c:v>5.9</c:v>
                </c:pt>
                <c:pt idx="32">
                  <c:v>6</c:v>
                </c:pt>
                <c:pt idx="33">
                  <c:v>6.2</c:v>
                </c:pt>
                <c:pt idx="34">
                  <c:v>6.7</c:v>
                </c:pt>
                <c:pt idx="35">
                  <c:v>6.8</c:v>
                </c:pt>
                <c:pt idx="36">
                  <c:v>7.1</c:v>
                </c:pt>
                <c:pt idx="37">
                  <c:v>7.2</c:v>
                </c:pt>
              </c:numCache>
            </c:numRef>
          </c:cat>
          <c:val>
            <c:numRef>
              <c:f>Sheet1!$B$2:$B$39</c:f>
              <c:numCache>
                <c:formatCode>General</c:formatCode>
                <c:ptCount val="38"/>
                <c:pt idx="0">
                  <c:v>-0.21667024372961413</c:v>
                </c:pt>
                <c:pt idx="1">
                  <c:v>-5.915319850774052E-2</c:v>
                </c:pt>
                <c:pt idx="2">
                  <c:v>9.2333400785197431E-2</c:v>
                </c:pt>
                <c:pt idx="3">
                  <c:v>0.37938589966705</c:v>
                </c:pt>
                <c:pt idx="4">
                  <c:v>0.74594602053936621</c:v>
                </c:pt>
                <c:pt idx="5">
                  <c:v>1.1856088343891318</c:v>
                </c:pt>
                <c:pt idx="6">
                  <c:v>1.5925016466063004</c:v>
                </c:pt>
                <c:pt idx="7">
                  <c:v>1.8949811009418807</c:v>
                </c:pt>
                <c:pt idx="8">
                  <c:v>0.91391956281226383</c:v>
                </c:pt>
                <c:pt idx="9">
                  <c:v>0.22589006882852361</c:v>
                </c:pt>
                <c:pt idx="10">
                  <c:v>-0.27811693961810668</c:v>
                </c:pt>
                <c:pt idx="11">
                  <c:v>-0.88493300226003258</c:v>
                </c:pt>
                <c:pt idx="12">
                  <c:v>-8.3083646063881592E-2</c:v>
                </c:pt>
                <c:pt idx="13">
                  <c:v>-0.72154419287379168</c:v>
                </c:pt>
                <c:pt idx="14">
                  <c:v>-9.9140774845078328E-2</c:v>
                </c:pt>
                <c:pt idx="15">
                  <c:v>-0.79946851135116348</c:v>
                </c:pt>
                <c:pt idx="16">
                  <c:v>-0.66760738457882673</c:v>
                </c:pt>
                <c:pt idx="17">
                  <c:v>-0.42501661802169849</c:v>
                </c:pt>
                <c:pt idx="18">
                  <c:v>-0.3348676577134293</c:v>
                </c:pt>
                <c:pt idx="19">
                  <c:v>0.24190363093452674</c:v>
                </c:pt>
                <c:pt idx="20">
                  <c:v>-2.2526852189553494E-3</c:v>
                </c:pt>
                <c:pt idx="21">
                  <c:v>-7.6323234582558477E-2</c:v>
                </c:pt>
                <c:pt idx="22">
                  <c:v>-0.40458207919765576</c:v>
                </c:pt>
                <c:pt idx="23">
                  <c:v>-0.40188132462058085</c:v>
                </c:pt>
                <c:pt idx="24">
                  <c:v>-0.20291375859256666</c:v>
                </c:pt>
                <c:pt idx="25">
                  <c:v>0.18167504846430438</c:v>
                </c:pt>
                <c:pt idx="26">
                  <c:v>-0.53422869936242423</c:v>
                </c:pt>
                <c:pt idx="27">
                  <c:v>-0.19777784936184351</c:v>
                </c:pt>
                <c:pt idx="28">
                  <c:v>-0.22906771630653669</c:v>
                </c:pt>
                <c:pt idx="29">
                  <c:v>0.12252729070473499</c:v>
                </c:pt>
                <c:pt idx="30">
                  <c:v>-0.25667469121981434</c:v>
                </c:pt>
                <c:pt idx="31">
                  <c:v>6.8263775981173946E-2</c:v>
                </c:pt>
                <c:pt idx="32">
                  <c:v>4.1594417645989035E-2</c:v>
                </c:pt>
                <c:pt idx="33">
                  <c:v>0.45425817851361189</c:v>
                </c:pt>
                <c:pt idx="34">
                  <c:v>0.50442261624078688</c:v>
                </c:pt>
                <c:pt idx="35">
                  <c:v>0.68789117174178205</c:v>
                </c:pt>
                <c:pt idx="36">
                  <c:v>0.44984190255982526</c:v>
                </c:pt>
                <c:pt idx="37">
                  <c:v>0.51787646082362848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2122624"/>
        <c:axId val="122124544"/>
      </c:lineChart>
      <c:catAx>
        <c:axId val="12212262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smtClean="0"/>
                  <a:t>MCAI</a:t>
                </a:r>
                <a:endParaRPr lang="en-US" dirty="0"/>
              </a:p>
            </c:rich>
          </c:tx>
          <c:layout/>
          <c:overlay val="0"/>
        </c:title>
        <c:numFmt formatCode="#,##0.0" sourceLinked="0"/>
        <c:majorTickMark val="out"/>
        <c:minorTickMark val="none"/>
        <c:tickLblPos val="low"/>
        <c:crossAx val="122124544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122124544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Model Tracking Error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22122624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30313" y="692150"/>
            <a:ext cx="4473575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9" y="4380236"/>
            <a:ext cx="5546725" cy="414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1348"/>
            <a:fld id="{1FE077EC-684A-4FD9-A6C3-9AE90D8B81D6}" type="slidenum">
              <a:rPr lang="en-US" smtClean="0"/>
              <a:pPr defTabSz="911348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7.xml"/><Relationship Id="rId4" Type="http://schemas.openxmlformats.org/officeDocument/2006/relationships/chart" Target="../charts/char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2.xml"/><Relationship Id="rId4" Type="http://schemas.openxmlformats.org/officeDocument/2006/relationships/chart" Target="../charts/chart2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Agency Prepayment: Turnover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April 2016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1</a:t>
            </a:r>
            <a:r>
              <a:rPr lang="en-US" sz="1600" dirty="0" smtClean="0">
                <a:latin typeface="+mn-lt"/>
              </a:rPr>
              <a:t>. Data Set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1118116"/>
            <a:ext cx="8549586" cy="1918505"/>
            <a:chOff x="819356" y="1118116"/>
            <a:chExt cx="8549586" cy="1918505"/>
          </a:xfrm>
        </p:grpSpPr>
        <p:sp>
          <p:nvSpPr>
            <p:cNvPr id="4" name="Rectangle 3"/>
            <p:cNvSpPr/>
            <p:nvPr/>
          </p:nvSpPr>
          <p:spPr>
            <a:xfrm>
              <a:off x="819356" y="1118116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Base Turnover – at least 30 bps OTM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In order to get turnover from total prepayment, we need to subtract Refinances, Defaults and Curtailments.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Firstly, we </a:t>
              </a:r>
              <a:r>
                <a:rPr lang="en-US" sz="1400" dirty="0">
                  <a:latin typeface="+mn-lt"/>
                </a:rPr>
                <a:t>use at least </a:t>
              </a:r>
              <a:r>
                <a:rPr lang="en-US" sz="1400" b="1" dirty="0">
                  <a:latin typeface="+mn-lt"/>
                </a:rPr>
                <a:t>30 bps </a:t>
              </a:r>
              <a:r>
                <a:rPr lang="en-US" sz="1400" b="1" dirty="0" smtClean="0">
                  <a:latin typeface="+mn-lt"/>
                </a:rPr>
                <a:t>OTM</a:t>
              </a:r>
              <a:r>
                <a:rPr lang="en-US" sz="1400" dirty="0" smtClean="0">
                  <a:latin typeface="+mn-lt"/>
                </a:rPr>
                <a:t>, which do not have incentive to refinance. Then </a:t>
              </a:r>
              <a:r>
                <a:rPr lang="en-US" sz="1400" dirty="0">
                  <a:latin typeface="+mn-lt"/>
                </a:rPr>
                <a:t>subtract  </a:t>
              </a:r>
              <a:r>
                <a:rPr lang="en-US" sz="1400" dirty="0" smtClean="0">
                  <a:latin typeface="+mn-lt"/>
                </a:rPr>
                <a:t>defaults </a:t>
              </a:r>
              <a:r>
                <a:rPr lang="en-US" sz="1400" dirty="0">
                  <a:latin typeface="+mn-lt"/>
                </a:rPr>
                <a:t>and c</a:t>
              </a:r>
              <a:r>
                <a:rPr lang="en-US" sz="1400" dirty="0" smtClean="0">
                  <a:latin typeface="+mn-lt"/>
                </a:rPr>
                <a:t>urtailments to build our base turnover.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Also, the OTM data includes some OTM </a:t>
              </a:r>
              <a:r>
                <a:rPr lang="en-US" sz="1400" b="1" dirty="0" smtClean="0">
                  <a:latin typeface="+mn-lt"/>
                </a:rPr>
                <a:t>cash out refinances</a:t>
              </a:r>
              <a:r>
                <a:rPr lang="en-US" sz="1400" dirty="0" smtClean="0">
                  <a:latin typeface="+mn-lt"/>
                </a:rPr>
                <a:t>. We need to subtract that part from our base turnover.</a:t>
              </a:r>
              <a:endParaRPr lang="en-US" sz="1400" dirty="0">
                <a:latin typeface="+mn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19356" y="3318634"/>
            <a:ext cx="8549586" cy="1454212"/>
            <a:chOff x="819356" y="3067764"/>
            <a:chExt cx="8549586" cy="1454212"/>
          </a:xfrm>
        </p:grpSpPr>
        <p:sp>
          <p:nvSpPr>
            <p:cNvPr id="9" name="Rectangle 8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390855" y="320694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Pool Level Data Set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9356" y="3816718"/>
              <a:ext cx="8549586" cy="7052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Consistent with curtailment and default modules, we use pool level information to fit</a:t>
              </a:r>
              <a:r>
                <a:rPr lang="en-US" sz="1400" dirty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and track  turnover module.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19356" y="4839414"/>
            <a:ext cx="8549586" cy="2133949"/>
            <a:chOff x="819356" y="4839414"/>
            <a:chExt cx="8549586" cy="2133949"/>
          </a:xfrm>
        </p:grpSpPr>
        <p:sp>
          <p:nvSpPr>
            <p:cNvPr id="13" name="Rectangle 12"/>
            <p:cNvSpPr/>
            <p:nvPr/>
          </p:nvSpPr>
          <p:spPr>
            <a:xfrm>
              <a:off x="819356" y="483941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819356" y="544139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390855" y="497859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Refinance Incentive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9356" y="5588368"/>
              <a:ext cx="854958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Incentive acts as the lock-in factor in turnover model.  In order to get a more accurate lock-in measurement, we did the following improvements for the pool level incentive:</a:t>
              </a:r>
            </a:p>
            <a:p>
              <a:pPr marL="793276" lvl="1" indent="-285750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1400" dirty="0" smtClean="0">
                  <a:latin typeface="+mn-lt"/>
                </a:rPr>
                <a:t>Modified </a:t>
              </a:r>
              <a:r>
                <a:rPr lang="en-US" sz="1400" b="1" dirty="0" smtClean="0">
                  <a:latin typeface="+mn-lt"/>
                </a:rPr>
                <a:t>origination PMI </a:t>
              </a:r>
              <a:r>
                <a:rPr lang="en-US" sz="1400" dirty="0" smtClean="0">
                  <a:latin typeface="+mn-lt"/>
                </a:rPr>
                <a:t>for </a:t>
              </a:r>
              <a:r>
                <a:rPr lang="en-US" sz="1400" dirty="0" err="1" smtClean="0">
                  <a:latin typeface="+mn-lt"/>
                </a:rPr>
                <a:t>HARPed</a:t>
              </a:r>
              <a:r>
                <a:rPr lang="en-US" sz="1400" dirty="0" smtClean="0">
                  <a:latin typeface="+mn-lt"/>
                </a:rPr>
                <a:t> loans (CQ/CR/MHA)</a:t>
              </a:r>
            </a:p>
            <a:p>
              <a:pPr marL="793276" lvl="1" indent="-285750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1400" dirty="0" smtClean="0">
                  <a:latin typeface="+mn-lt"/>
                </a:rPr>
                <a:t>Used loan level </a:t>
              </a:r>
              <a:r>
                <a:rPr lang="en-US" sz="1400" b="1" dirty="0" smtClean="0">
                  <a:latin typeface="+mn-lt"/>
                </a:rPr>
                <a:t>aggregate</a:t>
              </a:r>
              <a:r>
                <a:rPr lang="en-US" sz="1400" dirty="0" smtClean="0">
                  <a:latin typeface="+mn-lt"/>
                </a:rPr>
                <a:t> </a:t>
              </a:r>
              <a:r>
                <a:rPr lang="en-US" sz="1400" b="1" dirty="0" smtClean="0">
                  <a:latin typeface="+mn-lt"/>
                </a:rPr>
                <a:t>incentive</a:t>
              </a:r>
              <a:r>
                <a:rPr lang="en-US" sz="1400" dirty="0" smtClean="0">
                  <a:latin typeface="+mn-lt"/>
                </a:rPr>
                <a:t> instead of calculate directly on pool level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826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Model Structure</a:t>
            </a:r>
            <a:endParaRPr lang="en-US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62877" y="1492301"/>
            <a:ext cx="1476375" cy="6544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Base Turnover</a:t>
            </a:r>
            <a:endParaRPr lang="en-US" sz="1400" dirty="0"/>
          </a:p>
        </p:txBody>
      </p:sp>
      <p:sp>
        <p:nvSpPr>
          <p:cNvPr id="33" name="Rectangle 32"/>
          <p:cNvSpPr/>
          <p:nvPr/>
        </p:nvSpPr>
        <p:spPr>
          <a:xfrm>
            <a:off x="4876804" y="1501827"/>
            <a:ext cx="1476375" cy="632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30-80 </a:t>
            </a:r>
            <a:r>
              <a:rPr lang="en-US" sz="1400" dirty="0" err="1" smtClean="0"/>
              <a:t>bp</a:t>
            </a:r>
            <a:r>
              <a:rPr lang="en-US" sz="1400" dirty="0" smtClean="0"/>
              <a:t> OTM</a:t>
            </a:r>
          </a:p>
          <a:p>
            <a:pPr algn="ctr"/>
            <a:r>
              <a:rPr lang="en-US" sz="1400" dirty="0" smtClean="0"/>
              <a:t>Data set</a:t>
            </a:r>
            <a:endParaRPr lang="en-US" sz="1400" dirty="0"/>
          </a:p>
        </p:txBody>
      </p:sp>
      <p:sp>
        <p:nvSpPr>
          <p:cNvPr id="4" name="Right Arrow 3"/>
          <p:cNvSpPr/>
          <p:nvPr/>
        </p:nvSpPr>
        <p:spPr>
          <a:xfrm>
            <a:off x="6800854" y="1551229"/>
            <a:ext cx="352425" cy="32002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5" name="Rectangle 34"/>
          <p:cNvSpPr/>
          <p:nvPr/>
        </p:nvSpPr>
        <p:spPr>
          <a:xfrm>
            <a:off x="7762877" y="2418661"/>
            <a:ext cx="1476375" cy="104840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Fit curves:</a:t>
            </a:r>
          </a:p>
          <a:p>
            <a:pPr algn="ctr"/>
            <a:r>
              <a:rPr lang="en-US" sz="1400" dirty="0" smtClean="0"/>
              <a:t>WALA</a:t>
            </a:r>
          </a:p>
          <a:p>
            <a:pPr algn="ctr"/>
            <a:r>
              <a:rPr lang="en-US" sz="1400" dirty="0" smtClean="0"/>
              <a:t>HPA2Yr </a:t>
            </a:r>
            <a:endParaRPr lang="en-US" sz="1400" dirty="0"/>
          </a:p>
        </p:txBody>
      </p:sp>
      <p:sp>
        <p:nvSpPr>
          <p:cNvPr id="36" name="Rectangle 35"/>
          <p:cNvSpPr/>
          <p:nvPr/>
        </p:nvSpPr>
        <p:spPr>
          <a:xfrm>
            <a:off x="7762877" y="3991134"/>
            <a:ext cx="1476375" cy="6544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Seasonal Adj.</a:t>
            </a:r>
            <a:endParaRPr lang="en-US" sz="1400" dirty="0"/>
          </a:p>
        </p:txBody>
      </p:sp>
      <p:sp>
        <p:nvSpPr>
          <p:cNvPr id="37" name="Rectangle 36"/>
          <p:cNvSpPr/>
          <p:nvPr/>
        </p:nvSpPr>
        <p:spPr>
          <a:xfrm>
            <a:off x="4876802" y="4000659"/>
            <a:ext cx="1476375" cy="6483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At least 30 </a:t>
            </a:r>
            <a:r>
              <a:rPr lang="en-US" sz="1400" dirty="0" err="1" smtClean="0"/>
              <a:t>bp</a:t>
            </a:r>
            <a:r>
              <a:rPr lang="en-US" sz="1400" dirty="0" smtClean="0"/>
              <a:t> OTM</a:t>
            </a:r>
          </a:p>
          <a:p>
            <a:pPr algn="ctr"/>
            <a:r>
              <a:rPr lang="en-US" sz="1400" dirty="0" smtClean="0"/>
              <a:t>Data set</a:t>
            </a:r>
            <a:endParaRPr lang="en-US" sz="1400" dirty="0"/>
          </a:p>
        </p:txBody>
      </p:sp>
      <p:sp>
        <p:nvSpPr>
          <p:cNvPr id="38" name="Right Arrow 37"/>
          <p:cNvSpPr/>
          <p:nvPr/>
        </p:nvSpPr>
        <p:spPr>
          <a:xfrm>
            <a:off x="6786564" y="4164826"/>
            <a:ext cx="352425" cy="32002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9" name="Rectangle 38"/>
          <p:cNvSpPr/>
          <p:nvPr/>
        </p:nvSpPr>
        <p:spPr>
          <a:xfrm>
            <a:off x="7762877" y="4968722"/>
            <a:ext cx="1476375" cy="104840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Fit curves:</a:t>
            </a:r>
          </a:p>
          <a:p>
            <a:pPr algn="ctr"/>
            <a:r>
              <a:rPr lang="en-US" sz="1400" dirty="0" smtClean="0"/>
              <a:t>Lock-in</a:t>
            </a:r>
          </a:p>
          <a:p>
            <a:pPr algn="ctr"/>
            <a:r>
              <a:rPr lang="en-US" sz="1400" dirty="0" smtClean="0"/>
              <a:t>CLTV</a:t>
            </a:r>
            <a:endParaRPr lang="en-US" sz="1400" dirty="0"/>
          </a:p>
        </p:txBody>
      </p:sp>
      <p:sp>
        <p:nvSpPr>
          <p:cNvPr id="5" name="Isosceles Triangle 4"/>
          <p:cNvSpPr/>
          <p:nvPr/>
        </p:nvSpPr>
        <p:spPr>
          <a:xfrm rot="10800000">
            <a:off x="8067677" y="2229280"/>
            <a:ext cx="866775" cy="1381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Isosceles Triangle 40"/>
          <p:cNvSpPr/>
          <p:nvPr/>
        </p:nvSpPr>
        <p:spPr>
          <a:xfrm rot="10800000">
            <a:off x="8067677" y="3658030"/>
            <a:ext cx="866775" cy="1381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/>
          <p:cNvSpPr/>
          <p:nvPr/>
        </p:nvSpPr>
        <p:spPr>
          <a:xfrm rot="10800000">
            <a:off x="8067677" y="4758202"/>
            <a:ext cx="866775" cy="1381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Turnover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44" name="Straight Connector 43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596153" y="3357724"/>
            <a:ext cx="3071559" cy="2063158"/>
            <a:chOff x="4662742" y="3056033"/>
            <a:chExt cx="3071559" cy="2063158"/>
          </a:xfrm>
        </p:grpSpPr>
        <p:sp>
          <p:nvSpPr>
            <p:cNvPr id="46" name="TextBox 45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>
                  <a:solidFill>
                    <a:schemeClr val="accent2"/>
                  </a:solidFill>
                </a:rPr>
                <a:t>5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Seasonal Adjustment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WALA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HPA2Yr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Lock-In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596153" y="5695181"/>
            <a:ext cx="3071559" cy="1201384"/>
            <a:chOff x="4815142" y="2589750"/>
            <a:chExt cx="3071559" cy="1201384"/>
          </a:xfrm>
        </p:grpSpPr>
        <p:sp>
          <p:nvSpPr>
            <p:cNvPr id="50" name="TextBox 49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accent5">
                      <a:lumMod val="75000"/>
                    </a:schemeClr>
                  </a:solidFill>
                </a:rPr>
                <a:t>1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>
                  <a:solidFill>
                    <a:schemeClr val="accent5">
                      <a:lumMod val="75000"/>
                    </a:schemeClr>
                  </a:solidFill>
                  <a:latin typeface="Arial"/>
                </a:rPr>
                <a:t>Adjustment Functions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Tweaks for </a:t>
              </a: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HPA2Yr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596153" y="1666599"/>
            <a:ext cx="3071559" cy="1416827"/>
            <a:chOff x="4662742" y="1618200"/>
            <a:chExt cx="3071559" cy="1416827"/>
          </a:xfrm>
        </p:grpSpPr>
        <p:sp>
          <p:nvSpPr>
            <p:cNvPr id="54" name="TextBox 53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1"/>
                  </a:solidFill>
                  <a:latin typeface="Arial"/>
                </a:rPr>
                <a:t>Step Fitting</a:t>
              </a:r>
              <a:endParaRPr lang="en-GB" dirty="0">
                <a:solidFill>
                  <a:schemeClr val="accent1"/>
                </a:solidFill>
                <a:latin typeface="Arial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Using two data sets for different incentive ranges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4876803" y="6244706"/>
            <a:ext cx="45243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fontAlgn="auto">
              <a:spcAft>
                <a:spcPts val="0"/>
              </a:spcAft>
              <a:defRPr/>
            </a:pP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Due to the large data amount for loan level model, two steps fitting will save time. But it’s not necessary for pool level model.</a:t>
            </a:r>
            <a:endParaRPr lang="en-GB" sz="1400" dirty="0">
              <a:solidFill>
                <a:srgbClr val="31313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5348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Model Structure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Turnover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11" name="Straight Connector 110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/>
          <p:cNvGrpSpPr/>
          <p:nvPr/>
        </p:nvGrpSpPr>
        <p:grpSpPr>
          <a:xfrm>
            <a:off x="596153" y="3357724"/>
            <a:ext cx="3071559" cy="2063158"/>
            <a:chOff x="4662742" y="3056033"/>
            <a:chExt cx="3071559" cy="2063158"/>
          </a:xfrm>
        </p:grpSpPr>
        <p:sp>
          <p:nvSpPr>
            <p:cNvPr id="118" name="TextBox 117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>
                  <a:solidFill>
                    <a:schemeClr val="accent2"/>
                  </a:solidFill>
                </a:rPr>
                <a:t>5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Seasonal Adjustment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WALA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HPA2Yr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Lock-In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127" name="Group 126"/>
          <p:cNvGrpSpPr/>
          <p:nvPr/>
        </p:nvGrpSpPr>
        <p:grpSpPr>
          <a:xfrm>
            <a:off x="596153" y="5695181"/>
            <a:ext cx="3071559" cy="1201384"/>
            <a:chOff x="4815142" y="2589750"/>
            <a:chExt cx="3071559" cy="1201384"/>
          </a:xfrm>
        </p:grpSpPr>
        <p:sp>
          <p:nvSpPr>
            <p:cNvPr id="124" name="TextBox 123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accent5">
                      <a:lumMod val="75000"/>
                    </a:schemeClr>
                  </a:solidFill>
                </a:rPr>
                <a:t>1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>
                  <a:solidFill>
                    <a:schemeClr val="accent5">
                      <a:lumMod val="75000"/>
                    </a:schemeClr>
                  </a:solidFill>
                  <a:latin typeface="Arial"/>
                </a:rPr>
                <a:t>Adjustment Functions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Tweaks for </a:t>
              </a: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HPA2Yr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133" name="Rectangle 132"/>
          <p:cNvSpPr>
            <a:spLocks noChangeArrowheads="1"/>
          </p:cNvSpPr>
          <p:nvPr/>
        </p:nvSpPr>
        <p:spPr bwMode="auto">
          <a:xfrm>
            <a:off x="5479256" y="3947809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3.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Remove 2 steps fitting process</a:t>
            </a:r>
          </a:p>
        </p:txBody>
      </p:sp>
      <p:sp>
        <p:nvSpPr>
          <p:cNvPr id="136" name="Rectangle 135"/>
          <p:cNvSpPr>
            <a:spLocks noChangeArrowheads="1"/>
          </p:cNvSpPr>
          <p:nvPr/>
        </p:nvSpPr>
        <p:spPr bwMode="auto">
          <a:xfrm>
            <a:off x="5479256" y="2910277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2. Add 1 parameter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as base 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structure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7" name="Rectangle 136"/>
          <p:cNvSpPr>
            <a:spLocks noChangeArrowheads="1"/>
          </p:cNvSpPr>
          <p:nvPr/>
        </p:nvSpPr>
        <p:spPr bwMode="auto">
          <a:xfrm>
            <a:off x="5479256" y="1872744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1.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Subtract OTM cash-out refinance</a:t>
            </a:r>
          </a:p>
        </p:txBody>
      </p:sp>
      <p:sp>
        <p:nvSpPr>
          <p:cNvPr id="138" name="Text Placeholder 5"/>
          <p:cNvSpPr txBox="1">
            <a:spLocks/>
          </p:cNvSpPr>
          <p:nvPr/>
        </p:nvSpPr>
        <p:spPr>
          <a:xfrm>
            <a:off x="5917407" y="2160892"/>
            <a:ext cx="3614737" cy="580534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>
                <a:solidFill>
                  <a:srgbClr val="313131"/>
                </a:solidFill>
              </a:rPr>
              <a:t>The OTM prepayment data includes a partial of cash-out refinance. We need to remove that from our base turnover value.</a:t>
            </a:r>
          </a:p>
        </p:txBody>
      </p:sp>
      <p:sp>
        <p:nvSpPr>
          <p:cNvPr id="139" name="Text Placeholder 5"/>
          <p:cNvSpPr txBox="1">
            <a:spLocks/>
          </p:cNvSpPr>
          <p:nvPr/>
        </p:nvSpPr>
        <p:spPr>
          <a:xfrm>
            <a:off x="5917407" y="3198424"/>
            <a:ext cx="3614737" cy="749812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>
                <a:solidFill>
                  <a:srgbClr val="313131"/>
                </a:solidFill>
              </a:rPr>
              <a:t>In v2, we kept the 5 parameters use in v1. </a:t>
            </a:r>
            <a:r>
              <a:rPr lang="en-US" sz="1100" dirty="0" smtClean="0">
                <a:solidFill>
                  <a:srgbClr val="313131"/>
                </a:solidFill>
              </a:rPr>
              <a:t>And add loan purpose as the 6</a:t>
            </a:r>
            <a:r>
              <a:rPr lang="en-US" sz="1100" baseline="30000" dirty="0" smtClean="0">
                <a:solidFill>
                  <a:srgbClr val="313131"/>
                </a:solidFill>
              </a:rPr>
              <a:t>th</a:t>
            </a:r>
            <a:r>
              <a:rPr lang="en-US" sz="1100" dirty="0" smtClean="0">
                <a:solidFill>
                  <a:srgbClr val="313131"/>
                </a:solidFill>
              </a:rPr>
              <a:t> factor. One </a:t>
            </a:r>
            <a:r>
              <a:rPr lang="en-US" sz="1100" dirty="0">
                <a:solidFill>
                  <a:srgbClr val="313131"/>
                </a:solidFill>
              </a:rPr>
              <a:t>thing need to mention is the Lock-in factor is aggregated from loan level.</a:t>
            </a:r>
          </a:p>
        </p:txBody>
      </p:sp>
      <p:sp>
        <p:nvSpPr>
          <p:cNvPr id="140" name="Text Placeholder 5"/>
          <p:cNvSpPr txBox="1">
            <a:spLocks/>
          </p:cNvSpPr>
          <p:nvPr/>
        </p:nvSpPr>
        <p:spPr>
          <a:xfrm>
            <a:off x="5917407" y="4235957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>
                <a:solidFill>
                  <a:srgbClr val="313131"/>
                </a:solidFill>
              </a:rPr>
              <a:t>Use all the pool level data at least 30 bps OTM to do the fitting process as one.</a:t>
            </a:r>
          </a:p>
        </p:txBody>
      </p:sp>
      <p:sp>
        <p:nvSpPr>
          <p:cNvPr id="144" name="TextBox 136"/>
          <p:cNvSpPr txBox="1"/>
          <p:nvPr/>
        </p:nvSpPr>
        <p:spPr>
          <a:xfrm>
            <a:off x="5446754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noProof="0" dirty="0" smtClean="0">
                <a:solidFill>
                  <a:srgbClr val="575757"/>
                </a:solidFill>
              </a:rPr>
              <a:t>Updates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596153" y="1666599"/>
            <a:ext cx="3071559" cy="1416827"/>
            <a:chOff x="4662742" y="1618200"/>
            <a:chExt cx="3071559" cy="1416827"/>
          </a:xfrm>
        </p:grpSpPr>
        <p:sp>
          <p:nvSpPr>
            <p:cNvPr id="33" name="TextBox 32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1"/>
                  </a:solidFill>
                  <a:latin typeface="Arial"/>
                </a:rPr>
                <a:t>Step Fitting</a:t>
              </a:r>
              <a:endParaRPr lang="en-GB" dirty="0">
                <a:solidFill>
                  <a:schemeClr val="accent1"/>
                </a:solidFill>
                <a:latin typeface="Arial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Using two data sets for different incentive ranges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sp>
        <p:nvSpPr>
          <p:cNvPr id="38" name="Rectangle 37"/>
          <p:cNvSpPr>
            <a:spLocks noChangeArrowheads="1"/>
          </p:cNvSpPr>
          <p:nvPr/>
        </p:nvSpPr>
        <p:spPr bwMode="auto">
          <a:xfrm>
            <a:off x="5479256" y="4985341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4. Remove adjustment functions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9" name="Rectangle 38"/>
          <p:cNvSpPr>
            <a:spLocks noChangeArrowheads="1"/>
          </p:cNvSpPr>
          <p:nvPr/>
        </p:nvSpPr>
        <p:spPr bwMode="auto">
          <a:xfrm>
            <a:off x="5479256" y="6022874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5.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Add 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constraints for extrapolation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0" name="Text Placeholder 5"/>
          <p:cNvSpPr txBox="1">
            <a:spLocks/>
          </p:cNvSpPr>
          <p:nvPr/>
        </p:nvSpPr>
        <p:spPr>
          <a:xfrm>
            <a:off x="5917407" y="5273490"/>
            <a:ext cx="3614737" cy="580534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The old model involved tweaks because we used loan level data to calibrate the model and then used these adjustment factors to fit pool level data  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41" name="Text Placeholder 5"/>
          <p:cNvSpPr txBox="1">
            <a:spLocks/>
          </p:cNvSpPr>
          <p:nvPr/>
        </p:nvSpPr>
        <p:spPr>
          <a:xfrm>
            <a:off x="5917407" y="6311022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Using cap and floors for out of range extrapolation. Make sure the tail performance is reasonable.</a:t>
            </a:r>
            <a:endParaRPr lang="en-US" sz="1100" dirty="0">
              <a:solidFill>
                <a:srgbClr val="3131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99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Streamline </a:t>
            </a:r>
            <a:r>
              <a:rPr lang="en-US" sz="1600" dirty="0">
                <a:latin typeface="+mn-lt"/>
              </a:rPr>
              <a:t>Model </a:t>
            </a:r>
            <a:r>
              <a:rPr lang="en-US" sz="1600" dirty="0" smtClean="0">
                <a:latin typeface="+mn-lt"/>
              </a:rPr>
              <a:t>Parameters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Turnover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136"/>
          <p:cNvSpPr txBox="1"/>
          <p:nvPr/>
        </p:nvSpPr>
        <p:spPr>
          <a:xfrm>
            <a:off x="5446754" y="1219794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Turnover model v2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5532479" y="3293631"/>
            <a:ext cx="3071559" cy="2278602"/>
            <a:chOff x="4662742" y="3056033"/>
            <a:chExt cx="3071559" cy="2278602"/>
          </a:xfrm>
        </p:grpSpPr>
        <p:sp>
          <p:nvSpPr>
            <p:cNvPr id="37" name="TextBox 36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</a:rPr>
                <a:t>6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bg2">
                    <a:lumMod val="50000"/>
                  </a:schemeClr>
                </a:solidFill>
                <a:latin typeface="Arial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029199" y="3949640"/>
              <a:ext cx="2705102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Seasonal Adjustment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HPA2Yr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Lock-In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Loan Purpose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532479" y="5695181"/>
            <a:ext cx="3071559" cy="1201384"/>
            <a:chOff x="4815142" y="2589750"/>
            <a:chExt cx="3071559" cy="1201384"/>
          </a:xfrm>
        </p:grpSpPr>
        <p:sp>
          <p:nvSpPr>
            <p:cNvPr id="41" name="TextBox 40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25000"/>
                    </a:schemeClr>
                  </a:solidFill>
                  <a:latin typeface="Arial"/>
                </a:rPr>
                <a:t>Constraint</a:t>
              </a:r>
              <a:endParaRPr lang="en-GB" dirty="0">
                <a:solidFill>
                  <a:schemeClr val="bg2">
                    <a:lumMod val="25000"/>
                  </a:schemeClr>
                </a:solidFill>
                <a:latin typeface="Arial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latin typeface="Arial"/>
                </a:rPr>
                <a:t>Constraints </a:t>
              </a:r>
              <a:r>
                <a:rPr lang="en-US" sz="1400" dirty="0">
                  <a:latin typeface="Arial"/>
                </a:rPr>
                <a:t>for extrapolation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532479" y="1666599"/>
            <a:ext cx="3999665" cy="1201384"/>
            <a:chOff x="4662742" y="1618200"/>
            <a:chExt cx="3999665" cy="1201384"/>
          </a:xfrm>
        </p:grpSpPr>
        <p:sp>
          <p:nvSpPr>
            <p:cNvPr id="35" name="TextBox 34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bg2">
                      <a:lumMod val="75000"/>
                    </a:schemeClr>
                  </a:solidFill>
                </a:rPr>
                <a:t>1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75000"/>
                    </a:schemeClr>
                  </a:solidFill>
                  <a:latin typeface="Arial"/>
                </a:rPr>
                <a:t>Step Fitting</a:t>
              </a:r>
              <a:endParaRPr lang="en-GB" dirty="0">
                <a:solidFill>
                  <a:schemeClr val="bg2">
                    <a:lumMod val="75000"/>
                  </a:schemeClr>
                </a:solidFill>
                <a:latin typeface="Arial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029199" y="2511807"/>
              <a:ext cx="3633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Use at least 30 bps OTM data to do fitting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cxnSp>
        <p:nvCxnSpPr>
          <p:cNvPr id="59" name="Straight Connector 58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/>
          <p:cNvGrpSpPr/>
          <p:nvPr/>
        </p:nvGrpSpPr>
        <p:grpSpPr>
          <a:xfrm>
            <a:off x="596153" y="3293631"/>
            <a:ext cx="3071559" cy="2063158"/>
            <a:chOff x="4662742" y="3056033"/>
            <a:chExt cx="3071559" cy="2063158"/>
          </a:xfrm>
        </p:grpSpPr>
        <p:sp>
          <p:nvSpPr>
            <p:cNvPr id="61" name="TextBox 60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>
                  <a:solidFill>
                    <a:schemeClr val="accent2"/>
                  </a:solidFill>
                </a:rPr>
                <a:t>5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Seasonal Adjustment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WALA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HPA2Yr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Lock-In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596153" y="5695181"/>
            <a:ext cx="3071559" cy="1201384"/>
            <a:chOff x="4815142" y="2589750"/>
            <a:chExt cx="3071559" cy="1201384"/>
          </a:xfrm>
        </p:grpSpPr>
        <p:sp>
          <p:nvSpPr>
            <p:cNvPr id="65" name="TextBox 64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bg1">
                      <a:lumMod val="75000"/>
                    </a:schemeClr>
                  </a:solidFill>
                </a:rPr>
                <a:t>1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>
                  <a:solidFill>
                    <a:schemeClr val="bg1">
                      <a:lumMod val="75000"/>
                    </a:schemeClr>
                  </a:solidFill>
                  <a:latin typeface="Arial"/>
                </a:rPr>
                <a:t>Adjustment Functions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Arial"/>
                </a:rPr>
                <a:t>Tweaks for </a:t>
              </a:r>
              <a:r>
                <a:rPr lang="en-US" sz="1400" dirty="0" smtClean="0">
                  <a:solidFill>
                    <a:schemeClr val="bg1">
                      <a:lumMod val="75000"/>
                    </a:schemeClr>
                  </a:solidFill>
                  <a:latin typeface="Arial"/>
                </a:rPr>
                <a:t>HPA2Yr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  <a:latin typeface="Arial"/>
              </a:endParaRP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596153" y="1666599"/>
            <a:ext cx="3071559" cy="1416827"/>
            <a:chOff x="4662742" y="1618200"/>
            <a:chExt cx="3071559" cy="1416827"/>
          </a:xfrm>
        </p:grpSpPr>
        <p:sp>
          <p:nvSpPr>
            <p:cNvPr id="69" name="TextBox 68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1">
                      <a:lumMod val="75000"/>
                    </a:schemeClr>
                  </a:solidFill>
                  <a:latin typeface="Arial"/>
                </a:rPr>
                <a:t>Step Fitting</a:t>
              </a:r>
              <a:endParaRPr lang="en-GB" dirty="0">
                <a:solidFill>
                  <a:schemeClr val="bg1">
                    <a:lumMod val="75000"/>
                  </a:schemeClr>
                </a:solidFill>
                <a:latin typeface="Arial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chemeClr val="bg1">
                      <a:lumMod val="75000"/>
                    </a:schemeClr>
                  </a:solidFill>
                  <a:latin typeface="Arial"/>
                </a:rPr>
                <a:t>Using two data sets for different incentive ranges</a:t>
              </a:r>
              <a:endParaRPr lang="en-GB" sz="1400" dirty="0">
                <a:solidFill>
                  <a:schemeClr val="bg1">
                    <a:lumMod val="75000"/>
                  </a:schemeClr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8755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Data Preparation</a:t>
            </a:r>
            <a:br>
              <a:rPr lang="en-US" sz="1600" dirty="0"/>
            </a:br>
            <a:r>
              <a:rPr lang="en-US" sz="1600" dirty="0"/>
              <a:t>1. Incentive – PMI for </a:t>
            </a:r>
            <a:r>
              <a:rPr lang="en-US" sz="1600" dirty="0" err="1"/>
              <a:t>HARPed</a:t>
            </a:r>
            <a:r>
              <a:rPr lang="en-US" sz="1600" dirty="0"/>
              <a:t> loans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1257300"/>
            <a:ext cx="8549586" cy="1348434"/>
            <a:chOff x="819356" y="1257300"/>
            <a:chExt cx="8549586" cy="1348434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Our current calculation for </a:t>
              </a:r>
              <a:r>
                <a:rPr lang="en-US" sz="1400" dirty="0" err="1" smtClean="0">
                  <a:latin typeface="+mn-lt"/>
                </a:rPr>
                <a:t>HARPed</a:t>
              </a:r>
              <a:r>
                <a:rPr lang="en-US" sz="1400" dirty="0" smtClean="0">
                  <a:latin typeface="+mn-lt"/>
                </a:rPr>
                <a:t> loan incentive is </a:t>
              </a:r>
              <a:r>
                <a:rPr lang="en-US" sz="1400" dirty="0">
                  <a:latin typeface="+mn-lt"/>
                </a:rPr>
                <a:t>misleading since </a:t>
              </a:r>
              <a:r>
                <a:rPr lang="en-US" sz="1400" dirty="0" err="1">
                  <a:latin typeface="+mn-lt"/>
                </a:rPr>
                <a:t>HARPed</a:t>
              </a:r>
              <a:r>
                <a:rPr lang="en-US" sz="1400" dirty="0">
                  <a:latin typeface="+mn-lt"/>
                </a:rPr>
                <a:t> loans pay no MI or carry over their MI from the previous </a:t>
              </a:r>
              <a:r>
                <a:rPr lang="en-US" sz="1400" dirty="0" smtClean="0">
                  <a:latin typeface="+mn-lt"/>
                </a:rPr>
                <a:t>loan.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So, what </a:t>
              </a:r>
              <a:r>
                <a:rPr lang="en-US" sz="1400" dirty="0">
                  <a:latin typeface="+mn-lt"/>
                </a:rPr>
                <a:t>MI the </a:t>
              </a:r>
              <a:r>
                <a:rPr lang="en-US" sz="1400" dirty="0" err="1">
                  <a:latin typeface="+mn-lt"/>
                </a:rPr>
                <a:t>HARPed</a:t>
              </a:r>
              <a:r>
                <a:rPr lang="en-US" sz="1400" dirty="0">
                  <a:latin typeface="+mn-lt"/>
                </a:rPr>
                <a:t> borrower was paying before they </a:t>
              </a:r>
              <a:r>
                <a:rPr lang="en-US" sz="1400" dirty="0" smtClean="0">
                  <a:latin typeface="+mn-lt"/>
                </a:rPr>
                <a:t>refinanced</a:t>
              </a:r>
              <a:r>
                <a:rPr lang="en-US" sz="1400" dirty="0">
                  <a:latin typeface="+mn-lt"/>
                </a:rPr>
                <a:t>?</a:t>
              </a:r>
            </a:p>
          </p:txBody>
        </p:sp>
      </p:grpSp>
      <p:cxnSp>
        <p:nvCxnSpPr>
          <p:cNvPr id="10" name="Straight Connector 9"/>
          <p:cNvCxnSpPr/>
          <p:nvPr/>
        </p:nvCxnSpPr>
        <p:spPr>
          <a:xfrm>
            <a:off x="814499" y="3666453"/>
            <a:ext cx="691895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4499" y="3813427"/>
            <a:ext cx="85495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We don’t have information for their previous </a:t>
            </a:r>
            <a:r>
              <a:rPr lang="en-US" sz="1400" dirty="0" smtClean="0">
                <a:latin typeface="+mn-lt"/>
              </a:rPr>
              <a:t>loans. Hence, we couldn’t use the mapping method and find out their PMI at origination.</a:t>
            </a:r>
            <a:endParaRPr lang="en-US" sz="1400" dirty="0">
              <a:latin typeface="+mn-lt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24212" y="5444132"/>
            <a:ext cx="6918959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4212" y="5591106"/>
            <a:ext cx="854958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Using our Enhanced </a:t>
            </a:r>
            <a:r>
              <a:rPr lang="en-US" sz="1400" dirty="0" err="1" smtClean="0">
                <a:latin typeface="+mn-lt"/>
              </a:rPr>
              <a:t>HARPed</a:t>
            </a:r>
            <a:r>
              <a:rPr lang="en-US" sz="1400" dirty="0" smtClean="0">
                <a:latin typeface="+mn-lt"/>
              </a:rPr>
              <a:t> Identification algorithm, we can identify a HARP% for each loan.</a:t>
            </a:r>
            <a:endParaRPr lang="en-US" sz="1400" dirty="0">
              <a:latin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We could use the coverage level to look up MI rates from MGIC documents from before </a:t>
            </a:r>
            <a:r>
              <a:rPr lang="en-US" sz="1400" dirty="0" smtClean="0">
                <a:latin typeface="+mn-lt"/>
              </a:rPr>
              <a:t>2009/06 for all the potential </a:t>
            </a:r>
            <a:r>
              <a:rPr lang="en-US" sz="1400" dirty="0" err="1" smtClean="0">
                <a:latin typeface="+mn-lt"/>
              </a:rPr>
              <a:t>HARPed</a:t>
            </a:r>
            <a:r>
              <a:rPr lang="en-US" sz="1400" dirty="0" smtClean="0">
                <a:latin typeface="+mn-lt"/>
              </a:rPr>
              <a:t> loans.</a:t>
            </a:r>
            <a:endParaRPr lang="en-US" sz="1400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1"/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1"/>
                </a:solidFill>
                <a:latin typeface="Arial"/>
              </a:rPr>
              <a:t>uestion</a:t>
            </a:r>
            <a:endParaRPr lang="en-GB" dirty="0">
              <a:solidFill>
                <a:schemeClr val="accent1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9356" y="2789290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2"/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85813" y="3297121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2"/>
                </a:solidFill>
                <a:latin typeface="Arial"/>
              </a:rPr>
              <a:t>roblem</a:t>
            </a:r>
            <a:endParaRPr lang="en-GB" dirty="0">
              <a:solidFill>
                <a:schemeClr val="accent2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19356" y="456696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accent5"/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5"/>
              </a:solidFill>
              <a:effectLst/>
              <a:uLnTx/>
              <a:uFillTx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85813" y="507480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5"/>
                </a:solidFill>
                <a:latin typeface="Arial"/>
              </a:rPr>
              <a:t>olution</a:t>
            </a:r>
            <a:endParaRPr lang="en-GB" dirty="0">
              <a:solidFill>
                <a:schemeClr val="accent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7383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Incentive – PMI for </a:t>
            </a:r>
            <a:r>
              <a:rPr lang="en-US" sz="1600" dirty="0" err="1" smtClean="0">
                <a:latin typeface="+mn-lt"/>
              </a:rPr>
              <a:t>HARPed</a:t>
            </a:r>
            <a:r>
              <a:rPr lang="en-US" sz="1600" dirty="0" smtClean="0">
                <a:latin typeface="+mn-lt"/>
              </a:rPr>
              <a:t> loans</a:t>
            </a:r>
            <a:endParaRPr lang="en-US" dirty="0">
              <a:latin typeface="+mn-lt"/>
            </a:endParaRPr>
          </a:p>
        </p:txBody>
      </p:sp>
      <p:cxnSp>
        <p:nvCxnSpPr>
          <p:cNvPr id="7" name="AutoShape 8"/>
          <p:cNvCxnSpPr>
            <a:cxnSpLocks noChangeShapeType="1"/>
            <a:stCxn id="9" idx="3"/>
            <a:endCxn id="10" idx="1"/>
          </p:cNvCxnSpPr>
          <p:nvPr/>
        </p:nvCxnSpPr>
        <p:spPr bwMode="auto">
          <a:xfrm flipV="1">
            <a:off x="3177202" y="2495366"/>
            <a:ext cx="470866" cy="398383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8" name="AutoShape 9"/>
          <p:cNvCxnSpPr>
            <a:cxnSpLocks noChangeShapeType="1"/>
            <a:stCxn id="9" idx="3"/>
            <a:endCxn id="11" idx="1"/>
          </p:cNvCxnSpPr>
          <p:nvPr/>
        </p:nvCxnSpPr>
        <p:spPr bwMode="auto">
          <a:xfrm>
            <a:off x="3177202" y="2893749"/>
            <a:ext cx="470866" cy="450960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210449" y="2669862"/>
            <a:ext cx="966753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ja-JP" sz="1000" b="1" dirty="0" smtClean="0">
                <a:solidFill>
                  <a:schemeClr val="accent1"/>
                </a:solidFill>
                <a:cs typeface="Arial Unicode MS" pitchFamily="34" charset="-122"/>
              </a:rPr>
              <a:t>Recently Originated Refi Loans</a:t>
            </a:r>
            <a:endParaRPr lang="en-US" altLang="ja-JP" sz="1000" b="1" dirty="0">
              <a:solidFill>
                <a:schemeClr val="accent1"/>
              </a:solidFill>
              <a:cs typeface="Arial Unicode MS" pitchFamily="34" charset="-122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648068" y="2271479"/>
            <a:ext cx="969280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latin typeface="+mn-lt"/>
                <a:cs typeface="Arial Unicode MS" pitchFamily="34" charset="-122"/>
              </a:rPr>
              <a:t>LTV &gt; 80%</a:t>
            </a:r>
            <a:endParaRPr lang="en-US" altLang="ja-JP" sz="1000" b="1" dirty="0">
              <a:solidFill>
                <a:schemeClr val="accent1"/>
              </a:solidFill>
              <a:latin typeface="+mn-lt"/>
              <a:cs typeface="Arial Unicode MS" pitchFamily="34" charset="-122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3648068" y="3120822"/>
            <a:ext cx="969280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latin typeface="+mn-lt"/>
                <a:cs typeface="Arial Unicode MS" pitchFamily="34" charset="-122"/>
              </a:rPr>
              <a:t>LTV &lt;= 80%</a:t>
            </a:r>
            <a:endParaRPr lang="en-US" altLang="ja-JP" sz="1000" b="1" dirty="0">
              <a:solidFill>
                <a:schemeClr val="accent1"/>
              </a:solidFill>
              <a:latin typeface="+mn-lt"/>
              <a:cs typeface="Arial Unicode MS" pitchFamily="34" charset="-122"/>
            </a:endParaRPr>
          </a:p>
        </p:txBody>
      </p:sp>
      <p:cxnSp>
        <p:nvCxnSpPr>
          <p:cNvPr id="12" name="AutoShape 14"/>
          <p:cNvCxnSpPr>
            <a:cxnSpLocks noChangeShapeType="1"/>
            <a:stCxn id="18" idx="3"/>
            <a:endCxn id="21" idx="1"/>
          </p:cNvCxnSpPr>
          <p:nvPr/>
        </p:nvCxnSpPr>
        <p:spPr bwMode="auto">
          <a:xfrm flipV="1">
            <a:off x="6030450" y="2256239"/>
            <a:ext cx="638438" cy="239127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7" name="AutoShape 15"/>
          <p:cNvCxnSpPr>
            <a:cxnSpLocks noChangeShapeType="1"/>
            <a:stCxn id="18" idx="3"/>
            <a:endCxn id="20" idx="1"/>
          </p:cNvCxnSpPr>
          <p:nvPr/>
        </p:nvCxnSpPr>
        <p:spPr bwMode="auto">
          <a:xfrm>
            <a:off x="6030450" y="2495366"/>
            <a:ext cx="638438" cy="282748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5061170" y="2271479"/>
            <a:ext cx="969280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cs typeface="Arial Unicode MS" pitchFamily="34" charset="-122"/>
              </a:rPr>
              <a:t>MI Test</a:t>
            </a:r>
          </a:p>
          <a:p>
            <a:pPr algn="ctr">
              <a:defRPr/>
            </a:pPr>
            <a:r>
              <a:rPr lang="en-US" altLang="ja-JP" sz="1000" b="1" dirty="0" smtClean="0">
                <a:solidFill>
                  <a:schemeClr val="accent1"/>
                </a:solidFill>
                <a:cs typeface="Arial Unicode MS" pitchFamily="34" charset="-122"/>
              </a:rPr>
              <a:t>Using </a:t>
            </a:r>
            <a:r>
              <a:rPr lang="en-US" altLang="ja-JP" sz="1000" b="1" dirty="0" err="1" smtClean="0">
                <a:solidFill>
                  <a:schemeClr val="accent1"/>
                </a:solidFill>
                <a:cs typeface="Arial Unicode MS" pitchFamily="34" charset="-122"/>
              </a:rPr>
              <a:t>Algo</a:t>
            </a:r>
            <a:r>
              <a:rPr lang="en-US" altLang="ja-JP" sz="1000" b="1" dirty="0" smtClean="0">
                <a:solidFill>
                  <a:schemeClr val="accent1"/>
                </a:solidFill>
                <a:cs typeface="Arial Unicode MS" pitchFamily="34" charset="-122"/>
              </a:rPr>
              <a:t> I</a:t>
            </a:r>
            <a:endParaRPr lang="en-US" altLang="ja-JP" sz="1000" b="1" dirty="0">
              <a:solidFill>
                <a:schemeClr val="accent1"/>
              </a:solidFill>
              <a:cs typeface="Arial Unicode MS" pitchFamily="34" charset="-122"/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5061170" y="3120822"/>
            <a:ext cx="969280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cs typeface="Arial Unicode MS" pitchFamily="34" charset="-122"/>
              </a:rPr>
              <a:t>Logistic Regression Model* </a:t>
            </a: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6668888" y="2554227"/>
            <a:ext cx="966754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cs typeface="Arial Unicode MS" pitchFamily="34" charset="-122"/>
              </a:rPr>
              <a:t>N: Non-</a:t>
            </a:r>
            <a:r>
              <a:rPr lang="en-US" altLang="zh-CN" sz="1000" b="1" dirty="0" err="1" smtClean="0">
                <a:solidFill>
                  <a:schemeClr val="accent1"/>
                </a:solidFill>
                <a:cs typeface="Arial Unicode MS" pitchFamily="34" charset="-122"/>
              </a:rPr>
              <a:t>HARPed</a:t>
            </a:r>
            <a:endParaRPr lang="en-US" altLang="zh-CN" sz="1000" b="1" dirty="0" smtClean="0">
              <a:solidFill>
                <a:schemeClr val="accent1"/>
              </a:solidFill>
              <a:cs typeface="Arial Unicode MS" pitchFamily="34" charset="-122"/>
            </a:endParaRPr>
          </a:p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cs typeface="Arial Unicode MS" pitchFamily="34" charset="-122"/>
              </a:rPr>
              <a:t>HARP</a:t>
            </a:r>
            <a:r>
              <a:rPr lang="en-US" altLang="zh-CN" sz="1000" b="1" dirty="0">
                <a:solidFill>
                  <a:schemeClr val="accent1"/>
                </a:solidFill>
                <a:cs typeface="Arial Unicode MS" pitchFamily="34" charset="-122"/>
              </a:rPr>
              <a:t>% = </a:t>
            </a:r>
            <a:r>
              <a:rPr lang="en-US" altLang="zh-CN" sz="1000" b="1" dirty="0" smtClean="0">
                <a:solidFill>
                  <a:schemeClr val="accent1"/>
                </a:solidFill>
                <a:cs typeface="Arial Unicode MS" pitchFamily="34" charset="-122"/>
              </a:rPr>
              <a:t>0</a:t>
            </a:r>
            <a:endParaRPr lang="en-US" altLang="ja-JP" sz="1000" b="1" dirty="0">
              <a:solidFill>
                <a:schemeClr val="accent1"/>
              </a:solidFill>
              <a:cs typeface="Arial Unicode MS" pitchFamily="34" charset="-122"/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6668888" y="2032352"/>
            <a:ext cx="966754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latin typeface="+mn-lt"/>
                <a:cs typeface="Arial Unicode MS" pitchFamily="34" charset="-122"/>
              </a:rPr>
              <a:t>Y: </a:t>
            </a:r>
            <a:r>
              <a:rPr lang="en-US" altLang="zh-CN" sz="1000" b="1" dirty="0" err="1" smtClean="0">
                <a:solidFill>
                  <a:schemeClr val="accent1"/>
                </a:solidFill>
                <a:latin typeface="+mn-lt"/>
                <a:cs typeface="Arial Unicode MS" pitchFamily="34" charset="-122"/>
              </a:rPr>
              <a:t>HARPed</a:t>
            </a:r>
            <a:endParaRPr lang="en-US" altLang="zh-CN" sz="1000" b="1" dirty="0" smtClean="0">
              <a:solidFill>
                <a:schemeClr val="accent1"/>
              </a:solidFill>
              <a:latin typeface="+mn-lt"/>
              <a:cs typeface="Arial Unicode MS" pitchFamily="34" charset="-122"/>
            </a:endParaRPr>
          </a:p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latin typeface="+mn-lt"/>
                <a:cs typeface="Arial Unicode MS" pitchFamily="34" charset="-122"/>
              </a:rPr>
              <a:t>HARP% = 100</a:t>
            </a:r>
            <a:endParaRPr lang="en-US" altLang="ja-JP" sz="1000" b="1" dirty="0">
              <a:solidFill>
                <a:schemeClr val="accent1"/>
              </a:solidFill>
              <a:latin typeface="+mn-lt"/>
              <a:cs typeface="Arial Unicode MS" pitchFamily="34" charset="-122"/>
            </a:endParaRPr>
          </a:p>
        </p:txBody>
      </p:sp>
      <p:cxnSp>
        <p:nvCxnSpPr>
          <p:cNvPr id="22" name="Straight Connector 21"/>
          <p:cNvCxnSpPr>
            <a:stCxn id="10" idx="3"/>
            <a:endCxn id="18" idx="1"/>
          </p:cNvCxnSpPr>
          <p:nvPr/>
        </p:nvCxnSpPr>
        <p:spPr>
          <a:xfrm>
            <a:off x="4617348" y="2495366"/>
            <a:ext cx="443822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3" name="Straight Connector 22"/>
          <p:cNvCxnSpPr>
            <a:stCxn id="11" idx="3"/>
            <a:endCxn id="19" idx="1"/>
          </p:cNvCxnSpPr>
          <p:nvPr/>
        </p:nvCxnSpPr>
        <p:spPr>
          <a:xfrm>
            <a:off x="4617348" y="3344709"/>
            <a:ext cx="443822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6668888" y="3120822"/>
            <a:ext cx="969280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ja-JP" sz="1000" b="1" dirty="0" smtClean="0">
                <a:solidFill>
                  <a:schemeClr val="accent1"/>
                </a:solidFill>
                <a:cs typeface="Arial Unicode MS" pitchFamily="34" charset="-122"/>
              </a:rPr>
              <a:t>Likelihood that loan has been </a:t>
            </a:r>
            <a:r>
              <a:rPr lang="en-US" altLang="ja-JP" sz="1000" b="1" dirty="0" err="1" smtClean="0">
                <a:solidFill>
                  <a:schemeClr val="accent1"/>
                </a:solidFill>
                <a:cs typeface="Arial Unicode MS" pitchFamily="34" charset="-122"/>
              </a:rPr>
              <a:t>HARPed</a:t>
            </a:r>
            <a:r>
              <a:rPr lang="en-US" altLang="ja-JP" sz="1000" b="1" dirty="0" smtClean="0">
                <a:solidFill>
                  <a:schemeClr val="accent1"/>
                </a:solidFill>
                <a:cs typeface="Arial Unicode MS" pitchFamily="34" charset="-122"/>
              </a:rPr>
              <a:t> </a:t>
            </a:r>
            <a:endParaRPr lang="en-US" altLang="ja-JP" sz="1000" b="1" dirty="0">
              <a:solidFill>
                <a:schemeClr val="accent1"/>
              </a:solidFill>
              <a:cs typeface="Arial Unicode MS" pitchFamily="34" charset="-122"/>
            </a:endParaRPr>
          </a:p>
        </p:txBody>
      </p:sp>
      <p:cxnSp>
        <p:nvCxnSpPr>
          <p:cNvPr id="25" name="Straight Connector 24"/>
          <p:cNvCxnSpPr>
            <a:stCxn id="19" idx="3"/>
            <a:endCxn id="24" idx="1"/>
          </p:cNvCxnSpPr>
          <p:nvPr/>
        </p:nvCxnSpPr>
        <p:spPr>
          <a:xfrm>
            <a:off x="6030450" y="3344709"/>
            <a:ext cx="638438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7529110" y="2410037"/>
            <a:ext cx="924752" cy="109186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8300616" y="2291772"/>
            <a:ext cx="969280" cy="447774"/>
          </a:xfrm>
          <a:prstGeom prst="rect">
            <a:avLst/>
          </a:prstGeom>
          <a:ln>
            <a:noFill/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zh-CN" sz="1000" b="1" dirty="0" smtClean="0">
                <a:solidFill>
                  <a:schemeClr val="bg1"/>
                </a:solidFill>
                <a:cs typeface="Arial Unicode MS" pitchFamily="34" charset="-122"/>
              </a:rPr>
              <a:t>HARP % for each loan</a:t>
            </a:r>
            <a:endParaRPr lang="en-US" altLang="ja-JP" sz="1000" b="1" dirty="0">
              <a:solidFill>
                <a:schemeClr val="bg1"/>
              </a:solidFill>
              <a:cs typeface="Arial Unicode MS" pitchFamily="34" charset="-122"/>
            </a:endParaRPr>
          </a:p>
        </p:txBody>
      </p:sp>
      <p:sp>
        <p:nvSpPr>
          <p:cNvPr id="33" name="Isosceles Triangle 32"/>
          <p:cNvSpPr/>
          <p:nvPr/>
        </p:nvSpPr>
        <p:spPr>
          <a:xfrm rot="10800000">
            <a:off x="3587032" y="3653770"/>
            <a:ext cx="3621158" cy="27228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775546" y="3557565"/>
            <a:ext cx="3378641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000" dirty="0" smtClean="0">
                <a:solidFill>
                  <a:schemeClr val="bg1"/>
                </a:solidFill>
                <a:latin typeface="+mn-lt"/>
              </a:rPr>
              <a:t>Using the Enhanced Algorithm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95023" y="3849853"/>
            <a:ext cx="8674873" cy="2926080"/>
            <a:chOff x="595023" y="3849853"/>
            <a:chExt cx="8674873" cy="2926080"/>
          </a:xfrm>
        </p:grpSpPr>
        <p:graphicFrame>
          <p:nvGraphicFramePr>
            <p:cNvPr id="29" name="Chart 28"/>
            <p:cNvGraphicFramePr/>
            <p:nvPr>
              <p:extLst>
                <p:ext uri="{D42A27DB-BD31-4B8C-83A1-F6EECF244321}">
                  <p14:modId xmlns:p14="http://schemas.microsoft.com/office/powerpoint/2010/main" val="734217052"/>
                </p:ext>
              </p:extLst>
            </p:nvPr>
          </p:nvGraphicFramePr>
          <p:xfrm>
            <a:off x="595023" y="3849853"/>
            <a:ext cx="8674873" cy="292608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30" name="TextBox 29"/>
            <p:cNvSpPr txBox="1"/>
            <p:nvPr/>
          </p:nvSpPr>
          <p:spPr>
            <a:xfrm>
              <a:off x="6182472" y="4920799"/>
              <a:ext cx="102571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 smtClean="0">
                  <a:solidFill>
                    <a:schemeClr val="bg1"/>
                  </a:solidFill>
                  <a:latin typeface="+mn-lt"/>
                </a:rPr>
                <a:t>Non-</a:t>
              </a:r>
              <a:r>
                <a:rPr lang="en-US" sz="1000" b="1" dirty="0" err="1" smtClean="0">
                  <a:solidFill>
                    <a:schemeClr val="bg1"/>
                  </a:solidFill>
                  <a:latin typeface="+mn-lt"/>
                </a:rPr>
                <a:t>HARPed</a:t>
              </a:r>
              <a:endParaRPr lang="en-US" sz="10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68896" y="4190468"/>
              <a:ext cx="102571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 err="1" smtClean="0">
                  <a:solidFill>
                    <a:schemeClr val="bg1"/>
                  </a:solidFill>
                  <a:latin typeface="+mn-lt"/>
                </a:rPr>
                <a:t>HARPed</a:t>
              </a:r>
              <a:endParaRPr lang="en-US" sz="10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429456" y="4006263"/>
              <a:ext cx="102571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 smtClean="0">
                  <a:solidFill>
                    <a:schemeClr val="accent1"/>
                  </a:solidFill>
                  <a:latin typeface="+mn-lt"/>
                </a:rPr>
                <a:t>Pre-HARP</a:t>
              </a:r>
              <a:endParaRPr lang="en-US" sz="1000" b="1" dirty="0">
                <a:solidFill>
                  <a:schemeClr val="accent1"/>
                </a:solidFill>
                <a:latin typeface="+mn-lt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095585" y="5999579"/>
              <a:ext cx="194806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 smtClean="0">
                  <a:solidFill>
                    <a:schemeClr val="bg1"/>
                  </a:solidFill>
                  <a:latin typeface="+mn-lt"/>
                </a:rPr>
                <a:t>Non-Eligible: Purchas, refi-CO</a:t>
              </a:r>
              <a:endParaRPr lang="en-US" sz="1000" b="1" dirty="0">
                <a:solidFill>
                  <a:schemeClr val="bg1"/>
                </a:solidFill>
                <a:latin typeface="+mn-lt"/>
              </a:endParaRP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556260" y="6778473"/>
            <a:ext cx="8793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Based on our Enhanced </a:t>
            </a:r>
            <a:r>
              <a:rPr lang="en-US" sz="1200" dirty="0" err="1" smtClean="0">
                <a:latin typeface="+mn-lt"/>
              </a:rPr>
              <a:t>HARPed</a:t>
            </a:r>
            <a:r>
              <a:rPr lang="en-US" sz="1200" dirty="0" smtClean="0">
                <a:latin typeface="+mn-lt"/>
              </a:rPr>
              <a:t> loan identification algorithm, there are around 15 to 30% loans are </a:t>
            </a:r>
            <a:r>
              <a:rPr lang="en-US" sz="1200" dirty="0" err="1" smtClean="0">
                <a:latin typeface="+mn-lt"/>
              </a:rPr>
              <a:t>HARPed</a:t>
            </a:r>
            <a:r>
              <a:rPr lang="en-US" sz="1200" dirty="0" smtClean="0">
                <a:latin typeface="+mn-lt"/>
              </a:rPr>
              <a:t>. And our previous incentive calculation for those loans might bring </a:t>
            </a:r>
            <a:r>
              <a:rPr lang="en-US" sz="1200" dirty="0" err="1" smtClean="0">
                <a:latin typeface="+mn-lt"/>
              </a:rPr>
              <a:t>problemsto</a:t>
            </a:r>
            <a:r>
              <a:rPr lang="en-US" sz="1200" dirty="0" smtClean="0">
                <a:latin typeface="+mn-lt"/>
              </a:rPr>
              <a:t> our model.</a:t>
            </a:r>
            <a:endParaRPr lang="en-US" sz="12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3641774" y="1189439"/>
            <a:ext cx="969280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ja-JP" sz="1000" b="1" dirty="0" smtClean="0">
                <a:solidFill>
                  <a:schemeClr val="accent1"/>
                </a:solidFill>
                <a:latin typeface="+mn-lt"/>
                <a:cs typeface="Arial Unicode MS" pitchFamily="34" charset="-122"/>
              </a:rPr>
              <a:t>Have Credit Date</a:t>
            </a:r>
            <a:endParaRPr lang="en-US" altLang="ja-JP" sz="1000" b="1" dirty="0">
              <a:solidFill>
                <a:schemeClr val="accent1"/>
              </a:solidFill>
              <a:latin typeface="+mn-lt"/>
              <a:cs typeface="Arial Unicode MS" pitchFamily="34" charset="-122"/>
            </a:endParaRPr>
          </a:p>
        </p:txBody>
      </p:sp>
      <p:cxnSp>
        <p:nvCxnSpPr>
          <p:cNvPr id="38" name="AutoShape 14"/>
          <p:cNvCxnSpPr>
            <a:cxnSpLocks noChangeShapeType="1"/>
            <a:stCxn id="40" idx="3"/>
            <a:endCxn id="42" idx="1"/>
          </p:cNvCxnSpPr>
          <p:nvPr/>
        </p:nvCxnSpPr>
        <p:spPr bwMode="auto">
          <a:xfrm flipV="1">
            <a:off x="6024156" y="1174199"/>
            <a:ext cx="638438" cy="239127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39" name="AutoShape 15"/>
          <p:cNvCxnSpPr>
            <a:cxnSpLocks noChangeShapeType="1"/>
            <a:stCxn id="40" idx="3"/>
            <a:endCxn id="41" idx="1"/>
          </p:cNvCxnSpPr>
          <p:nvPr/>
        </p:nvCxnSpPr>
        <p:spPr bwMode="auto">
          <a:xfrm>
            <a:off x="6024156" y="1413326"/>
            <a:ext cx="638438" cy="282748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40" name="Rectangle 39"/>
          <p:cNvSpPr>
            <a:spLocks noChangeArrowheads="1"/>
          </p:cNvSpPr>
          <p:nvPr/>
        </p:nvSpPr>
        <p:spPr bwMode="auto">
          <a:xfrm>
            <a:off x="5054876" y="1189439"/>
            <a:ext cx="969280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cs typeface="Arial Unicode MS" pitchFamily="34" charset="-122"/>
              </a:rPr>
              <a:t>Credit Data Mapping</a:t>
            </a:r>
          </a:p>
          <a:p>
            <a:pPr algn="ctr">
              <a:defRPr/>
            </a:pPr>
            <a:r>
              <a:rPr lang="en-US" altLang="ja-JP" sz="1000" b="1" dirty="0" smtClean="0">
                <a:solidFill>
                  <a:schemeClr val="accent1"/>
                </a:solidFill>
                <a:cs typeface="Arial Unicode MS" pitchFamily="34" charset="-122"/>
              </a:rPr>
              <a:t>Using </a:t>
            </a:r>
            <a:r>
              <a:rPr lang="en-US" altLang="ja-JP" sz="1000" b="1" dirty="0" err="1" smtClean="0">
                <a:solidFill>
                  <a:schemeClr val="accent1"/>
                </a:solidFill>
                <a:cs typeface="Arial Unicode MS" pitchFamily="34" charset="-122"/>
              </a:rPr>
              <a:t>Algo</a:t>
            </a:r>
            <a:r>
              <a:rPr lang="en-US" altLang="ja-JP" sz="1000" b="1" dirty="0" smtClean="0">
                <a:solidFill>
                  <a:schemeClr val="accent1"/>
                </a:solidFill>
                <a:cs typeface="Arial Unicode MS" pitchFamily="34" charset="-122"/>
              </a:rPr>
              <a:t> II</a:t>
            </a:r>
            <a:endParaRPr lang="en-US" altLang="ja-JP" sz="1000" b="1" dirty="0">
              <a:solidFill>
                <a:schemeClr val="accent1"/>
              </a:solidFill>
              <a:cs typeface="Arial Unicode MS" pitchFamily="34" charset="-122"/>
            </a:endParaRPr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6662594" y="1472187"/>
            <a:ext cx="966754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cs typeface="Arial Unicode MS" pitchFamily="34" charset="-122"/>
              </a:rPr>
              <a:t>N: Non-</a:t>
            </a:r>
            <a:r>
              <a:rPr lang="en-US" altLang="zh-CN" sz="1000" b="1" dirty="0" err="1" smtClean="0">
                <a:solidFill>
                  <a:schemeClr val="accent1"/>
                </a:solidFill>
                <a:cs typeface="Arial Unicode MS" pitchFamily="34" charset="-122"/>
              </a:rPr>
              <a:t>HARPed</a:t>
            </a:r>
            <a:endParaRPr lang="en-US" altLang="zh-CN" sz="1000" b="1" dirty="0" smtClean="0">
              <a:solidFill>
                <a:schemeClr val="accent1"/>
              </a:solidFill>
              <a:cs typeface="Arial Unicode MS" pitchFamily="34" charset="-122"/>
            </a:endParaRPr>
          </a:p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cs typeface="Arial Unicode MS" pitchFamily="34" charset="-122"/>
              </a:rPr>
              <a:t>HARP</a:t>
            </a:r>
            <a:r>
              <a:rPr lang="en-US" altLang="zh-CN" sz="1000" b="1" dirty="0">
                <a:solidFill>
                  <a:schemeClr val="accent1"/>
                </a:solidFill>
                <a:cs typeface="Arial Unicode MS" pitchFamily="34" charset="-122"/>
              </a:rPr>
              <a:t>% = </a:t>
            </a:r>
            <a:r>
              <a:rPr lang="en-US" altLang="zh-CN" sz="1000" b="1" dirty="0" smtClean="0">
                <a:solidFill>
                  <a:schemeClr val="accent1"/>
                </a:solidFill>
                <a:cs typeface="Arial Unicode MS" pitchFamily="34" charset="-122"/>
              </a:rPr>
              <a:t>0</a:t>
            </a:r>
            <a:endParaRPr lang="en-US" altLang="ja-JP" sz="1000" b="1" dirty="0">
              <a:solidFill>
                <a:schemeClr val="accent1"/>
              </a:solidFill>
              <a:cs typeface="Arial Unicode MS" pitchFamily="34" charset="-122"/>
            </a:endParaRPr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6662594" y="950312"/>
            <a:ext cx="966754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latin typeface="+mn-lt"/>
                <a:cs typeface="Arial Unicode MS" pitchFamily="34" charset="-122"/>
              </a:rPr>
              <a:t>Y: </a:t>
            </a:r>
            <a:r>
              <a:rPr lang="en-US" altLang="zh-CN" sz="1000" b="1" dirty="0" err="1" smtClean="0">
                <a:solidFill>
                  <a:schemeClr val="accent1"/>
                </a:solidFill>
                <a:latin typeface="+mn-lt"/>
                <a:cs typeface="Arial Unicode MS" pitchFamily="34" charset="-122"/>
              </a:rPr>
              <a:t>HARPed</a:t>
            </a:r>
            <a:endParaRPr lang="en-US" altLang="zh-CN" sz="1000" b="1" dirty="0" smtClean="0">
              <a:solidFill>
                <a:schemeClr val="accent1"/>
              </a:solidFill>
              <a:latin typeface="+mn-lt"/>
              <a:cs typeface="Arial Unicode MS" pitchFamily="34" charset="-122"/>
            </a:endParaRPr>
          </a:p>
          <a:p>
            <a:pPr algn="ctr">
              <a:defRPr/>
            </a:pPr>
            <a:r>
              <a:rPr lang="en-US" altLang="zh-CN" sz="1000" b="1" dirty="0" smtClean="0">
                <a:solidFill>
                  <a:schemeClr val="accent1"/>
                </a:solidFill>
                <a:latin typeface="+mn-lt"/>
                <a:cs typeface="Arial Unicode MS" pitchFamily="34" charset="-122"/>
              </a:rPr>
              <a:t>HARP% = 100</a:t>
            </a:r>
            <a:endParaRPr lang="en-US" altLang="ja-JP" sz="1000" b="1" dirty="0">
              <a:solidFill>
                <a:schemeClr val="accent1"/>
              </a:solidFill>
              <a:latin typeface="+mn-lt"/>
              <a:cs typeface="Arial Unicode MS" pitchFamily="34" charset="-122"/>
            </a:endParaRPr>
          </a:p>
        </p:txBody>
      </p:sp>
      <p:cxnSp>
        <p:nvCxnSpPr>
          <p:cNvPr id="43" name="Straight Connector 42"/>
          <p:cNvCxnSpPr>
            <a:stCxn id="37" idx="3"/>
            <a:endCxn id="40" idx="1"/>
          </p:cNvCxnSpPr>
          <p:nvPr/>
        </p:nvCxnSpPr>
        <p:spPr>
          <a:xfrm>
            <a:off x="4611054" y="1413326"/>
            <a:ext cx="443822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44" name="Rectangle 43"/>
          <p:cNvSpPr>
            <a:spLocks noChangeArrowheads="1"/>
          </p:cNvSpPr>
          <p:nvPr/>
        </p:nvSpPr>
        <p:spPr bwMode="auto">
          <a:xfrm>
            <a:off x="2210449" y="1189439"/>
            <a:ext cx="966753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ja-JP" sz="1000" b="1" dirty="0" smtClean="0">
                <a:solidFill>
                  <a:schemeClr val="accent1"/>
                </a:solidFill>
                <a:cs typeface="Arial Unicode MS" pitchFamily="34" charset="-122"/>
              </a:rPr>
              <a:t>Refi Loans</a:t>
            </a:r>
          </a:p>
          <a:p>
            <a:pPr algn="ctr">
              <a:defRPr/>
            </a:pPr>
            <a:r>
              <a:rPr lang="en-US" altLang="ja-JP" sz="1000" b="1" dirty="0" smtClean="0">
                <a:solidFill>
                  <a:schemeClr val="accent1"/>
                </a:solidFill>
                <a:cs typeface="Arial Unicode MS" pitchFamily="34" charset="-122"/>
              </a:rPr>
              <a:t>Orig. before 2014</a:t>
            </a:r>
            <a:endParaRPr lang="en-US" altLang="ja-JP" sz="1000" b="1" dirty="0">
              <a:solidFill>
                <a:schemeClr val="accent1"/>
              </a:solidFill>
              <a:cs typeface="Arial Unicode MS" pitchFamily="34" charset="-122"/>
            </a:endParaRPr>
          </a:p>
        </p:txBody>
      </p:sp>
      <p:cxnSp>
        <p:nvCxnSpPr>
          <p:cNvPr id="45" name="Straight Connector 44"/>
          <p:cNvCxnSpPr>
            <a:stCxn id="44" idx="3"/>
            <a:endCxn id="37" idx="1"/>
          </p:cNvCxnSpPr>
          <p:nvPr/>
        </p:nvCxnSpPr>
        <p:spPr>
          <a:xfrm>
            <a:off x="3177202" y="1413326"/>
            <a:ext cx="464572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747409" y="1867577"/>
            <a:ext cx="966753" cy="4477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6000" tIns="36000" rIns="36000" bIns="36000" anchor="ctr">
            <a:noAutofit/>
          </a:bodyPr>
          <a:lstStyle/>
          <a:p>
            <a:pPr algn="ctr">
              <a:defRPr/>
            </a:pPr>
            <a:r>
              <a:rPr lang="en-US" altLang="ja-JP" sz="1000" b="1" dirty="0" smtClean="0">
                <a:solidFill>
                  <a:schemeClr val="accent1"/>
                </a:solidFill>
                <a:cs typeface="Arial Unicode MS" pitchFamily="34" charset="-122"/>
              </a:rPr>
              <a:t>Refi Loans</a:t>
            </a:r>
          </a:p>
        </p:txBody>
      </p:sp>
      <p:cxnSp>
        <p:nvCxnSpPr>
          <p:cNvPr id="47" name="AutoShape 8"/>
          <p:cNvCxnSpPr>
            <a:cxnSpLocks noChangeShapeType="1"/>
            <a:stCxn id="46" idx="3"/>
            <a:endCxn id="44" idx="1"/>
          </p:cNvCxnSpPr>
          <p:nvPr/>
        </p:nvCxnSpPr>
        <p:spPr bwMode="auto">
          <a:xfrm flipV="1">
            <a:off x="1714162" y="1413326"/>
            <a:ext cx="496287" cy="678138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48" name="AutoShape 9"/>
          <p:cNvCxnSpPr>
            <a:cxnSpLocks noChangeShapeType="1"/>
            <a:stCxn id="46" idx="3"/>
            <a:endCxn id="9" idx="1"/>
          </p:cNvCxnSpPr>
          <p:nvPr/>
        </p:nvCxnSpPr>
        <p:spPr bwMode="auto">
          <a:xfrm>
            <a:off x="1714162" y="2091464"/>
            <a:ext cx="496287" cy="802285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184273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Previous MI Calculation</a:t>
            </a:r>
            <a:endParaRPr lang="en-US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5276" y="1104900"/>
            <a:ext cx="449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Example Loan: </a:t>
            </a:r>
            <a:r>
              <a:rPr lang="en-US" dirty="0" smtClean="0">
                <a:latin typeface="+mn-lt"/>
              </a:rPr>
              <a:t> </a:t>
            </a: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Loan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Seq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Num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: U60490000208</a:t>
            </a:r>
            <a:endParaRPr lang="en-US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105109"/>
              </p:ext>
            </p:extLst>
          </p:nvPr>
        </p:nvGraphicFramePr>
        <p:xfrm>
          <a:off x="442912" y="2089150"/>
          <a:ext cx="4110038" cy="259588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055019"/>
                <a:gridCol w="2055019"/>
              </a:tblGrid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firstPaymtDt</a:t>
                      </a:r>
                      <a:endParaRPr lang="en-US" sz="16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4/1/2011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cs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781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 smtClean="0">
                          <a:effectLst/>
                        </a:rPr>
                        <a:t>origLTV</a:t>
                      </a:r>
                      <a:endParaRPr lang="en-US" sz="1600" u="none" strike="noStrike" dirty="0" smtClean="0">
                        <a:effectLst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121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loanPurposeType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RE-FI-NCO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occType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OWNER</a:t>
                      </a: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originalLoanAmount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89,320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pctMtgIns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5124450" y="1104900"/>
            <a:ext cx="471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Find the MI premium based on loan info</a:t>
            </a:r>
            <a:endParaRPr lang="en-US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1751231"/>
            <a:ext cx="2400306" cy="3820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5581649"/>
            <a:ext cx="2408328" cy="161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4781" y="1751231"/>
            <a:ext cx="686893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7391400" y="2654300"/>
            <a:ext cx="450850" cy="1587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934074" y="6311900"/>
            <a:ext cx="1200153" cy="15875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934074" y="6007100"/>
            <a:ext cx="1200153" cy="15875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79106" y="5105400"/>
            <a:ext cx="47192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As the LTV is greater than the largest number in the table, we assigned the max number (or a number of 1000 bps) in the table to the base MI (i.e., we ignore what the credit score is).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6" name="Down Arrow 5"/>
          <p:cNvSpPr/>
          <p:nvPr/>
        </p:nvSpPr>
        <p:spPr>
          <a:xfrm>
            <a:off x="2202180" y="5844064"/>
            <a:ext cx="636559" cy="32178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56261" y="6319520"/>
            <a:ext cx="3893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We will have a PMI of </a:t>
            </a:r>
            <a:r>
              <a:rPr lang="en-US" sz="1400" b="1" dirty="0" smtClean="0">
                <a:latin typeface="+mn-lt"/>
              </a:rPr>
              <a:t>110 bps </a:t>
            </a:r>
            <a:r>
              <a:rPr lang="en-US" sz="1400" dirty="0" smtClean="0">
                <a:latin typeface="+mn-lt"/>
              </a:rPr>
              <a:t>for the loan.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800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Updated MI Calculation</a:t>
            </a:r>
            <a:endParaRPr lang="en-US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5276" y="1104900"/>
            <a:ext cx="449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Example Loan: </a:t>
            </a:r>
            <a:r>
              <a:rPr lang="en-US" dirty="0" smtClean="0">
                <a:latin typeface="+mn-lt"/>
              </a:rPr>
              <a:t> </a:t>
            </a: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Loan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Seq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Num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: U60490000208</a:t>
            </a:r>
            <a:endParaRPr lang="en-US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175387"/>
              </p:ext>
            </p:extLst>
          </p:nvPr>
        </p:nvGraphicFramePr>
        <p:xfrm>
          <a:off x="442912" y="2089150"/>
          <a:ext cx="4110038" cy="259588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055019"/>
                <a:gridCol w="2055019"/>
              </a:tblGrid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firstPaymtDt</a:t>
                      </a:r>
                      <a:endParaRPr lang="en-US" sz="16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4/1/2011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cs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781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 smtClean="0">
                          <a:effectLst/>
                        </a:rPr>
                        <a:t>origLTV</a:t>
                      </a:r>
                      <a:endParaRPr lang="en-US" sz="1600" u="none" strike="noStrike" dirty="0" smtClean="0">
                        <a:effectLst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121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loanPurposeType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RE-FI-NCO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occType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OWNER</a:t>
                      </a: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originalLoanAmount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89,320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pctMtgIns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124450" y="1104900"/>
            <a:ext cx="471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Look up the MI coverage</a:t>
            </a:r>
            <a:endParaRPr lang="en-US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4934" y="1751231"/>
            <a:ext cx="2883128" cy="3937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8831" y="5791946"/>
            <a:ext cx="2935333" cy="1355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3284" y="1804530"/>
            <a:ext cx="1254506" cy="423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5503816" y="3167514"/>
            <a:ext cx="1182681" cy="2334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79106" y="5105400"/>
            <a:ext cx="4719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Based on the historical MI documents, we assign 79 bps MI to the example loan instead of 110 bps.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14" name="Down Arrow 13"/>
          <p:cNvSpPr/>
          <p:nvPr/>
        </p:nvSpPr>
        <p:spPr>
          <a:xfrm>
            <a:off x="2202180" y="5844064"/>
            <a:ext cx="636559" cy="321786"/>
          </a:xfrm>
          <a:prstGeom prst="down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56261" y="6319520"/>
            <a:ext cx="3893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Makes the incentive 3</a:t>
            </a:r>
            <a:r>
              <a:rPr lang="en-US" sz="1400" dirty="0">
                <a:latin typeface="+mn-lt"/>
              </a:rPr>
              <a:t>1</a:t>
            </a:r>
            <a:r>
              <a:rPr lang="en-US" sz="1400" dirty="0" smtClean="0">
                <a:latin typeface="+mn-lt"/>
              </a:rPr>
              <a:t> bps lower.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8698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Incentive – Loan level aggregation</a:t>
            </a:r>
            <a:endParaRPr lang="en-US" dirty="0">
              <a:latin typeface="+mn-lt"/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819356" y="1257300"/>
            <a:ext cx="8549586" cy="1348434"/>
            <a:chOff x="819356" y="1257300"/>
            <a:chExt cx="8549586" cy="1348434"/>
          </a:xfrm>
        </p:grpSpPr>
        <p:cxnSp>
          <p:nvCxnSpPr>
            <p:cNvPr id="51" name="Straight Connector 50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Our current calculation for pool level incentive is to treat a pool as a loan then use its weight average of CLTV/FICO and other distribution numbers to map the PMI and LLPA level.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Will the method work well?</a:t>
              </a:r>
              <a:endParaRPr lang="en-US" sz="1400" dirty="0">
                <a:latin typeface="+mn-lt"/>
              </a:endParaRPr>
            </a:p>
          </p:txBody>
        </p:sp>
      </p:grpSp>
      <p:cxnSp>
        <p:nvCxnSpPr>
          <p:cNvPr id="54" name="Straight Connector 53"/>
          <p:cNvCxnSpPr/>
          <p:nvPr/>
        </p:nvCxnSpPr>
        <p:spPr>
          <a:xfrm>
            <a:off x="814498" y="3481787"/>
            <a:ext cx="6918959" cy="0"/>
          </a:xfrm>
          <a:prstGeom prst="line">
            <a:avLst/>
          </a:prstGeom>
          <a:ln w="12700"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14498" y="3628761"/>
            <a:ext cx="854958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see a dispersion between loan level and pool level.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As the LLPA and PMI mapping is not a linear function, instead, </a:t>
            </a:r>
            <a:r>
              <a:rPr lang="en-US" sz="1400" dirty="0">
                <a:latin typeface="+mn-lt"/>
              </a:rPr>
              <a:t>it is </a:t>
            </a:r>
            <a:r>
              <a:rPr lang="en-US" sz="1400" dirty="0" smtClean="0">
                <a:latin typeface="+mn-lt"/>
              </a:rPr>
              <a:t>step function. So when the pool level WA near the thresholds of each step, it will cause some problems.</a:t>
            </a:r>
            <a:endParaRPr lang="en-US" sz="1400" dirty="0">
              <a:latin typeface="+mn-lt"/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>
            <a:off x="824212" y="5444132"/>
            <a:ext cx="691895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24212" y="5591106"/>
            <a:ext cx="85495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Use loan level incentive calculation, including LLPA and PMI, as well as special handling of </a:t>
            </a:r>
            <a:r>
              <a:rPr lang="en-US" sz="1400" dirty="0" err="1" smtClean="0">
                <a:latin typeface="+mn-lt"/>
              </a:rPr>
              <a:t>HARPed</a:t>
            </a:r>
            <a:r>
              <a:rPr lang="en-US" sz="1400" dirty="0" smtClean="0">
                <a:latin typeface="+mn-lt"/>
              </a:rPr>
              <a:t> loan MI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Aggregate the loan level incentive as pool incentive.</a:t>
            </a:r>
            <a:endParaRPr lang="en-US" sz="1400" dirty="0">
              <a:latin typeface="+mn-lt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bg2">
                    <a:lumMod val="50000"/>
                  </a:schemeClr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50000"/>
                  </a:schemeClr>
                </a:solidFill>
                <a:latin typeface="Arial"/>
              </a:rPr>
              <a:t>uestion</a:t>
            </a:r>
            <a:endParaRPr lang="en-GB" dirty="0">
              <a:solidFill>
                <a:schemeClr val="bg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19355" y="260462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3">
                    <a:lumMod val="65000"/>
                  </a:schemeClr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3">
                  <a:lumMod val="6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185812" y="3112455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3">
                    <a:lumMod val="65000"/>
                  </a:schemeClr>
                </a:solidFill>
                <a:latin typeface="Arial"/>
              </a:rPr>
              <a:t>roblem</a:t>
            </a:r>
            <a:endParaRPr lang="en-GB" dirty="0">
              <a:solidFill>
                <a:schemeClr val="accent3">
                  <a:lumMod val="65000"/>
                </a:schemeClr>
              </a:solidFill>
              <a:latin typeface="Arial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19356" y="456696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bg2">
                    <a:lumMod val="25000"/>
                  </a:schemeClr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85813" y="507480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25000"/>
                  </a:schemeClr>
                </a:solidFill>
                <a:latin typeface="Arial"/>
              </a:rPr>
              <a:t>olution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993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Incentive – Loan level aggregation</a:t>
            </a:r>
            <a:endParaRPr lang="en-US" dirty="0">
              <a:latin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41946" y="1043940"/>
            <a:ext cx="90382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Loan / Pool Dispersion</a:t>
            </a:r>
          </a:p>
          <a:p>
            <a:pPr lvl="1" indent="0"/>
            <a:r>
              <a:rPr lang="en-US" sz="1400" dirty="0" smtClean="0">
                <a:solidFill>
                  <a:schemeClr val="bg2">
                    <a:lumMod val="25000"/>
                  </a:schemeClr>
                </a:solidFill>
                <a:latin typeface="+mn-lt"/>
              </a:rPr>
              <a:t>For an example pool, we find a typical dispersion caused by the step function, although the pool level weighted average CLTV and FICO are very close to the loan level.</a:t>
            </a:r>
            <a:endParaRPr lang="en-US" sz="1400" dirty="0">
              <a:solidFill>
                <a:schemeClr val="bg2">
                  <a:lumMod val="25000"/>
                </a:schemeClr>
              </a:solidFill>
              <a:latin typeface="+mn-lt"/>
            </a:endParaRPr>
          </a:p>
        </p:txBody>
      </p:sp>
      <p:graphicFrame>
        <p:nvGraphicFramePr>
          <p:cNvPr id="18" name="Chart 17"/>
          <p:cNvGraphicFramePr/>
          <p:nvPr>
            <p:extLst>
              <p:ext uri="{D42A27DB-BD31-4B8C-83A1-F6EECF244321}">
                <p14:modId xmlns:p14="http://schemas.microsoft.com/office/powerpoint/2010/main" val="2302928401"/>
              </p:ext>
            </p:extLst>
          </p:nvPr>
        </p:nvGraphicFramePr>
        <p:xfrm>
          <a:off x="710184" y="182118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Chart 18"/>
          <p:cNvGraphicFramePr/>
          <p:nvPr>
            <p:extLst>
              <p:ext uri="{D42A27DB-BD31-4B8C-83A1-F6EECF244321}">
                <p14:modId xmlns:p14="http://schemas.microsoft.com/office/powerpoint/2010/main" val="395601121"/>
              </p:ext>
            </p:extLst>
          </p:nvPr>
        </p:nvGraphicFramePr>
        <p:xfrm>
          <a:off x="5189220" y="460248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 19"/>
          <p:cNvGraphicFramePr/>
          <p:nvPr>
            <p:extLst>
              <p:ext uri="{D42A27DB-BD31-4B8C-83A1-F6EECF244321}">
                <p14:modId xmlns:p14="http://schemas.microsoft.com/office/powerpoint/2010/main" val="1032943197"/>
              </p:ext>
            </p:extLst>
          </p:nvPr>
        </p:nvGraphicFramePr>
        <p:xfrm>
          <a:off x="603504" y="460248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Chart 20"/>
          <p:cNvGraphicFramePr/>
          <p:nvPr>
            <p:extLst>
              <p:ext uri="{D42A27DB-BD31-4B8C-83A1-F6EECF244321}">
                <p14:modId xmlns:p14="http://schemas.microsoft.com/office/powerpoint/2010/main" val="1222144775"/>
              </p:ext>
            </p:extLst>
          </p:nvPr>
        </p:nvGraphicFramePr>
        <p:xfrm>
          <a:off x="5341620" y="198882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84235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Incentive – Loan level aggregation</a:t>
            </a:r>
            <a:endParaRPr lang="en-US" dirty="0">
              <a:latin typeface="+mn-lt"/>
            </a:endParaRPr>
          </a:p>
        </p:txBody>
      </p:sp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1604068661"/>
              </p:ext>
            </p:extLst>
          </p:nvPr>
        </p:nvGraphicFramePr>
        <p:xfrm>
          <a:off x="5282184" y="149352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2724277120"/>
              </p:ext>
            </p:extLst>
          </p:nvPr>
        </p:nvGraphicFramePr>
        <p:xfrm>
          <a:off x="435864" y="429006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917886757"/>
              </p:ext>
            </p:extLst>
          </p:nvPr>
        </p:nvGraphicFramePr>
        <p:xfrm>
          <a:off x="504444" y="149352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41946" y="1043940"/>
            <a:ext cx="9038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Loan level aggregation V.S. Pool level </a:t>
            </a:r>
            <a:r>
              <a:rPr lang="en-US" sz="1100" dirty="0" smtClean="0">
                <a:latin typeface="+mn-lt"/>
              </a:rPr>
              <a:t>(Effect includes fixing </a:t>
            </a:r>
            <a:r>
              <a:rPr lang="en-US" sz="1100" dirty="0" err="1" smtClean="0">
                <a:latin typeface="+mn-lt"/>
              </a:rPr>
              <a:t>HARPed</a:t>
            </a:r>
            <a:r>
              <a:rPr lang="en-US" sz="1100" dirty="0" smtClean="0">
                <a:latin typeface="+mn-lt"/>
              </a:rPr>
              <a:t> Origination PMI)</a:t>
            </a:r>
          </a:p>
        </p:txBody>
      </p:sp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508067201"/>
              </p:ext>
            </p:extLst>
          </p:nvPr>
        </p:nvGraphicFramePr>
        <p:xfrm>
          <a:off x="5129784" y="4290060"/>
          <a:ext cx="447903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00355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Incentive – Loan level aggregation</a:t>
            </a:r>
            <a:endParaRPr lang="en-US" dirty="0">
              <a:latin typeface="+mn-lt"/>
            </a:endParaRPr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3678628303"/>
              </p:ext>
            </p:extLst>
          </p:nvPr>
        </p:nvGraphicFramePr>
        <p:xfrm>
          <a:off x="1197864" y="2194560"/>
          <a:ext cx="7107936" cy="4823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41946" y="1043940"/>
            <a:ext cx="90382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Combined Version for Conventional Pools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To handle the problem that there is no loan level data before 2006, we use the pool level before 2006.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The combine version is reliable because the LLPA/PMI impact at that period is minor.</a:t>
            </a:r>
          </a:p>
        </p:txBody>
      </p:sp>
    </p:spTree>
    <p:extLst>
      <p:ext uri="{BB962C8B-B14F-4D97-AF65-F5344CB8AC3E}">
        <p14:creationId xmlns:p14="http://schemas.microsoft.com/office/powerpoint/2010/main" val="1662900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Data Preparation</a:t>
            </a:r>
            <a:br>
              <a:rPr lang="en-US" sz="1600" dirty="0"/>
            </a:br>
            <a:r>
              <a:rPr lang="en-US" sz="1600" dirty="0" smtClean="0"/>
              <a:t>3. OTM Cash-out Refi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1257300"/>
            <a:ext cx="8549586" cy="1348434"/>
            <a:chOff x="819356" y="1257300"/>
            <a:chExt cx="8549586" cy="1348434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As we use -30 bps incentive pool prepayments minus defaults and curtailments to get our turnover baseline, there could be some OTM cash-out refi involved in the result.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We need to find a way to </a:t>
              </a:r>
              <a:r>
                <a:rPr lang="en-US" sz="1400" dirty="0">
                  <a:latin typeface="+mn-lt"/>
                </a:rPr>
                <a:t>remove OTM cash-out refi </a:t>
              </a:r>
              <a:r>
                <a:rPr lang="en-US" sz="1400" dirty="0" smtClean="0">
                  <a:latin typeface="+mn-lt"/>
                </a:rPr>
                <a:t>from </a:t>
              </a:r>
              <a:r>
                <a:rPr lang="en-US" sz="1400" dirty="0">
                  <a:latin typeface="+mn-lt"/>
                </a:rPr>
                <a:t>the turnover </a:t>
              </a:r>
              <a:r>
                <a:rPr lang="en-US" sz="1400" dirty="0" smtClean="0">
                  <a:latin typeface="+mn-lt"/>
                </a:rPr>
                <a:t>baseline.</a:t>
              </a:r>
              <a:endParaRPr lang="en-US" sz="1400" dirty="0">
                <a:latin typeface="+mn-lt"/>
              </a:endParaRPr>
            </a:p>
          </p:txBody>
        </p:sp>
      </p:grpSp>
      <p:cxnSp>
        <p:nvCxnSpPr>
          <p:cNvPr id="10" name="Straight Connector 9"/>
          <p:cNvCxnSpPr/>
          <p:nvPr/>
        </p:nvCxnSpPr>
        <p:spPr>
          <a:xfrm>
            <a:off x="814499" y="3666453"/>
            <a:ext cx="691895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4499" y="3813427"/>
            <a:ext cx="8549586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There is no clear way to find out </a:t>
            </a:r>
            <a:r>
              <a:rPr lang="en-US" sz="1400" dirty="0">
                <a:latin typeface="+mn-lt"/>
              </a:rPr>
              <a:t>the actual OTM cash-out refi </a:t>
            </a:r>
            <a:r>
              <a:rPr lang="en-US" sz="1400" dirty="0" err="1" smtClean="0">
                <a:latin typeface="+mn-lt"/>
              </a:rPr>
              <a:t>volumn</a:t>
            </a:r>
            <a:r>
              <a:rPr lang="en-US" sz="1400" dirty="0" smtClean="0">
                <a:latin typeface="+mn-lt"/>
              </a:rPr>
              <a:t>. </a:t>
            </a:r>
            <a:endParaRPr lang="en-US" sz="1400" dirty="0">
              <a:latin typeface="+mn-lt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24212" y="5444132"/>
            <a:ext cx="6918959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4212" y="5591106"/>
            <a:ext cx="854958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Based on analysis of the “Existing Home Sales Turnover” and the “MBS Universe Turnover”, we can identify the gap around 2% to 4% CPR of our turnover baseline.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Use a simple model to capture the gap, which is potentially the OTM cash-out refi activities.</a:t>
            </a:r>
            <a:endParaRPr lang="en-US" sz="1400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1"/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1"/>
                </a:solidFill>
                <a:latin typeface="Arial"/>
              </a:rPr>
              <a:t>uestion</a:t>
            </a:r>
            <a:endParaRPr lang="en-GB" dirty="0">
              <a:solidFill>
                <a:schemeClr val="accent1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9356" y="2789290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2"/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85813" y="3297121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2"/>
                </a:solidFill>
                <a:latin typeface="Arial"/>
              </a:rPr>
              <a:t>roblem</a:t>
            </a:r>
            <a:endParaRPr lang="en-GB" dirty="0">
              <a:solidFill>
                <a:schemeClr val="accent2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19356" y="456696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accent5"/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5"/>
              </a:solidFill>
              <a:effectLst/>
              <a:uLnTx/>
              <a:uFillTx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85813" y="507480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5"/>
                </a:solidFill>
                <a:latin typeface="Arial"/>
              </a:rPr>
              <a:t>olution</a:t>
            </a:r>
            <a:endParaRPr lang="en-GB" dirty="0">
              <a:solidFill>
                <a:schemeClr val="accent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8328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2571849" y="3946550"/>
            <a:ext cx="430840" cy="7772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 rot="20832590">
            <a:off x="3578870" y="3685501"/>
            <a:ext cx="861680" cy="7772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 rot="20792435">
            <a:off x="5665465" y="4221479"/>
            <a:ext cx="2065020" cy="7772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Data Preparation</a:t>
            </a:r>
            <a:br>
              <a:rPr lang="en-US" sz="1600" dirty="0"/>
            </a:br>
            <a:r>
              <a:rPr lang="en-US" sz="1600" dirty="0" smtClean="0"/>
              <a:t>3. OTM Cash-out Refi</a:t>
            </a:r>
            <a:endParaRPr lang="en-US" dirty="0">
              <a:latin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4346" y="1905566"/>
            <a:ext cx="903827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Turnover MBS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Prepayments on all pools at least 30 bps OTM after subtracting defaults and curtailments</a:t>
            </a:r>
          </a:p>
        </p:txBody>
      </p:sp>
      <p:graphicFrame>
        <p:nvGraphicFramePr>
          <p:cNvPr id="18" name="Chart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4517914"/>
              </p:ext>
            </p:extLst>
          </p:nvPr>
        </p:nvGraphicFramePr>
        <p:xfrm>
          <a:off x="2174081" y="2752249"/>
          <a:ext cx="5710238" cy="3679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94346" y="1059180"/>
            <a:ext cx="9038274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Turnover EHS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= Existing Home Sales / Owner-occupied housing Stock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Turnover across all home owners, with or without mortgage (all types of mortgages)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346" y="6439467"/>
            <a:ext cx="90382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There is roughly 4% difference consistently between those two curves.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When the difference of two curves get narrower, there is a potential OTM Cash-out refinance wave. </a:t>
            </a:r>
          </a:p>
        </p:txBody>
      </p:sp>
      <p:sp>
        <p:nvSpPr>
          <p:cNvPr id="3" name="Rectangle 2"/>
          <p:cNvSpPr/>
          <p:nvPr/>
        </p:nvSpPr>
        <p:spPr>
          <a:xfrm>
            <a:off x="3002689" y="2872740"/>
            <a:ext cx="578711" cy="2705100"/>
          </a:xfrm>
          <a:prstGeom prst="rect">
            <a:avLst/>
          </a:prstGeom>
          <a:solidFill>
            <a:schemeClr val="bg2">
              <a:lumMod val="50000"/>
              <a:alpha val="1882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396672" y="2872740"/>
            <a:ext cx="1206697" cy="2705100"/>
          </a:xfrm>
          <a:prstGeom prst="rect">
            <a:avLst/>
          </a:prstGeom>
          <a:solidFill>
            <a:schemeClr val="bg2">
              <a:lumMod val="50000"/>
              <a:alpha val="1882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5400385" y="3027834"/>
            <a:ext cx="1297600" cy="1"/>
          </a:xfrm>
          <a:prstGeom prst="lin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259239" y="2959146"/>
            <a:ext cx="141146" cy="144016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049186" y="3018503"/>
            <a:ext cx="1038714" cy="36933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>
                <a:solidFill>
                  <a:schemeClr val="bg2"/>
                </a:solidFill>
              </a:rPr>
              <a:t>Potential OTM Cash-out Refi</a:t>
            </a:r>
            <a:endParaRPr lang="en-US" sz="1200" dirty="0">
              <a:solidFill>
                <a:schemeClr val="bg2"/>
              </a:solidFill>
            </a:endParaRPr>
          </a:p>
        </p:txBody>
      </p:sp>
      <p:cxnSp>
        <p:nvCxnSpPr>
          <p:cNvPr id="21" name="Straight Connector 20"/>
          <p:cNvCxnSpPr>
            <a:endCxn id="22" idx="6"/>
          </p:cNvCxnSpPr>
          <p:nvPr/>
        </p:nvCxnSpPr>
        <p:spPr>
          <a:xfrm flipH="1">
            <a:off x="3503527" y="3203169"/>
            <a:ext cx="2545658" cy="1747"/>
          </a:xfrm>
          <a:prstGeom prst="lin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362381" y="3132908"/>
            <a:ext cx="141146" cy="144016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699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Data Preparation</a:t>
            </a:r>
            <a:br>
              <a:rPr lang="en-US" sz="1600" dirty="0"/>
            </a:br>
            <a:r>
              <a:rPr lang="en-US" sz="1600" dirty="0" smtClean="0"/>
              <a:t>3. OTM Cash-out Refi</a:t>
            </a:r>
            <a:endParaRPr lang="en-US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4346" y="1059180"/>
            <a:ext cx="90382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+mn-lt"/>
              </a:rPr>
              <a:t>Ratio of new to old rate </a:t>
            </a:r>
            <a:endParaRPr lang="en-US" sz="1400" b="1" dirty="0" smtClean="0">
              <a:latin typeface="+mn-lt"/>
            </a:endParaRPr>
          </a:p>
          <a:p>
            <a:pPr marL="793276" lvl="1" indent="-285750">
              <a:buFont typeface="Wingdings" panose="05000000000000000000" pitchFamily="2" charset="2"/>
              <a:buChar char="§"/>
            </a:pPr>
            <a:r>
              <a:rPr lang="en-US" sz="1400" dirty="0" smtClean="0">
                <a:latin typeface="+mn-lt"/>
              </a:rPr>
              <a:t>Ratio </a:t>
            </a:r>
            <a:r>
              <a:rPr lang="en-US" sz="1400" dirty="0">
                <a:latin typeface="+mn-lt"/>
              </a:rPr>
              <a:t>of new to old rate refers to the ratio of the interest rate of the new loan to the interest rate of the refinanced loan.  Refinanced loans with adjustable-rate products are excluded</a:t>
            </a:r>
            <a:r>
              <a:rPr lang="en-US" sz="1400" dirty="0" smtClean="0">
                <a:latin typeface="+mn-lt"/>
              </a:rPr>
              <a:t>.</a:t>
            </a:r>
          </a:p>
          <a:p>
            <a:pPr marL="793276" lvl="1" indent="-285750">
              <a:buFont typeface="Wingdings" panose="05000000000000000000" pitchFamily="2" charset="2"/>
              <a:buChar char="§"/>
            </a:pPr>
            <a:r>
              <a:rPr lang="en-US" sz="1400" dirty="0" smtClean="0">
                <a:latin typeface="+mn-lt"/>
              </a:rPr>
              <a:t>When the Ratio of new to old rate goes above 1, meaning </a:t>
            </a:r>
            <a:r>
              <a:rPr lang="en-US" sz="1400" dirty="0">
                <a:latin typeface="+mn-lt"/>
              </a:rPr>
              <a:t>the interest rate of the refinanced </a:t>
            </a:r>
            <a:r>
              <a:rPr lang="en-US" sz="1400" dirty="0" smtClean="0">
                <a:latin typeface="+mn-lt"/>
              </a:rPr>
              <a:t>loan is even higher than the old loan. There will be a high chance of being Cash-out refi.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346" y="6439467"/>
            <a:ext cx="90382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Compare with the EHS Turnover analysis we can see the potential OTM cash out refi period in EHS analysis overlaps the period when Ratio of new to old rate &gt;= 1. 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2999037357"/>
              </p:ext>
            </p:extLst>
          </p:nvPr>
        </p:nvGraphicFramePr>
        <p:xfrm>
          <a:off x="1676400" y="2621279"/>
          <a:ext cx="6705600" cy="35280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5" name="Straight Connector 4"/>
          <p:cNvCxnSpPr/>
          <p:nvPr/>
        </p:nvCxnSpPr>
        <p:spPr>
          <a:xfrm flipV="1">
            <a:off x="2026920" y="3893820"/>
            <a:ext cx="614172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477673" y="3031154"/>
            <a:ext cx="684627" cy="2546686"/>
          </a:xfrm>
          <a:prstGeom prst="rect">
            <a:avLst/>
          </a:prstGeom>
          <a:solidFill>
            <a:schemeClr val="bg2">
              <a:lumMod val="50000"/>
              <a:alpha val="1882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204189" y="3031154"/>
            <a:ext cx="1449851" cy="2546686"/>
          </a:xfrm>
          <a:prstGeom prst="rect">
            <a:avLst/>
          </a:prstGeom>
          <a:solidFill>
            <a:schemeClr val="bg2">
              <a:lumMod val="50000"/>
              <a:alpha val="1882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4875369" y="3164994"/>
            <a:ext cx="1297600" cy="1"/>
          </a:xfrm>
          <a:prstGeom prst="lin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734223" y="3096306"/>
            <a:ext cx="141146" cy="144016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24170" y="3155663"/>
            <a:ext cx="1669110" cy="36933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>
                <a:solidFill>
                  <a:schemeClr val="bg2"/>
                </a:solidFill>
              </a:rPr>
              <a:t>Potential OTM Cash-out Refi in EHS Analysis</a:t>
            </a:r>
            <a:endParaRPr lang="en-US" sz="1200" dirty="0">
              <a:solidFill>
                <a:schemeClr val="bg2"/>
              </a:solidFill>
            </a:endParaRPr>
          </a:p>
        </p:txBody>
      </p:sp>
      <p:cxnSp>
        <p:nvCxnSpPr>
          <p:cNvPr id="16" name="Straight Connector 15"/>
          <p:cNvCxnSpPr>
            <a:endCxn id="18" idx="6"/>
          </p:cNvCxnSpPr>
          <p:nvPr/>
        </p:nvCxnSpPr>
        <p:spPr>
          <a:xfrm flipH="1">
            <a:off x="2978511" y="3340329"/>
            <a:ext cx="2545658" cy="1747"/>
          </a:xfrm>
          <a:prstGeom prst="lin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837365" y="3270068"/>
            <a:ext cx="141146" cy="144016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629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Data Preparation</a:t>
            </a:r>
            <a:br>
              <a:rPr lang="en-US" sz="1600" dirty="0"/>
            </a:br>
            <a:r>
              <a:rPr lang="en-US" sz="1600" dirty="0" smtClean="0"/>
              <a:t>3. OTM Cash-out Refi</a:t>
            </a:r>
            <a:endParaRPr lang="en-US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4346" y="1059180"/>
            <a:ext cx="90382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+mn-lt"/>
              </a:rPr>
              <a:t>5% Higher Loan Amount </a:t>
            </a:r>
            <a:endParaRPr lang="en-US" sz="1400" b="1" dirty="0" smtClean="0">
              <a:latin typeface="+mn-lt"/>
            </a:endParaRPr>
          </a:p>
          <a:p>
            <a:pPr marL="793276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+mn-lt"/>
              </a:rPr>
              <a:t>"Higher Loan Amount" refers to loan amounts that were at least 5 percent greater than the amortized unpaid principal balance (UPB) of the original loan. </a:t>
            </a:r>
            <a:r>
              <a:rPr lang="en-US" sz="1400" dirty="0" smtClean="0">
                <a:latin typeface="+mn-lt"/>
              </a:rPr>
              <a:t> </a:t>
            </a:r>
          </a:p>
          <a:p>
            <a:pPr marL="793276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 smtClean="0">
                <a:latin typeface="+mn-lt"/>
              </a:rPr>
              <a:t>When the percent </a:t>
            </a:r>
            <a:r>
              <a:rPr lang="en-US" sz="1400" dirty="0">
                <a:latin typeface="+mn-lt"/>
              </a:rPr>
              <a:t>of 5% Higher Loan </a:t>
            </a:r>
            <a:r>
              <a:rPr lang="en-US" sz="1400" dirty="0" smtClean="0">
                <a:latin typeface="+mn-lt"/>
              </a:rPr>
              <a:t>Amount goes up, it’s likely there are more cash-out refinances.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346" y="6439467"/>
            <a:ext cx="90382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Compare with the EHS Turnover analysis we can see the potential OTM cash out refi period in EHS analysis overlaps the period when </a:t>
            </a:r>
            <a:r>
              <a:rPr lang="en-US" sz="1400" dirty="0">
                <a:latin typeface="+mn-lt"/>
              </a:rPr>
              <a:t>5% Higher Loan Amount goes up. </a:t>
            </a:r>
            <a:endParaRPr lang="en-US" sz="1400" dirty="0" smtClean="0"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477673" y="3031154"/>
            <a:ext cx="684627" cy="2546686"/>
          </a:xfrm>
          <a:prstGeom prst="rect">
            <a:avLst/>
          </a:prstGeom>
          <a:solidFill>
            <a:schemeClr val="bg2">
              <a:lumMod val="50000"/>
              <a:alpha val="1882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204189" y="3031154"/>
            <a:ext cx="1449851" cy="2546686"/>
          </a:xfrm>
          <a:prstGeom prst="rect">
            <a:avLst/>
          </a:prstGeom>
          <a:solidFill>
            <a:schemeClr val="bg2">
              <a:lumMod val="50000"/>
              <a:alpha val="1882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4875369" y="3164994"/>
            <a:ext cx="1297600" cy="1"/>
          </a:xfrm>
          <a:prstGeom prst="lin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734223" y="3096306"/>
            <a:ext cx="141146" cy="144016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24170" y="3155663"/>
            <a:ext cx="1669110" cy="36933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>
                <a:solidFill>
                  <a:schemeClr val="bg2"/>
                </a:solidFill>
              </a:rPr>
              <a:t>Potential OTM Cash-out Refi in EHS Analysis</a:t>
            </a:r>
            <a:endParaRPr lang="en-US" sz="1200" dirty="0">
              <a:solidFill>
                <a:schemeClr val="bg2"/>
              </a:solidFill>
            </a:endParaRPr>
          </a:p>
        </p:txBody>
      </p:sp>
      <p:cxnSp>
        <p:nvCxnSpPr>
          <p:cNvPr id="16" name="Straight Connector 15"/>
          <p:cNvCxnSpPr>
            <a:endCxn id="18" idx="6"/>
          </p:cNvCxnSpPr>
          <p:nvPr/>
        </p:nvCxnSpPr>
        <p:spPr>
          <a:xfrm flipH="1">
            <a:off x="2978511" y="3340329"/>
            <a:ext cx="2545658" cy="1747"/>
          </a:xfrm>
          <a:prstGeom prst="lin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837365" y="3270068"/>
            <a:ext cx="141146" cy="144016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graphicFrame>
        <p:nvGraphicFramePr>
          <p:cNvPr id="17" name="Chart 16"/>
          <p:cNvGraphicFramePr/>
          <p:nvPr>
            <p:extLst>
              <p:ext uri="{D42A27DB-BD31-4B8C-83A1-F6EECF244321}">
                <p14:modId xmlns:p14="http://schemas.microsoft.com/office/powerpoint/2010/main" val="1596517667"/>
              </p:ext>
            </p:extLst>
          </p:nvPr>
        </p:nvGraphicFramePr>
        <p:xfrm>
          <a:off x="1577340" y="2621279"/>
          <a:ext cx="6804660" cy="35280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5253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Data Preparation</a:t>
            </a:r>
            <a:br>
              <a:rPr lang="en-US" sz="1600" dirty="0"/>
            </a:br>
            <a:r>
              <a:rPr lang="en-US" sz="1600" dirty="0" smtClean="0"/>
              <a:t>3. OTM Cash-out Refi</a:t>
            </a:r>
            <a:endParaRPr lang="en-US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4346" y="1059180"/>
            <a:ext cx="903827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Model to Estimate OTM Cash-out Refi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We introduced a four-factor model </a:t>
            </a:r>
            <a:r>
              <a:rPr lang="en-US" sz="1400" dirty="0">
                <a:latin typeface="+mn-lt"/>
              </a:rPr>
              <a:t>to </a:t>
            </a:r>
            <a:r>
              <a:rPr lang="en-US" sz="1400" dirty="0" smtClean="0">
                <a:latin typeface="+mn-lt"/>
              </a:rPr>
              <a:t>estimate OTM </a:t>
            </a:r>
            <a:r>
              <a:rPr lang="en-US" sz="1400" dirty="0">
                <a:latin typeface="+mn-lt"/>
              </a:rPr>
              <a:t>Cash-out Refi </a:t>
            </a:r>
            <a:endParaRPr lang="en-US" sz="1400" dirty="0" smtClean="0">
              <a:latin typeface="+mn-lt"/>
            </a:endParaRPr>
          </a:p>
          <a:p>
            <a:r>
              <a:rPr lang="en-US" sz="1400" dirty="0" smtClean="0">
                <a:latin typeface="+mn-lt"/>
              </a:rPr>
              <a:t>	OTM </a:t>
            </a:r>
            <a:r>
              <a:rPr lang="en-US" sz="1400" dirty="0">
                <a:latin typeface="+mn-lt"/>
              </a:rPr>
              <a:t>Cash-out </a:t>
            </a:r>
            <a:r>
              <a:rPr lang="en-US" sz="1400" dirty="0" smtClean="0">
                <a:latin typeface="+mn-lt"/>
              </a:rPr>
              <a:t>Refi = Incentive * HAP2yr * CLTV *WALA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The cash-out refi is capped at 4 CRP</a:t>
            </a:r>
          </a:p>
        </p:txBody>
      </p:sp>
      <p:graphicFrame>
        <p:nvGraphicFramePr>
          <p:cNvPr id="30" name="Chart 29"/>
          <p:cNvGraphicFramePr/>
          <p:nvPr>
            <p:extLst>
              <p:ext uri="{D42A27DB-BD31-4B8C-83A1-F6EECF244321}">
                <p14:modId xmlns:p14="http://schemas.microsoft.com/office/powerpoint/2010/main" val="3647561748"/>
              </p:ext>
            </p:extLst>
          </p:nvPr>
        </p:nvGraphicFramePr>
        <p:xfrm>
          <a:off x="710184" y="2225606"/>
          <a:ext cx="4219956" cy="2354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2" name="Chart 31"/>
          <p:cNvGraphicFramePr/>
          <p:nvPr>
            <p:extLst>
              <p:ext uri="{D42A27DB-BD31-4B8C-83A1-F6EECF244321}">
                <p14:modId xmlns:p14="http://schemas.microsoft.com/office/powerpoint/2010/main" val="763784098"/>
              </p:ext>
            </p:extLst>
          </p:nvPr>
        </p:nvGraphicFramePr>
        <p:xfrm>
          <a:off x="5250180" y="2218552"/>
          <a:ext cx="4219956" cy="2354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" name="Chart 33"/>
          <p:cNvGraphicFramePr/>
          <p:nvPr>
            <p:extLst>
              <p:ext uri="{D42A27DB-BD31-4B8C-83A1-F6EECF244321}">
                <p14:modId xmlns:p14="http://schemas.microsoft.com/office/powerpoint/2010/main" val="2279556080"/>
              </p:ext>
            </p:extLst>
          </p:nvPr>
        </p:nvGraphicFramePr>
        <p:xfrm>
          <a:off x="640080" y="4717912"/>
          <a:ext cx="4219956" cy="2354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5" name="Chart 34"/>
          <p:cNvGraphicFramePr/>
          <p:nvPr>
            <p:extLst>
              <p:ext uri="{D42A27DB-BD31-4B8C-83A1-F6EECF244321}">
                <p14:modId xmlns:p14="http://schemas.microsoft.com/office/powerpoint/2010/main" val="2317824960"/>
              </p:ext>
            </p:extLst>
          </p:nvPr>
        </p:nvGraphicFramePr>
        <p:xfrm>
          <a:off x="5250180" y="4750656"/>
          <a:ext cx="4219956" cy="2354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023791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Data Preparation</a:t>
            </a:r>
            <a:br>
              <a:rPr lang="en-US" sz="1600" dirty="0"/>
            </a:br>
            <a:r>
              <a:rPr lang="en-US" sz="1600" dirty="0" smtClean="0"/>
              <a:t>3. OTM Cash-out Refi</a:t>
            </a:r>
            <a:endParaRPr lang="en-US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4346" y="1059180"/>
            <a:ext cx="903827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Model to Estimate OTM Cash-out Refi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We introduced a four-factor model </a:t>
            </a:r>
            <a:r>
              <a:rPr lang="en-US" sz="1400" dirty="0">
                <a:latin typeface="+mn-lt"/>
              </a:rPr>
              <a:t>to </a:t>
            </a:r>
            <a:r>
              <a:rPr lang="en-US" sz="1400" dirty="0" smtClean="0">
                <a:latin typeface="+mn-lt"/>
              </a:rPr>
              <a:t>estimate OTM </a:t>
            </a:r>
            <a:r>
              <a:rPr lang="en-US" sz="1400" dirty="0">
                <a:latin typeface="+mn-lt"/>
              </a:rPr>
              <a:t>Cash-out Refi </a:t>
            </a:r>
            <a:endParaRPr lang="en-US" sz="1400" dirty="0" smtClean="0">
              <a:latin typeface="+mn-lt"/>
            </a:endParaRPr>
          </a:p>
          <a:p>
            <a:r>
              <a:rPr lang="en-US" sz="1400" dirty="0" smtClean="0">
                <a:latin typeface="+mn-lt"/>
              </a:rPr>
              <a:t>	OTM </a:t>
            </a:r>
            <a:r>
              <a:rPr lang="en-US" sz="1400" dirty="0">
                <a:latin typeface="+mn-lt"/>
              </a:rPr>
              <a:t>Cash-out </a:t>
            </a:r>
            <a:r>
              <a:rPr lang="en-US" sz="1400" dirty="0" smtClean="0">
                <a:latin typeface="+mn-lt"/>
              </a:rPr>
              <a:t>Refi = Incentive * HAP2yr * CLTV *WALA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The cash-out refi is capped at 4 CRP</a:t>
            </a:r>
          </a:p>
        </p:txBody>
      </p:sp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142327434"/>
              </p:ext>
            </p:extLst>
          </p:nvPr>
        </p:nvGraphicFramePr>
        <p:xfrm>
          <a:off x="1674876" y="2637652"/>
          <a:ext cx="7126224" cy="4304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2477671" y="3031154"/>
            <a:ext cx="760829" cy="2958166"/>
          </a:xfrm>
          <a:prstGeom prst="rect">
            <a:avLst/>
          </a:prstGeom>
          <a:solidFill>
            <a:schemeClr val="bg2">
              <a:lumMod val="50000"/>
              <a:alpha val="1882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356589" y="3096306"/>
            <a:ext cx="1526051" cy="2893014"/>
          </a:xfrm>
          <a:prstGeom prst="rect">
            <a:avLst/>
          </a:prstGeom>
          <a:solidFill>
            <a:schemeClr val="bg2">
              <a:lumMod val="50000"/>
              <a:alpha val="1882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734223" y="3102320"/>
            <a:ext cx="141146" cy="144016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cxnSp>
        <p:nvCxnSpPr>
          <p:cNvPr id="8" name="Straight Connector 7"/>
          <p:cNvCxnSpPr>
            <a:endCxn id="10" idx="6"/>
          </p:cNvCxnSpPr>
          <p:nvPr/>
        </p:nvCxnSpPr>
        <p:spPr>
          <a:xfrm flipH="1">
            <a:off x="2978511" y="3340329"/>
            <a:ext cx="2545658" cy="1747"/>
          </a:xfrm>
          <a:prstGeom prst="lin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837365" y="3270068"/>
            <a:ext cx="141146" cy="144016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4875369" y="3164994"/>
            <a:ext cx="1297600" cy="1"/>
          </a:xfrm>
          <a:prstGeom prst="line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524170" y="3155663"/>
            <a:ext cx="1669110" cy="36933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>
                <a:solidFill>
                  <a:schemeClr val="bg2"/>
                </a:solidFill>
              </a:rPr>
              <a:t>Potential OTM Cash-out Refi in EHS Analysis</a:t>
            </a:r>
            <a:endParaRPr lang="en-US" sz="1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191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v2 Turnover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Model Multipliers</a:t>
            </a:r>
            <a:endParaRPr lang="en-US" dirty="0">
              <a:latin typeface="+mn-lt"/>
            </a:endParaRPr>
          </a:p>
        </p:txBody>
      </p:sp>
      <p:grpSp>
        <p:nvGrpSpPr>
          <p:cNvPr id="71" name="Group 70"/>
          <p:cNvGrpSpPr/>
          <p:nvPr/>
        </p:nvGrpSpPr>
        <p:grpSpPr>
          <a:xfrm>
            <a:off x="301784" y="1122993"/>
            <a:ext cx="5054281" cy="833437"/>
            <a:chOff x="393700" y="1376363"/>
            <a:chExt cx="5054281" cy="833437"/>
          </a:xfrm>
        </p:grpSpPr>
        <p:sp>
          <p:nvSpPr>
            <p:cNvPr id="104" name="Pentagon 9"/>
            <p:cNvSpPr/>
            <p:nvPr/>
          </p:nvSpPr>
          <p:spPr>
            <a:xfrm>
              <a:off x="393700" y="13763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5" name="Pentagon 12"/>
            <p:cNvSpPr/>
            <p:nvPr/>
          </p:nvSpPr>
          <p:spPr>
            <a:xfrm flipH="1">
              <a:off x="2111387" y="13763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301784" y="2147724"/>
            <a:ext cx="5054281" cy="833437"/>
            <a:chOff x="393700" y="2392363"/>
            <a:chExt cx="5054281" cy="833437"/>
          </a:xfrm>
        </p:grpSpPr>
        <p:sp>
          <p:nvSpPr>
            <p:cNvPr id="102" name="Pentagon 9"/>
            <p:cNvSpPr/>
            <p:nvPr/>
          </p:nvSpPr>
          <p:spPr>
            <a:xfrm>
              <a:off x="393700" y="23923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3" name="Pentagon 12"/>
            <p:cNvSpPr/>
            <p:nvPr/>
          </p:nvSpPr>
          <p:spPr>
            <a:xfrm flipH="1">
              <a:off x="2111387" y="23923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301784" y="3172455"/>
            <a:ext cx="5054281" cy="833437"/>
            <a:chOff x="393700" y="3421063"/>
            <a:chExt cx="5054281" cy="833437"/>
          </a:xfrm>
        </p:grpSpPr>
        <p:sp>
          <p:nvSpPr>
            <p:cNvPr id="100" name="Pentagon 9"/>
            <p:cNvSpPr/>
            <p:nvPr/>
          </p:nvSpPr>
          <p:spPr>
            <a:xfrm>
              <a:off x="393700" y="34210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1" name="Pentagon 12"/>
            <p:cNvSpPr/>
            <p:nvPr/>
          </p:nvSpPr>
          <p:spPr>
            <a:xfrm flipH="1">
              <a:off x="2111387" y="34210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301784" y="4197186"/>
            <a:ext cx="5054281" cy="833437"/>
            <a:chOff x="393700" y="4481513"/>
            <a:chExt cx="5054281" cy="833437"/>
          </a:xfrm>
        </p:grpSpPr>
        <p:sp>
          <p:nvSpPr>
            <p:cNvPr id="98" name="Pentagon 9"/>
            <p:cNvSpPr/>
            <p:nvPr/>
          </p:nvSpPr>
          <p:spPr>
            <a:xfrm>
              <a:off x="393700" y="448151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99" name="Pentagon 12"/>
            <p:cNvSpPr/>
            <p:nvPr/>
          </p:nvSpPr>
          <p:spPr>
            <a:xfrm flipH="1">
              <a:off x="2111387" y="448151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301784" y="5221918"/>
            <a:ext cx="5054281" cy="833437"/>
            <a:chOff x="393700" y="5475288"/>
            <a:chExt cx="5054281" cy="833437"/>
          </a:xfrm>
        </p:grpSpPr>
        <p:sp>
          <p:nvSpPr>
            <p:cNvPr id="96" name="Pentagon 9"/>
            <p:cNvSpPr/>
            <p:nvPr/>
          </p:nvSpPr>
          <p:spPr>
            <a:xfrm>
              <a:off x="393700" y="5475288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97" name="Pentagon 12"/>
            <p:cNvSpPr/>
            <p:nvPr/>
          </p:nvSpPr>
          <p:spPr>
            <a:xfrm flipH="1">
              <a:off x="2111387" y="5475288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76" name="TextBox 67"/>
          <p:cNvSpPr txBox="1"/>
          <p:nvPr/>
        </p:nvSpPr>
        <p:spPr>
          <a:xfrm>
            <a:off x="384334" y="1135693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01</a:t>
            </a:r>
          </a:p>
        </p:txBody>
      </p:sp>
      <p:sp>
        <p:nvSpPr>
          <p:cNvPr id="77" name="TextBox 68"/>
          <p:cNvSpPr txBox="1"/>
          <p:nvPr/>
        </p:nvSpPr>
        <p:spPr>
          <a:xfrm>
            <a:off x="384333" y="1597554"/>
            <a:ext cx="155876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Seasonal Adj.</a:t>
            </a:r>
          </a:p>
        </p:txBody>
      </p:sp>
      <p:sp>
        <p:nvSpPr>
          <p:cNvPr id="78" name="TextBox 69"/>
          <p:cNvSpPr txBox="1"/>
          <p:nvPr/>
        </p:nvSpPr>
        <p:spPr>
          <a:xfrm>
            <a:off x="384334" y="2195635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02</a:t>
            </a:r>
          </a:p>
        </p:txBody>
      </p:sp>
      <p:sp>
        <p:nvSpPr>
          <p:cNvPr id="79" name="TextBox 70"/>
          <p:cNvSpPr txBox="1"/>
          <p:nvPr/>
        </p:nvSpPr>
        <p:spPr>
          <a:xfrm>
            <a:off x="384333" y="2657496"/>
            <a:ext cx="96667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bg2"/>
                </a:solidFill>
              </a:rPr>
              <a:t>WALA</a:t>
            </a:r>
            <a:endParaRPr lang="en-US" sz="1400" b="1" dirty="0" smtClean="0">
              <a:solidFill>
                <a:schemeClr val="bg2"/>
              </a:solidFill>
            </a:endParaRPr>
          </a:p>
        </p:txBody>
      </p:sp>
      <p:sp>
        <p:nvSpPr>
          <p:cNvPr id="80" name="TextBox 71"/>
          <p:cNvSpPr txBox="1"/>
          <p:nvPr/>
        </p:nvSpPr>
        <p:spPr>
          <a:xfrm>
            <a:off x="384334" y="3237035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03</a:t>
            </a:r>
          </a:p>
        </p:txBody>
      </p:sp>
      <p:sp>
        <p:nvSpPr>
          <p:cNvPr id="81" name="TextBox 72"/>
          <p:cNvSpPr txBox="1"/>
          <p:nvPr/>
        </p:nvSpPr>
        <p:spPr>
          <a:xfrm>
            <a:off x="384333" y="3698896"/>
            <a:ext cx="1456653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HPA2Yr</a:t>
            </a:r>
          </a:p>
        </p:txBody>
      </p:sp>
      <p:sp>
        <p:nvSpPr>
          <p:cNvPr id="82" name="TextBox 73"/>
          <p:cNvSpPr txBox="1"/>
          <p:nvPr/>
        </p:nvSpPr>
        <p:spPr>
          <a:xfrm>
            <a:off x="384334" y="4259385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04</a:t>
            </a:r>
          </a:p>
        </p:txBody>
      </p:sp>
      <p:sp>
        <p:nvSpPr>
          <p:cNvPr id="83" name="TextBox 74"/>
          <p:cNvSpPr txBox="1"/>
          <p:nvPr/>
        </p:nvSpPr>
        <p:spPr>
          <a:xfrm>
            <a:off x="384333" y="4721246"/>
            <a:ext cx="96667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Lock-in</a:t>
            </a:r>
          </a:p>
        </p:txBody>
      </p:sp>
      <p:sp>
        <p:nvSpPr>
          <p:cNvPr id="84" name="TextBox 75"/>
          <p:cNvSpPr txBox="1"/>
          <p:nvPr/>
        </p:nvSpPr>
        <p:spPr>
          <a:xfrm>
            <a:off x="384334" y="5288085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accent3"/>
                </a:solidFill>
              </a:rPr>
              <a:t>05</a:t>
            </a:r>
          </a:p>
        </p:txBody>
      </p:sp>
      <p:sp>
        <p:nvSpPr>
          <p:cNvPr id="85" name="TextBox 76"/>
          <p:cNvSpPr txBox="1"/>
          <p:nvPr/>
        </p:nvSpPr>
        <p:spPr>
          <a:xfrm>
            <a:off x="384333" y="5749946"/>
            <a:ext cx="96667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accent3"/>
                </a:solidFill>
              </a:rPr>
              <a:t>CLTV</a:t>
            </a:r>
            <a:endParaRPr lang="en-US" sz="1400" b="1" dirty="0" smtClean="0">
              <a:solidFill>
                <a:schemeClr val="accent3"/>
              </a:solidFill>
            </a:endParaRPr>
          </a:p>
        </p:txBody>
      </p:sp>
      <p:sp>
        <p:nvSpPr>
          <p:cNvPr id="86" name="Half Frame 85"/>
          <p:cNvSpPr/>
          <p:nvPr/>
        </p:nvSpPr>
        <p:spPr>
          <a:xfrm rot="8142470">
            <a:off x="2658984" y="1411026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3073985" y="1242686"/>
            <a:ext cx="2212390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Turnover shows a clear seasonal difference. Remove the difference using seasonal adjustment will help to find the spline functions for the model.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88" name="Half Frame 87"/>
          <p:cNvSpPr/>
          <p:nvPr/>
        </p:nvSpPr>
        <p:spPr>
          <a:xfrm rot="8142470">
            <a:off x="2658984" y="2435758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3073985" y="2267418"/>
            <a:ext cx="1945849" cy="4847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bg2"/>
                </a:solidFill>
              </a:rPr>
              <a:t>The WALA ramp effect shows a increasing trend of </a:t>
            </a:r>
            <a:r>
              <a:rPr lang="en-US" sz="1050" dirty="0" smtClean="0">
                <a:solidFill>
                  <a:schemeClr val="bg2"/>
                </a:solidFill>
              </a:rPr>
              <a:t>turnover as </a:t>
            </a:r>
            <a:r>
              <a:rPr lang="en-US" sz="1050" dirty="0">
                <a:solidFill>
                  <a:schemeClr val="bg2"/>
                </a:solidFill>
              </a:rPr>
              <a:t>loan age goes up.</a:t>
            </a:r>
          </a:p>
        </p:txBody>
      </p:sp>
      <p:sp>
        <p:nvSpPr>
          <p:cNvPr id="90" name="Half Frame 89"/>
          <p:cNvSpPr/>
          <p:nvPr/>
        </p:nvSpPr>
        <p:spPr>
          <a:xfrm rot="8142470">
            <a:off x="2658984" y="3460489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3073985" y="3292149"/>
            <a:ext cx="1945849" cy="4847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When HPA goes higher, borrowers will have a higher chance to sell their house.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92" name="Half Frame 91"/>
          <p:cNvSpPr/>
          <p:nvPr/>
        </p:nvSpPr>
        <p:spPr>
          <a:xfrm rot="8142470">
            <a:off x="2658984" y="4485220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3073985" y="4290738"/>
            <a:ext cx="1945849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When the incentive is too low, the home owners are less willing to move as the rate cost for their current house is too low.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94" name="Half Frame 93"/>
          <p:cNvSpPr/>
          <p:nvPr/>
        </p:nvSpPr>
        <p:spPr>
          <a:xfrm rot="8142470">
            <a:off x="2658984" y="5509952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3073984" y="5445278"/>
            <a:ext cx="1945849" cy="323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bg2"/>
                </a:solidFill>
              </a:rPr>
              <a:t>Borrower with higher CLTVs </a:t>
            </a:r>
            <a:r>
              <a:rPr lang="en-US" sz="1050" dirty="0" smtClean="0">
                <a:solidFill>
                  <a:schemeClr val="bg2"/>
                </a:solidFill>
              </a:rPr>
              <a:t>are  more difficult to move.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106" name="Text Placeholder 3"/>
          <p:cNvSpPr txBox="1">
            <a:spLocks/>
          </p:cNvSpPr>
          <p:nvPr/>
        </p:nvSpPr>
        <p:spPr>
          <a:xfrm>
            <a:off x="5867400" y="1618200"/>
            <a:ext cx="3867150" cy="46492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v2 of the turnover model</a:t>
            </a: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Arial"/>
              </a:rPr>
              <a:t> includes the five prediction parameters</a:t>
            </a:r>
            <a:r>
              <a:rPr lang="en-GB" sz="1400" noProof="0" dirty="0" smtClean="0">
                <a:solidFill>
                  <a:srgbClr val="313131"/>
                </a:solidFill>
                <a:latin typeface="Arial"/>
              </a:rPr>
              <a:t> listed on the left-hand side.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kumimoji="0" lang="en-GB" sz="1400" b="0" i="0" u="none" strike="noStrike" kern="1200" cap="none" spc="0" normalizeH="0" baseline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Arial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Sequentially fitting model with the five parameters, we can create a cubic spline curve for each one of these inputs.</a:t>
            </a:r>
          </a:p>
          <a:p>
            <a:pPr lvl="0" fontAlgn="auto">
              <a:spcAft>
                <a:spcPts val="0"/>
              </a:spcAft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Arial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The parameter ordering is based on a single parameter regression calculated R-square value. </a:t>
            </a:r>
          </a:p>
          <a:p>
            <a:pPr lvl="0" fontAlgn="auto">
              <a:spcAft>
                <a:spcPts val="0"/>
              </a:spcAft>
              <a:defRPr/>
            </a:pPr>
            <a:endParaRPr lang="en-GB" sz="1400" dirty="0" smtClean="0">
              <a:solidFill>
                <a:srgbClr val="313131"/>
              </a:solidFill>
              <a:latin typeface="Arial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Parameters that have earlier order will have more significant impact on our model out put.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301784" y="6216424"/>
            <a:ext cx="5054281" cy="833437"/>
            <a:chOff x="393700" y="5475288"/>
            <a:chExt cx="5054281" cy="833437"/>
          </a:xfrm>
        </p:grpSpPr>
        <p:sp>
          <p:nvSpPr>
            <p:cNvPr id="54" name="Pentagon 9"/>
            <p:cNvSpPr/>
            <p:nvPr/>
          </p:nvSpPr>
          <p:spPr>
            <a:xfrm>
              <a:off x="393700" y="5475288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B4B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55" name="Pentagon 12"/>
            <p:cNvSpPr/>
            <p:nvPr/>
          </p:nvSpPr>
          <p:spPr>
            <a:xfrm flipH="1">
              <a:off x="2111387" y="5475288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56" name="TextBox 75"/>
          <p:cNvSpPr txBox="1"/>
          <p:nvPr/>
        </p:nvSpPr>
        <p:spPr>
          <a:xfrm>
            <a:off x="384334" y="6282591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06</a:t>
            </a:r>
          </a:p>
        </p:txBody>
      </p:sp>
      <p:sp>
        <p:nvSpPr>
          <p:cNvPr id="57" name="TextBox 76"/>
          <p:cNvSpPr txBox="1"/>
          <p:nvPr/>
        </p:nvSpPr>
        <p:spPr>
          <a:xfrm>
            <a:off x="384333" y="6744452"/>
            <a:ext cx="121586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Loan Purpose</a:t>
            </a:r>
          </a:p>
        </p:txBody>
      </p:sp>
      <p:sp>
        <p:nvSpPr>
          <p:cNvPr id="58" name="Half Frame 57"/>
          <p:cNvSpPr/>
          <p:nvPr/>
        </p:nvSpPr>
        <p:spPr>
          <a:xfrm rot="8142470">
            <a:off x="2658984" y="6504458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3073983" y="6309976"/>
            <a:ext cx="1945849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Use </a:t>
            </a:r>
            <a:r>
              <a:rPr lang="en-US" sz="1050" dirty="0" err="1" smtClean="0">
                <a:solidFill>
                  <a:schemeClr val="bg2"/>
                </a:solidFill>
              </a:rPr>
              <a:t>pct</a:t>
            </a:r>
            <a:r>
              <a:rPr lang="en-US" sz="1050" dirty="0" smtClean="0">
                <a:solidFill>
                  <a:schemeClr val="bg2"/>
                </a:solidFill>
              </a:rPr>
              <a:t> refinance distribution to measure different turnover behavior between purchase and refinance loans.</a:t>
            </a:r>
            <a:endParaRPr lang="en-US" sz="105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088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Turnover Model </a:t>
            </a:r>
            <a:r>
              <a:rPr lang="en-US" sz="1600" dirty="0" smtClean="0"/>
              <a:t>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Model Multiplier Splines</a:t>
            </a:r>
            <a:endParaRPr lang="en-US" dirty="0">
              <a:latin typeface="+mn-lt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312" y="1209560"/>
            <a:ext cx="3106652" cy="2743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752" y="1209560"/>
            <a:ext cx="3106652" cy="2743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579" y="4125942"/>
            <a:ext cx="3106652" cy="2743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231" y="4125942"/>
            <a:ext cx="3106652" cy="274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0883" y="4125942"/>
            <a:ext cx="3106652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553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012" y="3972042"/>
            <a:ext cx="3106652" cy="2743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Turnover Model </a:t>
            </a:r>
            <a:r>
              <a:rPr lang="en-US" sz="1600" dirty="0" smtClean="0"/>
              <a:t>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Model Multiplier Tracking</a:t>
            </a:r>
            <a:endParaRPr lang="en-US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706923" y="6530576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+mn-lt"/>
              </a:rPr>
              <a:t>Actual</a:t>
            </a:r>
            <a:endParaRPr lang="en-US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06922" y="6823468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+mn-lt"/>
              </a:rPr>
              <a:t>Model</a:t>
            </a:r>
            <a:endParaRPr lang="en-US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058" y="1212955"/>
            <a:ext cx="3106652" cy="274320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8315" y="3972042"/>
            <a:ext cx="3106652" cy="274320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384" y="3956155"/>
            <a:ext cx="3105931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4272" y="1212955"/>
            <a:ext cx="3105931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6181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Tracking Performance 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Overall</a:t>
            </a:r>
            <a:endParaRPr lang="en-US" sz="1600" dirty="0">
              <a:latin typeface="+mn-lt"/>
            </a:endParaRPr>
          </a:p>
        </p:txBody>
      </p:sp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4193456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Overall (Conventional + Jumbo + CQ/CR)</a:t>
            </a:r>
            <a:endParaRPr lang="en-US" sz="1100" b="1" dirty="0">
              <a:solidFill>
                <a:srgbClr val="313131"/>
              </a:solidFill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234" y="1958340"/>
            <a:ext cx="4523635" cy="399440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308" y="1958340"/>
            <a:ext cx="4523635" cy="39944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706923" y="6530576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+mn-lt"/>
              </a:rPr>
              <a:t>Actual</a:t>
            </a:r>
            <a:endParaRPr lang="en-US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06922" y="6823468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+mn-lt"/>
              </a:rPr>
              <a:t>Model</a:t>
            </a:r>
            <a:endParaRPr lang="en-US" dirty="0">
              <a:solidFill>
                <a:srgbClr val="C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6461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Turnover Model </a:t>
            </a:r>
            <a:r>
              <a:rPr lang="en-US" sz="1600" dirty="0" smtClean="0"/>
              <a:t>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Performance </a:t>
            </a:r>
            <a:r>
              <a:rPr lang="en-US" sz="1600" dirty="0" err="1" smtClean="0">
                <a:latin typeface="+mn-lt"/>
              </a:rPr>
              <a:t>Comparasion</a:t>
            </a:r>
            <a:endParaRPr lang="en-US" dirty="0">
              <a:latin typeface="+mn-lt"/>
            </a:endParaRPr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2185370045"/>
              </p:ext>
            </p:extLst>
          </p:nvPr>
        </p:nvGraphicFramePr>
        <p:xfrm>
          <a:off x="512064" y="107442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2258691633"/>
              </p:ext>
            </p:extLst>
          </p:nvPr>
        </p:nvGraphicFramePr>
        <p:xfrm>
          <a:off x="5236464" y="107442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17"/>
          <p:cNvGraphicFramePr/>
          <p:nvPr>
            <p:extLst>
              <p:ext uri="{D42A27DB-BD31-4B8C-83A1-F6EECF244321}">
                <p14:modId xmlns:p14="http://schemas.microsoft.com/office/powerpoint/2010/main" val="3993011539"/>
              </p:ext>
            </p:extLst>
          </p:nvPr>
        </p:nvGraphicFramePr>
        <p:xfrm>
          <a:off x="512064" y="407670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Chart 18"/>
          <p:cNvGraphicFramePr/>
          <p:nvPr>
            <p:extLst>
              <p:ext uri="{D42A27DB-BD31-4B8C-83A1-F6EECF244321}">
                <p14:modId xmlns:p14="http://schemas.microsoft.com/office/powerpoint/2010/main" val="4157015575"/>
              </p:ext>
            </p:extLst>
          </p:nvPr>
        </p:nvGraphicFramePr>
        <p:xfrm>
          <a:off x="5236464" y="408432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12064" y="3215640"/>
            <a:ext cx="41666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Conventional pool tracking shows </a:t>
            </a:r>
            <a:r>
              <a:rPr lang="en-US" sz="1200" dirty="0" smtClean="0">
                <a:latin typeface="+mn-lt"/>
              </a:rPr>
              <a:t>2 </a:t>
            </a:r>
            <a:r>
              <a:rPr lang="en-US" sz="1200" dirty="0">
                <a:latin typeface="+mn-lt"/>
              </a:rPr>
              <a:t>CPR </a:t>
            </a:r>
            <a:r>
              <a:rPr lang="en-US" sz="1200" dirty="0" smtClean="0">
                <a:latin typeface="+mn-lt"/>
              </a:rPr>
              <a:t>faster in most recent one year. Model v1 and v2 results are quite similar. But model v2 </a:t>
            </a:r>
            <a:r>
              <a:rPr lang="en-US" sz="1200" dirty="0">
                <a:latin typeface="+mn-lt"/>
              </a:rPr>
              <a:t>shows lower Root Mean Square Error (RMSE</a:t>
            </a:r>
            <a:r>
              <a:rPr lang="en-US" sz="1200" dirty="0" smtClean="0">
                <a:latin typeface="+mn-lt"/>
              </a:rPr>
              <a:t>), 1.218 for v2 vs 1.303 for v1.</a:t>
            </a:r>
            <a:endParaRPr lang="en-US" sz="1200" dirty="0">
              <a:latin typeface="+mn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20284" y="3284220"/>
            <a:ext cx="416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Jumbo pools with OTM incentive are quite few.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6309360"/>
            <a:ext cx="4166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CQ pool tracking is more reliable now, as we fixed the incentive calculation for </a:t>
            </a:r>
            <a:r>
              <a:rPr lang="en-US" sz="1200" dirty="0" err="1">
                <a:latin typeface="+mn-lt"/>
              </a:rPr>
              <a:t>HARPed</a:t>
            </a:r>
            <a:r>
              <a:rPr lang="en-US" sz="1200" dirty="0">
                <a:latin typeface="+mn-lt"/>
              </a:rPr>
              <a:t> loans</a:t>
            </a:r>
            <a:r>
              <a:rPr lang="en-US" sz="1200" dirty="0" smtClean="0">
                <a:latin typeface="+mn-lt"/>
              </a:rPr>
              <a:t>. V2 model shows better performance for CQs</a:t>
            </a:r>
            <a:endParaRPr lang="en-US" sz="1200" dirty="0">
              <a:latin typeface="+mn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45024" y="6309360"/>
            <a:ext cx="416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Similar as CQs. V2 model shows better performance for CRs</a:t>
            </a:r>
            <a:endParaRPr lang="en-US" sz="1200" dirty="0"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45024" y="6955691"/>
            <a:ext cx="46986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smtClean="0">
                <a:latin typeface="+mn-lt"/>
              </a:rPr>
              <a:t>* All </a:t>
            </a:r>
            <a:r>
              <a:rPr lang="en-US" sz="1000" dirty="0">
                <a:latin typeface="+mn-lt"/>
              </a:rPr>
              <a:t>results based on data with updated incentive and OTM cash-out</a:t>
            </a:r>
          </a:p>
        </p:txBody>
      </p:sp>
    </p:spTree>
    <p:extLst>
      <p:ext uri="{BB962C8B-B14F-4D97-AF65-F5344CB8AC3E}">
        <p14:creationId xmlns:p14="http://schemas.microsoft.com/office/powerpoint/2010/main" val="1368313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1. Max Value of Multipliers</a:t>
            </a:r>
            <a:endParaRPr lang="en-US" dirty="0"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872810"/>
              </p:ext>
            </p:extLst>
          </p:nvPr>
        </p:nvGraphicFramePr>
        <p:xfrm>
          <a:off x="1676400" y="1927225"/>
          <a:ext cx="6705600" cy="3337560"/>
        </p:xfrm>
        <a:graphic>
          <a:graphicData uri="http://schemas.openxmlformats.org/drawingml/2006/table">
            <a:tbl>
              <a:tblPr firstRow="1">
                <a:tableStyleId>{3B4B98B0-60AC-42C2-AFA5-B58CD77FA1E5}</a:tableStyleId>
              </a:tblPr>
              <a:tblGrid>
                <a:gridCol w="2235200"/>
                <a:gridCol w="2235200"/>
                <a:gridCol w="2235200"/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Min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Max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baselineConstant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5.823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wala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1.570958</a:t>
                      </a: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hpa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0.694794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1.530962</a:t>
                      </a: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lockin</a:t>
                      </a: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0.474579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1.148333</a:t>
                      </a: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cltv</a:t>
                      </a: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0.079905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0.987166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seasonality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0.683492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1.241067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Multiplier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3.383621</a:t>
                      </a: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CPR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19.71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68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536836" y="2216487"/>
            <a:ext cx="832713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30828" y="2216488"/>
            <a:ext cx="753465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2. Further Research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952187385"/>
              </p:ext>
            </p:extLst>
          </p:nvPr>
        </p:nvGraphicFramePr>
        <p:xfrm>
          <a:off x="627887" y="2089896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1129278500"/>
              </p:ext>
            </p:extLst>
          </p:nvPr>
        </p:nvGraphicFramePr>
        <p:xfrm>
          <a:off x="5308396" y="2126472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5991149" y="3021163"/>
            <a:ext cx="337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991149" y="3853875"/>
            <a:ext cx="337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741018" y="1609331"/>
            <a:ext cx="637153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30905" y="1419137"/>
            <a:ext cx="37307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Dispersion Between MCAI and HPA2Yr</a:t>
            </a:r>
            <a:endParaRPr lang="en-US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4385" y="5450837"/>
            <a:ext cx="90037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In our current model, we use HPA two-year moving average as a measure of market credit availability. However, comparing the Mortgage Credit Availability Index and HPA2Yr curves, we can see a dispersion between them after 2013. At the same time, our model </a:t>
            </a:r>
            <a:r>
              <a:rPr lang="en-US" sz="1200" dirty="0" smtClean="0">
                <a:latin typeface="+mn-lt"/>
              </a:rPr>
              <a:t>tracking </a:t>
            </a:r>
            <a:r>
              <a:rPr lang="en-US" sz="1200" dirty="0" smtClean="0">
                <a:latin typeface="+mn-lt"/>
              </a:rPr>
              <a:t>error goes up. </a:t>
            </a:r>
          </a:p>
          <a:p>
            <a:endParaRPr lang="en-US" sz="1200" dirty="0">
              <a:latin typeface="+mn-lt"/>
            </a:endParaRPr>
          </a:p>
          <a:p>
            <a:r>
              <a:rPr lang="en-US" sz="1200" dirty="0" smtClean="0">
                <a:latin typeface="+mn-lt"/>
              </a:rPr>
              <a:t>We might want to change the credit availability measure in our future version of model. MCAI would be a choice. In that case, since the MCAI is calculated by the origination information of all kinds of loan products(including non-agency products), we need to actively maintain the market share of different products.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01776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6239866" y="2173800"/>
            <a:ext cx="621791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30828" y="2216488"/>
            <a:ext cx="753465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2. Further Research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116926428"/>
              </p:ext>
            </p:extLst>
          </p:nvPr>
        </p:nvGraphicFramePr>
        <p:xfrm>
          <a:off x="627887" y="2089896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4176036490"/>
              </p:ext>
            </p:extLst>
          </p:nvPr>
        </p:nvGraphicFramePr>
        <p:xfrm>
          <a:off x="5308396" y="2126472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6013095" y="3247933"/>
            <a:ext cx="337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013095" y="4058701"/>
            <a:ext cx="337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741018" y="1609331"/>
            <a:ext cx="637153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30905" y="1419137"/>
            <a:ext cx="37307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Dispersion Between MCAI and HPA2Yr</a:t>
            </a:r>
            <a:endParaRPr lang="en-US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4385" y="5450837"/>
            <a:ext cx="90037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In our current model, we use HPA two-year moving average as a measure of market credit availability. However, comparing the Mortgage Credit Availability Index and HPA2Yr curves, we can see a dispersion between them after 2013. At the same time, our model tracing error goes up. </a:t>
            </a:r>
          </a:p>
          <a:p>
            <a:endParaRPr lang="en-US" sz="1200" dirty="0">
              <a:latin typeface="+mn-lt"/>
            </a:endParaRPr>
          </a:p>
          <a:p>
            <a:r>
              <a:rPr lang="en-US" sz="1200" dirty="0" smtClean="0">
                <a:latin typeface="+mn-lt"/>
              </a:rPr>
              <a:t>We might want to change the credit availability measure in our future version of model. MCAI would be a choice. In that case, since the MCAI is calculated by the origination information of all kinds of loan products(including non-agency products), we need to actively maintain the market share of different products.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7241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90980</TotalTime>
  <Words>2111</Words>
  <Application>Microsoft Office PowerPoint</Application>
  <PresentationFormat>Custom</PresentationFormat>
  <Paragraphs>352</Paragraphs>
  <Slides>27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27</vt:i4>
      </vt:variant>
    </vt:vector>
  </HeadingPairs>
  <TitlesOfParts>
    <vt:vector size="42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Model Update Overview 1. Data Set</vt:lpstr>
      <vt:lpstr>Model Update Overview 2. Model Structure</vt:lpstr>
      <vt:lpstr>Model Update Overview 2. Model Structure</vt:lpstr>
      <vt:lpstr>Model Update Overview 2. Streamline Model Parameters</vt:lpstr>
      <vt:lpstr>Data Preparation 1. Incentive – PMI for HARPed loans</vt:lpstr>
      <vt:lpstr>Data Preparation 1. Incentive – PMI for HARPed loans</vt:lpstr>
      <vt:lpstr>Previous MI Calculation</vt:lpstr>
      <vt:lpstr>Updated MI Calculation</vt:lpstr>
      <vt:lpstr>Data Preparation 2. Incentive – Loan level aggregation</vt:lpstr>
      <vt:lpstr>Data Preparation 2. Incentive – Loan level aggregation</vt:lpstr>
      <vt:lpstr>Data Preparation 2. Incentive – Loan level aggregation</vt:lpstr>
      <vt:lpstr>Data Preparation 2. Incentive – Loan level aggregation</vt:lpstr>
      <vt:lpstr>Data Preparation 3. OTM Cash-out Refi</vt:lpstr>
      <vt:lpstr>Data Preparation 3. OTM Cash-out Refi</vt:lpstr>
      <vt:lpstr>Data Preparation 3. OTM Cash-out Refi</vt:lpstr>
      <vt:lpstr>Data Preparation 3. OTM Cash-out Refi</vt:lpstr>
      <vt:lpstr>Data Preparation 3. OTM Cash-out Refi</vt:lpstr>
      <vt:lpstr>Data Preparation 3. OTM Cash-out Refi</vt:lpstr>
      <vt:lpstr>v2 Turnover Model Details 1. Model Multipliers</vt:lpstr>
      <vt:lpstr>v2 Turnover Model Details 2. Model Multiplier Splines</vt:lpstr>
      <vt:lpstr>v2 Turnover Model Details 3. Model Multiplier Tracking</vt:lpstr>
      <vt:lpstr>Tracking Performance  1. Overall</vt:lpstr>
      <vt:lpstr>v2 Turnover Model Details 3. Performance Comparasion</vt:lpstr>
      <vt:lpstr>Appendix 1. Max Value of Multipliers</vt:lpstr>
      <vt:lpstr>Appendix 2. Further Research</vt:lpstr>
      <vt:lpstr>Appendix 2. Further Research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Sharad Chaudhary</cp:lastModifiedBy>
  <cp:revision>2143</cp:revision>
  <cp:lastPrinted>2016-03-29T19:25:13Z</cp:lastPrinted>
  <dcterms:created xsi:type="dcterms:W3CDTF">2011-07-07T12:37:32Z</dcterms:created>
  <dcterms:modified xsi:type="dcterms:W3CDTF">2016-04-15T20:33:13Z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