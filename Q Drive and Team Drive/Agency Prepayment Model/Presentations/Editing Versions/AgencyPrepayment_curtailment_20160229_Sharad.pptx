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36"/>
  </p:notesMasterIdLst>
  <p:handoutMasterIdLst>
    <p:handoutMasterId r:id="rId37"/>
  </p:handoutMasterIdLst>
  <p:sldIdLst>
    <p:sldId id="433" r:id="rId16"/>
    <p:sldId id="583" r:id="rId17"/>
    <p:sldId id="547" r:id="rId18"/>
    <p:sldId id="586" r:id="rId19"/>
    <p:sldId id="589" r:id="rId20"/>
    <p:sldId id="590" r:id="rId21"/>
    <p:sldId id="591" r:id="rId22"/>
    <p:sldId id="592" r:id="rId23"/>
    <p:sldId id="614" r:id="rId24"/>
    <p:sldId id="615" r:id="rId25"/>
    <p:sldId id="616" r:id="rId26"/>
    <p:sldId id="617" r:id="rId27"/>
    <p:sldId id="600" r:id="rId28"/>
    <p:sldId id="599" r:id="rId29"/>
    <p:sldId id="618" r:id="rId30"/>
    <p:sldId id="602" r:id="rId31"/>
    <p:sldId id="619" r:id="rId32"/>
    <p:sldId id="621" r:id="rId33"/>
    <p:sldId id="622" r:id="rId34"/>
    <p:sldId id="623" r:id="rId35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FF6600"/>
    <a:srgbClr val="FF9933"/>
    <a:srgbClr val="E519CD"/>
    <a:srgbClr val="968880"/>
    <a:srgbClr val="2E398A"/>
    <a:srgbClr val="533D2D"/>
    <a:srgbClr val="533D23"/>
    <a:srgbClr val="996633"/>
    <a:srgbClr val="8C2B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5" autoAdjust="0"/>
    <p:restoredTop sz="95014" autoAdjust="0"/>
  </p:normalViewPr>
  <p:slideViewPr>
    <p:cSldViewPr snapToGrid="0" snapToObjects="1">
      <p:cViewPr varScale="1">
        <p:scale>
          <a:sx n="137" d="100"/>
          <a:sy n="137" d="100"/>
        </p:scale>
        <p:origin x="-96" y="-26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slide" Target="slides/slide11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34" Type="http://schemas.openxmlformats.org/officeDocument/2006/relationships/slide" Target="slides/slide1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slide" Target="slides/slide10.xml"/><Relationship Id="rId33" Type="http://schemas.openxmlformats.org/officeDocument/2006/relationships/slide" Target="slides/slide18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slide" Target="slides/slide14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9.xml"/><Relationship Id="rId32" Type="http://schemas.openxmlformats.org/officeDocument/2006/relationships/slide" Target="slides/slide17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slide" Target="slides/slide13.xml"/><Relationship Id="rId36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31" Type="http://schemas.openxmlformats.org/officeDocument/2006/relationships/slide" Target="slides/slide16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slide" Target="slides/slide12.xml"/><Relationship Id="rId30" Type="http://schemas.openxmlformats.org/officeDocument/2006/relationships/slide" Target="slides/slide15.xml"/><Relationship Id="rId35" Type="http://schemas.openxmlformats.org/officeDocument/2006/relationships/slide" Target="slides/slide2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Book3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fullpayoff</c:v>
                </c:pt>
              </c:strCache>
            </c:strRef>
          </c:tx>
          <c:marker>
            <c:symbol val="none"/>
          </c:marker>
          <c:cat>
            <c:numRef>
              <c:f>Sheet1!$A$2:$A$362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cat>
          <c:val>
            <c:numRef>
              <c:f>Sheet1!$B$2:$B$362</c:f>
              <c:numCache>
                <c:formatCode>General</c:formatCode>
                <c:ptCount val="36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7.5099289999999999E-2</c:v>
                </c:pt>
                <c:pt idx="326">
                  <c:v>0.28654828999999998</c:v>
                </c:pt>
                <c:pt idx="327">
                  <c:v>0.61330680999999998</c:v>
                </c:pt>
                <c:pt idx="328">
                  <c:v>1.03416456</c:v>
                </c:pt>
                <c:pt idx="329">
                  <c:v>1.5279408999999999</c:v>
                </c:pt>
                <c:pt idx="330">
                  <c:v>2.0736444500000002</c:v>
                </c:pt>
                <c:pt idx="331">
                  <c:v>2.6505925399999999</c:v>
                </c:pt>
                <c:pt idx="332">
                  <c:v>3.2384906899999999</c:v>
                </c:pt>
                <c:pt idx="333">
                  <c:v>3.8174730800000001</c:v>
                </c:pt>
                <c:pt idx="334">
                  <c:v>4.3681050700000004</c:v>
                </c:pt>
                <c:pt idx="335">
                  <c:v>4.8713491900000001</c:v>
                </c:pt>
                <c:pt idx="336">
                  <c:v>5.3084956400000003</c:v>
                </c:pt>
                <c:pt idx="337">
                  <c:v>5.69302697</c:v>
                </c:pt>
                <c:pt idx="338">
                  <c:v>6.0545315899999999</c:v>
                </c:pt>
                <c:pt idx="339">
                  <c:v>6.3985769399999999</c:v>
                </c:pt>
                <c:pt idx="340">
                  <c:v>6.7306477300000003</c:v>
                </c:pt>
                <c:pt idx="341">
                  <c:v>7.0561535700000002</c:v>
                </c:pt>
                <c:pt idx="342">
                  <c:v>7.38043388</c:v>
                </c:pt>
                <c:pt idx="343">
                  <c:v>7.7087598100000001</c:v>
                </c:pt>
                <c:pt idx="344">
                  <c:v>8.0463335300000001</c:v>
                </c:pt>
                <c:pt idx="345">
                  <c:v>8.3982846799999997</c:v>
                </c:pt>
                <c:pt idx="346">
                  <c:v>8.7696642499999999</c:v>
                </c:pt>
                <c:pt idx="347">
                  <c:v>9.1654357999999991</c:v>
                </c:pt>
                <c:pt idx="348">
                  <c:v>9.5904642399999993</c:v>
                </c:pt>
                <c:pt idx="349">
                  <c:v>10.04534791</c:v>
                </c:pt>
                <c:pt idx="350">
                  <c:v>10.52469801</c:v>
                </c:pt>
                <c:pt idx="351">
                  <c:v>11.02435878</c:v>
                </c:pt>
                <c:pt idx="352">
                  <c:v>11.54023757</c:v>
                </c:pt>
                <c:pt idx="353">
                  <c:v>12.068312280000001</c:v>
                </c:pt>
                <c:pt idx="354">
                  <c:v>12.60463725</c:v>
                </c:pt>
                <c:pt idx="355">
                  <c:v>13.1453474</c:v>
                </c:pt>
                <c:pt idx="356">
                  <c:v>13.686660890000001</c:v>
                </c:pt>
                <c:pt idx="357">
                  <c:v>14.22488023</c:v>
                </c:pt>
                <c:pt idx="358">
                  <c:v>14.75639189</c:v>
                </c:pt>
                <c:pt idx="359">
                  <c:v>15.2776645</c:v>
                </c:pt>
                <c:pt idx="360">
                  <c:v>15.78524573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curtailment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Sheet1!$A$2:$A$362</c:f>
              <c:numCache>
                <c:formatCode>General</c:formatCode>
                <c:ptCount val="36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  <c:pt idx="310">
                  <c:v>310</c:v>
                </c:pt>
                <c:pt idx="311">
                  <c:v>311</c:v>
                </c:pt>
                <c:pt idx="312">
                  <c:v>312</c:v>
                </c:pt>
                <c:pt idx="313">
                  <c:v>313</c:v>
                </c:pt>
                <c:pt idx="314">
                  <c:v>314</c:v>
                </c:pt>
                <c:pt idx="315">
                  <c:v>315</c:v>
                </c:pt>
                <c:pt idx="316">
                  <c:v>316</c:v>
                </c:pt>
                <c:pt idx="317">
                  <c:v>317</c:v>
                </c:pt>
                <c:pt idx="318">
                  <c:v>318</c:v>
                </c:pt>
                <c:pt idx="319">
                  <c:v>319</c:v>
                </c:pt>
                <c:pt idx="320">
                  <c:v>320</c:v>
                </c:pt>
                <c:pt idx="321">
                  <c:v>321</c:v>
                </c:pt>
                <c:pt idx="322">
                  <c:v>322</c:v>
                </c:pt>
                <c:pt idx="323">
                  <c:v>323</c:v>
                </c:pt>
                <c:pt idx="324">
                  <c:v>324</c:v>
                </c:pt>
                <c:pt idx="325">
                  <c:v>325</c:v>
                </c:pt>
                <c:pt idx="326">
                  <c:v>326</c:v>
                </c:pt>
                <c:pt idx="327">
                  <c:v>327</c:v>
                </c:pt>
                <c:pt idx="328">
                  <c:v>328</c:v>
                </c:pt>
                <c:pt idx="329">
                  <c:v>329</c:v>
                </c:pt>
                <c:pt idx="330">
                  <c:v>330</c:v>
                </c:pt>
                <c:pt idx="331">
                  <c:v>331</c:v>
                </c:pt>
                <c:pt idx="332">
                  <c:v>332</c:v>
                </c:pt>
                <c:pt idx="333">
                  <c:v>333</c:v>
                </c:pt>
                <c:pt idx="334">
                  <c:v>334</c:v>
                </c:pt>
                <c:pt idx="335">
                  <c:v>335</c:v>
                </c:pt>
                <c:pt idx="336">
                  <c:v>336</c:v>
                </c:pt>
                <c:pt idx="337">
                  <c:v>337</c:v>
                </c:pt>
                <c:pt idx="338">
                  <c:v>338</c:v>
                </c:pt>
                <c:pt idx="339">
                  <c:v>339</c:v>
                </c:pt>
                <c:pt idx="340">
                  <c:v>340</c:v>
                </c:pt>
                <c:pt idx="341">
                  <c:v>341</c:v>
                </c:pt>
                <c:pt idx="342">
                  <c:v>342</c:v>
                </c:pt>
                <c:pt idx="343">
                  <c:v>343</c:v>
                </c:pt>
                <c:pt idx="344">
                  <c:v>344</c:v>
                </c:pt>
                <c:pt idx="345">
                  <c:v>345</c:v>
                </c:pt>
                <c:pt idx="346">
                  <c:v>346</c:v>
                </c:pt>
                <c:pt idx="347">
                  <c:v>347</c:v>
                </c:pt>
                <c:pt idx="348">
                  <c:v>348</c:v>
                </c:pt>
                <c:pt idx="349">
                  <c:v>349</c:v>
                </c:pt>
                <c:pt idx="350">
                  <c:v>350</c:v>
                </c:pt>
                <c:pt idx="351">
                  <c:v>351</c:v>
                </c:pt>
                <c:pt idx="352">
                  <c:v>352</c:v>
                </c:pt>
                <c:pt idx="353">
                  <c:v>353</c:v>
                </c:pt>
                <c:pt idx="354">
                  <c:v>354</c:v>
                </c:pt>
                <c:pt idx="355">
                  <c:v>355</c:v>
                </c:pt>
                <c:pt idx="356">
                  <c:v>356</c:v>
                </c:pt>
                <c:pt idx="357">
                  <c:v>357</c:v>
                </c:pt>
                <c:pt idx="358">
                  <c:v>358</c:v>
                </c:pt>
                <c:pt idx="359">
                  <c:v>359</c:v>
                </c:pt>
                <c:pt idx="360">
                  <c:v>360</c:v>
                </c:pt>
              </c:numCache>
            </c:numRef>
          </c:cat>
          <c:val>
            <c:numRef>
              <c:f>Sheet1!$C$2:$C$362</c:f>
              <c:numCache>
                <c:formatCode>General</c:formatCode>
                <c:ptCount val="361"/>
                <c:pt idx="0">
                  <c:v>0</c:v>
                </c:pt>
                <c:pt idx="1">
                  <c:v>8.5579509999999998E-2</c:v>
                </c:pt>
                <c:pt idx="2">
                  <c:v>0.18360024999999999</c:v>
                </c:pt>
                <c:pt idx="3">
                  <c:v>0.28153283000000001</c:v>
                </c:pt>
                <c:pt idx="4">
                  <c:v>0.36689145000000001</c:v>
                </c:pt>
                <c:pt idx="5">
                  <c:v>0.42722660000000001</c:v>
                </c:pt>
                <c:pt idx="6">
                  <c:v>0.45010359</c:v>
                </c:pt>
                <c:pt idx="7">
                  <c:v>0.45010359</c:v>
                </c:pt>
                <c:pt idx="8">
                  <c:v>0.45010359</c:v>
                </c:pt>
                <c:pt idx="9">
                  <c:v>0.45010359</c:v>
                </c:pt>
                <c:pt idx="10">
                  <c:v>0.45010359</c:v>
                </c:pt>
                <c:pt idx="11">
                  <c:v>0.45010359</c:v>
                </c:pt>
                <c:pt idx="12">
                  <c:v>0.45010359</c:v>
                </c:pt>
                <c:pt idx="13">
                  <c:v>0.45044665</c:v>
                </c:pt>
                <c:pt idx="14">
                  <c:v>0.45142409</c:v>
                </c:pt>
                <c:pt idx="15">
                  <c:v>0.45295825000000001</c:v>
                </c:pt>
                <c:pt idx="16">
                  <c:v>0.45497149999999997</c:v>
                </c:pt>
                <c:pt idx="17">
                  <c:v>0.45738617999999998</c:v>
                </c:pt>
                <c:pt idx="18">
                  <c:v>0.46012465000000002</c:v>
                </c:pt>
                <c:pt idx="19">
                  <c:v>0.46310928000000001</c:v>
                </c:pt>
                <c:pt idx="20">
                  <c:v>0.46626242000000001</c:v>
                </c:pt>
                <c:pt idx="21">
                  <c:v>0.46950645000000002</c:v>
                </c:pt>
                <c:pt idx="22">
                  <c:v>0.47276374999999998</c:v>
                </c:pt>
                <c:pt idx="23">
                  <c:v>0.47595671000000001</c:v>
                </c:pt>
                <c:pt idx="24">
                  <c:v>0.47900774000000002</c:v>
                </c:pt>
                <c:pt idx="25">
                  <c:v>0.48202665</c:v>
                </c:pt>
                <c:pt idx="26">
                  <c:v>0.48516797</c:v>
                </c:pt>
                <c:pt idx="27">
                  <c:v>0.48842118000000001</c:v>
                </c:pt>
                <c:pt idx="28">
                  <c:v>0.49177577</c:v>
                </c:pt>
                <c:pt idx="29">
                  <c:v>0.49522121000000002</c:v>
                </c:pt>
                <c:pt idx="30">
                  <c:v>0.49874699</c:v>
                </c:pt>
                <c:pt idx="31">
                  <c:v>0.50234259999999997</c:v>
                </c:pt>
                <c:pt idx="32">
                  <c:v>0.50599751000000004</c:v>
                </c:pt>
                <c:pt idx="33">
                  <c:v>0.50970121999999995</c:v>
                </c:pt>
                <c:pt idx="34">
                  <c:v>0.51344321000000004</c:v>
                </c:pt>
                <c:pt idx="35">
                  <c:v>0.51721298000000004</c:v>
                </c:pt>
                <c:pt idx="36">
                  <c:v>0.52100000000000002</c:v>
                </c:pt>
                <c:pt idx="37">
                  <c:v>0.52484582999999996</c:v>
                </c:pt>
                <c:pt idx="38">
                  <c:v>0.52878831999999998</c:v>
                </c:pt>
                <c:pt idx="39">
                  <c:v>0.53281151000000004</c:v>
                </c:pt>
                <c:pt idx="40">
                  <c:v>0.53689942000000002</c:v>
                </c:pt>
                <c:pt idx="41">
                  <c:v>0.54103608000000003</c:v>
                </c:pt>
                <c:pt idx="42">
                  <c:v>0.54520552</c:v>
                </c:pt>
                <c:pt idx="43">
                  <c:v>0.54939178</c:v>
                </c:pt>
                <c:pt idx="44">
                  <c:v>0.55357889000000005</c:v>
                </c:pt>
                <c:pt idx="45">
                  <c:v>0.55775087999999995</c:v>
                </c:pt>
                <c:pt idx="46">
                  <c:v>0.56189180000000005</c:v>
                </c:pt>
                <c:pt idx="47">
                  <c:v>0.56598568999999999</c:v>
                </c:pt>
                <c:pt idx="48">
                  <c:v>0.57001659000000005</c:v>
                </c:pt>
                <c:pt idx="49">
                  <c:v>0.57401681999999998</c:v>
                </c:pt>
                <c:pt idx="50">
                  <c:v>0.57802909999999996</c:v>
                </c:pt>
                <c:pt idx="51">
                  <c:v>0.58205309999999999</c:v>
                </c:pt>
                <c:pt idx="52">
                  <c:v>0.58608853000000005</c:v>
                </c:pt>
                <c:pt idx="53">
                  <c:v>0.59013504999999999</c:v>
                </c:pt>
                <c:pt idx="54">
                  <c:v>0.59419235999999997</c:v>
                </c:pt>
                <c:pt idx="55">
                  <c:v>0.59826014000000005</c:v>
                </c:pt>
                <c:pt idx="56">
                  <c:v>0.60233806000000001</c:v>
                </c:pt>
                <c:pt idx="57">
                  <c:v>0.60642582</c:v>
                </c:pt>
                <c:pt idx="58">
                  <c:v>0.61052309999999999</c:v>
                </c:pt>
                <c:pt idx="59">
                  <c:v>0.61462958000000001</c:v>
                </c:pt>
                <c:pt idx="60">
                  <c:v>0.61874494999999996</c:v>
                </c:pt>
                <c:pt idx="61">
                  <c:v>0.62286887999999996</c:v>
                </c:pt>
                <c:pt idx="62">
                  <c:v>0.62700107000000005</c:v>
                </c:pt>
                <c:pt idx="63">
                  <c:v>0.63114119999999996</c:v>
                </c:pt>
                <c:pt idx="64">
                  <c:v>0.63528894999999996</c:v>
                </c:pt>
                <c:pt idx="65">
                  <c:v>0.63944400000000001</c:v>
                </c:pt>
                <c:pt idx="66">
                  <c:v>0.64360603999999999</c:v>
                </c:pt>
                <c:pt idx="67">
                  <c:v>0.64777476000000001</c:v>
                </c:pt>
                <c:pt idx="68">
                  <c:v>0.65194982999999995</c:v>
                </c:pt>
                <c:pt idx="69">
                  <c:v>0.65613094999999999</c:v>
                </c:pt>
                <c:pt idx="70">
                  <c:v>0.66031779000000002</c:v>
                </c:pt>
                <c:pt idx="71">
                  <c:v>0.66451004000000002</c:v>
                </c:pt>
                <c:pt idx="72">
                  <c:v>0.66870739000000001</c:v>
                </c:pt>
                <c:pt idx="73">
                  <c:v>0.67290950999999999</c:v>
                </c:pt>
                <c:pt idx="74">
                  <c:v>0.6771161</c:v>
                </c:pt>
                <c:pt idx="75">
                  <c:v>0.68132683999999999</c:v>
                </c:pt>
                <c:pt idx="76">
                  <c:v>0.68554141000000002</c:v>
                </c:pt>
                <c:pt idx="77">
                  <c:v>0.68975949999999997</c:v>
                </c:pt>
                <c:pt idx="78">
                  <c:v>0.69398079000000001</c:v>
                </c:pt>
                <c:pt idx="79">
                  <c:v>0.69820497000000004</c:v>
                </c:pt>
                <c:pt idx="80">
                  <c:v>0.70243171999999998</c:v>
                </c:pt>
                <c:pt idx="81">
                  <c:v>0.70666072999999996</c:v>
                </c:pt>
                <c:pt idx="82">
                  <c:v>0.71089166999999998</c:v>
                </c:pt>
                <c:pt idx="83">
                  <c:v>0.71512425000000002</c:v>
                </c:pt>
                <c:pt idx="84">
                  <c:v>0.71935813000000004</c:v>
                </c:pt>
                <c:pt idx="85">
                  <c:v>0.72359300999999998</c:v>
                </c:pt>
                <c:pt idx="86">
                  <c:v>0.72782857000000001</c:v>
                </c:pt>
                <c:pt idx="87">
                  <c:v>0.73206450000000001</c:v>
                </c:pt>
                <c:pt idx="88">
                  <c:v>0.73630048000000003</c:v>
                </c:pt>
                <c:pt idx="89">
                  <c:v>0.74053619000000004</c:v>
                </c:pt>
                <c:pt idx="90">
                  <c:v>0.74477132999999995</c:v>
                </c:pt>
                <c:pt idx="91">
                  <c:v>0.74900557000000001</c:v>
                </c:pt>
                <c:pt idx="92">
                  <c:v>0.75323861000000003</c:v>
                </c:pt>
                <c:pt idx="93">
                  <c:v>0.75747012000000002</c:v>
                </c:pt>
                <c:pt idx="94">
                  <c:v>0.76169980000000004</c:v>
                </c:pt>
                <c:pt idx="95">
                  <c:v>0.76592733000000002</c:v>
                </c:pt>
                <c:pt idx="96">
                  <c:v>0.77015239000000002</c:v>
                </c:pt>
                <c:pt idx="97">
                  <c:v>0.77437467000000004</c:v>
                </c:pt>
                <c:pt idx="98">
                  <c:v>0.77859385000000003</c:v>
                </c:pt>
                <c:pt idx="99">
                  <c:v>0.78280963000000003</c:v>
                </c:pt>
                <c:pt idx="100">
                  <c:v>0.78702167999999995</c:v>
                </c:pt>
                <c:pt idx="101">
                  <c:v>0.79122970000000004</c:v>
                </c:pt>
                <c:pt idx="102">
                  <c:v>0.79543335999999998</c:v>
                </c:pt>
                <c:pt idx="103">
                  <c:v>0.79963236000000004</c:v>
                </c:pt>
                <c:pt idx="104">
                  <c:v>0.80382637999999995</c:v>
                </c:pt>
                <c:pt idx="105">
                  <c:v>0.80801511000000004</c:v>
                </c:pt>
                <c:pt idx="106">
                  <c:v>0.81219823000000002</c:v>
                </c:pt>
                <c:pt idx="107">
                  <c:v>0.81637543000000001</c:v>
                </c:pt>
                <c:pt idx="108">
                  <c:v>0.82054638999999996</c:v>
                </c:pt>
                <c:pt idx="109">
                  <c:v>0.82471079999999997</c:v>
                </c:pt>
                <c:pt idx="110">
                  <c:v>0.82886835000000003</c:v>
                </c:pt>
                <c:pt idx="111">
                  <c:v>0.83301871999999999</c:v>
                </c:pt>
                <c:pt idx="112">
                  <c:v>0.83716159999999995</c:v>
                </c:pt>
                <c:pt idx="113">
                  <c:v>0.84129668000000002</c:v>
                </c:pt>
                <c:pt idx="114">
                  <c:v>0.84542364000000003</c:v>
                </c:pt>
                <c:pt idx="115">
                  <c:v>0.84954216999999999</c:v>
                </c:pt>
                <c:pt idx="116">
                  <c:v>0.85365195000000005</c:v>
                </c:pt>
                <c:pt idx="117">
                  <c:v>0.85775266999999999</c:v>
                </c:pt>
                <c:pt idx="118">
                  <c:v>0.86184402999999998</c:v>
                </c:pt>
                <c:pt idx="119">
                  <c:v>0.86592570000000002</c:v>
                </c:pt>
                <c:pt idx="120">
                  <c:v>0.86999736000000005</c:v>
                </c:pt>
                <c:pt idx="121">
                  <c:v>0.87405871999999996</c:v>
                </c:pt>
                <c:pt idx="122">
                  <c:v>0.87810946000000001</c:v>
                </c:pt>
                <c:pt idx="123">
                  <c:v>0.88214925</c:v>
                </c:pt>
                <c:pt idx="124">
                  <c:v>0.88617778999999997</c:v>
                </c:pt>
                <c:pt idx="125">
                  <c:v>0.89019477000000002</c:v>
                </c:pt>
                <c:pt idx="126">
                  <c:v>0.89419987999999995</c:v>
                </c:pt>
                <c:pt idx="127">
                  <c:v>0.89819278999999996</c:v>
                </c:pt>
                <c:pt idx="128">
                  <c:v>0.90217320000000001</c:v>
                </c:pt>
                <c:pt idx="129">
                  <c:v>0.90614079000000003</c:v>
                </c:pt>
                <c:pt idx="130">
                  <c:v>0.91009525000000002</c:v>
                </c:pt>
                <c:pt idx="131">
                  <c:v>0.91403626999999998</c:v>
                </c:pt>
                <c:pt idx="132">
                  <c:v>0.91796354000000002</c:v>
                </c:pt>
                <c:pt idx="133">
                  <c:v>0.92187673000000003</c:v>
                </c:pt>
                <c:pt idx="134">
                  <c:v>0.92577555</c:v>
                </c:pt>
                <c:pt idx="135">
                  <c:v>0.92965967000000005</c:v>
                </c:pt>
                <c:pt idx="136">
                  <c:v>0.93352879</c:v>
                </c:pt>
                <c:pt idx="137">
                  <c:v>0.93738259000000002</c:v>
                </c:pt>
                <c:pt idx="138">
                  <c:v>0.94122075999999999</c:v>
                </c:pt>
                <c:pt idx="139">
                  <c:v>0.94504299000000003</c:v>
                </c:pt>
                <c:pt idx="140">
                  <c:v>0.94884895999999996</c:v>
                </c:pt>
                <c:pt idx="141">
                  <c:v>0.95263836000000002</c:v>
                </c:pt>
                <c:pt idx="142">
                  <c:v>0.95641087999999996</c:v>
                </c:pt>
                <c:pt idx="143">
                  <c:v>0.96016619999999997</c:v>
                </c:pt>
                <c:pt idx="144">
                  <c:v>0.96390403000000002</c:v>
                </c:pt>
                <c:pt idx="145">
                  <c:v>0.96762402999999997</c:v>
                </c:pt>
                <c:pt idx="146">
                  <c:v>0.97132589999999996</c:v>
                </c:pt>
                <c:pt idx="147">
                  <c:v>0.97500933000000001</c:v>
                </c:pt>
                <c:pt idx="148">
                  <c:v>0.97867400999999998</c:v>
                </c:pt>
                <c:pt idx="149">
                  <c:v>0.98231961999999995</c:v>
                </c:pt>
                <c:pt idx="150">
                  <c:v>0.98594585000000001</c:v>
                </c:pt>
                <c:pt idx="151">
                  <c:v>0.98955238999999995</c:v>
                </c:pt>
                <c:pt idx="152">
                  <c:v>0.99313892000000004</c:v>
                </c:pt>
                <c:pt idx="153">
                  <c:v>0.99670513999999999</c:v>
                </c:pt>
                <c:pt idx="154">
                  <c:v>1.00025074</c:v>
                </c:pt>
                <c:pt idx="155">
                  <c:v>1.0037753899999999</c:v>
                </c:pt>
                <c:pt idx="156">
                  <c:v>1.00727879</c:v>
                </c:pt>
                <c:pt idx="157">
                  <c:v>1.01076063</c:v>
                </c:pt>
                <c:pt idx="158">
                  <c:v>1.0142205900000001</c:v>
                </c:pt>
                <c:pt idx="159">
                  <c:v>1.0176583699999999</c:v>
                </c:pt>
                <c:pt idx="160">
                  <c:v>1.0210736499999999</c:v>
                </c:pt>
                <c:pt idx="161">
                  <c:v>1.02446612</c:v>
                </c:pt>
                <c:pt idx="162">
                  <c:v>1.0278354599999999</c:v>
                </c:pt>
                <c:pt idx="163">
                  <c:v>1.0311813700000001</c:v>
                </c:pt>
                <c:pt idx="164">
                  <c:v>1.03450354</c:v>
                </c:pt>
                <c:pt idx="165">
                  <c:v>1.0378016400000001</c:v>
                </c:pt>
                <c:pt idx="166">
                  <c:v>1.0410753800000001</c:v>
                </c:pt>
                <c:pt idx="167">
                  <c:v>1.04432444</c:v>
                </c:pt>
                <c:pt idx="168">
                  <c:v>1.0475485</c:v>
                </c:pt>
                <c:pt idx="169">
                  <c:v>1.0507472600000001</c:v>
                </c:pt>
                <c:pt idx="170">
                  <c:v>1.0539204</c:v>
                </c:pt>
                <c:pt idx="171">
                  <c:v>1.05706762</c:v>
                </c:pt>
                <c:pt idx="172">
                  <c:v>1.0601885900000001</c:v>
                </c:pt>
                <c:pt idx="173">
                  <c:v>1.0632830099999999</c:v>
                </c:pt>
                <c:pt idx="174">
                  <c:v>1.0663505799999999</c:v>
                </c:pt>
                <c:pt idx="175">
                  <c:v>1.06939096</c:v>
                </c:pt>
                <c:pt idx="176">
                  <c:v>1.07240387</c:v>
                </c:pt>
                <c:pt idx="177">
                  <c:v>1.0753889700000001</c:v>
                </c:pt>
                <c:pt idx="178">
                  <c:v>1.07834597</c:v>
                </c:pt>
                <c:pt idx="179">
                  <c:v>1.0812745399999999</c:v>
                </c:pt>
                <c:pt idx="180">
                  <c:v>1.08417439</c:v>
                </c:pt>
                <c:pt idx="181">
                  <c:v>1.0869430200000001</c:v>
                </c:pt>
                <c:pt idx="182">
                  <c:v>1.0894883500000001</c:v>
                </c:pt>
                <c:pt idx="183">
                  <c:v>1.0918256200000001</c:v>
                </c:pt>
                <c:pt idx="184">
                  <c:v>1.09397009</c:v>
                </c:pt>
                <c:pt idx="185">
                  <c:v>1.09593702</c:v>
                </c:pt>
                <c:pt idx="186">
                  <c:v>1.0977416600000001</c:v>
                </c:pt>
                <c:pt idx="187">
                  <c:v>1.0993992400000001</c:v>
                </c:pt>
                <c:pt idx="188">
                  <c:v>1.10092503</c:v>
                </c:pt>
                <c:pt idx="189">
                  <c:v>1.1023342599999999</c:v>
                </c:pt>
                <c:pt idx="190">
                  <c:v>1.10364218</c:v>
                </c:pt>
                <c:pt idx="191">
                  <c:v>1.1048640300000001</c:v>
                </c:pt>
                <c:pt idx="192">
                  <c:v>1.10601506</c:v>
                </c:pt>
                <c:pt idx="193">
                  <c:v>1.1071105000000001</c:v>
                </c:pt>
                <c:pt idx="194">
                  <c:v>1.1081656</c:v>
                </c:pt>
                <c:pt idx="195">
                  <c:v>1.1091955899999999</c:v>
                </c:pt>
                <c:pt idx="196">
                  <c:v>1.11021572</c:v>
                </c:pt>
                <c:pt idx="197">
                  <c:v>1.1112412199999999</c:v>
                </c:pt>
                <c:pt idx="198">
                  <c:v>1.11228734</c:v>
                </c:pt>
                <c:pt idx="199">
                  <c:v>1.1133693099999999</c:v>
                </c:pt>
                <c:pt idx="200">
                  <c:v>1.1145023599999999</c:v>
                </c:pt>
                <c:pt idx="201">
                  <c:v>1.11570174</c:v>
                </c:pt>
                <c:pt idx="202">
                  <c:v>1.11698268</c:v>
                </c:pt>
                <c:pt idx="203">
                  <c:v>1.11836041</c:v>
                </c:pt>
                <c:pt idx="204">
                  <c:v>1.1198501599999999</c:v>
                </c:pt>
                <c:pt idx="205">
                  <c:v>1.12146718</c:v>
                </c:pt>
                <c:pt idx="206">
                  <c:v>1.1232266900000001</c:v>
                </c:pt>
                <c:pt idx="207">
                  <c:v>1.12514391</c:v>
                </c:pt>
                <c:pt idx="208">
                  <c:v>1.12723409</c:v>
                </c:pt>
                <c:pt idx="209">
                  <c:v>1.1295124400000001</c:v>
                </c:pt>
                <c:pt idx="210">
                  <c:v>1.13199418</c:v>
                </c:pt>
                <c:pt idx="211">
                  <c:v>1.1346945500000001</c:v>
                </c:pt>
                <c:pt idx="212">
                  <c:v>1.13762875</c:v>
                </c:pt>
                <c:pt idx="213">
                  <c:v>1.1408119999999999</c:v>
                </c:pt>
                <c:pt idx="214">
                  <c:v>1.1442595200000001</c:v>
                </c:pt>
                <c:pt idx="215">
                  <c:v>1.14798651</c:v>
                </c:pt>
                <c:pt idx="216">
                  <c:v>1.1520081799999999</c:v>
                </c:pt>
                <c:pt idx="217">
                  <c:v>1.1563721600000001</c:v>
                </c:pt>
                <c:pt idx="218">
                  <c:v>1.1610994800000001</c:v>
                </c:pt>
                <c:pt idx="219">
                  <c:v>1.1661654299999999</c:v>
                </c:pt>
                <c:pt idx="220">
                  <c:v>1.1715453</c:v>
                </c:pt>
                <c:pt idx="221">
                  <c:v>1.17721437</c:v>
                </c:pt>
                <c:pt idx="222">
                  <c:v>1.18314794</c:v>
                </c:pt>
                <c:pt idx="223">
                  <c:v>1.1893213</c:v>
                </c:pt>
                <c:pt idx="224">
                  <c:v>1.19570976</c:v>
                </c:pt>
                <c:pt idx="225">
                  <c:v>1.20228862</c:v>
                </c:pt>
                <c:pt idx="226">
                  <c:v>1.20903318</c:v>
                </c:pt>
                <c:pt idx="227">
                  <c:v>1.21591877</c:v>
                </c:pt>
                <c:pt idx="228">
                  <c:v>1.2229207</c:v>
                </c:pt>
                <c:pt idx="229">
                  <c:v>1.2300142999999999</c:v>
                </c:pt>
                <c:pt idx="230">
                  <c:v>1.2371748899999999</c:v>
                </c:pt>
                <c:pt idx="231">
                  <c:v>1.2443778299999999</c:v>
                </c:pt>
                <c:pt idx="232">
                  <c:v>1.2515984600000001</c:v>
                </c:pt>
                <c:pt idx="233">
                  <c:v>1.25881212</c:v>
                </c:pt>
                <c:pt idx="234">
                  <c:v>1.2659941699999999</c:v>
                </c:pt>
                <c:pt idx="235">
                  <c:v>1.2731199900000001</c:v>
                </c:pt>
                <c:pt idx="236">
                  <c:v>1.2801649399999999</c:v>
                </c:pt>
                <c:pt idx="237">
                  <c:v>1.2871044</c:v>
                </c:pt>
                <c:pt idx="238">
                  <c:v>1.29391375</c:v>
                </c:pt>
                <c:pt idx="239">
                  <c:v>1.3005683800000001</c:v>
                </c:pt>
                <c:pt idx="240">
                  <c:v>1.3070436999999999</c:v>
                </c:pt>
                <c:pt idx="241">
                  <c:v>1.3129854400000001</c:v>
                </c:pt>
                <c:pt idx="242">
                  <c:v>1.3181310500000001</c:v>
                </c:pt>
                <c:pt idx="243">
                  <c:v>1.3225933999999999</c:v>
                </c:pt>
                <c:pt idx="244">
                  <c:v>1.32648531</c:v>
                </c:pt>
                <c:pt idx="245">
                  <c:v>1.3299196099999999</c:v>
                </c:pt>
                <c:pt idx="246">
                  <c:v>1.33300909</c:v>
                </c:pt>
                <c:pt idx="247">
                  <c:v>1.33586651</c:v>
                </c:pt>
                <c:pt idx="248">
                  <c:v>1.33860464</c:v>
                </c:pt>
                <c:pt idx="249">
                  <c:v>1.34133623</c:v>
                </c:pt>
                <c:pt idx="250">
                  <c:v>1.3441740099999999</c:v>
                </c:pt>
                <c:pt idx="251">
                  <c:v>1.3472307100000001</c:v>
                </c:pt>
                <c:pt idx="252">
                  <c:v>1.3506190300000001</c:v>
                </c:pt>
                <c:pt idx="253">
                  <c:v>1.35445167</c:v>
                </c:pt>
                <c:pt idx="254">
                  <c:v>1.3588412999999999</c:v>
                </c:pt>
                <c:pt idx="255">
                  <c:v>1.36390057</c:v>
                </c:pt>
                <c:pt idx="256">
                  <c:v>1.3697421000000001</c:v>
                </c:pt>
                <c:pt idx="257">
                  <c:v>1.37647845</c:v>
                </c:pt>
                <c:pt idx="258">
                  <c:v>1.38422215</c:v>
                </c:pt>
                <c:pt idx="259">
                  <c:v>1.3930856700000001</c:v>
                </c:pt>
                <c:pt idx="260">
                  <c:v>1.40318141</c:v>
                </c:pt>
                <c:pt idx="261">
                  <c:v>1.4146216700000001</c:v>
                </c:pt>
                <c:pt idx="262">
                  <c:v>1.4275186900000001</c:v>
                </c:pt>
                <c:pt idx="263">
                  <c:v>1.4419845600000001</c:v>
                </c:pt>
                <c:pt idx="264">
                  <c:v>1.45813127</c:v>
                </c:pt>
                <c:pt idx="265">
                  <c:v>1.4752985999999999</c:v>
                </c:pt>
                <c:pt idx="266">
                  <c:v>1.4927519199999999</c:v>
                </c:pt>
                <c:pt idx="267">
                  <c:v>1.5104914899999999</c:v>
                </c:pt>
                <c:pt idx="268">
                  <c:v>1.5285175799999999</c:v>
                </c:pt>
                <c:pt idx="269">
                  <c:v>1.5468304399999999</c:v>
                </c:pt>
                <c:pt idx="270">
                  <c:v>1.5654303300000001</c:v>
                </c:pt>
                <c:pt idx="271">
                  <c:v>1.5843175199999999</c:v>
                </c:pt>
                <c:pt idx="272">
                  <c:v>1.60349224</c:v>
                </c:pt>
                <c:pt idx="273">
                  <c:v>1.6229547600000001</c:v>
                </c:pt>
                <c:pt idx="274">
                  <c:v>1.64270531</c:v>
                </c:pt>
                <c:pt idx="275">
                  <c:v>1.66274415</c:v>
                </c:pt>
                <c:pt idx="276">
                  <c:v>1.68307151</c:v>
                </c:pt>
                <c:pt idx="277">
                  <c:v>1.7036876299999999</c:v>
                </c:pt>
                <c:pt idx="278">
                  <c:v>1.72459275</c:v>
                </c:pt>
                <c:pt idx="279">
                  <c:v>1.74578711</c:v>
                </c:pt>
                <c:pt idx="280">
                  <c:v>1.76727094</c:v>
                </c:pt>
                <c:pt idx="281">
                  <c:v>1.78904445</c:v>
                </c:pt>
                <c:pt idx="282">
                  <c:v>1.8111078899999999</c:v>
                </c:pt>
                <c:pt idx="283">
                  <c:v>1.83346147</c:v>
                </c:pt>
                <c:pt idx="284">
                  <c:v>1.85610542</c:v>
                </c:pt>
                <c:pt idx="285">
                  <c:v>1.87903994</c:v>
                </c:pt>
                <c:pt idx="286">
                  <c:v>1.90226527</c:v>
                </c:pt>
                <c:pt idx="287">
                  <c:v>1.9257816000000001</c:v>
                </c:pt>
                <c:pt idx="288">
                  <c:v>1.94958915</c:v>
                </c:pt>
                <c:pt idx="289">
                  <c:v>1.97368813</c:v>
                </c:pt>
                <c:pt idx="290">
                  <c:v>1.99807874</c:v>
                </c:pt>
                <c:pt idx="291">
                  <c:v>2.0227611799999998</c:v>
                </c:pt>
                <c:pt idx="292">
                  <c:v>2.0477356499999999</c:v>
                </c:pt>
                <c:pt idx="293">
                  <c:v>2.0730023399999999</c:v>
                </c:pt>
                <c:pt idx="294">
                  <c:v>2.09856146</c:v>
                </c:pt>
                <c:pt idx="295">
                  <c:v>2.1244131799999999</c:v>
                </c:pt>
                <c:pt idx="296">
                  <c:v>2.1505577100000002</c:v>
                </c:pt>
                <c:pt idx="297">
                  <c:v>2.1769952099999998</c:v>
                </c:pt>
                <c:pt idx="298">
                  <c:v>2.2037258799999999</c:v>
                </c:pt>
                <c:pt idx="299">
                  <c:v>2.2307498899999998</c:v>
                </c:pt>
                <c:pt idx="300">
                  <c:v>2.2580674100000002</c:v>
                </c:pt>
                <c:pt idx="301">
                  <c:v>2.28567864</c:v>
                </c:pt>
                <c:pt idx="302">
                  <c:v>2.31358372</c:v>
                </c:pt>
                <c:pt idx="303">
                  <c:v>2.3417828300000001</c:v>
                </c:pt>
                <c:pt idx="304">
                  <c:v>2.3702761400000001</c:v>
                </c:pt>
                <c:pt idx="305">
                  <c:v>2.3990638099999999</c:v>
                </c:pt>
                <c:pt idx="306">
                  <c:v>2.42814599</c:v>
                </c:pt>
                <c:pt idx="307">
                  <c:v>2.4575228500000001</c:v>
                </c:pt>
                <c:pt idx="308">
                  <c:v>2.48719453</c:v>
                </c:pt>
                <c:pt idx="309">
                  <c:v>2.51716118</c:v>
                </c:pt>
                <c:pt idx="310">
                  <c:v>2.54742296</c:v>
                </c:pt>
                <c:pt idx="311">
                  <c:v>2.5779800100000001</c:v>
                </c:pt>
                <c:pt idx="312">
                  <c:v>2.6088324599999999</c:v>
                </c:pt>
                <c:pt idx="313">
                  <c:v>2.6399804699999998</c:v>
                </c:pt>
                <c:pt idx="314">
                  <c:v>2.6714241599999999</c:v>
                </c:pt>
                <c:pt idx="315">
                  <c:v>2.70316366</c:v>
                </c:pt>
                <c:pt idx="316">
                  <c:v>2.7351991099999999</c:v>
                </c:pt>
                <c:pt idx="317">
                  <c:v>2.76753063</c:v>
                </c:pt>
                <c:pt idx="318">
                  <c:v>2.8001583499999998</c:v>
                </c:pt>
                <c:pt idx="319">
                  <c:v>2.83308239</c:v>
                </c:pt>
                <c:pt idx="320">
                  <c:v>2.8663028599999998</c:v>
                </c:pt>
                <c:pt idx="321">
                  <c:v>2.8998198899999998</c:v>
                </c:pt>
                <c:pt idx="322">
                  <c:v>2.93363357</c:v>
                </c:pt>
                <c:pt idx="323">
                  <c:v>2.96774403</c:v>
                </c:pt>
                <c:pt idx="324">
                  <c:v>3.00215136</c:v>
                </c:pt>
                <c:pt idx="325">
                  <c:v>3.03685567</c:v>
                </c:pt>
                <c:pt idx="326">
                  <c:v>3.0718570600000001</c:v>
                </c:pt>
                <c:pt idx="327">
                  <c:v>3.1071556199999999</c:v>
                </c:pt>
                <c:pt idx="328">
                  <c:v>3.1427514599999999</c:v>
                </c:pt>
                <c:pt idx="329">
                  <c:v>3.1786446499999998</c:v>
                </c:pt>
                <c:pt idx="330">
                  <c:v>3.2148352999999998</c:v>
                </c:pt>
                <c:pt idx="331">
                  <c:v>3.25132347</c:v>
                </c:pt>
                <c:pt idx="332">
                  <c:v>3.2881092600000001</c:v>
                </c:pt>
                <c:pt idx="333">
                  <c:v>3.3251927299999999</c:v>
                </c:pt>
                <c:pt idx="334">
                  <c:v>3.3625739800000001</c:v>
                </c:pt>
                <c:pt idx="335">
                  <c:v>3.4002530599999998</c:v>
                </c:pt>
                <c:pt idx="336">
                  <c:v>3.43823005</c:v>
                </c:pt>
                <c:pt idx="337">
                  <c:v>3.47813777</c:v>
                </c:pt>
                <c:pt idx="338">
                  <c:v>3.5212854899999999</c:v>
                </c:pt>
                <c:pt idx="339">
                  <c:v>3.5671883700000002</c:v>
                </c:pt>
                <c:pt idx="340">
                  <c:v>3.6153621399999998</c:v>
                </c:pt>
                <c:pt idx="341">
                  <c:v>3.6653232400000002</c:v>
                </c:pt>
                <c:pt idx="342">
                  <c:v>3.7165889299999999</c:v>
                </c:pt>
                <c:pt idx="343">
                  <c:v>3.7686773200000001</c:v>
                </c:pt>
                <c:pt idx="344">
                  <c:v>3.8211074599999999</c:v>
                </c:pt>
                <c:pt idx="345">
                  <c:v>3.8733993600000001</c:v>
                </c:pt>
                <c:pt idx="346">
                  <c:v>3.9250739600000002</c:v>
                </c:pt>
                <c:pt idx="347">
                  <c:v>3.9756531599999998</c:v>
                </c:pt>
                <c:pt idx="348">
                  <c:v>4.0246597399999997</c:v>
                </c:pt>
                <c:pt idx="349">
                  <c:v>4.0726029300000004</c:v>
                </c:pt>
                <c:pt idx="350">
                  <c:v>4.1203285200000002</c:v>
                </c:pt>
                <c:pt idx="351">
                  <c:v>4.1678647299999998</c:v>
                </c:pt>
                <c:pt idx="352">
                  <c:v>4.2152397099999996</c:v>
                </c:pt>
                <c:pt idx="353">
                  <c:v>4.2624815800000002</c:v>
                </c:pt>
                <c:pt idx="354">
                  <c:v>4.3096183899999998</c:v>
                </c:pt>
                <c:pt idx="355">
                  <c:v>4.3566781499999996</c:v>
                </c:pt>
                <c:pt idx="356">
                  <c:v>4.4036888200000002</c:v>
                </c:pt>
                <c:pt idx="357">
                  <c:v>4.4506783199999997</c:v>
                </c:pt>
                <c:pt idx="358">
                  <c:v>4.4976744799999997</c:v>
                </c:pt>
                <c:pt idx="359">
                  <c:v>4.5447051299999996</c:v>
                </c:pt>
                <c:pt idx="360">
                  <c:v>4.5917980199999997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400896"/>
        <c:axId val="158402816"/>
      </c:lineChart>
      <c:catAx>
        <c:axId val="15840089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dirty="0" smtClean="0"/>
                  <a:t>WALA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58402816"/>
        <c:crosses val="autoZero"/>
        <c:auto val="1"/>
        <c:lblAlgn val="ctr"/>
        <c:lblOffset val="100"/>
        <c:tickLblSkip val="50"/>
        <c:tickMarkSkip val="50"/>
        <c:noMultiLvlLbl val="0"/>
      </c:catAx>
      <c:valAx>
        <c:axId val="158402816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CPR</a:t>
                </a:r>
                <a:endParaRPr 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5840089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FICO S-curve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</c:v>
                </c:pt>
              </c:strCache>
            </c:strRef>
          </c:tx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650</c:v>
                </c:pt>
                <c:pt idx="1">
                  <c:v>660</c:v>
                </c:pt>
                <c:pt idx="2">
                  <c:v>670</c:v>
                </c:pt>
                <c:pt idx="3">
                  <c:v>680</c:v>
                </c:pt>
                <c:pt idx="4">
                  <c:v>690</c:v>
                </c:pt>
                <c:pt idx="5">
                  <c:v>700</c:v>
                </c:pt>
                <c:pt idx="6">
                  <c:v>710</c:v>
                </c:pt>
                <c:pt idx="7">
                  <c:v>720</c:v>
                </c:pt>
                <c:pt idx="8">
                  <c:v>730</c:v>
                </c:pt>
                <c:pt idx="9">
                  <c:v>740</c:v>
                </c:pt>
                <c:pt idx="10">
                  <c:v>750</c:v>
                </c:pt>
                <c:pt idx="11">
                  <c:v>760</c:v>
                </c:pt>
                <c:pt idx="12">
                  <c:v>770</c:v>
                </c:pt>
                <c:pt idx="13">
                  <c:v>780</c:v>
                </c:pt>
                <c:pt idx="14">
                  <c:v>790</c:v>
                </c:pt>
                <c:pt idx="15">
                  <c:v>800</c:v>
                </c:pt>
              </c:numCache>
            </c:numRef>
          </c:cat>
          <c:val>
            <c:numRef>
              <c:f>Sheet1!$B$2:$B$17</c:f>
              <c:numCache>
                <c:formatCode>0.00</c:formatCode>
                <c:ptCount val="16"/>
                <c:pt idx="0">
                  <c:v>0.80180141870808441</c:v>
                </c:pt>
                <c:pt idx="1">
                  <c:v>0.80296714778796174</c:v>
                </c:pt>
                <c:pt idx="2">
                  <c:v>0.80488416525907536</c:v>
                </c:pt>
                <c:pt idx="3">
                  <c:v>0.80803142110914183</c:v>
                </c:pt>
                <c:pt idx="4">
                  <c:v>0.81318433115671185</c:v>
                </c:pt>
                <c:pt idx="5">
                  <c:v>0.82158345195450988</c:v>
                </c:pt>
                <c:pt idx="6">
                  <c:v>0.83517467690162761</c:v>
                </c:pt>
                <c:pt idx="7">
                  <c:v>0.85691104781308014</c:v>
                </c:pt>
                <c:pt idx="8">
                  <c:v>0.89102981602549236</c:v>
                </c:pt>
                <c:pt idx="9">
                  <c:v>0.94304350642654111</c:v>
                </c:pt>
                <c:pt idx="10">
                  <c:v>1.0189106285676277</c:v>
                </c:pt>
                <c:pt idx="11">
                  <c:v>1.1227297056439942</c:v>
                </c:pt>
                <c:pt idx="12">
                  <c:v>1.2530488025577746</c:v>
                </c:pt>
                <c:pt idx="13">
                  <c:v>1.4</c:v>
                </c:pt>
                <c:pt idx="14">
                  <c:v>1.5469511974422256</c:v>
                </c:pt>
                <c:pt idx="15">
                  <c:v>1.6772702943560058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</c:v>
                </c:pt>
              </c:strCache>
            </c:strRef>
          </c:tx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650</c:v>
                </c:pt>
                <c:pt idx="1">
                  <c:v>660</c:v>
                </c:pt>
                <c:pt idx="2">
                  <c:v>670</c:v>
                </c:pt>
                <c:pt idx="3">
                  <c:v>680</c:v>
                </c:pt>
                <c:pt idx="4">
                  <c:v>690</c:v>
                </c:pt>
                <c:pt idx="5">
                  <c:v>700</c:v>
                </c:pt>
                <c:pt idx="6">
                  <c:v>710</c:v>
                </c:pt>
                <c:pt idx="7">
                  <c:v>720</c:v>
                </c:pt>
                <c:pt idx="8">
                  <c:v>730</c:v>
                </c:pt>
                <c:pt idx="9">
                  <c:v>740</c:v>
                </c:pt>
                <c:pt idx="10">
                  <c:v>750</c:v>
                </c:pt>
                <c:pt idx="11">
                  <c:v>760</c:v>
                </c:pt>
                <c:pt idx="12">
                  <c:v>770</c:v>
                </c:pt>
                <c:pt idx="13">
                  <c:v>780</c:v>
                </c:pt>
                <c:pt idx="14">
                  <c:v>790</c:v>
                </c:pt>
                <c:pt idx="15">
                  <c:v>800</c:v>
                </c:pt>
              </c:numCache>
            </c:numRef>
          </c:cat>
          <c:val>
            <c:numRef>
              <c:f>Sheet1!$C$2:$C$17</c:f>
              <c:numCache>
                <c:formatCode>0.00</c:formatCode>
                <c:ptCount val="16"/>
                <c:pt idx="0">
                  <c:v>0.88674366783319114</c:v>
                </c:pt>
                <c:pt idx="1">
                  <c:v>0.88740979873597814</c:v>
                </c:pt>
                <c:pt idx="2">
                  <c:v>0.88850523729090025</c:v>
                </c:pt>
                <c:pt idx="3">
                  <c:v>0.89030366920522397</c:v>
                </c:pt>
                <c:pt idx="4">
                  <c:v>0.89324818923240679</c:v>
                </c:pt>
                <c:pt idx="5">
                  <c:v>0.89804768683114855</c:v>
                </c:pt>
                <c:pt idx="6">
                  <c:v>0.9058141010866444</c:v>
                </c:pt>
                <c:pt idx="7">
                  <c:v>0.91823488446461721</c:v>
                </c:pt>
                <c:pt idx="8">
                  <c:v>0.93773132344313848</c:v>
                </c:pt>
                <c:pt idx="9">
                  <c:v>0.96745343224373781</c:v>
                </c:pt>
                <c:pt idx="10">
                  <c:v>1.0108060734672157</c:v>
                </c:pt>
                <c:pt idx="11">
                  <c:v>1.0701312603679967</c:v>
                </c:pt>
                <c:pt idx="12">
                  <c:v>1.1445993157472998</c:v>
                </c:pt>
                <c:pt idx="13">
                  <c:v>1.2285714285714284</c:v>
                </c:pt>
                <c:pt idx="14">
                  <c:v>1.3125435413955575</c:v>
                </c:pt>
                <c:pt idx="15">
                  <c:v>1.3870115967748604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15</c:v>
                </c:pt>
              </c:strCache>
            </c:strRef>
          </c:tx>
          <c:spPr>
            <a:ln>
              <a:solidFill>
                <a:schemeClr val="accent2">
                  <a:lumMod val="40000"/>
                  <a:lumOff val="60000"/>
                </a:schemeClr>
              </a:solidFill>
            </a:ln>
          </c:spPr>
          <c:marker>
            <c:symbol val="none"/>
          </c:marker>
          <c:cat>
            <c:numRef>
              <c:f>Sheet1!$A$2:$A$17</c:f>
              <c:numCache>
                <c:formatCode>General</c:formatCode>
                <c:ptCount val="16"/>
                <c:pt idx="0">
                  <c:v>650</c:v>
                </c:pt>
                <c:pt idx="1">
                  <c:v>660</c:v>
                </c:pt>
                <c:pt idx="2">
                  <c:v>670</c:v>
                </c:pt>
                <c:pt idx="3">
                  <c:v>680</c:v>
                </c:pt>
                <c:pt idx="4">
                  <c:v>690</c:v>
                </c:pt>
                <c:pt idx="5">
                  <c:v>700</c:v>
                </c:pt>
                <c:pt idx="6">
                  <c:v>710</c:v>
                </c:pt>
                <c:pt idx="7">
                  <c:v>720</c:v>
                </c:pt>
                <c:pt idx="8">
                  <c:v>730</c:v>
                </c:pt>
                <c:pt idx="9">
                  <c:v>740</c:v>
                </c:pt>
                <c:pt idx="10">
                  <c:v>750</c:v>
                </c:pt>
                <c:pt idx="11">
                  <c:v>760</c:v>
                </c:pt>
                <c:pt idx="12">
                  <c:v>770</c:v>
                </c:pt>
                <c:pt idx="13">
                  <c:v>780</c:v>
                </c:pt>
                <c:pt idx="14">
                  <c:v>790</c:v>
                </c:pt>
                <c:pt idx="15">
                  <c:v>800</c:v>
                </c:pt>
              </c:numCache>
            </c:numRef>
          </c:cat>
          <c:val>
            <c:numRef>
              <c:f>Sheet1!$D$2:$D$17</c:f>
              <c:numCache>
                <c:formatCode>0.00</c:formatCode>
                <c:ptCount val="1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985152"/>
        <c:axId val="125987072"/>
      </c:lineChart>
      <c:catAx>
        <c:axId val="1259851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FICO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125987072"/>
        <c:crosses val="autoZero"/>
        <c:auto val="1"/>
        <c:lblAlgn val="ctr"/>
        <c:lblOffset val="100"/>
        <c:noMultiLvlLbl val="0"/>
      </c:catAx>
      <c:valAx>
        <c:axId val="125987072"/>
        <c:scaling>
          <c:orientation val="minMax"/>
          <c:min val="0.60000000000000009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Multipler</a:t>
                </a:r>
              </a:p>
            </c:rich>
          </c:tx>
          <c:layout/>
          <c:overlay val="0"/>
        </c:title>
        <c:numFmt formatCode="0.00" sourceLinked="1"/>
        <c:majorTickMark val="out"/>
        <c:minorTickMark val="none"/>
        <c:tickLblPos val="nextTo"/>
        <c:crossAx val="125985152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Sheet2!$AE$1</c:f>
              <c:strCache>
                <c:ptCount val="1"/>
                <c:pt idx="0">
                  <c:v>Diff</c:v>
                </c:pt>
              </c:strCache>
            </c:strRef>
          </c:tx>
          <c:spPr>
            <a:solidFill>
              <a:schemeClr val="bg2">
                <a:lumMod val="90000"/>
              </a:schemeClr>
            </a:solidFill>
          </c:spPr>
          <c:invertIfNegative val="0"/>
          <c:cat>
            <c:numRef>
              <c:f>Sheet2!$AB$2:$AB$311</c:f>
              <c:numCache>
                <c:formatCode>General</c:formatCode>
                <c:ptCount val="3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</c:numCache>
            </c:numRef>
          </c:cat>
          <c:val>
            <c:numRef>
              <c:f>Sheet2!$AE$2:$AE$311</c:f>
              <c:numCache>
                <c:formatCode>General</c:formatCode>
                <c:ptCount val="310"/>
                <c:pt idx="0">
                  <c:v>0.5046197461394728</c:v>
                </c:pt>
                <c:pt idx="1">
                  <c:v>2.3504179907485723</c:v>
                </c:pt>
                <c:pt idx="2">
                  <c:v>-0.72881422138036234</c:v>
                </c:pt>
                <c:pt idx="3">
                  <c:v>-0.67598368270419762</c:v>
                </c:pt>
                <c:pt idx="4">
                  <c:v>-1.2899700845794273</c:v>
                </c:pt>
                <c:pt idx="5">
                  <c:v>-1.3610965457087918</c:v>
                </c:pt>
                <c:pt idx="6">
                  <c:v>-0.82111647101261553</c:v>
                </c:pt>
                <c:pt idx="7">
                  <c:v>-1.181173643331503</c:v>
                </c:pt>
                <c:pt idx="8">
                  <c:v>-1.0808802511302158</c:v>
                </c:pt>
                <c:pt idx="9">
                  <c:v>-0.88122350786755099</c:v>
                </c:pt>
                <c:pt idx="10">
                  <c:v>-0.74145036565271916</c:v>
                </c:pt>
                <c:pt idx="11">
                  <c:v>-0.78094827725785798</c:v>
                </c:pt>
                <c:pt idx="12">
                  <c:v>-1.1411447324610773</c:v>
                </c:pt>
                <c:pt idx="13">
                  <c:v>-1.6618956303563586</c:v>
                </c:pt>
                <c:pt idx="14">
                  <c:v>-1.6008121902477583</c:v>
                </c:pt>
                <c:pt idx="15">
                  <c:v>-1.5805804404089905</c:v>
                </c:pt>
                <c:pt idx="16">
                  <c:v>-1.5600833764174737</c:v>
                </c:pt>
                <c:pt idx="17">
                  <c:v>-1.6601405010167767</c:v>
                </c:pt>
                <c:pt idx="18">
                  <c:v>-1.8195728676796392</c:v>
                </c:pt>
                <c:pt idx="19">
                  <c:v>-2.1593063553691039</c:v>
                </c:pt>
                <c:pt idx="20">
                  <c:v>-2.2790033318927456</c:v>
                </c:pt>
                <c:pt idx="21">
                  <c:v>-2.0188353924499403</c:v>
                </c:pt>
                <c:pt idx="22">
                  <c:v>-1.7391287678802243</c:v>
                </c:pt>
                <c:pt idx="23">
                  <c:v>-1.5992749490635596</c:v>
                </c:pt>
                <c:pt idx="24">
                  <c:v>-1.5594818597586162</c:v>
                </c:pt>
                <c:pt idx="25">
                  <c:v>-1.5798096626813134</c:v>
                </c:pt>
                <c:pt idx="26">
                  <c:v>-1.4197108370319427</c:v>
                </c:pt>
                <c:pt idx="27">
                  <c:v>-1.3601281935931802</c:v>
                </c:pt>
                <c:pt idx="28">
                  <c:v>-1.3399533000621311</c:v>
                </c:pt>
                <c:pt idx="29">
                  <c:v>-1.3600458110292841</c:v>
                </c:pt>
                <c:pt idx="30">
                  <c:v>-1.2799508965213775</c:v>
                </c:pt>
                <c:pt idx="31">
                  <c:v>-1.1999999999999993</c:v>
                </c:pt>
                <c:pt idx="32">
                  <c:v>-1.1401025020186495</c:v>
                </c:pt>
                <c:pt idx="33">
                  <c:v>-1.0001264296222594</c:v>
                </c:pt>
                <c:pt idx="34">
                  <c:v>-0.80019975723155667</c:v>
                </c:pt>
                <c:pt idx="35">
                  <c:v>-0.68038571423890559</c:v>
                </c:pt>
                <c:pt idx="36">
                  <c:v>-0.62031378694539541</c:v>
                </c:pt>
                <c:pt idx="37">
                  <c:v>-0.60000000000000142</c:v>
                </c:pt>
                <c:pt idx="38">
                  <c:v>-0.38014007282776419</c:v>
                </c:pt>
                <c:pt idx="39">
                  <c:v>-0.18029240636782973</c:v>
                </c:pt>
                <c:pt idx="40">
                  <c:v>-0.18054105025078115</c:v>
                </c:pt>
                <c:pt idx="41">
                  <c:v>-0.16093177636593126</c:v>
                </c:pt>
                <c:pt idx="42">
                  <c:v>-0.32077869452095698</c:v>
                </c:pt>
                <c:pt idx="43">
                  <c:v>-0.4806113828538372</c:v>
                </c:pt>
                <c:pt idx="44">
                  <c:v>-0.8618140112262509</c:v>
                </c:pt>
                <c:pt idx="45">
                  <c:v>-0.86176679410790769</c:v>
                </c:pt>
                <c:pt idx="46">
                  <c:v>-1.0238303670916054</c:v>
                </c:pt>
                <c:pt idx="47">
                  <c:v>-1.2253094301146561</c:v>
                </c:pt>
                <c:pt idx="48">
                  <c:v>-1.4439907974106703</c:v>
                </c:pt>
                <c:pt idx="49">
                  <c:v>-1.645150469975917</c:v>
                </c:pt>
                <c:pt idx="50">
                  <c:v>-1.4849830126028287</c:v>
                </c:pt>
                <c:pt idx="51">
                  <c:v>-1.544083376777678</c:v>
                </c:pt>
                <c:pt idx="52">
                  <c:v>-1.4855508935799193</c:v>
                </c:pt>
                <c:pt idx="53">
                  <c:v>-1.485619665410848</c:v>
                </c:pt>
                <c:pt idx="54">
                  <c:v>-1.4664835440407806</c:v>
                </c:pt>
                <c:pt idx="55">
                  <c:v>-1.6261521029837098</c:v>
                </c:pt>
                <c:pt idx="56">
                  <c:v>-1.7040246168567634</c:v>
                </c:pt>
                <c:pt idx="57">
                  <c:v>-1.7441784994565523</c:v>
                </c:pt>
                <c:pt idx="58">
                  <c:v>-1.7438067340820318</c:v>
                </c:pt>
                <c:pt idx="59">
                  <c:v>-1.8623905143322084</c:v>
                </c:pt>
                <c:pt idx="60">
                  <c:v>-1.9438434355553014</c:v>
                </c:pt>
                <c:pt idx="61">
                  <c:v>-1.8238818345587688</c:v>
                </c:pt>
                <c:pt idx="62">
                  <c:v>-1.7647071528000708</c:v>
                </c:pt>
                <c:pt idx="63">
                  <c:v>-1.6238966765745602</c:v>
                </c:pt>
                <c:pt idx="64">
                  <c:v>-1.6036498435764415</c:v>
                </c:pt>
                <c:pt idx="65">
                  <c:v>-1.5227087974250431</c:v>
                </c:pt>
                <c:pt idx="66">
                  <c:v>-1.5221361322487539</c:v>
                </c:pt>
                <c:pt idx="67">
                  <c:v>-1.559989443283655</c:v>
                </c:pt>
                <c:pt idx="68">
                  <c:v>-1.5594716621551861</c:v>
                </c:pt>
                <c:pt idx="69">
                  <c:v>-1.5989687346537877</c:v>
                </c:pt>
                <c:pt idx="70">
                  <c:v>-1.6181225892792952</c:v>
                </c:pt>
                <c:pt idx="71">
                  <c:v>-1.7560869266291625</c:v>
                </c:pt>
                <c:pt idx="72">
                  <c:v>-2.0165809475414633</c:v>
                </c:pt>
                <c:pt idx="73">
                  <c:v>-2.1763138435068612</c:v>
                </c:pt>
                <c:pt idx="74">
                  <c:v>-2.2364497652043838</c:v>
                </c:pt>
                <c:pt idx="75">
                  <c:v>-2.014479336139587</c:v>
                </c:pt>
                <c:pt idx="76">
                  <c:v>-1.9919291905389898</c:v>
                </c:pt>
                <c:pt idx="77">
                  <c:v>-1.8689986960863685</c:v>
                </c:pt>
                <c:pt idx="78">
                  <c:v>-1.7907449624750562</c:v>
                </c:pt>
                <c:pt idx="79">
                  <c:v>-1.9062220689159233</c:v>
                </c:pt>
                <c:pt idx="80">
                  <c:v>-1.7023192619046696</c:v>
                </c:pt>
                <c:pt idx="81">
                  <c:v>-1.686811953211933</c:v>
                </c:pt>
                <c:pt idx="82">
                  <c:v>-1.608045004295942</c:v>
                </c:pt>
                <c:pt idx="83">
                  <c:v>-1.7533666451169481</c:v>
                </c:pt>
                <c:pt idx="84">
                  <c:v>-2.0055110420082478</c:v>
                </c:pt>
                <c:pt idx="85">
                  <c:v>-2.143524395949914</c:v>
                </c:pt>
                <c:pt idx="86">
                  <c:v>-2.1431586491348682</c:v>
                </c:pt>
                <c:pt idx="87">
                  <c:v>-2.2318743289546354</c:v>
                </c:pt>
                <c:pt idx="88">
                  <c:v>-2.4303724061174385</c:v>
                </c:pt>
                <c:pt idx="89">
                  <c:v>-2.4167878064429225</c:v>
                </c:pt>
                <c:pt idx="90">
                  <c:v>-2.3397173618602238</c:v>
                </c:pt>
                <c:pt idx="91">
                  <c:v>-2.2776201694506319</c:v>
                </c:pt>
                <c:pt idx="92">
                  <c:v>-1.9768486341040727</c:v>
                </c:pt>
                <c:pt idx="93">
                  <c:v>-1.901122049944469</c:v>
                </c:pt>
                <c:pt idx="94">
                  <c:v>-1.7253238429753672</c:v>
                </c:pt>
                <c:pt idx="95">
                  <c:v>-1.7248627071344487</c:v>
                </c:pt>
                <c:pt idx="96">
                  <c:v>-1.8988894849619662</c:v>
                </c:pt>
                <c:pt idx="97">
                  <c:v>-1.7238594879404907</c:v>
                </c:pt>
                <c:pt idx="98">
                  <c:v>-1.4235124130638148</c:v>
                </c:pt>
                <c:pt idx="99">
                  <c:v>-1.1864048043164281</c:v>
                </c:pt>
                <c:pt idx="100">
                  <c:v>-1.1238157981804093</c:v>
                </c:pt>
                <c:pt idx="101">
                  <c:v>-0.51159057118558593</c:v>
                </c:pt>
                <c:pt idx="102">
                  <c:v>-0.11195751497372086</c:v>
                </c:pt>
                <c:pt idx="103">
                  <c:v>-0.14906727776273598</c:v>
                </c:pt>
                <c:pt idx="104">
                  <c:v>6.2657375486342204E-2</c:v>
                </c:pt>
                <c:pt idx="105">
                  <c:v>0.15112072579562152</c:v>
                </c:pt>
                <c:pt idx="106">
                  <c:v>0.2882455679745739</c:v>
                </c:pt>
                <c:pt idx="107">
                  <c:v>0.27723757386795711</c:v>
                </c:pt>
                <c:pt idx="108">
                  <c:v>-7.425032849338109E-2</c:v>
                </c:pt>
                <c:pt idx="109">
                  <c:v>-0.42263615530735876</c:v>
                </c:pt>
                <c:pt idx="110">
                  <c:v>-0.62254283865491544</c:v>
                </c:pt>
                <c:pt idx="111">
                  <c:v>-0.64803774627602806</c:v>
                </c:pt>
                <c:pt idx="112">
                  <c:v>-1.0113675593635989</c:v>
                </c:pt>
                <c:pt idx="113">
                  <c:v>-1.2109336609336587</c:v>
                </c:pt>
                <c:pt idx="114">
                  <c:v>-1.3957867918629923</c:v>
                </c:pt>
                <c:pt idx="115">
                  <c:v>-1.4738465005935772</c:v>
                </c:pt>
                <c:pt idx="116">
                  <c:v>-2.0205431869925263</c:v>
                </c:pt>
                <c:pt idx="117">
                  <c:v>-2.4474312937448204</c:v>
                </c:pt>
                <c:pt idx="118">
                  <c:v>-2.6208610250878621</c:v>
                </c:pt>
                <c:pt idx="119">
                  <c:v>-2.7471473646565663</c:v>
                </c:pt>
                <c:pt idx="120">
                  <c:v>-2.9367307669661642</c:v>
                </c:pt>
                <c:pt idx="121">
                  <c:v>-2.4000000000000021</c:v>
                </c:pt>
                <c:pt idx="122">
                  <c:v>-1.9531895863685307</c:v>
                </c:pt>
                <c:pt idx="123">
                  <c:v>-1.5366709725624084</c:v>
                </c:pt>
                <c:pt idx="124">
                  <c:v>-1.2270711996274244</c:v>
                </c:pt>
                <c:pt idx="125">
                  <c:v>-0.8271824422336671</c:v>
                </c:pt>
                <c:pt idx="126">
                  <c:v>-0.43624950482073643</c:v>
                </c:pt>
                <c:pt idx="127">
                  <c:v>0.10000000000000142</c:v>
                </c:pt>
                <c:pt idx="128">
                  <c:v>0.47225270372945261</c:v>
                </c:pt>
                <c:pt idx="129">
                  <c:v>0.86398669291417463</c:v>
                </c:pt>
                <c:pt idx="130">
                  <c:v>1.1718893529632126</c:v>
                </c:pt>
                <c:pt idx="131">
                  <c:v>1.4284001483845188</c:v>
                </c:pt>
                <c:pt idx="132">
                  <c:v>1.4358144958202352</c:v>
                </c:pt>
                <c:pt idx="133">
                  <c:v>1.9357727237743418</c:v>
                </c:pt>
                <c:pt idx="134">
                  <c:v>2.1999999999999957</c:v>
                </c:pt>
                <c:pt idx="135">
                  <c:v>2.899999999999995</c:v>
                </c:pt>
                <c:pt idx="136">
                  <c:v>2.9712961578072452</c:v>
                </c:pt>
                <c:pt idx="137">
                  <c:v>3.3000000000000043</c:v>
                </c:pt>
                <c:pt idx="138">
                  <c:v>3.6643918039152936</c:v>
                </c:pt>
                <c:pt idx="139">
                  <c:v>3.9421051886458542</c:v>
                </c:pt>
                <c:pt idx="140">
                  <c:v>4.1000000000000014</c:v>
                </c:pt>
                <c:pt idx="141">
                  <c:v>3.8000000000000007</c:v>
                </c:pt>
                <c:pt idx="142">
                  <c:v>3.8648505751983357</c:v>
                </c:pt>
                <c:pt idx="143">
                  <c:v>3.6298106521979818</c:v>
                </c:pt>
                <c:pt idx="144">
                  <c:v>3.264814900242186</c:v>
                </c:pt>
                <c:pt idx="145">
                  <c:v>3.235231719137019</c:v>
                </c:pt>
                <c:pt idx="146">
                  <c:v>3.1588191409334208</c:v>
                </c:pt>
                <c:pt idx="147">
                  <c:v>3.3479685027112538</c:v>
                </c:pt>
                <c:pt idx="148">
                  <c:v>3.3999999999999986</c:v>
                </c:pt>
                <c:pt idx="149">
                  <c:v>3.2440316774658022</c:v>
                </c:pt>
                <c:pt idx="150">
                  <c:v>3.2813445326299089</c:v>
                </c:pt>
                <c:pt idx="151">
                  <c:v>3.2433196514971812</c:v>
                </c:pt>
                <c:pt idx="152">
                  <c:v>3.3875140065749889</c:v>
                </c:pt>
                <c:pt idx="153">
                  <c:v>3.1450262764620334</c:v>
                </c:pt>
                <c:pt idx="154">
                  <c:v>2.9310680538322025</c:v>
                </c:pt>
                <c:pt idx="155">
                  <c:v>3.1974622956741605</c:v>
                </c:pt>
                <c:pt idx="156">
                  <c:v>2.9761621090280279</c:v>
                </c:pt>
                <c:pt idx="157">
                  <c:v>3.1406647887323942</c:v>
                </c:pt>
                <c:pt idx="158">
                  <c:v>3.3084159134393367</c:v>
                </c:pt>
                <c:pt idx="159">
                  <c:v>3.259133631312924</c:v>
                </c:pt>
                <c:pt idx="160">
                  <c:v>3.3973387453874544</c:v>
                </c:pt>
                <c:pt idx="161">
                  <c:v>3.1691716494766204</c:v>
                </c:pt>
                <c:pt idx="162">
                  <c:v>3.4687446163662479</c:v>
                </c:pt>
                <c:pt idx="163">
                  <c:v>3.4688396607098753</c:v>
                </c:pt>
                <c:pt idx="164">
                  <c:v>3.0089562415832809</c:v>
                </c:pt>
                <c:pt idx="165">
                  <c:v>3.2230207021961093</c:v>
                </c:pt>
                <c:pt idx="166">
                  <c:v>2.9157065413805547</c:v>
                </c:pt>
                <c:pt idx="167">
                  <c:v>2.5915906371522581</c:v>
                </c:pt>
                <c:pt idx="168">
                  <c:v>2.6708167081092533</c:v>
                </c:pt>
                <c:pt idx="169">
                  <c:v>2.1081895436543512</c:v>
                </c:pt>
                <c:pt idx="170">
                  <c:v>2.0733230788417956</c:v>
                </c:pt>
                <c:pt idx="171">
                  <c:v>1.9223222728444966</c:v>
                </c:pt>
                <c:pt idx="172">
                  <c:v>1.753291031770857</c:v>
                </c:pt>
                <c:pt idx="173">
                  <c:v>1.3129810241866693</c:v>
                </c:pt>
                <c:pt idx="174">
                  <c:v>1.0816529435493436</c:v>
                </c:pt>
                <c:pt idx="175">
                  <c:v>1.1252307542436881</c:v>
                </c:pt>
                <c:pt idx="176">
                  <c:v>1.0766909364800412</c:v>
                </c:pt>
                <c:pt idx="177">
                  <c:v>0.8655990694067448</c:v>
                </c:pt>
                <c:pt idx="178">
                  <c:v>0.66930001058985411</c:v>
                </c:pt>
                <c:pt idx="179">
                  <c:v>0.69457476801795437</c:v>
                </c:pt>
                <c:pt idx="180">
                  <c:v>0.78055393828495312</c:v>
                </c:pt>
                <c:pt idx="181">
                  <c:v>0.97979383791787455</c:v>
                </c:pt>
                <c:pt idx="182">
                  <c:v>1.5444379951824025</c:v>
                </c:pt>
                <c:pt idx="183">
                  <c:v>1.7076595744680816</c:v>
                </c:pt>
                <c:pt idx="184">
                  <c:v>1.5378227893818099</c:v>
                </c:pt>
                <c:pt idx="185">
                  <c:v>2.1412142548329314</c:v>
                </c:pt>
                <c:pt idx="186">
                  <c:v>1.9846312822921561</c:v>
                </c:pt>
                <c:pt idx="187">
                  <c:v>2.4466058312931231</c:v>
                </c:pt>
                <c:pt idx="188">
                  <c:v>2.3710001295504597</c:v>
                </c:pt>
                <c:pt idx="189">
                  <c:v>2.5211598488582219</c:v>
                </c:pt>
                <c:pt idx="190">
                  <c:v>2.4644416133033857</c:v>
                </c:pt>
                <c:pt idx="191">
                  <c:v>2.8116213171281252</c:v>
                </c:pt>
                <c:pt idx="192">
                  <c:v>2.9164437944003332</c:v>
                </c:pt>
                <c:pt idx="193">
                  <c:v>2.8341772151898752</c:v>
                </c:pt>
                <c:pt idx="194">
                  <c:v>2.575213427868615</c:v>
                </c:pt>
                <c:pt idx="195">
                  <c:v>3.3075241465752434</c:v>
                </c:pt>
                <c:pt idx="196">
                  <c:v>2.974299589092265</c:v>
                </c:pt>
                <c:pt idx="197">
                  <c:v>2.7005417077051312</c:v>
                </c:pt>
                <c:pt idx="198">
                  <c:v>3.0028606772846764</c:v>
                </c:pt>
                <c:pt idx="199">
                  <c:v>3.8942631058358081</c:v>
                </c:pt>
                <c:pt idx="200">
                  <c:v>3.6150300682084193</c:v>
                </c:pt>
                <c:pt idx="201">
                  <c:v>3.5674815422477408</c:v>
                </c:pt>
                <c:pt idx="202">
                  <c:v>3.933379379630793</c:v>
                </c:pt>
                <c:pt idx="203">
                  <c:v>4.0831599395639984</c:v>
                </c:pt>
                <c:pt idx="204">
                  <c:v>3.9208800000000004</c:v>
                </c:pt>
                <c:pt idx="205">
                  <c:v>3.9047638603696093</c:v>
                </c:pt>
                <c:pt idx="206">
                  <c:v>3.5691132935482344</c:v>
                </c:pt>
                <c:pt idx="207">
                  <c:v>3.3972711267605646</c:v>
                </c:pt>
                <c:pt idx="208">
                  <c:v>3.1229294865328328</c:v>
                </c:pt>
                <c:pt idx="209">
                  <c:v>3.0228229317851962</c:v>
                </c:pt>
                <c:pt idx="210">
                  <c:v>3.1409191994069694</c:v>
                </c:pt>
                <c:pt idx="211">
                  <c:v>3.5789347434988841</c:v>
                </c:pt>
                <c:pt idx="212">
                  <c:v>3.3610418646246689</c:v>
                </c:pt>
                <c:pt idx="213">
                  <c:v>4.1847093923919907</c:v>
                </c:pt>
                <c:pt idx="214">
                  <c:v>4.1194263974246397</c:v>
                </c:pt>
                <c:pt idx="215">
                  <c:v>4.9172898037568249</c:v>
                </c:pt>
                <c:pt idx="216">
                  <c:v>4.864773973437309</c:v>
                </c:pt>
                <c:pt idx="217">
                  <c:v>4.6884729981378079</c:v>
                </c:pt>
                <c:pt idx="218">
                  <c:v>5.1957921259842479</c:v>
                </c:pt>
                <c:pt idx="219">
                  <c:v>5.5518669555244031</c:v>
                </c:pt>
                <c:pt idx="220">
                  <c:v>5.6664225059959836</c:v>
                </c:pt>
                <c:pt idx="221">
                  <c:v>5.7571956206305259</c:v>
                </c:pt>
                <c:pt idx="222">
                  <c:v>6.136869090424824</c:v>
                </c:pt>
                <c:pt idx="223">
                  <c:v>5.5940764417845479</c:v>
                </c:pt>
                <c:pt idx="224">
                  <c:v>5.9483053182694974</c:v>
                </c:pt>
                <c:pt idx="225">
                  <c:v>5.8051628721541171</c:v>
                </c:pt>
                <c:pt idx="226">
                  <c:v>5.8096536059057353</c:v>
                </c:pt>
                <c:pt idx="227">
                  <c:v>5.4128286622363504</c:v>
                </c:pt>
                <c:pt idx="228">
                  <c:v>5.7063265005161483</c:v>
                </c:pt>
                <c:pt idx="229">
                  <c:v>5.0254959203533183</c:v>
                </c:pt>
                <c:pt idx="230">
                  <c:v>4.8846624359660513</c:v>
                </c:pt>
                <c:pt idx="231">
                  <c:v>4.7770729813664623</c:v>
                </c:pt>
                <c:pt idx="232">
                  <c:v>4.0009416791960142</c:v>
                </c:pt>
                <c:pt idx="233">
                  <c:v>3.9000000000000004</c:v>
                </c:pt>
                <c:pt idx="234">
                  <c:v>3.6244007475420457</c:v>
                </c:pt>
                <c:pt idx="235">
                  <c:v>3</c:v>
                </c:pt>
                <c:pt idx="236">
                  <c:v>2.5519932998324961</c:v>
                </c:pt>
                <c:pt idx="237">
                  <c:v>2.8819711333162523</c:v>
                </c:pt>
                <c:pt idx="238">
                  <c:v>2.5763180789977351</c:v>
                </c:pt>
                <c:pt idx="239">
                  <c:v>1.859903897490657</c:v>
                </c:pt>
                <c:pt idx="240">
                  <c:v>2.3770159473826453</c:v>
                </c:pt>
                <c:pt idx="241">
                  <c:v>2.40961413898399</c:v>
                </c:pt>
                <c:pt idx="242">
                  <c:v>2.3740523423675146</c:v>
                </c:pt>
                <c:pt idx="243">
                  <c:v>2.2440748835883291</c:v>
                </c:pt>
                <c:pt idx="244">
                  <c:v>2.6670911722141835</c:v>
                </c:pt>
                <c:pt idx="245">
                  <c:v>2.6783260955388837</c:v>
                </c:pt>
                <c:pt idx="246">
                  <c:v>3.0913878499949465</c:v>
                </c:pt>
                <c:pt idx="247">
                  <c:v>3.0073674475955592</c:v>
                </c:pt>
                <c:pt idx="248">
                  <c:v>2.6928720735785969</c:v>
                </c:pt>
                <c:pt idx="249">
                  <c:v>3.0270356913870504</c:v>
                </c:pt>
                <c:pt idx="250">
                  <c:v>3.1681518330269238</c:v>
                </c:pt>
                <c:pt idx="251">
                  <c:v>3.1546171541242209</c:v>
                </c:pt>
                <c:pt idx="252">
                  <c:v>2.6133229363930059</c:v>
                </c:pt>
                <c:pt idx="253">
                  <c:v>2.7188615315111786</c:v>
                </c:pt>
                <c:pt idx="254">
                  <c:v>3.6966800228963894</c:v>
                </c:pt>
                <c:pt idx="255">
                  <c:v>3.3406220876048476</c:v>
                </c:pt>
                <c:pt idx="256">
                  <c:v>3.3407768143485015</c:v>
                </c:pt>
                <c:pt idx="257">
                  <c:v>3.3444391006372491</c:v>
                </c:pt>
                <c:pt idx="258">
                  <c:v>3.0024405050995639</c:v>
                </c:pt>
                <c:pt idx="259">
                  <c:v>2.8872655478775915</c:v>
                </c:pt>
                <c:pt idx="260">
                  <c:v>2.8977272727272734</c:v>
                </c:pt>
                <c:pt idx="261">
                  <c:v>2.987652419458346</c:v>
                </c:pt>
                <c:pt idx="262">
                  <c:v>3.2010054844606888</c:v>
                </c:pt>
                <c:pt idx="263">
                  <c:v>2.8891481280520868</c:v>
                </c:pt>
                <c:pt idx="264">
                  <c:v>3.0938815331010439</c:v>
                </c:pt>
                <c:pt idx="265">
                  <c:v>2.567824107015797</c:v>
                </c:pt>
                <c:pt idx="266">
                  <c:v>3.4057947266497859</c:v>
                </c:pt>
                <c:pt idx="267">
                  <c:v>3.717404914697136</c:v>
                </c:pt>
                <c:pt idx="268">
                  <c:v>4.3804640597111799</c:v>
                </c:pt>
                <c:pt idx="269">
                  <c:v>4.1055546260665867</c:v>
                </c:pt>
                <c:pt idx="270">
                  <c:v>4.4173113950638854</c:v>
                </c:pt>
                <c:pt idx="271">
                  <c:v>4.3043446908238732</c:v>
                </c:pt>
                <c:pt idx="272">
                  <c:v>4.7365786070570834</c:v>
                </c:pt>
                <c:pt idx="273">
                  <c:v>4.328170341058982</c:v>
                </c:pt>
                <c:pt idx="274">
                  <c:v>4.561654718077893</c:v>
                </c:pt>
                <c:pt idx="275">
                  <c:v>4.9970041941282197</c:v>
                </c:pt>
                <c:pt idx="276">
                  <c:v>4.9178513731825504</c:v>
                </c:pt>
                <c:pt idx="277">
                  <c:v>5.1922605676945057</c:v>
                </c:pt>
                <c:pt idx="278">
                  <c:v>5.2308424756779157</c:v>
                </c:pt>
                <c:pt idx="279">
                  <c:v>4.9923593618807658</c:v>
                </c:pt>
                <c:pt idx="280">
                  <c:v>5.0915221579961454</c:v>
                </c:pt>
                <c:pt idx="281">
                  <c:v>4.7698811096433289</c:v>
                </c:pt>
                <c:pt idx="282">
                  <c:v>5.2091661077576568</c:v>
                </c:pt>
                <c:pt idx="283">
                  <c:v>5.1166243361810189</c:v>
                </c:pt>
                <c:pt idx="284">
                  <c:v>5.1776232020749831</c:v>
                </c:pt>
                <c:pt idx="285">
                  <c:v>5.5781916197010517</c:v>
                </c:pt>
                <c:pt idx="286">
                  <c:v>4.9559322033898319</c:v>
                </c:pt>
                <c:pt idx="287">
                  <c:v>5.4737696600710315</c:v>
                </c:pt>
                <c:pt idx="288">
                  <c:v>5.5792922673656626</c:v>
                </c:pt>
                <c:pt idx="289">
                  <c:v>4.7863770447841247</c:v>
                </c:pt>
                <c:pt idx="290">
                  <c:v>5.5440899001109862</c:v>
                </c:pt>
                <c:pt idx="291">
                  <c:v>5.481621621621624</c:v>
                </c:pt>
                <c:pt idx="292">
                  <c:v>5.1970741599073023</c:v>
                </c:pt>
                <c:pt idx="293">
                  <c:v>5.1300241400120719</c:v>
                </c:pt>
                <c:pt idx="294">
                  <c:v>5.1992343032159276</c:v>
                </c:pt>
                <c:pt idx="295">
                  <c:v>5.7040899157040279</c:v>
                </c:pt>
                <c:pt idx="296">
                  <c:v>6.2595009596929003</c:v>
                </c:pt>
                <c:pt idx="297">
                  <c:v>5.1221774193548377</c:v>
                </c:pt>
                <c:pt idx="298">
                  <c:v>5.9350243224461394</c:v>
                </c:pt>
                <c:pt idx="299">
                  <c:v>5.3634615384615429</c:v>
                </c:pt>
                <c:pt idx="300">
                  <c:v>6.7094674556213008</c:v>
                </c:pt>
                <c:pt idx="301">
                  <c:v>6.8777019340159278</c:v>
                </c:pt>
                <c:pt idx="302">
                  <c:v>7.4991015625000017</c:v>
                </c:pt>
                <c:pt idx="303">
                  <c:v>6.2982484725050902</c:v>
                </c:pt>
                <c:pt idx="304">
                  <c:v>6.7035175879397002</c:v>
                </c:pt>
                <c:pt idx="305">
                  <c:v>6.5731252709146091</c:v>
                </c:pt>
                <c:pt idx="306">
                  <c:v>4.7671694764862451</c:v>
                </c:pt>
                <c:pt idx="307">
                  <c:v>5.2391959798994989</c:v>
                </c:pt>
                <c:pt idx="308">
                  <c:v>6.0592503604036523</c:v>
                </c:pt>
                <c:pt idx="309">
                  <c:v>6.3607194944093344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6590976"/>
        <c:axId val="126592512"/>
      </c:barChart>
      <c:lineChart>
        <c:grouping val="standard"/>
        <c:varyColors val="0"/>
        <c:ser>
          <c:idx val="0"/>
          <c:order val="0"/>
          <c:tx>
            <c:strRef>
              <c:f>Sheet2!$AC$1</c:f>
              <c:strCache>
                <c:ptCount val="1"/>
                <c:pt idx="0">
                  <c:v>Actual CPR</c:v>
                </c:pt>
              </c:strCache>
            </c:strRef>
          </c:tx>
          <c:marker>
            <c:symbol val="none"/>
          </c:marker>
          <c:cat>
            <c:numRef>
              <c:f>Sheet2!$AB$2:$AB$311</c:f>
              <c:numCache>
                <c:formatCode>General</c:formatCode>
                <c:ptCount val="3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</c:numCache>
            </c:numRef>
          </c:cat>
          <c:val>
            <c:numRef>
              <c:f>Sheet2!$AC$2:$AC$311</c:f>
              <c:numCache>
                <c:formatCode>General</c:formatCode>
                <c:ptCount val="310"/>
                <c:pt idx="0">
                  <c:v>0.26598225983118923</c:v>
                </c:pt>
                <c:pt idx="1">
                  <c:v>1.3459609273468125</c:v>
                </c:pt>
                <c:pt idx="2">
                  <c:v>3.1288142213803622</c:v>
                </c:pt>
                <c:pt idx="3">
                  <c:v>5.0577049615452561</c:v>
                </c:pt>
                <c:pt idx="4">
                  <c:v>7.9240119661682273</c:v>
                </c:pt>
                <c:pt idx="5">
                  <c:v>10.605482728543967</c:v>
                </c:pt>
                <c:pt idx="6">
                  <c:v>11.942232942025234</c:v>
                </c:pt>
                <c:pt idx="7">
                  <c:v>13.30195607221917</c:v>
                </c:pt>
                <c:pt idx="8">
                  <c:v>14.201467085217025</c:v>
                </c:pt>
                <c:pt idx="9">
                  <c:v>14.841631343823401</c:v>
                </c:pt>
                <c:pt idx="10">
                  <c:v>15.381087774239539</c:v>
                </c:pt>
                <c:pt idx="11">
                  <c:v>16.120632184838573</c:v>
                </c:pt>
                <c:pt idx="12">
                  <c:v>17.041144732461078</c:v>
                </c:pt>
                <c:pt idx="13">
                  <c:v>18.001579691963631</c:v>
                </c:pt>
                <c:pt idx="14">
                  <c:v>18.440649752198205</c:v>
                </c:pt>
                <c:pt idx="15">
                  <c:v>18.78058044040899</c:v>
                </c:pt>
                <c:pt idx="16">
                  <c:v>19.160083376417475</c:v>
                </c:pt>
                <c:pt idx="17">
                  <c:v>19.560140501016775</c:v>
                </c:pt>
                <c:pt idx="18">
                  <c:v>19.97971524511976</c:v>
                </c:pt>
                <c:pt idx="19">
                  <c:v>20.419479766526827</c:v>
                </c:pt>
                <c:pt idx="20">
                  <c:v>20.559430475367282</c:v>
                </c:pt>
                <c:pt idx="21">
                  <c:v>20.199272120281215</c:v>
                </c:pt>
                <c:pt idx="22">
                  <c:v>19.879709589293409</c:v>
                </c:pt>
                <c:pt idx="23">
                  <c:v>19.739854989812713</c:v>
                </c:pt>
                <c:pt idx="24">
                  <c:v>19.739870464939653</c:v>
                </c:pt>
                <c:pt idx="25">
                  <c:v>19.860095168659342</c:v>
                </c:pt>
                <c:pt idx="26">
                  <c:v>19.8</c:v>
                </c:pt>
                <c:pt idx="27">
                  <c:v>19.78038458077954</c:v>
                </c:pt>
                <c:pt idx="28">
                  <c:v>19.899999999999999</c:v>
                </c:pt>
                <c:pt idx="29">
                  <c:v>20.080137433087852</c:v>
                </c:pt>
                <c:pt idx="30">
                  <c:v>20.079950896521378</c:v>
                </c:pt>
                <c:pt idx="31">
                  <c:v>20.2</c:v>
                </c:pt>
                <c:pt idx="32">
                  <c:v>20.240102502018651</c:v>
                </c:pt>
                <c:pt idx="33">
                  <c:v>20.200126429622255</c:v>
                </c:pt>
                <c:pt idx="34">
                  <c:v>20.060159805785243</c:v>
                </c:pt>
                <c:pt idx="35">
                  <c:v>19.980385714238906</c:v>
                </c:pt>
                <c:pt idx="36">
                  <c:v>20.020313786945394</c:v>
                </c:pt>
                <c:pt idx="37">
                  <c:v>20.140039950937574</c:v>
                </c:pt>
                <c:pt idx="38">
                  <c:v>20.120210109241643</c:v>
                </c:pt>
                <c:pt idx="39">
                  <c:v>20.120438609551741</c:v>
                </c:pt>
                <c:pt idx="40">
                  <c:v>20.380541050250784</c:v>
                </c:pt>
                <c:pt idx="41">
                  <c:v>20.760931776365933</c:v>
                </c:pt>
                <c:pt idx="42">
                  <c:v>21.161038259361277</c:v>
                </c:pt>
                <c:pt idx="43">
                  <c:v>21.52091707428076</c:v>
                </c:pt>
                <c:pt idx="44">
                  <c:v>21.842721016839381</c:v>
                </c:pt>
                <c:pt idx="45">
                  <c:v>21.842650191161859</c:v>
                </c:pt>
                <c:pt idx="46">
                  <c:v>21.964309162978051</c:v>
                </c:pt>
                <c:pt idx="47">
                  <c:v>22.125309430114655</c:v>
                </c:pt>
                <c:pt idx="48">
                  <c:v>22.343990797410669</c:v>
                </c:pt>
                <c:pt idx="49">
                  <c:v>22.445150469975918</c:v>
                </c:pt>
                <c:pt idx="50">
                  <c:v>22.325694871546091</c:v>
                </c:pt>
                <c:pt idx="51">
                  <c:v>22.384763939573954</c:v>
                </c:pt>
                <c:pt idx="52">
                  <c:v>22.426343878377047</c:v>
                </c:pt>
                <c:pt idx="53">
                  <c:v>22.467225284099662</c:v>
                </c:pt>
                <c:pt idx="54">
                  <c:v>22.547924331605397</c:v>
                </c:pt>
                <c:pt idx="55">
                  <c:v>22.648459141602597</c:v>
                </c:pt>
                <c:pt idx="56">
                  <c:v>22.767244310342175</c:v>
                </c:pt>
                <c:pt idx="57">
                  <c:v>22.847660582337006</c:v>
                </c:pt>
                <c:pt idx="58">
                  <c:v>22.746979012483727</c:v>
                </c:pt>
                <c:pt idx="59">
                  <c:v>22.94657391441357</c:v>
                </c:pt>
                <c:pt idx="60">
                  <c:v>23.128327443703157</c:v>
                </c:pt>
                <c:pt idx="61">
                  <c:v>23.20727843979769</c:v>
                </c:pt>
                <c:pt idx="62">
                  <c:v>23.207845254666786</c:v>
                </c:pt>
                <c:pt idx="63">
                  <c:v>23.1073062685773</c:v>
                </c:pt>
                <c:pt idx="64">
                  <c:v>22.986204734079948</c:v>
                </c:pt>
                <c:pt idx="65">
                  <c:v>22.864740395493822</c:v>
                </c:pt>
                <c:pt idx="66">
                  <c:v>22.86373823143532</c:v>
                </c:pt>
                <c:pt idx="67">
                  <c:v>23.039970969030051</c:v>
                </c:pt>
                <c:pt idx="68">
                  <c:v>23.138547070926766</c:v>
                </c:pt>
                <c:pt idx="69">
                  <c:v>23.377524963169094</c:v>
                </c:pt>
                <c:pt idx="70">
                  <c:v>23.556714531238764</c:v>
                </c:pt>
                <c:pt idx="71">
                  <c:v>23.853912996978693</c:v>
                </c:pt>
                <c:pt idx="72">
                  <c:v>24.214444039754877</c:v>
                </c:pt>
                <c:pt idx="73">
                  <c:v>24.43420746836793</c:v>
                </c:pt>
                <c:pt idx="74">
                  <c:v>24.594082942007308</c:v>
                </c:pt>
                <c:pt idx="75">
                  <c:v>24.471719004209383</c:v>
                </c:pt>
                <c:pt idx="76">
                  <c:v>24.527086704862381</c:v>
                </c:pt>
                <c:pt idx="77">
                  <c:v>24.603498044129555</c:v>
                </c:pt>
                <c:pt idx="78">
                  <c:v>24.586117443712585</c:v>
                </c:pt>
                <c:pt idx="79">
                  <c:v>24.839863023800195</c:v>
                </c:pt>
                <c:pt idx="80">
                  <c:v>24.634158921245287</c:v>
                </c:pt>
                <c:pt idx="81">
                  <c:v>24.457580320460284</c:v>
                </c:pt>
                <c:pt idx="82">
                  <c:v>24.439078757517894</c:v>
                </c:pt>
                <c:pt idx="83">
                  <c:v>24.783416612792372</c:v>
                </c:pt>
                <c:pt idx="84">
                  <c:v>25.396455443263399</c:v>
                </c:pt>
                <c:pt idx="85">
                  <c:v>25.934371282588756</c:v>
                </c:pt>
                <c:pt idx="86">
                  <c:v>26.433802343098684</c:v>
                </c:pt>
                <c:pt idx="87">
                  <c:v>26.759820469935192</c:v>
                </c:pt>
                <c:pt idx="88">
                  <c:v>27.057674865882056</c:v>
                </c:pt>
                <c:pt idx="89">
                  <c:v>26.968347008785805</c:v>
                </c:pt>
                <c:pt idx="90">
                  <c:v>26.615210108940271</c:v>
                </c:pt>
                <c:pt idx="91">
                  <c:v>26.25314420334076</c:v>
                </c:pt>
                <c:pt idx="92">
                  <c:v>25.752218360924889</c:v>
                </c:pt>
                <c:pt idx="93">
                  <c:v>25.614042818673646</c:v>
                </c:pt>
                <c:pt idx="94">
                  <c:v>25.43798576446305</c:v>
                </c:pt>
                <c:pt idx="95">
                  <c:v>25.537294060701672</c:v>
                </c:pt>
                <c:pt idx="96">
                  <c:v>25.836250670582213</c:v>
                </c:pt>
                <c:pt idx="97">
                  <c:v>25.761169402597236</c:v>
                </c:pt>
                <c:pt idx="98">
                  <c:v>25.723512413063812</c:v>
                </c:pt>
                <c:pt idx="99">
                  <c:v>25.849123843453143</c:v>
                </c:pt>
                <c:pt idx="100">
                  <c:v>26.049210532120274</c:v>
                </c:pt>
                <c:pt idx="101">
                  <c:v>25.837196857061862</c:v>
                </c:pt>
                <c:pt idx="102">
                  <c:v>25.962680828342098</c:v>
                </c:pt>
                <c:pt idx="103">
                  <c:v>26.4</c:v>
                </c:pt>
                <c:pt idx="104">
                  <c:v>26.625314750972674</c:v>
                </c:pt>
                <c:pt idx="105">
                  <c:v>27</c:v>
                </c:pt>
                <c:pt idx="106">
                  <c:v>27.437251477341807</c:v>
                </c:pt>
                <c:pt idx="107">
                  <c:v>28.085635355110032</c:v>
                </c:pt>
                <c:pt idx="108">
                  <c:v>28.911375492740071</c:v>
                </c:pt>
                <c:pt idx="109">
                  <c:v>29.722636155307359</c:v>
                </c:pt>
                <c:pt idx="110">
                  <c:v>30.185452365545764</c:v>
                </c:pt>
                <c:pt idx="111">
                  <c:v>30.411028309707021</c:v>
                </c:pt>
                <c:pt idx="112">
                  <c:v>30.84849007915146</c:v>
                </c:pt>
                <c:pt idx="113">
                  <c:v>30.984889434889432</c:v>
                </c:pt>
                <c:pt idx="114">
                  <c:v>30.969733489828737</c:v>
                </c:pt>
                <c:pt idx="115">
                  <c:v>30.84769300118716</c:v>
                </c:pt>
                <c:pt idx="116">
                  <c:v>30.894057582656703</c:v>
                </c:pt>
                <c:pt idx="117">
                  <c:v>30.858004764053437</c:v>
                </c:pt>
                <c:pt idx="118">
                  <c:v>30.657671195935837</c:v>
                </c:pt>
                <c:pt idx="119">
                  <c:v>30.357507888148991</c:v>
                </c:pt>
                <c:pt idx="120">
                  <c:v>30.083653834830837</c:v>
                </c:pt>
                <c:pt idx="121">
                  <c:v>29.083471922048428</c:v>
                </c:pt>
                <c:pt idx="122">
                  <c:v>28.236702603407867</c:v>
                </c:pt>
                <c:pt idx="123">
                  <c:v>27.393367780499293</c:v>
                </c:pt>
                <c:pt idx="124">
                  <c:v>26.655250801304</c:v>
                </c:pt>
                <c:pt idx="125">
                  <c:v>25.854861452182156</c:v>
                </c:pt>
                <c:pt idx="126">
                  <c:v>25.226245543386639</c:v>
                </c:pt>
                <c:pt idx="127">
                  <c:v>24.516506842938274</c:v>
                </c:pt>
                <c:pt idx="128">
                  <c:v>24.044505407458896</c:v>
                </c:pt>
                <c:pt idx="129">
                  <c:v>23.652093149600756</c:v>
                </c:pt>
                <c:pt idx="130">
                  <c:v>23.351612735371255</c:v>
                </c:pt>
                <c:pt idx="131">
                  <c:v>23.093799183885153</c:v>
                </c:pt>
                <c:pt idx="132">
                  <c:v>23.150701470741627</c:v>
                </c:pt>
                <c:pt idx="133">
                  <c:v>22.678863618871699</c:v>
                </c:pt>
                <c:pt idx="134">
                  <c:v>22.378601980686518</c:v>
                </c:pt>
                <c:pt idx="135">
                  <c:v>21.643445606522278</c:v>
                </c:pt>
                <c:pt idx="136">
                  <c:v>21.671296157807244</c:v>
                </c:pt>
                <c:pt idx="137">
                  <c:v>21.442308134852144</c:v>
                </c:pt>
                <c:pt idx="138">
                  <c:v>21.342432784338811</c:v>
                </c:pt>
                <c:pt idx="139">
                  <c:v>21.264473702838536</c:v>
                </c:pt>
                <c:pt idx="140">
                  <c:v>21.106773024352609</c:v>
                </c:pt>
                <c:pt idx="141">
                  <c:v>21.306194154172346</c:v>
                </c:pt>
                <c:pt idx="142">
                  <c:v>21.140597699206658</c:v>
                </c:pt>
                <c:pt idx="143">
                  <c:v>21.105284021703024</c:v>
                </c:pt>
                <c:pt idx="144">
                  <c:v>21.135185099757813</c:v>
                </c:pt>
                <c:pt idx="145">
                  <c:v>20.794304842588936</c:v>
                </c:pt>
                <c:pt idx="146">
                  <c:v>20.635295214766646</c:v>
                </c:pt>
                <c:pt idx="147">
                  <c:v>20.11660742547285</c:v>
                </c:pt>
                <c:pt idx="148">
                  <c:v>19.864396606805421</c:v>
                </c:pt>
                <c:pt idx="149">
                  <c:v>19.683952483801296</c:v>
                </c:pt>
                <c:pt idx="150">
                  <c:v>19.24611765431813</c:v>
                </c:pt>
                <c:pt idx="151">
                  <c:v>18.98502052275423</c:v>
                </c:pt>
                <c:pt idx="152">
                  <c:v>18.640607491781267</c:v>
                </c:pt>
                <c:pt idx="153">
                  <c:v>18.71871715442246</c:v>
                </c:pt>
                <c:pt idx="154">
                  <c:v>18.768931946167797</c:v>
                </c:pt>
                <c:pt idx="155">
                  <c:v>18.502537704325839</c:v>
                </c:pt>
                <c:pt idx="156">
                  <c:v>18.661454101874774</c:v>
                </c:pt>
                <c:pt idx="157">
                  <c:v>18.497186854460093</c:v>
                </c:pt>
                <c:pt idx="158">
                  <c:v>18.167636075740582</c:v>
                </c:pt>
                <c:pt idx="159">
                  <c:v>18.179127504629822</c:v>
                </c:pt>
                <c:pt idx="160">
                  <c:v>17.979174907749076</c:v>
                </c:pt>
                <c:pt idx="161">
                  <c:v>18.169286932997213</c:v>
                </c:pt>
                <c:pt idx="162">
                  <c:v>17.769647471686074</c:v>
                </c:pt>
                <c:pt idx="163">
                  <c:v>17.70797167092152</c:v>
                </c:pt>
                <c:pt idx="164">
                  <c:v>18.005223053713582</c:v>
                </c:pt>
                <c:pt idx="165">
                  <c:v>17.615435725276264</c:v>
                </c:pt>
                <c:pt idx="166">
                  <c:v>17.761431152873151</c:v>
                </c:pt>
                <c:pt idx="167">
                  <c:v>17.885252766975768</c:v>
                </c:pt>
                <c:pt idx="168">
                  <c:v>17.667871393049211</c:v>
                </c:pt>
                <c:pt idx="169">
                  <c:v>18.130334149302445</c:v>
                </c:pt>
                <c:pt idx="170">
                  <c:v>18.003119998337109</c:v>
                </c:pt>
                <c:pt idx="171">
                  <c:v>17.916070661050458</c:v>
                </c:pt>
                <c:pt idx="172">
                  <c:v>17.88513785245096</c:v>
                </c:pt>
                <c:pt idx="173">
                  <c:v>18.125330289824998</c:v>
                </c:pt>
                <c:pt idx="174">
                  <c:v>18.218347056450657</c:v>
                </c:pt>
                <c:pt idx="175">
                  <c:v>17.974769245756313</c:v>
                </c:pt>
                <c:pt idx="176">
                  <c:v>17.723309063519959</c:v>
                </c:pt>
                <c:pt idx="177">
                  <c:v>17.759131446297015</c:v>
                </c:pt>
                <c:pt idx="178">
                  <c:v>17.753769988351159</c:v>
                </c:pt>
                <c:pt idx="179">
                  <c:v>17.729937316946323</c:v>
                </c:pt>
                <c:pt idx="180">
                  <c:v>17.542876154038094</c:v>
                </c:pt>
                <c:pt idx="181">
                  <c:v>17.54483740531921</c:v>
                </c:pt>
                <c:pt idx="182">
                  <c:v>17.280006965203004</c:v>
                </c:pt>
                <c:pt idx="183">
                  <c:v>17.430159574468089</c:v>
                </c:pt>
                <c:pt idx="184">
                  <c:v>17.799686992114609</c:v>
                </c:pt>
                <c:pt idx="185">
                  <c:v>17.45878574516707</c:v>
                </c:pt>
                <c:pt idx="186">
                  <c:v>17.852732112102707</c:v>
                </c:pt>
                <c:pt idx="187">
                  <c:v>17.490772948395918</c:v>
                </c:pt>
                <c:pt idx="188">
                  <c:v>17.528999870449542</c:v>
                </c:pt>
                <c:pt idx="189">
                  <c:v>17.30418925579103</c:v>
                </c:pt>
                <c:pt idx="190">
                  <c:v>17.361370570288663</c:v>
                </c:pt>
                <c:pt idx="191">
                  <c:v>17.014594926769316</c:v>
                </c:pt>
                <c:pt idx="192">
                  <c:v>16.946667363142499</c:v>
                </c:pt>
                <c:pt idx="193">
                  <c:v>17.065822784810127</c:v>
                </c:pt>
                <c:pt idx="194">
                  <c:v>17.261253798292579</c:v>
                </c:pt>
                <c:pt idx="195">
                  <c:v>16.419873921698738</c:v>
                </c:pt>
                <c:pt idx="196">
                  <c:v>16.853530070974973</c:v>
                </c:pt>
                <c:pt idx="197">
                  <c:v>17.163436623986666</c:v>
                </c:pt>
                <c:pt idx="198">
                  <c:v>16.961322869955158</c:v>
                </c:pt>
                <c:pt idx="199">
                  <c:v>16.205736894164193</c:v>
                </c:pt>
                <c:pt idx="200">
                  <c:v>16.620406021713684</c:v>
                </c:pt>
                <c:pt idx="201">
                  <c:v>16.932518457752259</c:v>
                </c:pt>
                <c:pt idx="202">
                  <c:v>16.731432877056385</c:v>
                </c:pt>
                <c:pt idx="203">
                  <c:v>16.651672782214547</c:v>
                </c:pt>
                <c:pt idx="204">
                  <c:v>16.747333333333334</c:v>
                </c:pt>
                <c:pt idx="205">
                  <c:v>16.629098790782567</c:v>
                </c:pt>
                <c:pt idx="206">
                  <c:v>16.597330952492833</c:v>
                </c:pt>
                <c:pt idx="207">
                  <c:v>16.336971830985917</c:v>
                </c:pt>
                <c:pt idx="208">
                  <c:v>16.312004438615961</c:v>
                </c:pt>
                <c:pt idx="209">
                  <c:v>16.281681526021149</c:v>
                </c:pt>
                <c:pt idx="210">
                  <c:v>16.164598115005823</c:v>
                </c:pt>
                <c:pt idx="211">
                  <c:v>15.797094259390501</c:v>
                </c:pt>
                <c:pt idx="212">
                  <c:v>15.977485886758705</c:v>
                </c:pt>
                <c:pt idx="213">
                  <c:v>15.524407596534513</c:v>
                </c:pt>
                <c:pt idx="214">
                  <c:v>15.89100380450688</c:v>
                </c:pt>
                <c:pt idx="215">
                  <c:v>15.465420392486346</c:v>
                </c:pt>
                <c:pt idx="216">
                  <c:v>15.806177653222861</c:v>
                </c:pt>
                <c:pt idx="217">
                  <c:v>16.16899441340782</c:v>
                </c:pt>
                <c:pt idx="218">
                  <c:v>15.760749606299214</c:v>
                </c:pt>
                <c:pt idx="219">
                  <c:v>15.648133044475596</c:v>
                </c:pt>
                <c:pt idx="220">
                  <c:v>15.461314578336681</c:v>
                </c:pt>
                <c:pt idx="221">
                  <c:v>15.252710724178868</c:v>
                </c:pt>
                <c:pt idx="222">
                  <c:v>15.190504727660141</c:v>
                </c:pt>
                <c:pt idx="223">
                  <c:v>15.659392002176279</c:v>
                </c:pt>
                <c:pt idx="224">
                  <c:v>15.404436483879856</c:v>
                </c:pt>
                <c:pt idx="225">
                  <c:v>15.473709281961472</c:v>
                </c:pt>
                <c:pt idx="226">
                  <c:v>15.4427597955707</c:v>
                </c:pt>
                <c:pt idx="227">
                  <c:v>15.813240392950014</c:v>
                </c:pt>
                <c:pt idx="228">
                  <c:v>15.344727916236543</c:v>
                </c:pt>
                <c:pt idx="229">
                  <c:v>15.92549592035332</c:v>
                </c:pt>
                <c:pt idx="230">
                  <c:v>15.792270051227158</c:v>
                </c:pt>
                <c:pt idx="231">
                  <c:v>15.57430900621118</c:v>
                </c:pt>
                <c:pt idx="232">
                  <c:v>16.048587481205981</c:v>
                </c:pt>
                <c:pt idx="233">
                  <c:v>15.749939831528279</c:v>
                </c:pt>
                <c:pt idx="234">
                  <c:v>15.777996262289756</c:v>
                </c:pt>
                <c:pt idx="235">
                  <c:v>16.029544143104442</c:v>
                </c:pt>
                <c:pt idx="236">
                  <c:v>16.37998324958124</c:v>
                </c:pt>
                <c:pt idx="237">
                  <c:v>15.581971133316252</c:v>
                </c:pt>
                <c:pt idx="238">
                  <c:v>15.586862710979643</c:v>
                </c:pt>
                <c:pt idx="239">
                  <c:v>16.222673073500623</c:v>
                </c:pt>
                <c:pt idx="240">
                  <c:v>15.793143526443824</c:v>
                </c:pt>
                <c:pt idx="241">
                  <c:v>15.574035347459979</c:v>
                </c:pt>
                <c:pt idx="242">
                  <c:v>15.654810468473505</c:v>
                </c:pt>
                <c:pt idx="243">
                  <c:v>15.647400931293358</c:v>
                </c:pt>
                <c:pt idx="244">
                  <c:v>15.278485287023637</c:v>
                </c:pt>
                <c:pt idx="245">
                  <c:v>15.396565337544414</c:v>
                </c:pt>
                <c:pt idx="246">
                  <c:v>15.039330839987871</c:v>
                </c:pt>
                <c:pt idx="247">
                  <c:v>15.128771064529388</c:v>
                </c:pt>
                <c:pt idx="248">
                  <c:v>15.600041806020068</c:v>
                </c:pt>
                <c:pt idx="249">
                  <c:v>15.120720239367385</c:v>
                </c:pt>
                <c:pt idx="250">
                  <c:v>14.873537363469234</c:v>
                </c:pt>
                <c:pt idx="251">
                  <c:v>14.992310220177455</c:v>
                </c:pt>
                <c:pt idx="252">
                  <c:v>15.613322936393002</c:v>
                </c:pt>
                <c:pt idx="253">
                  <c:v>15.575446126044726</c:v>
                </c:pt>
                <c:pt idx="254">
                  <c:v>14.796680022896394</c:v>
                </c:pt>
                <c:pt idx="255">
                  <c:v>15.304147250698973</c:v>
                </c:pt>
                <c:pt idx="256">
                  <c:v>15.224919824207149</c:v>
                </c:pt>
                <c:pt idx="257">
                  <c:v>15.16409763135746</c:v>
                </c:pt>
                <c:pt idx="258">
                  <c:v>15.629273919378338</c:v>
                </c:pt>
                <c:pt idx="259">
                  <c:v>15.604540967423494</c:v>
                </c:pt>
                <c:pt idx="260">
                  <c:v>15.422727272727272</c:v>
                </c:pt>
                <c:pt idx="261">
                  <c:v>15.133217815428058</c:v>
                </c:pt>
                <c:pt idx="262">
                  <c:v>15.353003395142336</c:v>
                </c:pt>
                <c:pt idx="263">
                  <c:v>15.427021161150298</c:v>
                </c:pt>
                <c:pt idx="264">
                  <c:v>15.257867595818816</c:v>
                </c:pt>
                <c:pt idx="265">
                  <c:v>15.789227266258715</c:v>
                </c:pt>
                <c:pt idx="266">
                  <c:v>15.493251899299866</c:v>
                </c:pt>
                <c:pt idx="267">
                  <c:v>15.432321177023008</c:v>
                </c:pt>
                <c:pt idx="268">
                  <c:v>15.311893558331981</c:v>
                </c:pt>
                <c:pt idx="269">
                  <c:v>15.704165969549942</c:v>
                </c:pt>
                <c:pt idx="270">
                  <c:v>15.745247680728164</c:v>
                </c:pt>
                <c:pt idx="271">
                  <c:v>15.984550207319272</c:v>
                </c:pt>
                <c:pt idx="272">
                  <c:v>15.718289303528543</c:v>
                </c:pt>
                <c:pt idx="273">
                  <c:v>16.152289429055962</c:v>
                </c:pt>
                <c:pt idx="274">
                  <c:v>16.241968610734354</c:v>
                </c:pt>
                <c:pt idx="275">
                  <c:v>16.045476333133614</c:v>
                </c:pt>
                <c:pt idx="276">
                  <c:v>16.125605815831989</c:v>
                </c:pt>
                <c:pt idx="277">
                  <c:v>15.780661629569122</c:v>
                </c:pt>
                <c:pt idx="278">
                  <c:v>15.900227696129166</c:v>
                </c:pt>
                <c:pt idx="279">
                  <c:v>16.0615449202351</c:v>
                </c:pt>
                <c:pt idx="280">
                  <c:v>16.154463712267184</c:v>
                </c:pt>
                <c:pt idx="281">
                  <c:v>16.455746367239101</c:v>
                </c:pt>
                <c:pt idx="282">
                  <c:v>16.408674267829198</c:v>
                </c:pt>
                <c:pt idx="283">
                  <c:v>16.808312168090509</c:v>
                </c:pt>
                <c:pt idx="284">
                  <c:v>16.816316906390004</c:v>
                </c:pt>
                <c:pt idx="285">
                  <c:v>16.5</c:v>
                </c:pt>
                <c:pt idx="286">
                  <c:v>16.828813559322032</c:v>
                </c:pt>
                <c:pt idx="287">
                  <c:v>17.056773211567734</c:v>
                </c:pt>
                <c:pt idx="288">
                  <c:v>16.478374836173</c:v>
                </c:pt>
                <c:pt idx="289">
                  <c:v>17.193188522392063</c:v>
                </c:pt>
                <c:pt idx="290">
                  <c:v>16.993701442841289</c:v>
                </c:pt>
                <c:pt idx="291">
                  <c:v>17</c:v>
                </c:pt>
                <c:pt idx="292">
                  <c:v>17.866599073001158</c:v>
                </c:pt>
                <c:pt idx="293">
                  <c:v>17.681985515992757</c:v>
                </c:pt>
                <c:pt idx="294">
                  <c:v>18</c:v>
                </c:pt>
                <c:pt idx="295">
                  <c:v>18.109803309397439</c:v>
                </c:pt>
                <c:pt idx="296">
                  <c:v>17.777351247600766</c:v>
                </c:pt>
                <c:pt idx="297">
                  <c:v>18.949899193548386</c:v>
                </c:pt>
                <c:pt idx="298">
                  <c:v>18.157609451007644</c:v>
                </c:pt>
                <c:pt idx="299">
                  <c:v>19.024216524216524</c:v>
                </c:pt>
                <c:pt idx="300">
                  <c:v>18.030140532544376</c:v>
                </c:pt>
                <c:pt idx="301">
                  <c:v>17.876109215017063</c:v>
                </c:pt>
                <c:pt idx="302">
                  <c:v>18.130312499999999</c:v>
                </c:pt>
                <c:pt idx="303">
                  <c:v>18.844847250509165</c:v>
                </c:pt>
                <c:pt idx="304">
                  <c:v>18.960050251256281</c:v>
                </c:pt>
                <c:pt idx="305">
                  <c:v>18.296749024707413</c:v>
                </c:pt>
                <c:pt idx="306">
                  <c:v>19.781721384205859</c:v>
                </c:pt>
                <c:pt idx="307">
                  <c:v>19.487939698492461</c:v>
                </c:pt>
                <c:pt idx="308">
                  <c:v>19.003844305622298</c:v>
                </c:pt>
                <c:pt idx="309">
                  <c:v>19.017841516771998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Sheet2!$AD$1</c:f>
              <c:strCache>
                <c:ptCount val="1"/>
                <c:pt idx="0">
                  <c:v>Model CPR</c:v>
                </c:pt>
              </c:strCache>
            </c:strRef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Sheet2!$AB$2:$AB$311</c:f>
              <c:numCache>
                <c:formatCode>General</c:formatCode>
                <c:ptCount val="3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  <c:pt idx="300">
                  <c:v>300</c:v>
                </c:pt>
                <c:pt idx="301">
                  <c:v>301</c:v>
                </c:pt>
                <c:pt idx="302">
                  <c:v>302</c:v>
                </c:pt>
                <c:pt idx="303">
                  <c:v>303</c:v>
                </c:pt>
                <c:pt idx="304">
                  <c:v>304</c:v>
                </c:pt>
                <c:pt idx="305">
                  <c:v>305</c:v>
                </c:pt>
                <c:pt idx="306">
                  <c:v>306</c:v>
                </c:pt>
                <c:pt idx="307">
                  <c:v>307</c:v>
                </c:pt>
                <c:pt idx="308">
                  <c:v>308</c:v>
                </c:pt>
                <c:pt idx="309">
                  <c:v>309</c:v>
                </c:pt>
              </c:numCache>
            </c:numRef>
          </c:cat>
          <c:val>
            <c:numRef>
              <c:f>Sheet2!$AD$2:$AD$311</c:f>
              <c:numCache>
                <c:formatCode>General</c:formatCode>
                <c:ptCount val="310"/>
                <c:pt idx="0">
                  <c:v>0.77060200597066209</c:v>
                </c:pt>
                <c:pt idx="1">
                  <c:v>3.6963789180953848</c:v>
                </c:pt>
                <c:pt idx="2">
                  <c:v>2.4</c:v>
                </c:pt>
                <c:pt idx="3">
                  <c:v>4.3817212788410584</c:v>
                </c:pt>
                <c:pt idx="4">
                  <c:v>6.6340418815888</c:v>
                </c:pt>
                <c:pt idx="5">
                  <c:v>9.244386182835175</c:v>
                </c:pt>
                <c:pt idx="6">
                  <c:v>11.121116471012618</c:v>
                </c:pt>
                <c:pt idx="7">
                  <c:v>12.120782428887667</c:v>
                </c:pt>
                <c:pt idx="8">
                  <c:v>13.12058683408681</c:v>
                </c:pt>
                <c:pt idx="9">
                  <c:v>13.96040783595585</c:v>
                </c:pt>
                <c:pt idx="10">
                  <c:v>14.63963740858682</c:v>
                </c:pt>
                <c:pt idx="11">
                  <c:v>15.339683907580715</c:v>
                </c:pt>
                <c:pt idx="12">
                  <c:v>15.9</c:v>
                </c:pt>
                <c:pt idx="13">
                  <c:v>16.339684061607272</c:v>
                </c:pt>
                <c:pt idx="14">
                  <c:v>16.839837561950446</c:v>
                </c:pt>
                <c:pt idx="15">
                  <c:v>17.2</c:v>
                </c:pt>
                <c:pt idx="16">
                  <c:v>17.600000000000001</c:v>
                </c:pt>
                <c:pt idx="17">
                  <c:v>17.899999999999999</c:v>
                </c:pt>
                <c:pt idx="18">
                  <c:v>18.16014237744012</c:v>
                </c:pt>
                <c:pt idx="19">
                  <c:v>18.260173411157723</c:v>
                </c:pt>
                <c:pt idx="20">
                  <c:v>18.280427143474537</c:v>
                </c:pt>
                <c:pt idx="21">
                  <c:v>18.180436727831275</c:v>
                </c:pt>
                <c:pt idx="22">
                  <c:v>18.140580821413185</c:v>
                </c:pt>
                <c:pt idx="23">
                  <c:v>18.140580040749153</c:v>
                </c:pt>
                <c:pt idx="24">
                  <c:v>18.180388605181037</c:v>
                </c:pt>
                <c:pt idx="25">
                  <c:v>18.280285505978028</c:v>
                </c:pt>
                <c:pt idx="26">
                  <c:v>18.380289162968058</c:v>
                </c:pt>
                <c:pt idx="27">
                  <c:v>18.42025638718636</c:v>
                </c:pt>
                <c:pt idx="28">
                  <c:v>18.560046699937867</c:v>
                </c:pt>
                <c:pt idx="29">
                  <c:v>18.720091622058568</c:v>
                </c:pt>
                <c:pt idx="30">
                  <c:v>18.8</c:v>
                </c:pt>
                <c:pt idx="31">
                  <c:v>19</c:v>
                </c:pt>
                <c:pt idx="32">
                  <c:v>19.100000000000001</c:v>
                </c:pt>
                <c:pt idx="33">
                  <c:v>19.199999999999996</c:v>
                </c:pt>
                <c:pt idx="34">
                  <c:v>19.259960048553687</c:v>
                </c:pt>
                <c:pt idx="35">
                  <c:v>19.3</c:v>
                </c:pt>
                <c:pt idx="36">
                  <c:v>19.399999999999999</c:v>
                </c:pt>
                <c:pt idx="37">
                  <c:v>19.540039950937572</c:v>
                </c:pt>
                <c:pt idx="38">
                  <c:v>19.740070036413879</c:v>
                </c:pt>
                <c:pt idx="39">
                  <c:v>19.940146203183911</c:v>
                </c:pt>
                <c:pt idx="40">
                  <c:v>20.200000000000003</c:v>
                </c:pt>
                <c:pt idx="41">
                  <c:v>20.6</c:v>
                </c:pt>
                <c:pt idx="42">
                  <c:v>20.84025956484032</c:v>
                </c:pt>
                <c:pt idx="43">
                  <c:v>21.040305691426923</c:v>
                </c:pt>
                <c:pt idx="44">
                  <c:v>20.98090700561313</c:v>
                </c:pt>
                <c:pt idx="45">
                  <c:v>20.980883397053951</c:v>
                </c:pt>
                <c:pt idx="46">
                  <c:v>20.940478795886445</c:v>
                </c:pt>
                <c:pt idx="47">
                  <c:v>20.9</c:v>
                </c:pt>
                <c:pt idx="48">
                  <c:v>20.9</c:v>
                </c:pt>
                <c:pt idx="49">
                  <c:v>20.8</c:v>
                </c:pt>
                <c:pt idx="50">
                  <c:v>20.840711858943262</c:v>
                </c:pt>
                <c:pt idx="51">
                  <c:v>20.840680562796276</c:v>
                </c:pt>
                <c:pt idx="52">
                  <c:v>20.940792984797127</c:v>
                </c:pt>
                <c:pt idx="53">
                  <c:v>20.981605618688814</c:v>
                </c:pt>
                <c:pt idx="54">
                  <c:v>21.081440787564617</c:v>
                </c:pt>
                <c:pt idx="55">
                  <c:v>21.022307038618887</c:v>
                </c:pt>
                <c:pt idx="56">
                  <c:v>21.063219693485411</c:v>
                </c:pt>
                <c:pt idx="57">
                  <c:v>21.103482082880454</c:v>
                </c:pt>
                <c:pt idx="58">
                  <c:v>21.003172278401696</c:v>
                </c:pt>
                <c:pt idx="59">
                  <c:v>21.084183400081361</c:v>
                </c:pt>
                <c:pt idx="60">
                  <c:v>21.184484008147855</c:v>
                </c:pt>
                <c:pt idx="61">
                  <c:v>21.383396605238921</c:v>
                </c:pt>
                <c:pt idx="62">
                  <c:v>21.443138101866715</c:v>
                </c:pt>
                <c:pt idx="63">
                  <c:v>21.48340959200274</c:v>
                </c:pt>
                <c:pt idx="64">
                  <c:v>21.382554890503506</c:v>
                </c:pt>
                <c:pt idx="65">
                  <c:v>21.342031598068779</c:v>
                </c:pt>
                <c:pt idx="66">
                  <c:v>21.341602099186566</c:v>
                </c:pt>
                <c:pt idx="67">
                  <c:v>21.479981525746396</c:v>
                </c:pt>
                <c:pt idx="68">
                  <c:v>21.57907540877158</c:v>
                </c:pt>
                <c:pt idx="69">
                  <c:v>21.778556228515306</c:v>
                </c:pt>
                <c:pt idx="70">
                  <c:v>21.938591941959469</c:v>
                </c:pt>
                <c:pt idx="71">
                  <c:v>22.09782607034953</c:v>
                </c:pt>
                <c:pt idx="72">
                  <c:v>22.197863092213414</c:v>
                </c:pt>
                <c:pt idx="73">
                  <c:v>22.257893624861069</c:v>
                </c:pt>
                <c:pt idx="74">
                  <c:v>22.357633176802924</c:v>
                </c:pt>
                <c:pt idx="75">
                  <c:v>22.457239668069796</c:v>
                </c:pt>
                <c:pt idx="76">
                  <c:v>22.535157514323391</c:v>
                </c:pt>
                <c:pt idx="77">
                  <c:v>22.734499348043187</c:v>
                </c:pt>
                <c:pt idx="78">
                  <c:v>22.795372481237528</c:v>
                </c:pt>
                <c:pt idx="79">
                  <c:v>22.933640954884272</c:v>
                </c:pt>
                <c:pt idx="80">
                  <c:v>22.931839659340618</c:v>
                </c:pt>
                <c:pt idx="81">
                  <c:v>22.770768367248351</c:v>
                </c:pt>
                <c:pt idx="82">
                  <c:v>22.831033753221952</c:v>
                </c:pt>
                <c:pt idx="83">
                  <c:v>23.030049967675424</c:v>
                </c:pt>
                <c:pt idx="84">
                  <c:v>23.390944401255151</c:v>
                </c:pt>
                <c:pt idx="85">
                  <c:v>23.790846886638843</c:v>
                </c:pt>
                <c:pt idx="86">
                  <c:v>24.290643693963816</c:v>
                </c:pt>
                <c:pt idx="87">
                  <c:v>24.527946140980557</c:v>
                </c:pt>
                <c:pt idx="88">
                  <c:v>24.627302459764618</c:v>
                </c:pt>
                <c:pt idx="89">
                  <c:v>24.551559202342883</c:v>
                </c:pt>
                <c:pt idx="90">
                  <c:v>24.275492747080047</c:v>
                </c:pt>
                <c:pt idx="91">
                  <c:v>23.975524033890128</c:v>
                </c:pt>
                <c:pt idx="92">
                  <c:v>23.775369726820816</c:v>
                </c:pt>
                <c:pt idx="93">
                  <c:v>23.712920768729177</c:v>
                </c:pt>
                <c:pt idx="94">
                  <c:v>23.712661921487683</c:v>
                </c:pt>
                <c:pt idx="95">
                  <c:v>23.812431353567224</c:v>
                </c:pt>
                <c:pt idx="96">
                  <c:v>23.937361185620247</c:v>
                </c:pt>
                <c:pt idx="97">
                  <c:v>24.037309914656745</c:v>
                </c:pt>
                <c:pt idx="98">
                  <c:v>24.299999999999997</c:v>
                </c:pt>
                <c:pt idx="99">
                  <c:v>24.662719039136714</c:v>
                </c:pt>
                <c:pt idx="100">
                  <c:v>24.925394733939864</c:v>
                </c:pt>
                <c:pt idx="101">
                  <c:v>25.325606285876276</c:v>
                </c:pt>
                <c:pt idx="102">
                  <c:v>25.850723313368377</c:v>
                </c:pt>
                <c:pt idx="103">
                  <c:v>26.250932722237263</c:v>
                </c:pt>
                <c:pt idx="104">
                  <c:v>26.687972126459016</c:v>
                </c:pt>
                <c:pt idx="105">
                  <c:v>27.151120725795622</c:v>
                </c:pt>
                <c:pt idx="106">
                  <c:v>27.725497045316381</c:v>
                </c:pt>
                <c:pt idx="107">
                  <c:v>28.362872928977989</c:v>
                </c:pt>
                <c:pt idx="108">
                  <c:v>28.837125164246689</c:v>
                </c:pt>
                <c:pt idx="109">
                  <c:v>29.3</c:v>
                </c:pt>
                <c:pt idx="110">
                  <c:v>29.562909526890849</c:v>
                </c:pt>
                <c:pt idx="111">
                  <c:v>29.762990563430993</c:v>
                </c:pt>
                <c:pt idx="112">
                  <c:v>29.837122519787862</c:v>
                </c:pt>
                <c:pt idx="113">
                  <c:v>29.773955773955773</c:v>
                </c:pt>
                <c:pt idx="114">
                  <c:v>29.573946697965745</c:v>
                </c:pt>
                <c:pt idx="115">
                  <c:v>29.373846500593583</c:v>
                </c:pt>
                <c:pt idx="116">
                  <c:v>28.873514395664177</c:v>
                </c:pt>
                <c:pt idx="117">
                  <c:v>28.410573470308616</c:v>
                </c:pt>
                <c:pt idx="118">
                  <c:v>28.036810170847975</c:v>
                </c:pt>
                <c:pt idx="119">
                  <c:v>27.610360523492425</c:v>
                </c:pt>
                <c:pt idx="120">
                  <c:v>27.146923067864673</c:v>
                </c:pt>
                <c:pt idx="121">
                  <c:v>26.683471922048426</c:v>
                </c:pt>
                <c:pt idx="122">
                  <c:v>26.283513017039336</c:v>
                </c:pt>
                <c:pt idx="123">
                  <c:v>25.856696807936885</c:v>
                </c:pt>
                <c:pt idx="124">
                  <c:v>25.428179601676575</c:v>
                </c:pt>
                <c:pt idx="125">
                  <c:v>25.027679009948489</c:v>
                </c:pt>
                <c:pt idx="126">
                  <c:v>24.789996038565903</c:v>
                </c:pt>
                <c:pt idx="127">
                  <c:v>24.616506842938275</c:v>
                </c:pt>
                <c:pt idx="128">
                  <c:v>24.516758111188349</c:v>
                </c:pt>
                <c:pt idx="129">
                  <c:v>24.51607984251493</c:v>
                </c:pt>
                <c:pt idx="130">
                  <c:v>24.523502088334467</c:v>
                </c:pt>
                <c:pt idx="131">
                  <c:v>24.522199332269672</c:v>
                </c:pt>
                <c:pt idx="132">
                  <c:v>24.586515966561862</c:v>
                </c:pt>
                <c:pt idx="133">
                  <c:v>24.61463634264604</c:v>
                </c:pt>
                <c:pt idx="134">
                  <c:v>24.578601980686514</c:v>
                </c:pt>
                <c:pt idx="135">
                  <c:v>24.543445606522273</c:v>
                </c:pt>
                <c:pt idx="136">
                  <c:v>24.64259231561449</c:v>
                </c:pt>
                <c:pt idx="137">
                  <c:v>24.742308134852149</c:v>
                </c:pt>
                <c:pt idx="138">
                  <c:v>25.006824588254105</c:v>
                </c:pt>
                <c:pt idx="139">
                  <c:v>25.206578891484391</c:v>
                </c:pt>
                <c:pt idx="140">
                  <c:v>25.206773024352611</c:v>
                </c:pt>
                <c:pt idx="141">
                  <c:v>25.106194154172346</c:v>
                </c:pt>
                <c:pt idx="142">
                  <c:v>25.005448274404994</c:v>
                </c:pt>
                <c:pt idx="143">
                  <c:v>24.735094673901006</c:v>
                </c:pt>
                <c:pt idx="144">
                  <c:v>24.4</c:v>
                </c:pt>
                <c:pt idx="145">
                  <c:v>24.029536561725955</c:v>
                </c:pt>
                <c:pt idx="146">
                  <c:v>23.794114355700067</c:v>
                </c:pt>
                <c:pt idx="147">
                  <c:v>23.464575928184104</c:v>
                </c:pt>
                <c:pt idx="148">
                  <c:v>23.26439660680542</c:v>
                </c:pt>
                <c:pt idx="149">
                  <c:v>22.927984161267098</c:v>
                </c:pt>
                <c:pt idx="150">
                  <c:v>22.527462186948039</c:v>
                </c:pt>
                <c:pt idx="151">
                  <c:v>22.228340174251411</c:v>
                </c:pt>
                <c:pt idx="152">
                  <c:v>22.028121498356256</c:v>
                </c:pt>
                <c:pt idx="153">
                  <c:v>21.863743430884494</c:v>
                </c:pt>
                <c:pt idx="154">
                  <c:v>21.7</c:v>
                </c:pt>
                <c:pt idx="155">
                  <c:v>21.7</c:v>
                </c:pt>
                <c:pt idx="156">
                  <c:v>21.637616210902802</c:v>
                </c:pt>
                <c:pt idx="157">
                  <c:v>21.637851643192487</c:v>
                </c:pt>
                <c:pt idx="158">
                  <c:v>21.476051989179918</c:v>
                </c:pt>
                <c:pt idx="159">
                  <c:v>21.438261135942746</c:v>
                </c:pt>
                <c:pt idx="160">
                  <c:v>21.376513653136531</c:v>
                </c:pt>
                <c:pt idx="161">
                  <c:v>21.338458582473834</c:v>
                </c:pt>
                <c:pt idx="162">
                  <c:v>21.238392088052322</c:v>
                </c:pt>
                <c:pt idx="163">
                  <c:v>21.176811331631395</c:v>
                </c:pt>
                <c:pt idx="164">
                  <c:v>21.014179295296863</c:v>
                </c:pt>
                <c:pt idx="165">
                  <c:v>20.838456427472373</c:v>
                </c:pt>
                <c:pt idx="166">
                  <c:v>20.677137694253705</c:v>
                </c:pt>
                <c:pt idx="167">
                  <c:v>20.476843404128026</c:v>
                </c:pt>
                <c:pt idx="168">
                  <c:v>20.338688101158464</c:v>
                </c:pt>
                <c:pt idx="169">
                  <c:v>20.238523692956797</c:v>
                </c:pt>
                <c:pt idx="170">
                  <c:v>20.076443077178904</c:v>
                </c:pt>
                <c:pt idx="171">
                  <c:v>19.838392933894955</c:v>
                </c:pt>
                <c:pt idx="172">
                  <c:v>19.638428884221817</c:v>
                </c:pt>
                <c:pt idx="173">
                  <c:v>19.438311314011667</c:v>
                </c:pt>
                <c:pt idx="174">
                  <c:v>19.3</c:v>
                </c:pt>
                <c:pt idx="175">
                  <c:v>19.100000000000001</c:v>
                </c:pt>
                <c:pt idx="176">
                  <c:v>18.8</c:v>
                </c:pt>
                <c:pt idx="177">
                  <c:v>18.62473051570376</c:v>
                </c:pt>
                <c:pt idx="178">
                  <c:v>18.423069998941013</c:v>
                </c:pt>
                <c:pt idx="179">
                  <c:v>18.424512084964277</c:v>
                </c:pt>
                <c:pt idx="180">
                  <c:v>18.323430092323047</c:v>
                </c:pt>
                <c:pt idx="181">
                  <c:v>18.524631243237085</c:v>
                </c:pt>
                <c:pt idx="182">
                  <c:v>18.824444960385406</c:v>
                </c:pt>
                <c:pt idx="183">
                  <c:v>19.13781914893617</c:v>
                </c:pt>
                <c:pt idx="184">
                  <c:v>19.337509781496419</c:v>
                </c:pt>
                <c:pt idx="185">
                  <c:v>19.600000000000001</c:v>
                </c:pt>
                <c:pt idx="186">
                  <c:v>19.837363394394863</c:v>
                </c:pt>
                <c:pt idx="187">
                  <c:v>19.937378779689041</c:v>
                </c:pt>
                <c:pt idx="188">
                  <c:v>19.900000000000002</c:v>
                </c:pt>
                <c:pt idx="189">
                  <c:v>19.825349104649252</c:v>
                </c:pt>
                <c:pt idx="190">
                  <c:v>19.825812183592049</c:v>
                </c:pt>
                <c:pt idx="191">
                  <c:v>19.826216243897441</c:v>
                </c:pt>
                <c:pt idx="192">
                  <c:v>19.863111157542832</c:v>
                </c:pt>
                <c:pt idx="193">
                  <c:v>19.900000000000002</c:v>
                </c:pt>
                <c:pt idx="194">
                  <c:v>19.836467226161194</c:v>
                </c:pt>
                <c:pt idx="195">
                  <c:v>19.727398068273981</c:v>
                </c:pt>
                <c:pt idx="196">
                  <c:v>19.827829660067238</c:v>
                </c:pt>
                <c:pt idx="197">
                  <c:v>19.863978331691797</c:v>
                </c:pt>
                <c:pt idx="198">
                  <c:v>19.964183547239834</c:v>
                </c:pt>
                <c:pt idx="199">
                  <c:v>20.100000000000001</c:v>
                </c:pt>
                <c:pt idx="200">
                  <c:v>20.235436089922104</c:v>
                </c:pt>
                <c:pt idx="201">
                  <c:v>20.5</c:v>
                </c:pt>
                <c:pt idx="202">
                  <c:v>20.664812256687178</c:v>
                </c:pt>
                <c:pt idx="203">
                  <c:v>20.734832721778545</c:v>
                </c:pt>
                <c:pt idx="204">
                  <c:v>20.668213333333334</c:v>
                </c:pt>
                <c:pt idx="205">
                  <c:v>20.533862651152177</c:v>
                </c:pt>
                <c:pt idx="206">
                  <c:v>20.166444246041067</c:v>
                </c:pt>
                <c:pt idx="207">
                  <c:v>19.734242957746481</c:v>
                </c:pt>
                <c:pt idx="208">
                  <c:v>19.434933925148794</c:v>
                </c:pt>
                <c:pt idx="209">
                  <c:v>19.304504457806345</c:v>
                </c:pt>
                <c:pt idx="210">
                  <c:v>19.305517314412793</c:v>
                </c:pt>
                <c:pt idx="211">
                  <c:v>19.376029002889386</c:v>
                </c:pt>
                <c:pt idx="212">
                  <c:v>19.338527751383374</c:v>
                </c:pt>
                <c:pt idx="213">
                  <c:v>19.709116988926503</c:v>
                </c:pt>
                <c:pt idx="214">
                  <c:v>20.01043020193152</c:v>
                </c:pt>
                <c:pt idx="215">
                  <c:v>20.38271019624317</c:v>
                </c:pt>
                <c:pt idx="216">
                  <c:v>20.67095162666017</c:v>
                </c:pt>
                <c:pt idx="217">
                  <c:v>20.857467411545628</c:v>
                </c:pt>
                <c:pt idx="218">
                  <c:v>20.956541732283462</c:v>
                </c:pt>
                <c:pt idx="219">
                  <c:v>21.2</c:v>
                </c:pt>
                <c:pt idx="220">
                  <c:v>21.127737084332665</c:v>
                </c:pt>
                <c:pt idx="221">
                  <c:v>21.009906344809394</c:v>
                </c:pt>
                <c:pt idx="222">
                  <c:v>21.327373818084965</c:v>
                </c:pt>
                <c:pt idx="223">
                  <c:v>21.253468443960827</c:v>
                </c:pt>
                <c:pt idx="224">
                  <c:v>21.352741802149353</c:v>
                </c:pt>
                <c:pt idx="225">
                  <c:v>21.278872154115589</c:v>
                </c:pt>
                <c:pt idx="226">
                  <c:v>21.252413401476435</c:v>
                </c:pt>
                <c:pt idx="227">
                  <c:v>21.226069055186365</c:v>
                </c:pt>
                <c:pt idx="228">
                  <c:v>21.051054416752692</c:v>
                </c:pt>
                <c:pt idx="229">
                  <c:v>20.950991840706639</c:v>
                </c:pt>
                <c:pt idx="230">
                  <c:v>20.676932487193209</c:v>
                </c:pt>
                <c:pt idx="231">
                  <c:v>20.351381987577643</c:v>
                </c:pt>
                <c:pt idx="232">
                  <c:v>20.049529160401995</c:v>
                </c:pt>
                <c:pt idx="233">
                  <c:v>19.649939831528279</c:v>
                </c:pt>
                <c:pt idx="234">
                  <c:v>19.402397009831802</c:v>
                </c:pt>
                <c:pt idx="235">
                  <c:v>19.029544143104442</c:v>
                </c:pt>
                <c:pt idx="236">
                  <c:v>18.931976549413736</c:v>
                </c:pt>
                <c:pt idx="237">
                  <c:v>18.463942266632504</c:v>
                </c:pt>
                <c:pt idx="238">
                  <c:v>18.163180789977378</c:v>
                </c:pt>
                <c:pt idx="239">
                  <c:v>18.08257697099128</c:v>
                </c:pt>
                <c:pt idx="240">
                  <c:v>18.17015947382647</c:v>
                </c:pt>
                <c:pt idx="241">
                  <c:v>17.983649486443969</c:v>
                </c:pt>
                <c:pt idx="242">
                  <c:v>18.028862810841019</c:v>
                </c:pt>
                <c:pt idx="243">
                  <c:v>17.891475814881687</c:v>
                </c:pt>
                <c:pt idx="244">
                  <c:v>17.94557645923782</c:v>
                </c:pt>
                <c:pt idx="245">
                  <c:v>18.074891433083298</c:v>
                </c:pt>
                <c:pt idx="246">
                  <c:v>18.130718689982817</c:v>
                </c:pt>
                <c:pt idx="247">
                  <c:v>18.136138512124948</c:v>
                </c:pt>
                <c:pt idx="248">
                  <c:v>18.292913879598665</c:v>
                </c:pt>
                <c:pt idx="249">
                  <c:v>18.147755930754435</c:v>
                </c:pt>
                <c:pt idx="250">
                  <c:v>18.041689196496158</c:v>
                </c:pt>
                <c:pt idx="251">
                  <c:v>18.146927374301676</c:v>
                </c:pt>
                <c:pt idx="252">
                  <c:v>18.226645872786008</c:v>
                </c:pt>
                <c:pt idx="253">
                  <c:v>18.294307657555905</c:v>
                </c:pt>
                <c:pt idx="254">
                  <c:v>18.493360045792784</c:v>
                </c:pt>
                <c:pt idx="255">
                  <c:v>18.644769338303821</c:v>
                </c:pt>
                <c:pt idx="256">
                  <c:v>18.56569663855565</c:v>
                </c:pt>
                <c:pt idx="257">
                  <c:v>18.50853673199471</c:v>
                </c:pt>
                <c:pt idx="258">
                  <c:v>18.631714424477902</c:v>
                </c:pt>
                <c:pt idx="259">
                  <c:v>18.491806515301086</c:v>
                </c:pt>
                <c:pt idx="260">
                  <c:v>18.320454545454545</c:v>
                </c:pt>
                <c:pt idx="261">
                  <c:v>18.120870234886404</c:v>
                </c:pt>
                <c:pt idx="262">
                  <c:v>18.554008879603025</c:v>
                </c:pt>
                <c:pt idx="263">
                  <c:v>18.316169289202385</c:v>
                </c:pt>
                <c:pt idx="264">
                  <c:v>18.35174912891986</c:v>
                </c:pt>
                <c:pt idx="265">
                  <c:v>18.357051373274512</c:v>
                </c:pt>
                <c:pt idx="266">
                  <c:v>18.899046625949651</c:v>
                </c:pt>
                <c:pt idx="267">
                  <c:v>19.149726091720144</c:v>
                </c:pt>
                <c:pt idx="268">
                  <c:v>19.692357618043161</c:v>
                </c:pt>
                <c:pt idx="269">
                  <c:v>19.809720595616529</c:v>
                </c:pt>
                <c:pt idx="270">
                  <c:v>20.16255907579205</c:v>
                </c:pt>
                <c:pt idx="271">
                  <c:v>20.288894898143145</c:v>
                </c:pt>
                <c:pt idx="272">
                  <c:v>20.454867910585627</c:v>
                </c:pt>
                <c:pt idx="273">
                  <c:v>20.480459770114944</c:v>
                </c:pt>
                <c:pt idx="274">
                  <c:v>20.803623328812247</c:v>
                </c:pt>
                <c:pt idx="275">
                  <c:v>21.042480527261834</c:v>
                </c:pt>
                <c:pt idx="276">
                  <c:v>21.043457189014539</c:v>
                </c:pt>
                <c:pt idx="277">
                  <c:v>20.972922197263628</c:v>
                </c:pt>
                <c:pt idx="278">
                  <c:v>21.131070171807082</c:v>
                </c:pt>
                <c:pt idx="279">
                  <c:v>21.053904282115866</c:v>
                </c:pt>
                <c:pt idx="280">
                  <c:v>21.245985870263329</c:v>
                </c:pt>
                <c:pt idx="281">
                  <c:v>21.22562747688243</c:v>
                </c:pt>
                <c:pt idx="282">
                  <c:v>21.617840375586855</c:v>
                </c:pt>
                <c:pt idx="283">
                  <c:v>21.924936504271528</c:v>
                </c:pt>
                <c:pt idx="284">
                  <c:v>21.993940108464987</c:v>
                </c:pt>
                <c:pt idx="285">
                  <c:v>22.078191619701052</c:v>
                </c:pt>
                <c:pt idx="286">
                  <c:v>21.784745762711864</c:v>
                </c:pt>
                <c:pt idx="287">
                  <c:v>22.530542871638765</c:v>
                </c:pt>
                <c:pt idx="288">
                  <c:v>22.057667103538662</c:v>
                </c:pt>
                <c:pt idx="289">
                  <c:v>21.979565567176188</c:v>
                </c:pt>
                <c:pt idx="290">
                  <c:v>22.537791342952275</c:v>
                </c:pt>
                <c:pt idx="291">
                  <c:v>22.481621621621624</c:v>
                </c:pt>
                <c:pt idx="292">
                  <c:v>23.06367323290846</c:v>
                </c:pt>
                <c:pt idx="293">
                  <c:v>22.812009656004829</c:v>
                </c:pt>
                <c:pt idx="294">
                  <c:v>23.199234303215928</c:v>
                </c:pt>
                <c:pt idx="295">
                  <c:v>23.813893225101467</c:v>
                </c:pt>
                <c:pt idx="296">
                  <c:v>24.036852207293666</c:v>
                </c:pt>
                <c:pt idx="297">
                  <c:v>24.072076612903224</c:v>
                </c:pt>
                <c:pt idx="298">
                  <c:v>24.092633773453784</c:v>
                </c:pt>
                <c:pt idx="299">
                  <c:v>24.387678062678066</c:v>
                </c:pt>
                <c:pt idx="300">
                  <c:v>24.739607988165677</c:v>
                </c:pt>
                <c:pt idx="301">
                  <c:v>24.753811149032991</c:v>
                </c:pt>
                <c:pt idx="302">
                  <c:v>25.6294140625</c:v>
                </c:pt>
                <c:pt idx="303">
                  <c:v>25.143095723014255</c:v>
                </c:pt>
                <c:pt idx="304">
                  <c:v>25.663567839195981</c:v>
                </c:pt>
                <c:pt idx="305">
                  <c:v>24.869874295622022</c:v>
                </c:pt>
                <c:pt idx="306">
                  <c:v>24.548890860692104</c:v>
                </c:pt>
                <c:pt idx="307">
                  <c:v>24.72713567839196</c:v>
                </c:pt>
                <c:pt idx="308">
                  <c:v>25.06309466602595</c:v>
                </c:pt>
                <c:pt idx="309">
                  <c:v>25.378561011181333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590976"/>
        <c:axId val="126592512"/>
      </c:lineChart>
      <c:catAx>
        <c:axId val="1265909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6592512"/>
        <c:crosses val="autoZero"/>
        <c:auto val="1"/>
        <c:lblAlgn val="ctr"/>
        <c:lblOffset val="100"/>
        <c:noMultiLvlLbl val="0"/>
      </c:catAx>
      <c:valAx>
        <c:axId val="1265925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26590976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4" y="4416438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15"/>
            <a:fld id="{1FE077EC-684A-4FD9-A6C3-9AE90D8B81D6}" type="slidenum">
              <a:rPr lang="en-US" smtClean="0"/>
              <a:pPr defTabSz="919915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359727" y="6084608"/>
            <a:ext cx="6331969" cy="810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2800" dirty="0" smtClean="0">
                <a:solidFill>
                  <a:srgbClr val="968880"/>
                </a:solidFill>
                <a:latin typeface="Calibri" pitchFamily="34" charset="0"/>
              </a:rPr>
              <a:t>Agency </a:t>
            </a:r>
            <a:r>
              <a:rPr lang="en-US" sz="2800" dirty="0" smtClean="0">
                <a:solidFill>
                  <a:srgbClr val="968880"/>
                </a:solidFill>
                <a:latin typeface="Calibri" pitchFamily="34" charset="0"/>
              </a:rPr>
              <a:t>Prepayment Model: </a:t>
            </a:r>
            <a:r>
              <a:rPr lang="en-US" sz="2800" dirty="0" smtClean="0">
                <a:solidFill>
                  <a:srgbClr val="968880"/>
                </a:solidFill>
                <a:latin typeface="Calibri" pitchFamily="34" charset="0"/>
              </a:rPr>
              <a:t>Curtailment</a:t>
            </a:r>
            <a:endParaRPr lang="en-US" sz="2800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1018586"/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February 2016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Outline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08760" y="2059512"/>
            <a:ext cx="7040880" cy="4893549"/>
          </a:xfrm>
        </p:spPr>
        <p:txBody>
          <a:bodyPr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Introduction to Curtailment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Data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Empirical Observations and Comparisons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Description of Framework</a:t>
            </a:r>
            <a:endParaRPr lang="en-US" sz="18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Results</a:t>
            </a:r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Spline Results</a:t>
            </a:r>
            <a:endParaRPr lang="en-US" sz="1800" dirty="0"/>
          </a:p>
          <a:p>
            <a:pPr marL="680685" lvl="1" indent="-171450" algn="l">
              <a:buFont typeface="Arial" panose="020B0604020202020204" pitchFamily="34" charset="0"/>
              <a:buChar char="•"/>
            </a:pPr>
            <a:r>
              <a:rPr lang="en-US" sz="1800" dirty="0" smtClean="0"/>
              <a:t>Final </a:t>
            </a:r>
            <a:r>
              <a:rPr lang="en-US" sz="1800" dirty="0" smtClean="0"/>
              <a:t>Fixed-rate</a:t>
            </a:r>
            <a:r>
              <a:rPr lang="en-US" sz="1800" dirty="0" smtClean="0"/>
              <a:t> 30-Year </a:t>
            </a:r>
            <a:r>
              <a:rPr lang="en-US" sz="1800" dirty="0" smtClean="0"/>
              <a:t>Curtailment </a:t>
            </a:r>
            <a:r>
              <a:rPr lang="en-US" sz="1800" dirty="0" smtClean="0"/>
              <a:t>Vector</a:t>
            </a:r>
            <a:endParaRPr lang="en-US" sz="18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738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Introduction to Curtailment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Standard Curtailment Definition: 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</a:t>
            </a:r>
            <a:r>
              <a:rPr lang="en-US" sz="1400" dirty="0" smtClean="0"/>
              <a:t>rincipal reduction that is greater than the standard amortization schedule for that period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</a:t>
            </a:r>
            <a:r>
              <a:rPr lang="en-US" sz="1400" dirty="0" smtClean="0"/>
              <a:t>oes not include Defaults, Turnover or Refinances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Identifying Curtailments</a:t>
            </a:r>
            <a:r>
              <a:rPr lang="en-US" sz="1400" dirty="0" smtClean="0"/>
              <a:t>: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Curtailments are not explicitly identified in any data source (</a:t>
            </a:r>
            <a:r>
              <a:rPr lang="en-US" sz="1400" dirty="0" err="1" smtClean="0"/>
              <a:t>eMBS</a:t>
            </a:r>
            <a:r>
              <a:rPr lang="en-US" sz="1400" dirty="0" smtClean="0"/>
              <a:t> Loan Level data or GSE Loan Level data)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Other prepayment types (voluntary vs involuntary) are identified with a flag (</a:t>
            </a:r>
            <a:r>
              <a:rPr lang="en-US" sz="1400" dirty="0" smtClean="0"/>
              <a:t>GSE LL data) </a:t>
            </a:r>
            <a:r>
              <a:rPr lang="en-US" sz="1400" dirty="0" smtClean="0"/>
              <a:t>but not in </a:t>
            </a:r>
            <a:r>
              <a:rPr lang="en-US" sz="1400" dirty="0" err="1" smtClean="0"/>
              <a:t>eMBS</a:t>
            </a:r>
            <a:r>
              <a:rPr lang="en-US" sz="1400" dirty="0"/>
              <a:t> </a:t>
            </a:r>
            <a:r>
              <a:rPr lang="en-US" sz="1400" dirty="0" smtClean="0"/>
              <a:t>data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Research </a:t>
            </a:r>
            <a:r>
              <a:rPr lang="en-US" sz="1400" dirty="0" smtClean="0"/>
              <a:t>Curtailment Definition: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Use Standard Definition while </a:t>
            </a:r>
            <a:r>
              <a:rPr lang="en-US" sz="1400" dirty="0" smtClean="0"/>
              <a:t>excluding anything where the balance is reduced to zero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has the drawback that we are excluding full payoffs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It has the benefit of separating curtailments from Defaults, Turnover and Refinances (as they reduce the balance to 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Empirical Formulas for identifying Curtailments: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GSE: abs(balance difference </a:t>
            </a:r>
            <a:r>
              <a:rPr lang="en-US" sz="1400" dirty="0" smtClean="0"/>
              <a:t>between two months + </a:t>
            </a:r>
            <a:r>
              <a:rPr lang="en-US" sz="1400" dirty="0" smtClean="0"/>
              <a:t>scheduled principal </a:t>
            </a:r>
            <a:r>
              <a:rPr lang="en-US" sz="1400" dirty="0" err="1" smtClean="0"/>
              <a:t>pmt</a:t>
            </a:r>
            <a:r>
              <a:rPr lang="en-US" sz="1400" dirty="0" smtClean="0"/>
              <a:t> &lt; 0)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: 1 – current balance / scheduled amortization balance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Data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GSE Loan Level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40 M loans with data as far back as 1999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Age up to </a:t>
            </a:r>
            <a:r>
              <a:rPr lang="en-US" sz="1400" dirty="0" smtClean="0"/>
              <a:t>180 months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Has indicators for </a:t>
            </a:r>
            <a:r>
              <a:rPr lang="en-US" sz="1400" dirty="0" smtClean="0"/>
              <a:t>Prepayment (voluntary) and Default (involuntary)</a:t>
            </a:r>
            <a:endParaRPr lang="en-US" sz="14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Citi data: Table of data from a 1997 </a:t>
            </a:r>
            <a:r>
              <a:rPr lang="en-US" sz="1400" dirty="0"/>
              <a:t>paper by </a:t>
            </a:r>
            <a:r>
              <a:rPr lang="en-US" sz="1400" dirty="0" err="1" smtClean="0"/>
              <a:t>Qiang</a:t>
            </a:r>
            <a:r>
              <a:rPr lang="en-US" sz="1400" dirty="0" smtClean="0"/>
              <a:t> </a:t>
            </a:r>
            <a:r>
              <a:rPr lang="en-US" sz="1400" dirty="0" smtClean="0"/>
              <a:t>Fu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25 K loans from Citicorp Mortgage, Inc. (all </a:t>
            </a:r>
            <a:r>
              <a:rPr lang="en-US" sz="1400" dirty="0" smtClean="0"/>
              <a:t>30-Year Fixed-rate)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Origination years from </a:t>
            </a:r>
            <a:r>
              <a:rPr lang="en-US" sz="1400" dirty="0"/>
              <a:t>1967-1995 and </a:t>
            </a:r>
            <a:r>
              <a:rPr lang="en-US" sz="1400" dirty="0" smtClean="0"/>
              <a:t>observed curtailments </a:t>
            </a:r>
            <a:r>
              <a:rPr lang="en-US" sz="1400" dirty="0"/>
              <a:t>over a period of </a:t>
            </a:r>
            <a:r>
              <a:rPr lang="en-US" sz="1400" dirty="0" smtClean="0"/>
              <a:t>21 </a:t>
            </a:r>
            <a:r>
              <a:rPr lang="en-US" sz="1400" dirty="0"/>
              <a:t>months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This serves as our </a:t>
            </a:r>
            <a:r>
              <a:rPr lang="en-US" sz="1400" dirty="0" smtClean="0"/>
              <a:t>reference for late maturity </a:t>
            </a:r>
            <a:r>
              <a:rPr lang="en-US" sz="1400" dirty="0" smtClean="0"/>
              <a:t>curtailments </a:t>
            </a:r>
            <a:r>
              <a:rPr lang="en-US" sz="1400" dirty="0" smtClean="0"/>
              <a:t>which can be significant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 Loan Level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35 M loans with data as far back as 2006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</a:t>
            </a:r>
            <a:r>
              <a:rPr lang="en-US" sz="1400" dirty="0"/>
              <a:t>Age </a:t>
            </a:r>
            <a:r>
              <a:rPr lang="en-US" sz="1400" dirty="0" smtClean="0"/>
              <a:t>up to 360 </a:t>
            </a:r>
            <a:r>
              <a:rPr lang="en-US" sz="1400" dirty="0" smtClean="0"/>
              <a:t>months (sparse </a:t>
            </a:r>
            <a:r>
              <a:rPr lang="en-US" sz="1400" dirty="0" smtClean="0"/>
              <a:t>data for very seasoned loans)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err="1" smtClean="0"/>
              <a:t>eMBS</a:t>
            </a:r>
            <a:r>
              <a:rPr lang="en-US" sz="1400" dirty="0" smtClean="0"/>
              <a:t> Pool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~ 800 K pools with data as far back as 1994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Loan Age up to 360 </a:t>
            </a:r>
            <a:r>
              <a:rPr lang="en-US" sz="1400" dirty="0" smtClean="0"/>
              <a:t>months (less </a:t>
            </a:r>
            <a:r>
              <a:rPr lang="en-US" sz="1400" dirty="0" smtClean="0"/>
              <a:t>sparse than loan level data)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9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</a:t>
            </a:r>
            <a:r>
              <a:rPr lang="en-US" sz="2400" b="0" dirty="0" smtClean="0">
                <a:solidFill>
                  <a:schemeClr val="tx1"/>
                </a:solidFill>
              </a:rPr>
              <a:t>Observations (GSE Loan Level Data)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ubtitle 4"/>
          <p:cNvSpPr txBox="1">
            <a:spLocks/>
          </p:cNvSpPr>
          <p:nvPr/>
        </p:nvSpPr>
        <p:spPr bwMode="auto">
          <a:xfrm>
            <a:off x="970058" y="1865010"/>
            <a:ext cx="7579581" cy="9895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110000"/>
              </a:spcBef>
              <a:spcAft>
                <a:spcPct val="0"/>
              </a:spcAft>
              <a:buClr>
                <a:schemeClr val="tx2"/>
              </a:buClr>
              <a:buNone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9235" indent="0" algn="ctr" rtl="0" eaLnBrk="0" fontAlgn="base" hangingPunct="0">
              <a:spcBef>
                <a:spcPct val="47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2pPr>
            <a:lvl3pPr marL="1018472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Times" pitchFamily="18" charset="0"/>
              <a:buNone/>
              <a:defRPr sz="1200">
                <a:solidFill>
                  <a:schemeClr val="tx1"/>
                </a:solidFill>
                <a:latin typeface="+mn-lt"/>
              </a:defRPr>
            </a:lvl3pPr>
            <a:lvl4pPr marL="1527709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36945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5pPr>
            <a:lvl6pPr marL="254618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6pPr>
            <a:lvl7pPr marL="305541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7pPr>
            <a:lvl8pPr marL="3564653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8pPr>
            <a:lvl9pPr marL="4073887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kern="0" dirty="0" smtClean="0"/>
              <a:t>Curtailment</a:t>
            </a:r>
            <a:endParaRPr lang="en-US" sz="1400" kern="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kern="0" dirty="0" smtClean="0"/>
              <a:t>Occurs ~ 9 </a:t>
            </a:r>
            <a:r>
              <a:rPr lang="en-US" sz="1400" kern="0" dirty="0"/>
              <a:t>t</a:t>
            </a:r>
            <a:r>
              <a:rPr lang="en-US" sz="1400" kern="0" dirty="0" smtClean="0"/>
              <a:t>imes in the life of a loan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kern="0" dirty="0"/>
              <a:t>Average </a:t>
            </a:r>
            <a:r>
              <a:rPr lang="en-US" sz="1400" kern="0" dirty="0" smtClean="0"/>
              <a:t>Curtailment </a:t>
            </a:r>
            <a:r>
              <a:rPr lang="en-US" sz="1400" kern="0" dirty="0"/>
              <a:t>amount is </a:t>
            </a:r>
            <a:r>
              <a:rPr lang="en-US" sz="1400" kern="0" dirty="0" smtClean="0"/>
              <a:t>~ $3,100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729999"/>
              </p:ext>
            </p:extLst>
          </p:nvPr>
        </p:nvGraphicFramePr>
        <p:xfrm>
          <a:off x="897127" y="3198182"/>
          <a:ext cx="8264146" cy="32918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6751"/>
                <a:gridCol w="806601"/>
                <a:gridCol w="857401"/>
                <a:gridCol w="1206651"/>
                <a:gridCol w="1295551"/>
                <a:gridCol w="1066951"/>
                <a:gridCol w="1039964"/>
                <a:gridCol w="1254276"/>
              </a:tblGrid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 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Loan Count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Balance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Count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Amount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Avg # Curtailment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% Bal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Curtail Amount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Total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15,563,076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115,336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135,717,582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48,366,768,722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  8.7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0.2%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3,108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9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WALA (Year)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Loan Count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Balance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Count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Amount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% Curtailment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% Bal Curtailment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Avg Curtail Amount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15,664,852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176,093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15,750,700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6,676,899,030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21.0%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0.242%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2,029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14,194,272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169,632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31,843,233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11,970,215,809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21.6%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0.497%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3,906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10,402,492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162,021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24,164,141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8,782,407,996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0.521%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3,831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7,883,737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154,810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                    18,413,614 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6,222,090,684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22.3%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0.510%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3,541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5,844,150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147,804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13,718,693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4,473,243,048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22.4%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0.518%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3,414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4,252,594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139,520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10,197,011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3,230,010,612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0.544%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3,382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7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3,263,579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132,014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7,714,931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2,520,913,937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22.6%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0.585%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3,419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8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2,380,627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122,951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5,523,412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1,830,669,331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0.625%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3,395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9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1,671,904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113,144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3,778,787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1,229,958,493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0.650%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3,236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10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1,069,439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102,567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2,372,588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768,831,834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0.701%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3,170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11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647,065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92,112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1,303,343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399,174,393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22.8%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0.670%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2,707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12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275,059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77,348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516,412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145,361,073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22.6%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0.683%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2,344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13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126,231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69,468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235,275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64,614,703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22.5%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0.737%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2,274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14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53,508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64,271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118,193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33,007,555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0.960%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2,722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15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34,007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61,761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66,233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19,120,571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22.7%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0.910%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$                             2,479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  <a:tr h="164592"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16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4,452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59,866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   1,016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                              249,652 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22.8%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</a:rPr>
                        <a:t>0.094%</a:t>
                      </a:r>
                      <a:endParaRPr lang="en-U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</a:rPr>
                        <a:t> $                                 246 </a:t>
                      </a:r>
                      <a:endParaRPr lang="en-U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638" marR="55638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01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</a:t>
            </a:r>
            <a:r>
              <a:rPr lang="en-US" sz="2400" b="0" dirty="0" smtClean="0">
                <a:solidFill>
                  <a:schemeClr val="tx1"/>
                </a:solidFill>
              </a:rPr>
              <a:t>Observations II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1375417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Calculating Curtailments (GSE</a:t>
            </a:r>
            <a:r>
              <a:rPr lang="en-US" sz="1400" dirty="0"/>
              <a:t>, </a:t>
            </a:r>
            <a:r>
              <a:rPr lang="en-US" sz="1400" dirty="0" err="1"/>
              <a:t>eMBS</a:t>
            </a:r>
            <a:r>
              <a:rPr lang="en-US" sz="1400" dirty="0"/>
              <a:t>):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Using a matching algorithm we pulled 6.5 million loans from the GSE and </a:t>
            </a:r>
            <a:r>
              <a:rPr lang="en-US" sz="1400" dirty="0" err="1" smtClean="0"/>
              <a:t>eMBS</a:t>
            </a:r>
            <a:r>
              <a:rPr lang="en-US" sz="1400" dirty="0" smtClean="0"/>
              <a:t> loan level data tables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Using different calculation methods we demonstrate that the observed curtailments are comparable between the two sources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3132872"/>
            <a:ext cx="8615957" cy="4047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8063" y="4606907"/>
            <a:ext cx="67427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/>
              <a:t>GSE </a:t>
            </a:r>
            <a:r>
              <a:rPr lang="en-US" sz="1400" dirty="0" smtClean="0"/>
              <a:t>data is </a:t>
            </a:r>
            <a:r>
              <a:rPr lang="en-US" sz="1400" dirty="0" smtClean="0"/>
              <a:t>Freddie data only as the matching algorithm is much more robust</a:t>
            </a:r>
            <a:endParaRPr lang="en-US" sz="1400" dirty="0"/>
          </a:p>
        </p:txBody>
      </p:sp>
      <p:sp>
        <p:nvSpPr>
          <p:cNvPr id="3" name="TextBox 2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63113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</a:t>
            </a:r>
            <a:r>
              <a:rPr lang="en-US" sz="2400" b="0" dirty="0" smtClean="0">
                <a:solidFill>
                  <a:schemeClr val="tx1"/>
                </a:solidFill>
              </a:rPr>
              <a:t>III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126460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Observations from the Data </a:t>
            </a:r>
            <a:r>
              <a:rPr lang="en-US" sz="1400" dirty="0" smtClean="0"/>
              <a:t>(</a:t>
            </a:r>
            <a:r>
              <a:rPr lang="en-US" sz="1400" dirty="0" smtClean="0"/>
              <a:t>Citi, GSE LL, </a:t>
            </a:r>
            <a:r>
              <a:rPr lang="en-US" sz="1400" dirty="0" err="1"/>
              <a:t>eMBS</a:t>
            </a:r>
            <a:r>
              <a:rPr lang="en-US" sz="1400" dirty="0"/>
              <a:t>):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Curtailments are very low and stable for the first </a:t>
            </a:r>
            <a:r>
              <a:rPr lang="en-US" sz="1400" dirty="0" smtClean="0"/>
              <a:t>12-15 </a:t>
            </a:r>
            <a:r>
              <a:rPr lang="en-US" sz="1400" dirty="0"/>
              <a:t>years of the life of the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next 10-15 years are still stable, but curtailments become more significant @1-2 CPR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dirty="0"/>
              <a:t>last </a:t>
            </a:r>
            <a:r>
              <a:rPr lang="en-US" sz="1400" dirty="0" smtClean="0"/>
              <a:t>3 </a:t>
            </a:r>
            <a:r>
              <a:rPr lang="en-US" sz="1400" dirty="0"/>
              <a:t>years sees a sharp increase in curtailments as the borrowers seek to </a:t>
            </a:r>
            <a:r>
              <a:rPr lang="en-US" sz="1400" dirty="0" smtClean="0"/>
              <a:t>eliminate debt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3032295"/>
            <a:ext cx="8615957" cy="41795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10177" y="5208669"/>
            <a:ext cx="4238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9235" lvl="1" indent="0"/>
            <a:r>
              <a:rPr lang="en-US" sz="1400" dirty="0" smtClean="0"/>
              <a:t>The </a:t>
            </a:r>
            <a:r>
              <a:rPr lang="en-US" sz="1400" dirty="0" err="1" smtClean="0"/>
              <a:t>eMBS</a:t>
            </a:r>
            <a:r>
              <a:rPr lang="en-US" sz="1400" dirty="0" smtClean="0"/>
              <a:t> data is sparse after WALA &gt; 250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121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</a:t>
            </a:r>
            <a:r>
              <a:rPr lang="en-US" sz="2400" b="0" dirty="0" smtClean="0">
                <a:solidFill>
                  <a:schemeClr val="tx1"/>
                </a:solidFill>
              </a:rPr>
              <a:t>IV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147086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FHLMC </a:t>
            </a:r>
            <a:r>
              <a:rPr lang="en-US" sz="1400" dirty="0" err="1" smtClean="0"/>
              <a:t>eMBS</a:t>
            </a:r>
            <a:r>
              <a:rPr lang="en-US" sz="1400" dirty="0" smtClean="0"/>
              <a:t> data vs </a:t>
            </a:r>
            <a:r>
              <a:rPr lang="en-US" sz="1400" dirty="0" smtClean="0"/>
              <a:t>Citi </a:t>
            </a:r>
            <a:r>
              <a:rPr lang="en-US" sz="1400" dirty="0" smtClean="0"/>
              <a:t>data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Freddie data has loan ages up to 360 months, so we use that data to calculate curtailments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data is very sparse for the high WALA loans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Hence we group the data into Yearly Loan Age buckets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is easily comparable with the </a:t>
            </a:r>
            <a:r>
              <a:rPr lang="en-US" sz="1400" dirty="0" smtClean="0"/>
              <a:t>Citi </a:t>
            </a:r>
            <a:r>
              <a:rPr lang="en-US" sz="1400" dirty="0" smtClean="0"/>
              <a:t>data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3226095"/>
            <a:ext cx="8615957" cy="39777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8115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</a:t>
            </a:r>
            <a:r>
              <a:rPr lang="en-US" sz="2400" b="0" dirty="0">
                <a:solidFill>
                  <a:schemeClr val="tx1"/>
                </a:solidFill>
              </a:rPr>
              <a:t>V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98583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Sensitivity of Curtailment to Collateral Attributes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Curtailments </a:t>
            </a:r>
            <a:r>
              <a:rPr lang="en-US" sz="1400" dirty="0" smtClean="0"/>
              <a:t>show dependence on</a:t>
            </a:r>
            <a:r>
              <a:rPr lang="en-US" sz="1400" dirty="0" smtClean="0"/>
              <a:t> FICO and LTV</a:t>
            </a:r>
            <a:r>
              <a:rPr lang="en-US" sz="1400" dirty="0" smtClean="0"/>
              <a:t>, </a:t>
            </a:r>
            <a:r>
              <a:rPr lang="en-US" sz="1400" dirty="0" smtClean="0"/>
              <a:t>DTI </a:t>
            </a:r>
            <a:r>
              <a:rPr lang="en-US" sz="1400" dirty="0" smtClean="0"/>
              <a:t>and Loan </a:t>
            </a:r>
            <a:r>
              <a:rPr lang="en-US" sz="1400" dirty="0" smtClean="0"/>
              <a:t>Size effects are less visible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sensitivity only seems significant for the first 10-15 years the loan (WALA &lt;= </a:t>
            </a:r>
            <a:r>
              <a:rPr lang="en-US" sz="1400" dirty="0" smtClean="0"/>
              <a:t>180 months)</a:t>
            </a: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2708915"/>
            <a:ext cx="8615957" cy="45023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36760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</a:t>
            </a:r>
            <a:r>
              <a:rPr lang="en-US" sz="2400" b="0" dirty="0" smtClean="0">
                <a:solidFill>
                  <a:schemeClr val="tx1"/>
                </a:solidFill>
              </a:rPr>
              <a:t>VI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65009"/>
            <a:ext cx="8549640" cy="52937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9854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</a:t>
            </a:r>
            <a:r>
              <a:rPr lang="en-US" sz="2400" b="0" dirty="0" smtClean="0">
                <a:solidFill>
                  <a:schemeClr val="tx1"/>
                </a:solidFill>
              </a:rPr>
              <a:t>VII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3" y="1801190"/>
            <a:ext cx="8613654" cy="53708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2694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</a:t>
            </a:r>
            <a:r>
              <a:rPr lang="en-US" sz="2400" b="0" dirty="0" smtClean="0">
                <a:solidFill>
                  <a:schemeClr val="tx1"/>
                </a:solidFill>
              </a:rPr>
              <a:t>VIII</a:t>
            </a:r>
            <a:endParaRPr lang="en-US" sz="2400" b="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1807186"/>
            <a:ext cx="8549640" cy="53807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73647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Empirical Observations </a:t>
            </a:r>
            <a:r>
              <a:rPr lang="en-US" sz="2400" b="0" dirty="0" smtClean="0">
                <a:solidFill>
                  <a:schemeClr val="tx1"/>
                </a:solidFill>
              </a:rPr>
              <a:t>IX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3"/>
            <a:ext cx="7895645" cy="1200515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Final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make use of the Citi Curtailment data along with the </a:t>
            </a:r>
            <a:r>
              <a:rPr lang="en-US" sz="1400" dirty="0" smtClean="0"/>
              <a:t>FHLMC </a:t>
            </a:r>
            <a:r>
              <a:rPr lang="en-US" sz="1400" dirty="0" smtClean="0"/>
              <a:t>Curtailment data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Additionally, we pull in the combined </a:t>
            </a:r>
            <a:r>
              <a:rPr lang="en-US" sz="1400" dirty="0" smtClean="0"/>
              <a:t>FHLMC/FNMA </a:t>
            </a:r>
            <a:r>
              <a:rPr lang="en-US" sz="1400" dirty="0"/>
              <a:t>p</a:t>
            </a:r>
            <a:r>
              <a:rPr lang="en-US" sz="1400" dirty="0" smtClean="0"/>
              <a:t>ool </a:t>
            </a:r>
            <a:r>
              <a:rPr lang="en-US" sz="1400" dirty="0" smtClean="0"/>
              <a:t>level CPR to help capture the full payoffs that we miss from our restrictive definition of curtailment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949933"/>
            <a:ext cx="8549640" cy="4223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5162" y="3564126"/>
            <a:ext cx="461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CPR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8220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Description of Framework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We use R to combine and smooth the curtailment </a:t>
            </a:r>
            <a:r>
              <a:rPr lang="en-US" sz="1400" dirty="0" smtClean="0"/>
              <a:t>and full payoff data </a:t>
            </a:r>
            <a:r>
              <a:rPr lang="en-US" sz="1400" dirty="0" smtClean="0"/>
              <a:t>just described into a finalized </a:t>
            </a:r>
            <a:r>
              <a:rPr lang="en-US" sz="1400" dirty="0" smtClean="0"/>
              <a:t>curtailment vector for fixed-rate 30-year mortgages</a:t>
            </a:r>
            <a:endParaRPr lang="en-US" sz="1400" dirty="0" smtClean="0"/>
          </a:p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Curtailment is assumed to be a monotonically increasing function of </a:t>
            </a:r>
            <a:r>
              <a:rPr lang="en-US" sz="1400" dirty="0" smtClean="0"/>
              <a:t>WALA</a:t>
            </a:r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It </a:t>
            </a:r>
            <a:r>
              <a:rPr lang="en-US" sz="1400" dirty="0" smtClean="0"/>
              <a:t>also shows some sensitivity to FICO and CLTV for the first 15 years. The dependence gradually decays to nothing over the 15 year period</a:t>
            </a:r>
            <a:endParaRPr lang="en-US" sz="1400" dirty="0"/>
          </a:p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Care is taken to choose monotonically increasing data points to facilitate this assumption</a:t>
            </a:r>
          </a:p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W</a:t>
            </a:r>
            <a:r>
              <a:rPr lang="en-US" sz="1400" dirty="0" smtClean="0"/>
              <a:t>e </a:t>
            </a:r>
            <a:r>
              <a:rPr lang="en-US" sz="1400" dirty="0" smtClean="0"/>
              <a:t>make use of monotonically increasing spline functions to provide us with a smoothed fit to the data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11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 I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349727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Curtailment </a:t>
            </a:r>
            <a:r>
              <a:rPr lang="en-US" sz="1400" dirty="0" smtClean="0"/>
              <a:t>and Full Payoff curves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245656015"/>
              </p:ext>
            </p:extLst>
          </p:nvPr>
        </p:nvGraphicFramePr>
        <p:xfrm>
          <a:off x="970059" y="2310674"/>
          <a:ext cx="7768992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9224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 II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349727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Smoothed Curtailment </a:t>
            </a:r>
            <a:r>
              <a:rPr lang="en-US" sz="1400" dirty="0" smtClean="0"/>
              <a:t>and Full Payoff (Full Curtailment = Full Payoff)</a:t>
            </a:r>
            <a:endParaRPr lang="en-US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2" y="2186609"/>
            <a:ext cx="8615957" cy="497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09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Results III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F</a:t>
            </a:r>
            <a:r>
              <a:rPr lang="en-US" sz="1400" dirty="0" smtClean="0"/>
              <a:t>or </a:t>
            </a:r>
            <a:r>
              <a:rPr lang="en-US" sz="1400" dirty="0" smtClean="0"/>
              <a:t>the GSE loan level data set, our model shows a close result compare with the actual </a:t>
            </a:r>
            <a:r>
              <a:rPr lang="en-US" sz="1400" dirty="0" smtClean="0"/>
              <a:t>curtailment </a:t>
            </a:r>
            <a:r>
              <a:rPr lang="en-US" sz="1400" dirty="0" smtClean="0"/>
              <a:t>numbers.</a:t>
            </a:r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Cello\cello-it-dev\trunk\Research\AgencyPrepayment\Baton\output\Curtail Tracking_Loans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9" b="3427"/>
          <a:stretch/>
        </p:blipFill>
        <p:spPr bwMode="auto">
          <a:xfrm>
            <a:off x="1690688" y="2403564"/>
            <a:ext cx="6677025" cy="4624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50273" y="6892636"/>
            <a:ext cx="2112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As of February 2016 factors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9051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Decay </a:t>
            </a:r>
            <a:r>
              <a:rPr lang="en-US" sz="2400" b="0" dirty="0" smtClean="0">
                <a:solidFill>
                  <a:schemeClr val="tx1"/>
                </a:solidFill>
              </a:rPr>
              <a:t>Factors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/>
              <a:t>T</a:t>
            </a:r>
            <a:r>
              <a:rPr lang="en-US" sz="1400" dirty="0" smtClean="0"/>
              <a:t>he </a:t>
            </a:r>
            <a:r>
              <a:rPr lang="en-US" sz="1400" dirty="0" smtClean="0"/>
              <a:t>impacts of FICO and CLTV are not very clear for </a:t>
            </a:r>
            <a:r>
              <a:rPr lang="en-US" sz="1400" dirty="0" err="1" smtClean="0"/>
              <a:t>wala</a:t>
            </a:r>
            <a:r>
              <a:rPr lang="en-US" sz="1400" dirty="0" smtClean="0"/>
              <a:t> &gt; </a:t>
            </a:r>
            <a:r>
              <a:rPr lang="en-US" sz="1400" dirty="0" smtClean="0"/>
              <a:t>180 months. We allow FICO/CLTV multipliers to </a:t>
            </a:r>
            <a:r>
              <a:rPr lang="en-US" sz="1400" dirty="0" smtClean="0"/>
              <a:t>decay to</a:t>
            </a:r>
            <a:r>
              <a:rPr lang="en-US" sz="1400" dirty="0" smtClean="0"/>
              <a:t> 1 (zero effect) by 180 months.</a:t>
            </a:r>
            <a:endParaRPr lang="en-US" sz="1400" dirty="0" smtClean="0"/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221369300"/>
              </p:ext>
            </p:extLst>
          </p:nvPr>
        </p:nvGraphicFramePr>
        <p:xfrm>
          <a:off x="1676400" y="2899954"/>
          <a:ext cx="6705600" cy="41097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3651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Tracking with </a:t>
            </a:r>
            <a:r>
              <a:rPr lang="en-US" sz="2400" b="0" dirty="0" smtClean="0">
                <a:solidFill>
                  <a:schemeClr val="tx1"/>
                </a:solidFill>
              </a:rPr>
              <a:t>Decay factors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Introducing decay factors modestly improves the fits</a:t>
            </a:r>
            <a:endParaRPr lang="en-US" sz="1400" dirty="0" smtClean="0"/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C:\Cello\cello-it-dev\trunk\Research\AgencyPrepayment\Baton\output\Curtail Tracking_Loans_decay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9" b="3769"/>
          <a:stretch/>
        </p:blipFill>
        <p:spPr bwMode="auto">
          <a:xfrm>
            <a:off x="1482225" y="2527662"/>
            <a:ext cx="6677025" cy="4598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188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Total Tracking Error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lvl="1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r>
              <a:rPr lang="en-US" sz="1400" dirty="0" smtClean="0"/>
              <a:t>The </a:t>
            </a:r>
            <a:r>
              <a:rPr lang="en-US" sz="1400" dirty="0"/>
              <a:t>combined version (FHL+FNM pools) shows our model is around </a:t>
            </a:r>
            <a:r>
              <a:rPr lang="en-US" sz="1400" dirty="0" smtClean="0"/>
              <a:t>2% CPR </a:t>
            </a:r>
            <a:r>
              <a:rPr lang="en-US" sz="1400" dirty="0"/>
              <a:t>slower before </a:t>
            </a:r>
            <a:r>
              <a:rPr lang="en-US" sz="1400" dirty="0" err="1"/>
              <a:t>wala</a:t>
            </a:r>
            <a:r>
              <a:rPr lang="en-US" sz="1400" dirty="0"/>
              <a:t> </a:t>
            </a:r>
            <a:r>
              <a:rPr lang="en-US" sz="1400" dirty="0" smtClean="0"/>
              <a:t>125 months, 3.5% </a:t>
            </a:r>
            <a:r>
              <a:rPr lang="en-US" sz="1400" dirty="0"/>
              <a:t>to </a:t>
            </a:r>
            <a:r>
              <a:rPr lang="en-US" sz="1400" dirty="0" smtClean="0"/>
              <a:t>5% CPR </a:t>
            </a:r>
            <a:r>
              <a:rPr lang="en-US" sz="1400" dirty="0"/>
              <a:t>faster than </a:t>
            </a:r>
            <a:r>
              <a:rPr lang="en-US" sz="1400" dirty="0" smtClean="0"/>
              <a:t>Actual </a:t>
            </a:r>
            <a:r>
              <a:rPr lang="en-US" sz="1400" dirty="0"/>
              <a:t>after 125 </a:t>
            </a:r>
            <a:r>
              <a:rPr lang="en-US" sz="1400" dirty="0" smtClean="0"/>
              <a:t>months.</a:t>
            </a:r>
            <a:endParaRPr lang="en-US" sz="1400" dirty="0" smtClean="0"/>
          </a:p>
          <a:p>
            <a:pPr marL="794987" lvl="2" indent="-285750" algn="l">
              <a:spcBef>
                <a:spcPct val="110000"/>
              </a:spcBef>
              <a:buFont typeface="Arial" panose="020B0604020202020204" pitchFamily="34" charset="0"/>
              <a:buChar char="•"/>
            </a:pP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1082570"/>
              </p:ext>
            </p:extLst>
          </p:nvPr>
        </p:nvGraphicFramePr>
        <p:xfrm>
          <a:off x="655022" y="2502149"/>
          <a:ext cx="8682038" cy="4557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63936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72956</TotalTime>
  <Words>1201</Words>
  <Application>Microsoft Office PowerPoint</Application>
  <PresentationFormat>Custom</PresentationFormat>
  <Paragraphs>260</Paragraphs>
  <Slides>20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15</vt:i4>
      </vt:variant>
      <vt:variant>
        <vt:lpstr>Slide Titles</vt:lpstr>
      </vt:variant>
      <vt:variant>
        <vt:i4>20</vt:i4>
      </vt:variant>
    </vt:vector>
  </HeadingPairs>
  <TitlesOfParts>
    <vt:vector size="35" baseType="lpstr"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Outline</vt:lpstr>
      <vt:lpstr>Introduction to Curtailment</vt:lpstr>
      <vt:lpstr>Description of Data</vt:lpstr>
      <vt:lpstr>Empirical Observations (GSE Loan Level Data)</vt:lpstr>
      <vt:lpstr>Empirical Observations II</vt:lpstr>
      <vt:lpstr>Empirical Observations III</vt:lpstr>
      <vt:lpstr>Empirical Observations IV</vt:lpstr>
      <vt:lpstr>Empirical Observations V</vt:lpstr>
      <vt:lpstr>Empirical Observations VI</vt:lpstr>
      <vt:lpstr>Empirical Observations VII</vt:lpstr>
      <vt:lpstr>Empirical Observations VIII</vt:lpstr>
      <vt:lpstr>Empirical Observations IX</vt:lpstr>
      <vt:lpstr>Description of Framework</vt:lpstr>
      <vt:lpstr>Results I</vt:lpstr>
      <vt:lpstr>Results II</vt:lpstr>
      <vt:lpstr>Results III</vt:lpstr>
      <vt:lpstr>Decay Factors</vt:lpstr>
      <vt:lpstr>Tracking with Decay factors</vt:lpstr>
      <vt:lpstr>Total Tracking Error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Sharad Chaudhary</cp:lastModifiedBy>
  <cp:revision>1840</cp:revision>
  <cp:lastPrinted>2015-05-06T13:01:55Z</cp:lastPrinted>
  <dcterms:created xsi:type="dcterms:W3CDTF">2011-07-07T12:37:32Z</dcterms:created>
  <dcterms:modified xsi:type="dcterms:W3CDTF">2016-02-29T20:45:52Z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