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39"/>
  </p:notesMasterIdLst>
  <p:handoutMasterIdLst>
    <p:handoutMasterId r:id="rId40"/>
  </p:handoutMasterIdLst>
  <p:sldIdLst>
    <p:sldId id="433" r:id="rId16"/>
    <p:sldId id="583" r:id="rId17"/>
    <p:sldId id="547" r:id="rId18"/>
    <p:sldId id="586" r:id="rId19"/>
    <p:sldId id="590" r:id="rId20"/>
    <p:sldId id="677" r:id="rId21"/>
    <p:sldId id="679" r:id="rId22"/>
    <p:sldId id="684" r:id="rId23"/>
    <p:sldId id="685" r:id="rId24"/>
    <p:sldId id="686" r:id="rId25"/>
    <p:sldId id="678" r:id="rId26"/>
    <p:sldId id="622" r:id="rId27"/>
    <p:sldId id="655" r:id="rId28"/>
    <p:sldId id="680" r:id="rId29"/>
    <p:sldId id="681" r:id="rId30"/>
    <p:sldId id="682" r:id="rId31"/>
    <p:sldId id="652" r:id="rId32"/>
    <p:sldId id="687" r:id="rId33"/>
    <p:sldId id="688" r:id="rId34"/>
    <p:sldId id="694" r:id="rId35"/>
    <p:sldId id="689" r:id="rId36"/>
    <p:sldId id="692" r:id="rId37"/>
    <p:sldId id="693" r:id="rId38"/>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FF9966"/>
    <a:srgbClr val="FFCC00"/>
    <a:srgbClr val="FF9933"/>
    <a:srgbClr val="FF6600"/>
    <a:srgbClr val="E519CD"/>
    <a:srgbClr val="968880"/>
    <a:srgbClr val="2E398A"/>
    <a:srgbClr val="533D2D"/>
    <a:srgbClr val="533D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72" autoAdjust="0"/>
    <p:restoredTop sz="95014" autoAdjust="0"/>
  </p:normalViewPr>
  <p:slideViewPr>
    <p:cSldViewPr snapToGrid="0" snapToObjects="1">
      <p:cViewPr varScale="1">
        <p:scale>
          <a:sx n="132" d="100"/>
          <a:sy n="132" d="100"/>
        </p:scale>
        <p:origin x="132" y="924"/>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Media Effect Periods</a:t>
            </a:r>
          </a:p>
        </c:rich>
      </c:tx>
      <c:layout>
        <c:manualLayout>
          <c:xMode val="edge"/>
          <c:yMode val="edge"/>
          <c:x val="0.38886707535796661"/>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refinance_pool_all_20150819!$T$1</c:f>
              <c:strCache>
                <c:ptCount val="1"/>
                <c:pt idx="0">
                  <c:v>CPR</c:v>
                </c:pt>
              </c:strCache>
            </c:strRef>
          </c:tx>
          <c:spPr>
            <a:ln w="28575" cap="rnd">
              <a:solidFill>
                <a:schemeClr val="accent1"/>
              </a:solidFill>
              <a:round/>
            </a:ln>
            <a:effectLst/>
          </c:spPr>
          <c:marker>
            <c:symbol val="none"/>
          </c:marker>
          <c:cat>
            <c:numRef>
              <c:f>refinance_pool_all_20150819!$S$2:$S$261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refinance_pool_all_20150819!$T$2:$T$261</c:f>
              <c:numCache>
                <c:formatCode>General</c:formatCode>
                <c:ptCount val="260"/>
                <c:pt idx="0">
                  <c:v>1.8695389221723313</c:v>
                </c:pt>
                <c:pt idx="1">
                  <c:v>27.433339403222668</c:v>
                </c:pt>
                <c:pt idx="2">
                  <c:v>21.944864964298382</c:v>
                </c:pt>
                <c:pt idx="3">
                  <c:v>21.789520419297382</c:v>
                </c:pt>
                <c:pt idx="4">
                  <c:v>15.801369813965904</c:v>
                </c:pt>
                <c:pt idx="5">
                  <c:v>11.737476766868681</c:v>
                </c:pt>
                <c:pt idx="6">
                  <c:v>9.096751486840116</c:v>
                </c:pt>
                <c:pt idx="7">
                  <c:v>7.4356159889628177</c:v>
                </c:pt>
                <c:pt idx="8">
                  <c:v>7.2662876564468899</c:v>
                </c:pt>
                <c:pt idx="9">
                  <c:v>6.5350025257891575</c:v>
                </c:pt>
                <c:pt idx="10">
                  <c:v>5.5949674465373018</c:v>
                </c:pt>
                <c:pt idx="11">
                  <c:v>5.0878878063285393</c:v>
                </c:pt>
                <c:pt idx="12">
                  <c:v>4.9887368655457731</c:v>
                </c:pt>
                <c:pt idx="13">
                  <c:v>3.9197824394115677</c:v>
                </c:pt>
                <c:pt idx="14">
                  <c:v>3.5288678105409477</c:v>
                </c:pt>
                <c:pt idx="15">
                  <c:v>4.4073003559536028</c:v>
                </c:pt>
                <c:pt idx="16">
                  <c:v>4.6500362633379648</c:v>
                </c:pt>
                <c:pt idx="17">
                  <c:v>5.6951495162979482</c:v>
                </c:pt>
                <c:pt idx="18">
                  <c:v>7.4304920027207562</c:v>
                </c:pt>
                <c:pt idx="19">
                  <c:v>9.2045642469711595</c:v>
                </c:pt>
                <c:pt idx="20">
                  <c:v>10.805853386922504</c:v>
                </c:pt>
                <c:pt idx="21">
                  <c:v>9.027747432391763</c:v>
                </c:pt>
                <c:pt idx="22">
                  <c:v>8.6623996081020671</c:v>
                </c:pt>
                <c:pt idx="23">
                  <c:v>8.9858737302463521</c:v>
                </c:pt>
                <c:pt idx="24">
                  <c:v>9.7536100235021905</c:v>
                </c:pt>
                <c:pt idx="25">
                  <c:v>9.5513591754971436</c:v>
                </c:pt>
                <c:pt idx="26">
                  <c:v>12.820679449048257</c:v>
                </c:pt>
                <c:pt idx="27">
                  <c:v>14.216526571332466</c:v>
                </c:pt>
                <c:pt idx="28">
                  <c:v>12.315531416439695</c:v>
                </c:pt>
                <c:pt idx="29">
                  <c:v>10.126833579577921</c:v>
                </c:pt>
                <c:pt idx="30">
                  <c:v>8.3228512545240108</c:v>
                </c:pt>
                <c:pt idx="31">
                  <c:v>8.008390113959706</c:v>
                </c:pt>
                <c:pt idx="32">
                  <c:v>7.6049583148403048</c:v>
                </c:pt>
                <c:pt idx="33">
                  <c:v>6.7985065253183041</c:v>
                </c:pt>
                <c:pt idx="34">
                  <c:v>6.7642287950775319</c:v>
                </c:pt>
                <c:pt idx="35">
                  <c:v>6.7526794078772596</c:v>
                </c:pt>
                <c:pt idx="36">
                  <c:v>8.4024828641982801</c:v>
                </c:pt>
                <c:pt idx="37">
                  <c:v>6.9653315783993701</c:v>
                </c:pt>
                <c:pt idx="38">
                  <c:v>6.3262100613005634</c:v>
                </c:pt>
                <c:pt idx="39">
                  <c:v>7.2209471422942766</c:v>
                </c:pt>
                <c:pt idx="40">
                  <c:v>8.0526754962546025</c:v>
                </c:pt>
                <c:pt idx="41">
                  <c:v>7.8528157881014522</c:v>
                </c:pt>
                <c:pt idx="42">
                  <c:v>8.2587180234160016</c:v>
                </c:pt>
                <c:pt idx="43">
                  <c:v>9.0587348416150455</c:v>
                </c:pt>
                <c:pt idx="44">
                  <c:v>10.16977020044968</c:v>
                </c:pt>
                <c:pt idx="45">
                  <c:v>11.054050803403259</c:v>
                </c:pt>
                <c:pt idx="46">
                  <c:v>11.096684541902347</c:v>
                </c:pt>
                <c:pt idx="47">
                  <c:v>12.284316705304498</c:v>
                </c:pt>
                <c:pt idx="48">
                  <c:v>13.258327514732816</c:v>
                </c:pt>
                <c:pt idx="49">
                  <c:v>12.393821365606739</c:v>
                </c:pt>
                <c:pt idx="50">
                  <c:v>22.627162841579452</c:v>
                </c:pt>
                <c:pt idx="51">
                  <c:v>27.714485285850653</c:v>
                </c:pt>
                <c:pt idx="52">
                  <c:v>24.801492483688691</c:v>
                </c:pt>
                <c:pt idx="53">
                  <c:v>20.844951378293686</c:v>
                </c:pt>
                <c:pt idx="54">
                  <c:v>19.549308001035858</c:v>
                </c:pt>
                <c:pt idx="55">
                  <c:v>19.936070746231504</c:v>
                </c:pt>
                <c:pt idx="56">
                  <c:v>20.193686407211963</c:v>
                </c:pt>
                <c:pt idx="57">
                  <c:v>20.045224787466132</c:v>
                </c:pt>
                <c:pt idx="58">
                  <c:v>26.609784619957399</c:v>
                </c:pt>
                <c:pt idx="59">
                  <c:v>30.829279097549577</c:v>
                </c:pt>
                <c:pt idx="60">
                  <c:v>29.747136435777755</c:v>
                </c:pt>
                <c:pt idx="61">
                  <c:v>23.008749294538799</c:v>
                </c:pt>
                <c:pt idx="62">
                  <c:v>20.639778809709441</c:v>
                </c:pt>
                <c:pt idx="63">
                  <c:v>20.80873892741214</c:v>
                </c:pt>
                <c:pt idx="64">
                  <c:v>17.911868138299891</c:v>
                </c:pt>
                <c:pt idx="65">
                  <c:v>15.750378525955188</c:v>
                </c:pt>
                <c:pt idx="66">
                  <c:v>15.424835111297075</c:v>
                </c:pt>
                <c:pt idx="67">
                  <c:v>12.717674679788637</c:v>
                </c:pt>
                <c:pt idx="68">
                  <c:v>10.988691025066</c:v>
                </c:pt>
                <c:pt idx="69">
                  <c:v>9.2563302126331344</c:v>
                </c:pt>
                <c:pt idx="70">
                  <c:v>8.1819881081396808</c:v>
                </c:pt>
                <c:pt idx="71">
                  <c:v>7.6528113793099983</c:v>
                </c:pt>
                <c:pt idx="72">
                  <c:v>7.8158688281518955</c:v>
                </c:pt>
                <c:pt idx="73">
                  <c:v>5.9280871487870535</c:v>
                </c:pt>
                <c:pt idx="74">
                  <c:v>6.0544317791058173</c:v>
                </c:pt>
                <c:pt idx="75">
                  <c:v>7.3633083747566168</c:v>
                </c:pt>
                <c:pt idx="76">
                  <c:v>7.6261880959704094</c:v>
                </c:pt>
                <c:pt idx="77">
                  <c:v>8.4910468727334099</c:v>
                </c:pt>
                <c:pt idx="78">
                  <c:v>9.4070975008560094</c:v>
                </c:pt>
                <c:pt idx="79">
                  <c:v>8.5395382929377543</c:v>
                </c:pt>
                <c:pt idx="80">
                  <c:v>9.0412423079956667</c:v>
                </c:pt>
                <c:pt idx="81">
                  <c:v>8.497427947237334</c:v>
                </c:pt>
                <c:pt idx="82">
                  <c:v>8.2690422690532515</c:v>
                </c:pt>
                <c:pt idx="83">
                  <c:v>8.7002953124588061</c:v>
                </c:pt>
                <c:pt idx="84">
                  <c:v>8.566465675175138</c:v>
                </c:pt>
                <c:pt idx="85">
                  <c:v>10.302304475769386</c:v>
                </c:pt>
                <c:pt idx="86">
                  <c:v>16.847893360773082</c:v>
                </c:pt>
                <c:pt idx="87">
                  <c:v>22.794490467463323</c:v>
                </c:pt>
                <c:pt idx="88">
                  <c:v>23.797713549528009</c:v>
                </c:pt>
                <c:pt idx="89">
                  <c:v>25.076456828145723</c:v>
                </c:pt>
                <c:pt idx="90">
                  <c:v>25.131199368108515</c:v>
                </c:pt>
                <c:pt idx="91">
                  <c:v>20.833114096447623</c:v>
                </c:pt>
                <c:pt idx="92">
                  <c:v>21.664752865269467</c:v>
                </c:pt>
                <c:pt idx="93">
                  <c:v>19.264401227697768</c:v>
                </c:pt>
                <c:pt idx="94">
                  <c:v>28.23510529938137</c:v>
                </c:pt>
                <c:pt idx="95">
                  <c:v>35.427856058144101</c:v>
                </c:pt>
                <c:pt idx="96">
                  <c:v>38.223267176290655</c:v>
                </c:pt>
                <c:pt idx="97">
                  <c:v>28.741843887983045</c:v>
                </c:pt>
                <c:pt idx="98">
                  <c:v>24.039109562960359</c:v>
                </c:pt>
                <c:pt idx="99">
                  <c:v>24.773322871374837</c:v>
                </c:pt>
                <c:pt idx="100">
                  <c:v>21.197723100070085</c:v>
                </c:pt>
                <c:pt idx="101">
                  <c:v>19.684532267470534</c:v>
                </c:pt>
                <c:pt idx="102">
                  <c:v>19.412986525345588</c:v>
                </c:pt>
                <c:pt idx="103">
                  <c:v>24.982289990941975</c:v>
                </c:pt>
                <c:pt idx="104">
                  <c:v>34.680828003485345</c:v>
                </c:pt>
                <c:pt idx="105">
                  <c:v>40.011259773884454</c:v>
                </c:pt>
                <c:pt idx="106">
                  <c:v>50.215114548231476</c:v>
                </c:pt>
                <c:pt idx="107">
                  <c:v>48.406543825839954</c:v>
                </c:pt>
                <c:pt idx="108">
                  <c:v>48.762525278432591</c:v>
                </c:pt>
                <c:pt idx="109">
                  <c:v>44.699268984676607</c:v>
                </c:pt>
                <c:pt idx="110">
                  <c:v>44.619939216485093</c:v>
                </c:pt>
                <c:pt idx="111">
                  <c:v>48.644918439323668</c:v>
                </c:pt>
                <c:pt idx="112">
                  <c:v>54.726335283303953</c:v>
                </c:pt>
                <c:pt idx="113">
                  <c:v>50.512680643166718</c:v>
                </c:pt>
                <c:pt idx="114">
                  <c:v>54.308043133633397</c:v>
                </c:pt>
                <c:pt idx="115">
                  <c:v>64.301454157855531</c:v>
                </c:pt>
                <c:pt idx="116">
                  <c:v>55.522386684199091</c:v>
                </c:pt>
                <c:pt idx="117">
                  <c:v>40.571610151848873</c:v>
                </c:pt>
                <c:pt idx="118">
                  <c:v>30.500275971469961</c:v>
                </c:pt>
                <c:pt idx="119">
                  <c:v>23.179930136543149</c:v>
                </c:pt>
                <c:pt idx="120">
                  <c:v>23.037604092369655</c:v>
                </c:pt>
                <c:pt idx="121">
                  <c:v>18.225992220437426</c:v>
                </c:pt>
                <c:pt idx="122">
                  <c:v>23.794337041793845</c:v>
                </c:pt>
                <c:pt idx="123">
                  <c:v>31.422370148162958</c:v>
                </c:pt>
                <c:pt idx="124">
                  <c:v>37.183057148002483</c:v>
                </c:pt>
                <c:pt idx="125">
                  <c:v>27.935998550840747</c:v>
                </c:pt>
                <c:pt idx="126">
                  <c:v>22.881578593760143</c:v>
                </c:pt>
                <c:pt idx="127">
                  <c:v>18.477111474647955</c:v>
                </c:pt>
                <c:pt idx="128">
                  <c:v>19.111286146271802</c:v>
                </c:pt>
                <c:pt idx="129">
                  <c:v>19.118554188349744</c:v>
                </c:pt>
                <c:pt idx="130">
                  <c:v>19.87269877962602</c:v>
                </c:pt>
                <c:pt idx="131">
                  <c:v>21.099257165778972</c:v>
                </c:pt>
                <c:pt idx="132">
                  <c:v>21.450791395323165</c:v>
                </c:pt>
                <c:pt idx="133">
                  <c:v>16.124451644258897</c:v>
                </c:pt>
                <c:pt idx="134">
                  <c:v>17.171056466567379</c:v>
                </c:pt>
                <c:pt idx="135">
                  <c:v>23.323311053749187</c:v>
                </c:pt>
                <c:pt idx="136">
                  <c:v>18.252285090643294</c:v>
                </c:pt>
                <c:pt idx="137">
                  <c:v>18.503017684404043</c:v>
                </c:pt>
                <c:pt idx="138">
                  <c:v>21.811244625968829</c:v>
                </c:pt>
                <c:pt idx="139">
                  <c:v>22.571629619298385</c:v>
                </c:pt>
                <c:pt idx="140">
                  <c:v>23.573430420146114</c:v>
                </c:pt>
                <c:pt idx="141">
                  <c:v>18.9554351391231</c:v>
                </c:pt>
                <c:pt idx="142">
                  <c:v>17.813368497314453</c:v>
                </c:pt>
                <c:pt idx="143">
                  <c:v>14.947654557751456</c:v>
                </c:pt>
                <c:pt idx="144">
                  <c:v>13.198322911430992</c:v>
                </c:pt>
                <c:pt idx="145">
                  <c:v>10.11375185641603</c:v>
                </c:pt>
                <c:pt idx="146">
                  <c:v>10.643748153849453</c:v>
                </c:pt>
                <c:pt idx="147">
                  <c:v>12.914071875932509</c:v>
                </c:pt>
                <c:pt idx="148">
                  <c:v>10.966900832326553</c:v>
                </c:pt>
                <c:pt idx="149">
                  <c:v>12.131699561027155</c:v>
                </c:pt>
                <c:pt idx="150">
                  <c:v>11.993743934819134</c:v>
                </c:pt>
                <c:pt idx="151">
                  <c:v>10.354168207647852</c:v>
                </c:pt>
                <c:pt idx="152">
                  <c:v>11.196583864186882</c:v>
                </c:pt>
                <c:pt idx="153">
                  <c:v>9.9264016301486624</c:v>
                </c:pt>
                <c:pt idx="154">
                  <c:v>11.307141312222946</c:v>
                </c:pt>
                <c:pt idx="155">
                  <c:v>10.736945650573249</c:v>
                </c:pt>
                <c:pt idx="156">
                  <c:v>11.726870586142024</c:v>
                </c:pt>
                <c:pt idx="157">
                  <c:v>11.036480329488041</c:v>
                </c:pt>
                <c:pt idx="158">
                  <c:v>9.8718381928336036</c:v>
                </c:pt>
                <c:pt idx="159">
                  <c:v>11.435061019812808</c:v>
                </c:pt>
                <c:pt idx="160">
                  <c:v>11.547817264616434</c:v>
                </c:pt>
                <c:pt idx="161">
                  <c:v>11.742161837735887</c:v>
                </c:pt>
                <c:pt idx="162">
                  <c:v>10.74161771941956</c:v>
                </c:pt>
                <c:pt idx="163">
                  <c:v>9.6348865036302911</c:v>
                </c:pt>
                <c:pt idx="164">
                  <c:v>9.1460157450394046</c:v>
                </c:pt>
                <c:pt idx="165">
                  <c:v>7.2726219195169195</c:v>
                </c:pt>
                <c:pt idx="166">
                  <c:v>8.3593549261895319</c:v>
                </c:pt>
                <c:pt idx="167">
                  <c:v>7.7631648597212717</c:v>
                </c:pt>
                <c:pt idx="168">
                  <c:v>8.8152496242323473</c:v>
                </c:pt>
                <c:pt idx="169">
                  <c:v>9.4465789870059709</c:v>
                </c:pt>
                <c:pt idx="170">
                  <c:v>16.196259025722672</c:v>
                </c:pt>
                <c:pt idx="171">
                  <c:v>14.665434089817264</c:v>
                </c:pt>
                <c:pt idx="172">
                  <c:v>13.18237722629182</c:v>
                </c:pt>
                <c:pt idx="173">
                  <c:v>10.506780593052223</c:v>
                </c:pt>
                <c:pt idx="174">
                  <c:v>8.8909949919474087</c:v>
                </c:pt>
                <c:pt idx="175">
                  <c:v>7.7001064337581244</c:v>
                </c:pt>
                <c:pt idx="176">
                  <c:v>6.5432263695372921</c:v>
                </c:pt>
                <c:pt idx="177">
                  <c:v>6.3198340056494935</c:v>
                </c:pt>
                <c:pt idx="178">
                  <c:v>7.9891033792503618</c:v>
                </c:pt>
                <c:pt idx="179">
                  <c:v>5.5459374093651093</c:v>
                </c:pt>
                <c:pt idx="180">
                  <c:v>8.5270833799285572</c:v>
                </c:pt>
                <c:pt idx="181">
                  <c:v>17.743165983467879</c:v>
                </c:pt>
                <c:pt idx="182">
                  <c:v>24.518372716940995</c:v>
                </c:pt>
                <c:pt idx="183">
                  <c:v>23.795262236856573</c:v>
                </c:pt>
                <c:pt idx="184">
                  <c:v>23.46111774260622</c:v>
                </c:pt>
                <c:pt idx="185">
                  <c:v>25.139157248769315</c:v>
                </c:pt>
                <c:pt idx="186">
                  <c:v>24.286675822597225</c:v>
                </c:pt>
                <c:pt idx="187">
                  <c:v>18.953957113239316</c:v>
                </c:pt>
                <c:pt idx="188">
                  <c:v>14.495644196596169</c:v>
                </c:pt>
                <c:pt idx="189">
                  <c:v>12.838489735001746</c:v>
                </c:pt>
                <c:pt idx="190">
                  <c:v>14.811300899289382</c:v>
                </c:pt>
                <c:pt idx="191">
                  <c:v>14.920556254248062</c:v>
                </c:pt>
                <c:pt idx="192">
                  <c:v>18.178653751582818</c:v>
                </c:pt>
                <c:pt idx="193">
                  <c:v>15.114634818001093</c:v>
                </c:pt>
                <c:pt idx="194">
                  <c:v>27.271135862043781</c:v>
                </c:pt>
                <c:pt idx="195">
                  <c:v>24.099485767281458</c:v>
                </c:pt>
                <c:pt idx="196">
                  <c:v>24.326477934154202</c:v>
                </c:pt>
                <c:pt idx="197">
                  <c:v>22.978840288499136</c:v>
                </c:pt>
                <c:pt idx="198">
                  <c:v>17.460349476112913</c:v>
                </c:pt>
                <c:pt idx="199">
                  <c:v>19.165771295588641</c:v>
                </c:pt>
                <c:pt idx="200">
                  <c:v>24.735794126860878</c:v>
                </c:pt>
                <c:pt idx="201">
                  <c:v>26.618114919212243</c:v>
                </c:pt>
                <c:pt idx="202">
                  <c:v>27.303083696302721</c:v>
                </c:pt>
                <c:pt idx="203">
                  <c:v>29.115277072454017</c:v>
                </c:pt>
                <c:pt idx="204">
                  <c:v>27.436611119298902</c:v>
                </c:pt>
                <c:pt idx="205">
                  <c:v>20.348921697708612</c:v>
                </c:pt>
                <c:pt idx="206">
                  <c:v>16.458613153541346</c:v>
                </c:pt>
                <c:pt idx="207">
                  <c:v>15.083281215316656</c:v>
                </c:pt>
                <c:pt idx="208">
                  <c:v>13.228303791305462</c:v>
                </c:pt>
                <c:pt idx="209">
                  <c:v>12.650417076214204</c:v>
                </c:pt>
                <c:pt idx="210">
                  <c:v>14.639983144165136</c:v>
                </c:pt>
                <c:pt idx="211">
                  <c:v>14.882812640868758</c:v>
                </c:pt>
                <c:pt idx="212">
                  <c:v>16.804469287588265</c:v>
                </c:pt>
                <c:pt idx="213">
                  <c:v>21.591326429122727</c:v>
                </c:pt>
                <c:pt idx="214">
                  <c:v>25.123074751133057</c:v>
                </c:pt>
                <c:pt idx="215">
                  <c:v>25.770038626234783</c:v>
                </c:pt>
                <c:pt idx="216">
                  <c:v>24.299221225938382</c:v>
                </c:pt>
                <c:pt idx="217">
                  <c:v>22.491251794460098</c:v>
                </c:pt>
                <c:pt idx="218">
                  <c:v>25.820063343320566</c:v>
                </c:pt>
                <c:pt idx="219">
                  <c:v>27.141660917066122</c:v>
                </c:pt>
                <c:pt idx="220">
                  <c:v>24.958590224543709</c:v>
                </c:pt>
                <c:pt idx="221">
                  <c:v>25.983523061915037</c:v>
                </c:pt>
                <c:pt idx="222">
                  <c:v>26.638802557778895</c:v>
                </c:pt>
                <c:pt idx="223">
                  <c:v>28.672162117538711</c:v>
                </c:pt>
                <c:pt idx="224">
                  <c:v>32.00814091823537</c:v>
                </c:pt>
                <c:pt idx="225">
                  <c:v>29.044986304823684</c:v>
                </c:pt>
                <c:pt idx="226">
                  <c:v>32.323257461853572</c:v>
                </c:pt>
                <c:pt idx="227">
                  <c:v>30.388810221170971</c:v>
                </c:pt>
                <c:pt idx="228">
                  <c:v>31.373306558449599</c:v>
                </c:pt>
                <c:pt idx="229">
                  <c:v>30.275456034776159</c:v>
                </c:pt>
                <c:pt idx="230">
                  <c:v>27.319989182474004</c:v>
                </c:pt>
                <c:pt idx="231">
                  <c:v>27.409138831535262</c:v>
                </c:pt>
                <c:pt idx="232">
                  <c:v>27.09922426774456</c:v>
                </c:pt>
                <c:pt idx="233">
                  <c:v>27.75045932085667</c:v>
                </c:pt>
                <c:pt idx="234">
                  <c:v>25.386768015840456</c:v>
                </c:pt>
                <c:pt idx="235">
                  <c:v>23.331623946829051</c:v>
                </c:pt>
                <c:pt idx="236">
                  <c:v>18.559313473530349</c:v>
                </c:pt>
                <c:pt idx="237">
                  <c:v>13.986312421348968</c:v>
                </c:pt>
                <c:pt idx="238">
                  <c:v>12.957786254480785</c:v>
                </c:pt>
                <c:pt idx="239">
                  <c:v>11.576367062303937</c:v>
                </c:pt>
                <c:pt idx="240">
                  <c:v>11.827718364640793</c:v>
                </c:pt>
                <c:pt idx="241">
                  <c:v>9.4939033769276922</c:v>
                </c:pt>
                <c:pt idx="242">
                  <c:v>8.6531788996421675</c:v>
                </c:pt>
                <c:pt idx="243">
                  <c:v>10.221561252392132</c:v>
                </c:pt>
                <c:pt idx="244">
                  <c:v>10.710786388984705</c:v>
                </c:pt>
                <c:pt idx="245">
                  <c:v>11.243031383781489</c:v>
                </c:pt>
                <c:pt idx="246">
                  <c:v>12.487044070089958</c:v>
                </c:pt>
                <c:pt idx="247">
                  <c:v>12.954976012344643</c:v>
                </c:pt>
                <c:pt idx="248">
                  <c:v>12.248013508615706</c:v>
                </c:pt>
                <c:pt idx="249">
                  <c:v>11.999689997324392</c:v>
                </c:pt>
                <c:pt idx="250">
                  <c:v>12.143426916917111</c:v>
                </c:pt>
                <c:pt idx="251">
                  <c:v>11.80519802152229</c:v>
                </c:pt>
                <c:pt idx="252">
                  <c:v>13.668313654805253</c:v>
                </c:pt>
                <c:pt idx="253">
                  <c:v>11.934957842995109</c:v>
                </c:pt>
                <c:pt idx="254">
                  <c:v>16.047183579889467</c:v>
                </c:pt>
                <c:pt idx="255">
                  <c:v>19.783095671963792</c:v>
                </c:pt>
                <c:pt idx="256">
                  <c:v>16.935484602448959</c:v>
                </c:pt>
                <c:pt idx="257">
                  <c:v>16.299643946786702</c:v>
                </c:pt>
                <c:pt idx="258">
                  <c:v>16.626275630500309</c:v>
                </c:pt>
                <c:pt idx="259">
                  <c:v>14.71214194180237</c:v>
                </c:pt>
              </c:numCache>
            </c:numRef>
          </c:val>
          <c:smooth val="0"/>
        </c:ser>
        <c:ser>
          <c:idx val="1"/>
          <c:order val="1"/>
          <c:tx>
            <c:strRef>
              <c:f>refinance_pool_all_20150819!$U$1</c:f>
              <c:strCache>
                <c:ptCount val="1"/>
                <c:pt idx="0">
                  <c:v>Non Media</c:v>
                </c:pt>
              </c:strCache>
            </c:strRef>
          </c:tx>
          <c:spPr>
            <a:ln w="28575" cap="rnd">
              <a:solidFill>
                <a:schemeClr val="accent2"/>
              </a:solidFill>
              <a:round/>
            </a:ln>
            <a:effectLst/>
          </c:spPr>
          <c:marker>
            <c:symbol val="none"/>
          </c:marker>
          <c:cat>
            <c:numRef>
              <c:f>refinance_pool_all_20150819!$S$2:$S$261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refinance_pool_all_20150819!$U$2:$U$261</c:f>
              <c:numCache>
                <c:formatCode>General</c:formatCode>
                <c:ptCount val="260"/>
                <c:pt idx="0">
                  <c:v>0</c:v>
                </c:pt>
                <c:pt idx="1">
                  <c:v>0</c:v>
                </c:pt>
                <c:pt idx="2">
                  <c:v>0</c:v>
                </c:pt>
                <c:pt idx="3">
                  <c:v>0</c:v>
                </c:pt>
                <c:pt idx="4">
                  <c:v>0</c:v>
                </c:pt>
                <c:pt idx="5">
                  <c:v>0</c:v>
                </c:pt>
                <c:pt idx="6">
                  <c:v>0</c:v>
                </c:pt>
                <c:pt idx="7">
                  <c:v>7.4356159889628177</c:v>
                </c:pt>
                <c:pt idx="8">
                  <c:v>7.2662876564468899</c:v>
                </c:pt>
                <c:pt idx="9">
                  <c:v>6.5350025257891575</c:v>
                </c:pt>
                <c:pt idx="10">
                  <c:v>5.5949674465373018</c:v>
                </c:pt>
                <c:pt idx="11">
                  <c:v>5.0878878063285393</c:v>
                </c:pt>
                <c:pt idx="12">
                  <c:v>4.9887368655457731</c:v>
                </c:pt>
                <c:pt idx="13">
                  <c:v>3.9197824394115677</c:v>
                </c:pt>
                <c:pt idx="14">
                  <c:v>3.5288678105409477</c:v>
                </c:pt>
                <c:pt idx="15">
                  <c:v>4.4073003559536028</c:v>
                </c:pt>
                <c:pt idx="16">
                  <c:v>4.6500362633379648</c:v>
                </c:pt>
                <c:pt idx="17">
                  <c:v>5.6951495162979482</c:v>
                </c:pt>
                <c:pt idx="18">
                  <c:v>7.4304920027207562</c:v>
                </c:pt>
                <c:pt idx="19">
                  <c:v>0</c:v>
                </c:pt>
                <c:pt idx="20">
                  <c:v>0</c:v>
                </c:pt>
                <c:pt idx="21">
                  <c:v>0</c:v>
                </c:pt>
                <c:pt idx="22">
                  <c:v>0</c:v>
                </c:pt>
                <c:pt idx="23">
                  <c:v>0</c:v>
                </c:pt>
                <c:pt idx="24">
                  <c:v>0</c:v>
                </c:pt>
                <c:pt idx="25">
                  <c:v>0</c:v>
                </c:pt>
                <c:pt idx="26">
                  <c:v>0</c:v>
                </c:pt>
                <c:pt idx="27">
                  <c:v>0</c:v>
                </c:pt>
                <c:pt idx="28">
                  <c:v>0</c:v>
                </c:pt>
                <c:pt idx="29">
                  <c:v>0</c:v>
                </c:pt>
                <c:pt idx="30">
                  <c:v>8.3228512545240108</c:v>
                </c:pt>
                <c:pt idx="31">
                  <c:v>8.008390113959706</c:v>
                </c:pt>
                <c:pt idx="32">
                  <c:v>7.6049583148403048</c:v>
                </c:pt>
                <c:pt idx="33">
                  <c:v>6.7985065253183041</c:v>
                </c:pt>
                <c:pt idx="34">
                  <c:v>6.7642287950775319</c:v>
                </c:pt>
                <c:pt idx="35">
                  <c:v>6.7526794078772596</c:v>
                </c:pt>
                <c:pt idx="36">
                  <c:v>8.4024828641982801</c:v>
                </c:pt>
                <c:pt idx="37">
                  <c:v>6.9653315783993701</c:v>
                </c:pt>
                <c:pt idx="38">
                  <c:v>6.3262100613005634</c:v>
                </c:pt>
                <c:pt idx="39">
                  <c:v>7.2209471422942766</c:v>
                </c:pt>
                <c:pt idx="40">
                  <c:v>8.0526754962546025</c:v>
                </c:pt>
                <c:pt idx="41">
                  <c:v>7.8528157881014522</c:v>
                </c:pt>
                <c:pt idx="42">
                  <c:v>8.2587180234160016</c:v>
                </c:pt>
                <c:pt idx="43">
                  <c:v>9.0587348416150455</c:v>
                </c:pt>
                <c:pt idx="44">
                  <c:v>10.16977020044968</c:v>
                </c:pt>
                <c:pt idx="45">
                  <c:v>11.054050803403259</c:v>
                </c:pt>
                <c:pt idx="46">
                  <c:v>11.096684541902347</c:v>
                </c:pt>
                <c:pt idx="47">
                  <c:v>12.284316705304498</c:v>
                </c:pt>
                <c:pt idx="48">
                  <c:v>13.258327514732816</c:v>
                </c:pt>
                <c:pt idx="49">
                  <c:v>12.393821365606739</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12.717674679788637</c:v>
                </c:pt>
                <c:pt idx="68">
                  <c:v>10.988691025066</c:v>
                </c:pt>
                <c:pt idx="69">
                  <c:v>9.2563302126331344</c:v>
                </c:pt>
                <c:pt idx="70">
                  <c:v>8.1819881081396808</c:v>
                </c:pt>
                <c:pt idx="71">
                  <c:v>7.6528113793099983</c:v>
                </c:pt>
                <c:pt idx="72">
                  <c:v>7.8158688281518955</c:v>
                </c:pt>
                <c:pt idx="73">
                  <c:v>5.9280871487870535</c:v>
                </c:pt>
                <c:pt idx="74">
                  <c:v>6.0544317791058173</c:v>
                </c:pt>
                <c:pt idx="75">
                  <c:v>7.3633083747566168</c:v>
                </c:pt>
                <c:pt idx="76">
                  <c:v>7.6261880959704094</c:v>
                </c:pt>
                <c:pt idx="77">
                  <c:v>8.4910468727334099</c:v>
                </c:pt>
                <c:pt idx="78">
                  <c:v>9.4070975008560094</c:v>
                </c:pt>
                <c:pt idx="79">
                  <c:v>8.5395382929377543</c:v>
                </c:pt>
                <c:pt idx="80">
                  <c:v>9.0412423079956667</c:v>
                </c:pt>
                <c:pt idx="81">
                  <c:v>8.497427947237334</c:v>
                </c:pt>
                <c:pt idx="82">
                  <c:v>8.2690422690532515</c:v>
                </c:pt>
                <c:pt idx="83">
                  <c:v>8.7002953124588061</c:v>
                </c:pt>
                <c:pt idx="84">
                  <c:v>8.566465675175138</c:v>
                </c:pt>
                <c:pt idx="85">
                  <c:v>10.302304475769386</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13.198322911430992</c:v>
                </c:pt>
                <c:pt idx="145">
                  <c:v>10.11375185641603</c:v>
                </c:pt>
                <c:pt idx="146">
                  <c:v>10.643748153849453</c:v>
                </c:pt>
                <c:pt idx="147">
                  <c:v>12.914071875932509</c:v>
                </c:pt>
                <c:pt idx="148">
                  <c:v>10.966900832326553</c:v>
                </c:pt>
                <c:pt idx="149">
                  <c:v>12.131699561027155</c:v>
                </c:pt>
                <c:pt idx="150">
                  <c:v>11.993743934819134</c:v>
                </c:pt>
                <c:pt idx="151">
                  <c:v>10.354168207647852</c:v>
                </c:pt>
                <c:pt idx="152">
                  <c:v>11.196583864186882</c:v>
                </c:pt>
                <c:pt idx="153">
                  <c:v>9.9264016301486624</c:v>
                </c:pt>
                <c:pt idx="154">
                  <c:v>11.307141312222946</c:v>
                </c:pt>
                <c:pt idx="155">
                  <c:v>10.736945650573249</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numCache>
            </c:numRef>
          </c:val>
          <c:smooth val="0"/>
        </c:ser>
        <c:ser>
          <c:idx val="2"/>
          <c:order val="2"/>
          <c:tx>
            <c:strRef>
              <c:f>refinance_pool_all_20150819!$V$1</c:f>
              <c:strCache>
                <c:ptCount val="1"/>
                <c:pt idx="0">
                  <c:v>Mid Media</c:v>
                </c:pt>
              </c:strCache>
            </c:strRef>
          </c:tx>
          <c:spPr>
            <a:ln w="28575" cap="rnd">
              <a:solidFill>
                <a:schemeClr val="accent3"/>
              </a:solidFill>
              <a:round/>
            </a:ln>
            <a:effectLst/>
          </c:spPr>
          <c:marker>
            <c:symbol val="none"/>
          </c:marker>
          <c:cat>
            <c:numRef>
              <c:f>refinance_pool_all_20150819!$S$2:$S$261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refinance_pool_all_20150819!$V$2:$V$261</c:f>
              <c:numCache>
                <c:formatCode>General</c:formatCode>
                <c:ptCount val="260"/>
                <c:pt idx="0">
                  <c:v>1.8695389221723313</c:v>
                </c:pt>
                <c:pt idx="1">
                  <c:v>27.433339403222668</c:v>
                </c:pt>
                <c:pt idx="2">
                  <c:v>21.944864964298382</c:v>
                </c:pt>
                <c:pt idx="3">
                  <c:v>21.789520419297382</c:v>
                </c:pt>
                <c:pt idx="4">
                  <c:v>15.801369813965904</c:v>
                </c:pt>
                <c:pt idx="5">
                  <c:v>11.737476766868681</c:v>
                </c:pt>
                <c:pt idx="6">
                  <c:v>9.096751486840116</c:v>
                </c:pt>
                <c:pt idx="7">
                  <c:v>0</c:v>
                </c:pt>
                <c:pt idx="8">
                  <c:v>0</c:v>
                </c:pt>
                <c:pt idx="9">
                  <c:v>0</c:v>
                </c:pt>
                <c:pt idx="10">
                  <c:v>0</c:v>
                </c:pt>
                <c:pt idx="11">
                  <c:v>0</c:v>
                </c:pt>
                <c:pt idx="12">
                  <c:v>0</c:v>
                </c:pt>
                <c:pt idx="13">
                  <c:v>0</c:v>
                </c:pt>
                <c:pt idx="14">
                  <c:v>0</c:v>
                </c:pt>
                <c:pt idx="15">
                  <c:v>0</c:v>
                </c:pt>
                <c:pt idx="16">
                  <c:v>0</c:v>
                </c:pt>
                <c:pt idx="17">
                  <c:v>0</c:v>
                </c:pt>
                <c:pt idx="18">
                  <c:v>0</c:v>
                </c:pt>
                <c:pt idx="19">
                  <c:v>9.2045642469711595</c:v>
                </c:pt>
                <c:pt idx="20">
                  <c:v>10.805853386922504</c:v>
                </c:pt>
                <c:pt idx="21">
                  <c:v>9.027747432391763</c:v>
                </c:pt>
                <c:pt idx="22">
                  <c:v>8.6623996081020671</c:v>
                </c:pt>
                <c:pt idx="23">
                  <c:v>8.9858737302463521</c:v>
                </c:pt>
                <c:pt idx="24">
                  <c:v>9.7536100235021905</c:v>
                </c:pt>
                <c:pt idx="25">
                  <c:v>9.5513591754971436</c:v>
                </c:pt>
                <c:pt idx="26">
                  <c:v>12.820679449048257</c:v>
                </c:pt>
                <c:pt idx="27">
                  <c:v>14.216526571332466</c:v>
                </c:pt>
                <c:pt idx="28">
                  <c:v>12.315531416439695</c:v>
                </c:pt>
                <c:pt idx="29">
                  <c:v>10.126833579577921</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22.627162841579452</c:v>
                </c:pt>
                <c:pt idx="51">
                  <c:v>27.714485285850653</c:v>
                </c:pt>
                <c:pt idx="52">
                  <c:v>24.801492483688691</c:v>
                </c:pt>
                <c:pt idx="53">
                  <c:v>20.844951378293686</c:v>
                </c:pt>
                <c:pt idx="54">
                  <c:v>19.549308001035858</c:v>
                </c:pt>
                <c:pt idx="55">
                  <c:v>19.936070746231504</c:v>
                </c:pt>
                <c:pt idx="56">
                  <c:v>20.193686407211963</c:v>
                </c:pt>
                <c:pt idx="57">
                  <c:v>20.045224787466132</c:v>
                </c:pt>
                <c:pt idx="58">
                  <c:v>26.609784619957399</c:v>
                </c:pt>
                <c:pt idx="59">
                  <c:v>30.829279097549577</c:v>
                </c:pt>
                <c:pt idx="60">
                  <c:v>29.747136435777755</c:v>
                </c:pt>
                <c:pt idx="61">
                  <c:v>23.008749294538799</c:v>
                </c:pt>
                <c:pt idx="62">
                  <c:v>20.639778809709441</c:v>
                </c:pt>
                <c:pt idx="63">
                  <c:v>20.80873892741214</c:v>
                </c:pt>
                <c:pt idx="64">
                  <c:v>17.911868138299891</c:v>
                </c:pt>
                <c:pt idx="65">
                  <c:v>15.750378525955188</c:v>
                </c:pt>
                <c:pt idx="66">
                  <c:v>15.424835111297075</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16.847893360773082</c:v>
                </c:pt>
                <c:pt idx="87">
                  <c:v>22.794490467463323</c:v>
                </c:pt>
                <c:pt idx="88">
                  <c:v>23.797713549528009</c:v>
                </c:pt>
                <c:pt idx="89">
                  <c:v>25.076456828145723</c:v>
                </c:pt>
                <c:pt idx="90">
                  <c:v>25.131199368108515</c:v>
                </c:pt>
                <c:pt idx="91">
                  <c:v>20.833114096447623</c:v>
                </c:pt>
                <c:pt idx="92">
                  <c:v>21.664752865269467</c:v>
                </c:pt>
                <c:pt idx="93">
                  <c:v>19.264401227697768</c:v>
                </c:pt>
                <c:pt idx="94">
                  <c:v>28.23510529938137</c:v>
                </c:pt>
                <c:pt idx="95">
                  <c:v>35.427856058144101</c:v>
                </c:pt>
                <c:pt idx="96">
                  <c:v>38.223267176290655</c:v>
                </c:pt>
                <c:pt idx="97">
                  <c:v>28.741843887983045</c:v>
                </c:pt>
                <c:pt idx="98">
                  <c:v>24.039109562960359</c:v>
                </c:pt>
                <c:pt idx="99">
                  <c:v>24.773322871374837</c:v>
                </c:pt>
                <c:pt idx="100">
                  <c:v>21.197723100070085</c:v>
                </c:pt>
                <c:pt idx="101">
                  <c:v>19.684532267470534</c:v>
                </c:pt>
                <c:pt idx="102">
                  <c:v>19.412986525345588</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18.225992220437426</c:v>
                </c:pt>
                <c:pt idx="122">
                  <c:v>23.794337041793845</c:v>
                </c:pt>
                <c:pt idx="123">
                  <c:v>31.422370148162958</c:v>
                </c:pt>
                <c:pt idx="124">
                  <c:v>37.183057148002483</c:v>
                </c:pt>
                <c:pt idx="125">
                  <c:v>27.935998550840747</c:v>
                </c:pt>
                <c:pt idx="126">
                  <c:v>22.881578593760143</c:v>
                </c:pt>
                <c:pt idx="127">
                  <c:v>18.477111474647955</c:v>
                </c:pt>
                <c:pt idx="128">
                  <c:v>19.111286146271802</c:v>
                </c:pt>
                <c:pt idx="129">
                  <c:v>19.118554188349744</c:v>
                </c:pt>
                <c:pt idx="130">
                  <c:v>19.87269877962602</c:v>
                </c:pt>
                <c:pt idx="131">
                  <c:v>21.099257165778972</c:v>
                </c:pt>
                <c:pt idx="132">
                  <c:v>21.450791395323165</c:v>
                </c:pt>
                <c:pt idx="133">
                  <c:v>16.124451644258897</c:v>
                </c:pt>
                <c:pt idx="134">
                  <c:v>17.171056466567379</c:v>
                </c:pt>
                <c:pt idx="135">
                  <c:v>23.323311053749187</c:v>
                </c:pt>
                <c:pt idx="136">
                  <c:v>18.252285090643294</c:v>
                </c:pt>
                <c:pt idx="137">
                  <c:v>18.503017684404043</c:v>
                </c:pt>
                <c:pt idx="138">
                  <c:v>21.811244625968829</c:v>
                </c:pt>
                <c:pt idx="139">
                  <c:v>22.571629619298385</c:v>
                </c:pt>
                <c:pt idx="140">
                  <c:v>23.573430420146114</c:v>
                </c:pt>
                <c:pt idx="141">
                  <c:v>18.9554351391231</c:v>
                </c:pt>
                <c:pt idx="142">
                  <c:v>17.813368497314453</c:v>
                </c:pt>
                <c:pt idx="143">
                  <c:v>14.947654557751456</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numCache>
            </c:numRef>
          </c:val>
          <c:smooth val="0"/>
        </c:ser>
        <c:ser>
          <c:idx val="3"/>
          <c:order val="3"/>
          <c:tx>
            <c:strRef>
              <c:f>refinance_pool_all_20150819!$W$1</c:f>
              <c:strCache>
                <c:ptCount val="1"/>
                <c:pt idx="0">
                  <c:v>High Media</c:v>
                </c:pt>
              </c:strCache>
            </c:strRef>
          </c:tx>
          <c:spPr>
            <a:ln w="28575" cap="rnd">
              <a:solidFill>
                <a:schemeClr val="accent4"/>
              </a:solidFill>
              <a:round/>
            </a:ln>
            <a:effectLst/>
          </c:spPr>
          <c:marker>
            <c:symbol val="none"/>
          </c:marker>
          <c:cat>
            <c:numRef>
              <c:f>refinance_pool_all_20150819!$S$2:$S$261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refinance_pool_all_20150819!$W$2:$W$261</c:f>
              <c:numCache>
                <c:formatCode>General</c:formatCode>
                <c:ptCount val="2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24.982289990941975</c:v>
                </c:pt>
                <c:pt idx="104">
                  <c:v>34.680828003485345</c:v>
                </c:pt>
                <c:pt idx="105">
                  <c:v>40.011259773884454</c:v>
                </c:pt>
                <c:pt idx="106">
                  <c:v>50.215114548231476</c:v>
                </c:pt>
                <c:pt idx="107">
                  <c:v>48.406543825839954</c:v>
                </c:pt>
                <c:pt idx="108">
                  <c:v>48.762525278432591</c:v>
                </c:pt>
                <c:pt idx="109">
                  <c:v>44.699268984676607</c:v>
                </c:pt>
                <c:pt idx="110">
                  <c:v>44.619939216485093</c:v>
                </c:pt>
                <c:pt idx="111">
                  <c:v>48.644918439323668</c:v>
                </c:pt>
                <c:pt idx="112">
                  <c:v>54.726335283303953</c:v>
                </c:pt>
                <c:pt idx="113">
                  <c:v>50.512680643166718</c:v>
                </c:pt>
                <c:pt idx="114">
                  <c:v>54.308043133633397</c:v>
                </c:pt>
                <c:pt idx="115">
                  <c:v>64.301454157855531</c:v>
                </c:pt>
                <c:pt idx="116">
                  <c:v>55.522386684199091</c:v>
                </c:pt>
                <c:pt idx="117">
                  <c:v>40.571610151848873</c:v>
                </c:pt>
                <c:pt idx="118">
                  <c:v>30.500275971469961</c:v>
                </c:pt>
                <c:pt idx="119">
                  <c:v>23.179930136543149</c:v>
                </c:pt>
                <c:pt idx="120">
                  <c:v>23.037604092369655</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numCache>
            </c:numRef>
          </c:val>
          <c:smooth val="0"/>
        </c:ser>
        <c:dLbls>
          <c:showLegendKey val="0"/>
          <c:showVal val="0"/>
          <c:showCatName val="0"/>
          <c:showSerName val="0"/>
          <c:showPercent val="0"/>
          <c:showBubbleSize val="0"/>
        </c:dLbls>
        <c:smooth val="0"/>
        <c:axId val="185518136"/>
        <c:axId val="185517352"/>
      </c:lineChart>
      <c:dateAx>
        <c:axId val="185518136"/>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17352"/>
        <c:crosses val="autoZero"/>
        <c:auto val="1"/>
        <c:lblOffset val="100"/>
        <c:baseTimeUnit val="months"/>
      </c:dateAx>
      <c:valAx>
        <c:axId val="185517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US" sz="1100" b="1" dirty="0" smtClean="0"/>
                  <a:t>CPR</a:t>
                </a:r>
                <a:endParaRPr lang="en-US" sz="1100" b="1" dirty="0"/>
              </a:p>
            </c:rich>
          </c:tx>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1813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Media Effect S-Curves</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highmedia.scurve!$B$1</c:f>
              <c:strCache>
                <c:ptCount val="1"/>
                <c:pt idx="0">
                  <c:v>Non Media</c:v>
                </c:pt>
              </c:strCache>
            </c:strRef>
          </c:tx>
          <c:spPr>
            <a:ln w="28575" cap="rnd">
              <a:solidFill>
                <a:schemeClr val="accent1"/>
              </a:solidFill>
              <a:round/>
            </a:ln>
            <a:effectLst/>
          </c:spPr>
          <c:marker>
            <c:symbol val="none"/>
          </c:marker>
          <c:cat>
            <c:numRef>
              <c:f>highmedia.scurve!$A$2:$A$902</c:f>
              <c:numCache>
                <c:formatCode>General</c:formatCode>
                <c:ptCount val="901"/>
                <c:pt idx="0">
                  <c:v>-300</c:v>
                </c:pt>
                <c:pt idx="1">
                  <c:v>-299</c:v>
                </c:pt>
                <c:pt idx="2">
                  <c:v>-298</c:v>
                </c:pt>
                <c:pt idx="3">
                  <c:v>-297</c:v>
                </c:pt>
                <c:pt idx="4">
                  <c:v>-296</c:v>
                </c:pt>
                <c:pt idx="5">
                  <c:v>-295</c:v>
                </c:pt>
                <c:pt idx="6">
                  <c:v>-294</c:v>
                </c:pt>
                <c:pt idx="7">
                  <c:v>-293</c:v>
                </c:pt>
                <c:pt idx="8">
                  <c:v>-292</c:v>
                </c:pt>
                <c:pt idx="9">
                  <c:v>-291</c:v>
                </c:pt>
                <c:pt idx="10">
                  <c:v>-290</c:v>
                </c:pt>
                <c:pt idx="11">
                  <c:v>-289</c:v>
                </c:pt>
                <c:pt idx="12">
                  <c:v>-288</c:v>
                </c:pt>
                <c:pt idx="13">
                  <c:v>-287</c:v>
                </c:pt>
                <c:pt idx="14">
                  <c:v>-286</c:v>
                </c:pt>
                <c:pt idx="15">
                  <c:v>-285</c:v>
                </c:pt>
                <c:pt idx="16">
                  <c:v>-284</c:v>
                </c:pt>
                <c:pt idx="17">
                  <c:v>-283</c:v>
                </c:pt>
                <c:pt idx="18">
                  <c:v>-282</c:v>
                </c:pt>
                <c:pt idx="19">
                  <c:v>-281</c:v>
                </c:pt>
                <c:pt idx="20">
                  <c:v>-280</c:v>
                </c:pt>
                <c:pt idx="21">
                  <c:v>-279</c:v>
                </c:pt>
                <c:pt idx="22">
                  <c:v>-278</c:v>
                </c:pt>
                <c:pt idx="23">
                  <c:v>-277</c:v>
                </c:pt>
                <c:pt idx="24">
                  <c:v>-276</c:v>
                </c:pt>
                <c:pt idx="25">
                  <c:v>-275</c:v>
                </c:pt>
                <c:pt idx="26">
                  <c:v>-274</c:v>
                </c:pt>
                <c:pt idx="27">
                  <c:v>-273</c:v>
                </c:pt>
                <c:pt idx="28">
                  <c:v>-272</c:v>
                </c:pt>
                <c:pt idx="29">
                  <c:v>-271</c:v>
                </c:pt>
                <c:pt idx="30">
                  <c:v>-270</c:v>
                </c:pt>
                <c:pt idx="31">
                  <c:v>-269</c:v>
                </c:pt>
                <c:pt idx="32">
                  <c:v>-268</c:v>
                </c:pt>
                <c:pt idx="33">
                  <c:v>-267</c:v>
                </c:pt>
                <c:pt idx="34">
                  <c:v>-266</c:v>
                </c:pt>
                <c:pt idx="35">
                  <c:v>-265</c:v>
                </c:pt>
                <c:pt idx="36">
                  <c:v>-264</c:v>
                </c:pt>
                <c:pt idx="37">
                  <c:v>-263</c:v>
                </c:pt>
                <c:pt idx="38">
                  <c:v>-262</c:v>
                </c:pt>
                <c:pt idx="39">
                  <c:v>-261</c:v>
                </c:pt>
                <c:pt idx="40">
                  <c:v>-260</c:v>
                </c:pt>
                <c:pt idx="41">
                  <c:v>-259</c:v>
                </c:pt>
                <c:pt idx="42">
                  <c:v>-258</c:v>
                </c:pt>
                <c:pt idx="43">
                  <c:v>-257</c:v>
                </c:pt>
                <c:pt idx="44">
                  <c:v>-256</c:v>
                </c:pt>
                <c:pt idx="45">
                  <c:v>-255</c:v>
                </c:pt>
                <c:pt idx="46">
                  <c:v>-254</c:v>
                </c:pt>
                <c:pt idx="47">
                  <c:v>-253</c:v>
                </c:pt>
                <c:pt idx="48">
                  <c:v>-252</c:v>
                </c:pt>
                <c:pt idx="49">
                  <c:v>-251</c:v>
                </c:pt>
                <c:pt idx="50">
                  <c:v>-250</c:v>
                </c:pt>
                <c:pt idx="51">
                  <c:v>-249</c:v>
                </c:pt>
                <c:pt idx="52">
                  <c:v>-248</c:v>
                </c:pt>
                <c:pt idx="53">
                  <c:v>-247</c:v>
                </c:pt>
                <c:pt idx="54">
                  <c:v>-246</c:v>
                </c:pt>
                <c:pt idx="55">
                  <c:v>-245</c:v>
                </c:pt>
                <c:pt idx="56">
                  <c:v>-244</c:v>
                </c:pt>
                <c:pt idx="57">
                  <c:v>-243</c:v>
                </c:pt>
                <c:pt idx="58">
                  <c:v>-242</c:v>
                </c:pt>
                <c:pt idx="59">
                  <c:v>-241</c:v>
                </c:pt>
                <c:pt idx="60">
                  <c:v>-240</c:v>
                </c:pt>
                <c:pt idx="61">
                  <c:v>-239</c:v>
                </c:pt>
                <c:pt idx="62">
                  <c:v>-238</c:v>
                </c:pt>
                <c:pt idx="63">
                  <c:v>-237</c:v>
                </c:pt>
                <c:pt idx="64">
                  <c:v>-236</c:v>
                </c:pt>
                <c:pt idx="65">
                  <c:v>-235</c:v>
                </c:pt>
                <c:pt idx="66">
                  <c:v>-234</c:v>
                </c:pt>
                <c:pt idx="67">
                  <c:v>-233</c:v>
                </c:pt>
                <c:pt idx="68">
                  <c:v>-232</c:v>
                </c:pt>
                <c:pt idx="69">
                  <c:v>-231</c:v>
                </c:pt>
                <c:pt idx="70">
                  <c:v>-230</c:v>
                </c:pt>
                <c:pt idx="71">
                  <c:v>-229</c:v>
                </c:pt>
                <c:pt idx="72">
                  <c:v>-228</c:v>
                </c:pt>
                <c:pt idx="73">
                  <c:v>-227</c:v>
                </c:pt>
                <c:pt idx="74">
                  <c:v>-226</c:v>
                </c:pt>
                <c:pt idx="75">
                  <c:v>-225</c:v>
                </c:pt>
                <c:pt idx="76">
                  <c:v>-224</c:v>
                </c:pt>
                <c:pt idx="77">
                  <c:v>-223</c:v>
                </c:pt>
                <c:pt idx="78">
                  <c:v>-222</c:v>
                </c:pt>
                <c:pt idx="79">
                  <c:v>-221</c:v>
                </c:pt>
                <c:pt idx="80">
                  <c:v>-220</c:v>
                </c:pt>
                <c:pt idx="81">
                  <c:v>-219</c:v>
                </c:pt>
                <c:pt idx="82">
                  <c:v>-218</c:v>
                </c:pt>
                <c:pt idx="83">
                  <c:v>-217</c:v>
                </c:pt>
                <c:pt idx="84">
                  <c:v>-216</c:v>
                </c:pt>
                <c:pt idx="85">
                  <c:v>-215</c:v>
                </c:pt>
                <c:pt idx="86">
                  <c:v>-214</c:v>
                </c:pt>
                <c:pt idx="87">
                  <c:v>-213</c:v>
                </c:pt>
                <c:pt idx="88">
                  <c:v>-212</c:v>
                </c:pt>
                <c:pt idx="89">
                  <c:v>-211</c:v>
                </c:pt>
                <c:pt idx="90">
                  <c:v>-210</c:v>
                </c:pt>
                <c:pt idx="91">
                  <c:v>-209</c:v>
                </c:pt>
                <c:pt idx="92">
                  <c:v>-208</c:v>
                </c:pt>
                <c:pt idx="93">
                  <c:v>-207</c:v>
                </c:pt>
                <c:pt idx="94">
                  <c:v>-206</c:v>
                </c:pt>
                <c:pt idx="95">
                  <c:v>-205</c:v>
                </c:pt>
                <c:pt idx="96">
                  <c:v>-204</c:v>
                </c:pt>
                <c:pt idx="97">
                  <c:v>-203</c:v>
                </c:pt>
                <c:pt idx="98">
                  <c:v>-202</c:v>
                </c:pt>
                <c:pt idx="99">
                  <c:v>-201</c:v>
                </c:pt>
                <c:pt idx="100">
                  <c:v>-200</c:v>
                </c:pt>
                <c:pt idx="101">
                  <c:v>-199</c:v>
                </c:pt>
                <c:pt idx="102">
                  <c:v>-198</c:v>
                </c:pt>
                <c:pt idx="103">
                  <c:v>-197</c:v>
                </c:pt>
                <c:pt idx="104">
                  <c:v>-196</c:v>
                </c:pt>
                <c:pt idx="105">
                  <c:v>-195</c:v>
                </c:pt>
                <c:pt idx="106">
                  <c:v>-194</c:v>
                </c:pt>
                <c:pt idx="107">
                  <c:v>-193</c:v>
                </c:pt>
                <c:pt idx="108">
                  <c:v>-192</c:v>
                </c:pt>
                <c:pt idx="109">
                  <c:v>-191</c:v>
                </c:pt>
                <c:pt idx="110">
                  <c:v>-190</c:v>
                </c:pt>
                <c:pt idx="111">
                  <c:v>-189</c:v>
                </c:pt>
                <c:pt idx="112">
                  <c:v>-188</c:v>
                </c:pt>
                <c:pt idx="113">
                  <c:v>-187</c:v>
                </c:pt>
                <c:pt idx="114">
                  <c:v>-186</c:v>
                </c:pt>
                <c:pt idx="115">
                  <c:v>-185</c:v>
                </c:pt>
                <c:pt idx="116">
                  <c:v>-184</c:v>
                </c:pt>
                <c:pt idx="117">
                  <c:v>-183</c:v>
                </c:pt>
                <c:pt idx="118">
                  <c:v>-182</c:v>
                </c:pt>
                <c:pt idx="119">
                  <c:v>-181</c:v>
                </c:pt>
                <c:pt idx="120">
                  <c:v>-180</c:v>
                </c:pt>
                <c:pt idx="121">
                  <c:v>-179</c:v>
                </c:pt>
                <c:pt idx="122">
                  <c:v>-178</c:v>
                </c:pt>
                <c:pt idx="123">
                  <c:v>-177</c:v>
                </c:pt>
                <c:pt idx="124">
                  <c:v>-176</c:v>
                </c:pt>
                <c:pt idx="125">
                  <c:v>-175</c:v>
                </c:pt>
                <c:pt idx="126">
                  <c:v>-174</c:v>
                </c:pt>
                <c:pt idx="127">
                  <c:v>-173</c:v>
                </c:pt>
                <c:pt idx="128">
                  <c:v>-172</c:v>
                </c:pt>
                <c:pt idx="129">
                  <c:v>-171</c:v>
                </c:pt>
                <c:pt idx="130">
                  <c:v>-170</c:v>
                </c:pt>
                <c:pt idx="131">
                  <c:v>-169</c:v>
                </c:pt>
                <c:pt idx="132">
                  <c:v>-168</c:v>
                </c:pt>
                <c:pt idx="133">
                  <c:v>-167</c:v>
                </c:pt>
                <c:pt idx="134">
                  <c:v>-166</c:v>
                </c:pt>
                <c:pt idx="135">
                  <c:v>-165</c:v>
                </c:pt>
                <c:pt idx="136">
                  <c:v>-164</c:v>
                </c:pt>
                <c:pt idx="137">
                  <c:v>-163</c:v>
                </c:pt>
                <c:pt idx="138">
                  <c:v>-162</c:v>
                </c:pt>
                <c:pt idx="139">
                  <c:v>-161</c:v>
                </c:pt>
                <c:pt idx="140">
                  <c:v>-160</c:v>
                </c:pt>
                <c:pt idx="141">
                  <c:v>-159</c:v>
                </c:pt>
                <c:pt idx="142">
                  <c:v>-158</c:v>
                </c:pt>
                <c:pt idx="143">
                  <c:v>-157</c:v>
                </c:pt>
                <c:pt idx="144">
                  <c:v>-156</c:v>
                </c:pt>
                <c:pt idx="145">
                  <c:v>-155</c:v>
                </c:pt>
                <c:pt idx="146">
                  <c:v>-154</c:v>
                </c:pt>
                <c:pt idx="147">
                  <c:v>-153</c:v>
                </c:pt>
                <c:pt idx="148">
                  <c:v>-152</c:v>
                </c:pt>
                <c:pt idx="149">
                  <c:v>-151</c:v>
                </c:pt>
                <c:pt idx="150">
                  <c:v>-150</c:v>
                </c:pt>
                <c:pt idx="151">
                  <c:v>-149</c:v>
                </c:pt>
                <c:pt idx="152">
                  <c:v>-148</c:v>
                </c:pt>
                <c:pt idx="153">
                  <c:v>-147</c:v>
                </c:pt>
                <c:pt idx="154">
                  <c:v>-146</c:v>
                </c:pt>
                <c:pt idx="155">
                  <c:v>-145</c:v>
                </c:pt>
                <c:pt idx="156">
                  <c:v>-144</c:v>
                </c:pt>
                <c:pt idx="157">
                  <c:v>-143</c:v>
                </c:pt>
                <c:pt idx="158">
                  <c:v>-142</c:v>
                </c:pt>
                <c:pt idx="159">
                  <c:v>-141</c:v>
                </c:pt>
                <c:pt idx="160">
                  <c:v>-140</c:v>
                </c:pt>
                <c:pt idx="161">
                  <c:v>-139</c:v>
                </c:pt>
                <c:pt idx="162">
                  <c:v>-138</c:v>
                </c:pt>
                <c:pt idx="163">
                  <c:v>-137</c:v>
                </c:pt>
                <c:pt idx="164">
                  <c:v>-136</c:v>
                </c:pt>
                <c:pt idx="165">
                  <c:v>-135</c:v>
                </c:pt>
                <c:pt idx="166">
                  <c:v>-134</c:v>
                </c:pt>
                <c:pt idx="167">
                  <c:v>-133</c:v>
                </c:pt>
                <c:pt idx="168">
                  <c:v>-132</c:v>
                </c:pt>
                <c:pt idx="169">
                  <c:v>-131</c:v>
                </c:pt>
                <c:pt idx="170">
                  <c:v>-130</c:v>
                </c:pt>
                <c:pt idx="171">
                  <c:v>-129</c:v>
                </c:pt>
                <c:pt idx="172">
                  <c:v>-128</c:v>
                </c:pt>
                <c:pt idx="173">
                  <c:v>-127</c:v>
                </c:pt>
                <c:pt idx="174">
                  <c:v>-126</c:v>
                </c:pt>
                <c:pt idx="175">
                  <c:v>-125</c:v>
                </c:pt>
                <c:pt idx="176">
                  <c:v>-124</c:v>
                </c:pt>
                <c:pt idx="177">
                  <c:v>-123</c:v>
                </c:pt>
                <c:pt idx="178">
                  <c:v>-122</c:v>
                </c:pt>
                <c:pt idx="179">
                  <c:v>-121</c:v>
                </c:pt>
                <c:pt idx="180">
                  <c:v>-120</c:v>
                </c:pt>
                <c:pt idx="181">
                  <c:v>-119</c:v>
                </c:pt>
                <c:pt idx="182">
                  <c:v>-118</c:v>
                </c:pt>
                <c:pt idx="183">
                  <c:v>-117</c:v>
                </c:pt>
                <c:pt idx="184">
                  <c:v>-116</c:v>
                </c:pt>
                <c:pt idx="185">
                  <c:v>-115</c:v>
                </c:pt>
                <c:pt idx="186">
                  <c:v>-114</c:v>
                </c:pt>
                <c:pt idx="187">
                  <c:v>-113</c:v>
                </c:pt>
                <c:pt idx="188">
                  <c:v>-112</c:v>
                </c:pt>
                <c:pt idx="189">
                  <c:v>-111</c:v>
                </c:pt>
                <c:pt idx="190">
                  <c:v>-110</c:v>
                </c:pt>
                <c:pt idx="191">
                  <c:v>-109</c:v>
                </c:pt>
                <c:pt idx="192">
                  <c:v>-108</c:v>
                </c:pt>
                <c:pt idx="193">
                  <c:v>-107</c:v>
                </c:pt>
                <c:pt idx="194">
                  <c:v>-106</c:v>
                </c:pt>
                <c:pt idx="195">
                  <c:v>-105</c:v>
                </c:pt>
                <c:pt idx="196">
                  <c:v>-104</c:v>
                </c:pt>
                <c:pt idx="197">
                  <c:v>-103</c:v>
                </c:pt>
                <c:pt idx="198">
                  <c:v>-102</c:v>
                </c:pt>
                <c:pt idx="199">
                  <c:v>-101</c:v>
                </c:pt>
                <c:pt idx="200">
                  <c:v>-100</c:v>
                </c:pt>
                <c:pt idx="201">
                  <c:v>-99</c:v>
                </c:pt>
                <c:pt idx="202">
                  <c:v>-98</c:v>
                </c:pt>
                <c:pt idx="203">
                  <c:v>-97</c:v>
                </c:pt>
                <c:pt idx="204">
                  <c:v>-96</c:v>
                </c:pt>
                <c:pt idx="205">
                  <c:v>-95</c:v>
                </c:pt>
                <c:pt idx="206">
                  <c:v>-94</c:v>
                </c:pt>
                <c:pt idx="207">
                  <c:v>-93</c:v>
                </c:pt>
                <c:pt idx="208">
                  <c:v>-92</c:v>
                </c:pt>
                <c:pt idx="209">
                  <c:v>-91</c:v>
                </c:pt>
                <c:pt idx="210">
                  <c:v>-90</c:v>
                </c:pt>
                <c:pt idx="211">
                  <c:v>-89</c:v>
                </c:pt>
                <c:pt idx="212">
                  <c:v>-88</c:v>
                </c:pt>
                <c:pt idx="213">
                  <c:v>-87</c:v>
                </c:pt>
                <c:pt idx="214">
                  <c:v>-86</c:v>
                </c:pt>
                <c:pt idx="215">
                  <c:v>-85</c:v>
                </c:pt>
                <c:pt idx="216">
                  <c:v>-84</c:v>
                </c:pt>
                <c:pt idx="217">
                  <c:v>-83</c:v>
                </c:pt>
                <c:pt idx="218">
                  <c:v>-82</c:v>
                </c:pt>
                <c:pt idx="219">
                  <c:v>-81</c:v>
                </c:pt>
                <c:pt idx="220">
                  <c:v>-80</c:v>
                </c:pt>
                <c:pt idx="221">
                  <c:v>-79</c:v>
                </c:pt>
                <c:pt idx="222">
                  <c:v>-78</c:v>
                </c:pt>
                <c:pt idx="223">
                  <c:v>-77</c:v>
                </c:pt>
                <c:pt idx="224">
                  <c:v>-76</c:v>
                </c:pt>
                <c:pt idx="225">
                  <c:v>-75</c:v>
                </c:pt>
                <c:pt idx="226">
                  <c:v>-74</c:v>
                </c:pt>
                <c:pt idx="227">
                  <c:v>-73</c:v>
                </c:pt>
                <c:pt idx="228">
                  <c:v>-72</c:v>
                </c:pt>
                <c:pt idx="229">
                  <c:v>-71</c:v>
                </c:pt>
                <c:pt idx="230">
                  <c:v>-70</c:v>
                </c:pt>
                <c:pt idx="231">
                  <c:v>-69</c:v>
                </c:pt>
                <c:pt idx="232">
                  <c:v>-68</c:v>
                </c:pt>
                <c:pt idx="233">
                  <c:v>-67</c:v>
                </c:pt>
                <c:pt idx="234">
                  <c:v>-66</c:v>
                </c:pt>
                <c:pt idx="235">
                  <c:v>-65</c:v>
                </c:pt>
                <c:pt idx="236">
                  <c:v>-64</c:v>
                </c:pt>
                <c:pt idx="237">
                  <c:v>-63</c:v>
                </c:pt>
                <c:pt idx="238">
                  <c:v>-62</c:v>
                </c:pt>
                <c:pt idx="239">
                  <c:v>-61</c:v>
                </c:pt>
                <c:pt idx="240">
                  <c:v>-60</c:v>
                </c:pt>
                <c:pt idx="241">
                  <c:v>-59</c:v>
                </c:pt>
                <c:pt idx="242">
                  <c:v>-58</c:v>
                </c:pt>
                <c:pt idx="243">
                  <c:v>-57</c:v>
                </c:pt>
                <c:pt idx="244">
                  <c:v>-56</c:v>
                </c:pt>
                <c:pt idx="245">
                  <c:v>-55</c:v>
                </c:pt>
                <c:pt idx="246">
                  <c:v>-54</c:v>
                </c:pt>
                <c:pt idx="247">
                  <c:v>-53</c:v>
                </c:pt>
                <c:pt idx="248">
                  <c:v>-52</c:v>
                </c:pt>
                <c:pt idx="249">
                  <c:v>-51</c:v>
                </c:pt>
                <c:pt idx="250">
                  <c:v>-50</c:v>
                </c:pt>
                <c:pt idx="251">
                  <c:v>-49</c:v>
                </c:pt>
                <c:pt idx="252">
                  <c:v>-48</c:v>
                </c:pt>
                <c:pt idx="253">
                  <c:v>-47</c:v>
                </c:pt>
                <c:pt idx="254">
                  <c:v>-46</c:v>
                </c:pt>
                <c:pt idx="255">
                  <c:v>-45</c:v>
                </c:pt>
                <c:pt idx="256">
                  <c:v>-44</c:v>
                </c:pt>
                <c:pt idx="257">
                  <c:v>-43</c:v>
                </c:pt>
                <c:pt idx="258">
                  <c:v>-42</c:v>
                </c:pt>
                <c:pt idx="259">
                  <c:v>-41</c:v>
                </c:pt>
                <c:pt idx="260">
                  <c:v>-40</c:v>
                </c:pt>
                <c:pt idx="261">
                  <c:v>-39</c:v>
                </c:pt>
                <c:pt idx="262">
                  <c:v>-38</c:v>
                </c:pt>
                <c:pt idx="263">
                  <c:v>-37</c:v>
                </c:pt>
                <c:pt idx="264">
                  <c:v>-36</c:v>
                </c:pt>
                <c:pt idx="265">
                  <c:v>-35</c:v>
                </c:pt>
                <c:pt idx="266">
                  <c:v>-34</c:v>
                </c:pt>
                <c:pt idx="267">
                  <c:v>-33</c:v>
                </c:pt>
                <c:pt idx="268">
                  <c:v>-32</c:v>
                </c:pt>
                <c:pt idx="269">
                  <c:v>-31</c:v>
                </c:pt>
                <c:pt idx="270">
                  <c:v>-30</c:v>
                </c:pt>
                <c:pt idx="271">
                  <c:v>-29</c:v>
                </c:pt>
                <c:pt idx="272">
                  <c:v>-28</c:v>
                </c:pt>
                <c:pt idx="273">
                  <c:v>-27</c:v>
                </c:pt>
                <c:pt idx="274">
                  <c:v>-26</c:v>
                </c:pt>
                <c:pt idx="275">
                  <c:v>-25</c:v>
                </c:pt>
                <c:pt idx="276">
                  <c:v>-24</c:v>
                </c:pt>
                <c:pt idx="277">
                  <c:v>-23</c:v>
                </c:pt>
                <c:pt idx="278">
                  <c:v>-22</c:v>
                </c:pt>
                <c:pt idx="279">
                  <c:v>-21</c:v>
                </c:pt>
                <c:pt idx="280">
                  <c:v>-20</c:v>
                </c:pt>
                <c:pt idx="281">
                  <c:v>-19</c:v>
                </c:pt>
                <c:pt idx="282">
                  <c:v>-18</c:v>
                </c:pt>
                <c:pt idx="283">
                  <c:v>-17</c:v>
                </c:pt>
                <c:pt idx="284">
                  <c:v>-16</c:v>
                </c:pt>
                <c:pt idx="285">
                  <c:v>-15</c:v>
                </c:pt>
                <c:pt idx="286">
                  <c:v>-14</c:v>
                </c:pt>
                <c:pt idx="287">
                  <c:v>-13</c:v>
                </c:pt>
                <c:pt idx="288">
                  <c:v>-12</c:v>
                </c:pt>
                <c:pt idx="289">
                  <c:v>-11</c:v>
                </c:pt>
                <c:pt idx="290">
                  <c:v>-10</c:v>
                </c:pt>
                <c:pt idx="291">
                  <c:v>-9</c:v>
                </c:pt>
                <c:pt idx="292">
                  <c:v>-8</c:v>
                </c:pt>
                <c:pt idx="293">
                  <c:v>-7</c:v>
                </c:pt>
                <c:pt idx="294">
                  <c:v>-6</c:v>
                </c:pt>
                <c:pt idx="295">
                  <c:v>-5</c:v>
                </c:pt>
                <c:pt idx="296">
                  <c:v>-4</c:v>
                </c:pt>
                <c:pt idx="297">
                  <c:v>-3</c:v>
                </c:pt>
                <c:pt idx="298">
                  <c:v>-2</c:v>
                </c:pt>
                <c:pt idx="299">
                  <c:v>-1</c:v>
                </c:pt>
                <c:pt idx="300">
                  <c:v>0</c:v>
                </c:pt>
                <c:pt idx="301">
                  <c:v>1</c:v>
                </c:pt>
                <c:pt idx="302">
                  <c:v>2</c:v>
                </c:pt>
                <c:pt idx="303">
                  <c:v>3</c:v>
                </c:pt>
                <c:pt idx="304">
                  <c:v>4</c:v>
                </c:pt>
                <c:pt idx="305">
                  <c:v>5</c:v>
                </c:pt>
                <c:pt idx="306">
                  <c:v>6</c:v>
                </c:pt>
                <c:pt idx="307">
                  <c:v>7</c:v>
                </c:pt>
                <c:pt idx="308">
                  <c:v>8</c:v>
                </c:pt>
                <c:pt idx="309">
                  <c:v>9</c:v>
                </c:pt>
                <c:pt idx="310">
                  <c:v>10</c:v>
                </c:pt>
                <c:pt idx="311">
                  <c:v>11</c:v>
                </c:pt>
                <c:pt idx="312">
                  <c:v>12</c:v>
                </c:pt>
                <c:pt idx="313">
                  <c:v>13</c:v>
                </c:pt>
                <c:pt idx="314">
                  <c:v>14</c:v>
                </c:pt>
                <c:pt idx="315">
                  <c:v>15</c:v>
                </c:pt>
                <c:pt idx="316">
                  <c:v>16</c:v>
                </c:pt>
                <c:pt idx="317">
                  <c:v>17</c:v>
                </c:pt>
                <c:pt idx="318">
                  <c:v>18</c:v>
                </c:pt>
                <c:pt idx="319">
                  <c:v>19</c:v>
                </c:pt>
                <c:pt idx="320">
                  <c:v>20</c:v>
                </c:pt>
                <c:pt idx="321">
                  <c:v>21</c:v>
                </c:pt>
                <c:pt idx="322">
                  <c:v>22</c:v>
                </c:pt>
                <c:pt idx="323">
                  <c:v>23</c:v>
                </c:pt>
                <c:pt idx="324">
                  <c:v>24</c:v>
                </c:pt>
                <c:pt idx="325">
                  <c:v>25</c:v>
                </c:pt>
                <c:pt idx="326">
                  <c:v>26</c:v>
                </c:pt>
                <c:pt idx="327">
                  <c:v>27</c:v>
                </c:pt>
                <c:pt idx="328">
                  <c:v>28</c:v>
                </c:pt>
                <c:pt idx="329">
                  <c:v>29</c:v>
                </c:pt>
                <c:pt idx="330">
                  <c:v>30</c:v>
                </c:pt>
                <c:pt idx="331">
                  <c:v>31</c:v>
                </c:pt>
                <c:pt idx="332">
                  <c:v>32</c:v>
                </c:pt>
                <c:pt idx="333">
                  <c:v>33</c:v>
                </c:pt>
                <c:pt idx="334">
                  <c:v>34</c:v>
                </c:pt>
                <c:pt idx="335">
                  <c:v>35</c:v>
                </c:pt>
                <c:pt idx="336">
                  <c:v>36</c:v>
                </c:pt>
                <c:pt idx="337">
                  <c:v>37</c:v>
                </c:pt>
                <c:pt idx="338">
                  <c:v>38</c:v>
                </c:pt>
                <c:pt idx="339">
                  <c:v>39</c:v>
                </c:pt>
                <c:pt idx="340">
                  <c:v>40</c:v>
                </c:pt>
                <c:pt idx="341">
                  <c:v>41</c:v>
                </c:pt>
                <c:pt idx="342">
                  <c:v>42</c:v>
                </c:pt>
                <c:pt idx="343">
                  <c:v>43</c:v>
                </c:pt>
                <c:pt idx="344">
                  <c:v>44</c:v>
                </c:pt>
                <c:pt idx="345">
                  <c:v>45</c:v>
                </c:pt>
                <c:pt idx="346">
                  <c:v>46</c:v>
                </c:pt>
                <c:pt idx="347">
                  <c:v>47</c:v>
                </c:pt>
                <c:pt idx="348">
                  <c:v>48</c:v>
                </c:pt>
                <c:pt idx="349">
                  <c:v>49</c:v>
                </c:pt>
                <c:pt idx="350">
                  <c:v>50</c:v>
                </c:pt>
                <c:pt idx="351">
                  <c:v>51</c:v>
                </c:pt>
                <c:pt idx="352">
                  <c:v>52</c:v>
                </c:pt>
                <c:pt idx="353">
                  <c:v>53</c:v>
                </c:pt>
                <c:pt idx="354">
                  <c:v>54</c:v>
                </c:pt>
                <c:pt idx="355">
                  <c:v>55</c:v>
                </c:pt>
                <c:pt idx="356">
                  <c:v>56</c:v>
                </c:pt>
                <c:pt idx="357">
                  <c:v>57</c:v>
                </c:pt>
                <c:pt idx="358">
                  <c:v>58</c:v>
                </c:pt>
                <c:pt idx="359">
                  <c:v>59</c:v>
                </c:pt>
                <c:pt idx="360">
                  <c:v>60</c:v>
                </c:pt>
                <c:pt idx="361">
                  <c:v>61</c:v>
                </c:pt>
                <c:pt idx="362">
                  <c:v>62</c:v>
                </c:pt>
                <c:pt idx="363">
                  <c:v>63</c:v>
                </c:pt>
                <c:pt idx="364">
                  <c:v>64</c:v>
                </c:pt>
                <c:pt idx="365">
                  <c:v>65</c:v>
                </c:pt>
                <c:pt idx="366">
                  <c:v>66</c:v>
                </c:pt>
                <c:pt idx="367">
                  <c:v>67</c:v>
                </c:pt>
                <c:pt idx="368">
                  <c:v>68</c:v>
                </c:pt>
                <c:pt idx="369">
                  <c:v>69</c:v>
                </c:pt>
                <c:pt idx="370">
                  <c:v>70</c:v>
                </c:pt>
                <c:pt idx="371">
                  <c:v>71</c:v>
                </c:pt>
                <c:pt idx="372">
                  <c:v>72</c:v>
                </c:pt>
                <c:pt idx="373">
                  <c:v>73</c:v>
                </c:pt>
                <c:pt idx="374">
                  <c:v>74</c:v>
                </c:pt>
                <c:pt idx="375">
                  <c:v>75</c:v>
                </c:pt>
                <c:pt idx="376">
                  <c:v>76</c:v>
                </c:pt>
                <c:pt idx="377">
                  <c:v>77</c:v>
                </c:pt>
                <c:pt idx="378">
                  <c:v>78</c:v>
                </c:pt>
                <c:pt idx="379">
                  <c:v>79</c:v>
                </c:pt>
                <c:pt idx="380">
                  <c:v>80</c:v>
                </c:pt>
                <c:pt idx="381">
                  <c:v>81</c:v>
                </c:pt>
                <c:pt idx="382">
                  <c:v>82</c:v>
                </c:pt>
                <c:pt idx="383">
                  <c:v>83</c:v>
                </c:pt>
                <c:pt idx="384">
                  <c:v>84</c:v>
                </c:pt>
                <c:pt idx="385">
                  <c:v>85</c:v>
                </c:pt>
                <c:pt idx="386">
                  <c:v>86</c:v>
                </c:pt>
                <c:pt idx="387">
                  <c:v>87</c:v>
                </c:pt>
                <c:pt idx="388">
                  <c:v>88</c:v>
                </c:pt>
                <c:pt idx="389">
                  <c:v>89</c:v>
                </c:pt>
                <c:pt idx="390">
                  <c:v>90</c:v>
                </c:pt>
                <c:pt idx="391">
                  <c:v>91</c:v>
                </c:pt>
                <c:pt idx="392">
                  <c:v>92</c:v>
                </c:pt>
                <c:pt idx="393">
                  <c:v>93</c:v>
                </c:pt>
                <c:pt idx="394">
                  <c:v>94</c:v>
                </c:pt>
                <c:pt idx="395">
                  <c:v>95</c:v>
                </c:pt>
                <c:pt idx="396">
                  <c:v>96</c:v>
                </c:pt>
                <c:pt idx="397">
                  <c:v>97</c:v>
                </c:pt>
                <c:pt idx="398">
                  <c:v>98</c:v>
                </c:pt>
                <c:pt idx="399">
                  <c:v>99</c:v>
                </c:pt>
                <c:pt idx="400">
                  <c:v>100</c:v>
                </c:pt>
                <c:pt idx="401">
                  <c:v>101</c:v>
                </c:pt>
                <c:pt idx="402">
                  <c:v>102</c:v>
                </c:pt>
                <c:pt idx="403">
                  <c:v>103</c:v>
                </c:pt>
                <c:pt idx="404">
                  <c:v>104</c:v>
                </c:pt>
                <c:pt idx="405">
                  <c:v>105</c:v>
                </c:pt>
                <c:pt idx="406">
                  <c:v>106</c:v>
                </c:pt>
                <c:pt idx="407">
                  <c:v>107</c:v>
                </c:pt>
                <c:pt idx="408">
                  <c:v>108</c:v>
                </c:pt>
                <c:pt idx="409">
                  <c:v>109</c:v>
                </c:pt>
                <c:pt idx="410">
                  <c:v>110</c:v>
                </c:pt>
                <c:pt idx="411">
                  <c:v>111</c:v>
                </c:pt>
                <c:pt idx="412">
                  <c:v>112</c:v>
                </c:pt>
                <c:pt idx="413">
                  <c:v>113</c:v>
                </c:pt>
                <c:pt idx="414">
                  <c:v>114</c:v>
                </c:pt>
                <c:pt idx="415">
                  <c:v>115</c:v>
                </c:pt>
                <c:pt idx="416">
                  <c:v>116</c:v>
                </c:pt>
                <c:pt idx="417">
                  <c:v>117</c:v>
                </c:pt>
                <c:pt idx="418">
                  <c:v>118</c:v>
                </c:pt>
                <c:pt idx="419">
                  <c:v>119</c:v>
                </c:pt>
                <c:pt idx="420">
                  <c:v>120</c:v>
                </c:pt>
                <c:pt idx="421">
                  <c:v>121</c:v>
                </c:pt>
                <c:pt idx="422">
                  <c:v>122</c:v>
                </c:pt>
                <c:pt idx="423">
                  <c:v>123</c:v>
                </c:pt>
                <c:pt idx="424">
                  <c:v>124</c:v>
                </c:pt>
                <c:pt idx="425">
                  <c:v>125</c:v>
                </c:pt>
                <c:pt idx="426">
                  <c:v>126</c:v>
                </c:pt>
                <c:pt idx="427">
                  <c:v>127</c:v>
                </c:pt>
                <c:pt idx="428">
                  <c:v>128</c:v>
                </c:pt>
                <c:pt idx="429">
                  <c:v>129</c:v>
                </c:pt>
                <c:pt idx="430">
                  <c:v>130</c:v>
                </c:pt>
                <c:pt idx="431">
                  <c:v>131</c:v>
                </c:pt>
                <c:pt idx="432">
                  <c:v>132</c:v>
                </c:pt>
                <c:pt idx="433">
                  <c:v>133</c:v>
                </c:pt>
                <c:pt idx="434">
                  <c:v>134</c:v>
                </c:pt>
                <c:pt idx="435">
                  <c:v>135</c:v>
                </c:pt>
                <c:pt idx="436">
                  <c:v>136</c:v>
                </c:pt>
                <c:pt idx="437">
                  <c:v>137</c:v>
                </c:pt>
                <c:pt idx="438">
                  <c:v>138</c:v>
                </c:pt>
                <c:pt idx="439">
                  <c:v>139</c:v>
                </c:pt>
                <c:pt idx="440">
                  <c:v>140</c:v>
                </c:pt>
                <c:pt idx="441">
                  <c:v>141</c:v>
                </c:pt>
                <c:pt idx="442">
                  <c:v>142</c:v>
                </c:pt>
                <c:pt idx="443">
                  <c:v>143</c:v>
                </c:pt>
                <c:pt idx="444">
                  <c:v>144</c:v>
                </c:pt>
                <c:pt idx="445">
                  <c:v>145</c:v>
                </c:pt>
                <c:pt idx="446">
                  <c:v>146</c:v>
                </c:pt>
                <c:pt idx="447">
                  <c:v>147</c:v>
                </c:pt>
                <c:pt idx="448">
                  <c:v>148</c:v>
                </c:pt>
                <c:pt idx="449">
                  <c:v>149</c:v>
                </c:pt>
                <c:pt idx="450">
                  <c:v>150</c:v>
                </c:pt>
                <c:pt idx="451">
                  <c:v>151</c:v>
                </c:pt>
                <c:pt idx="452">
                  <c:v>152</c:v>
                </c:pt>
                <c:pt idx="453">
                  <c:v>153</c:v>
                </c:pt>
                <c:pt idx="454">
                  <c:v>154</c:v>
                </c:pt>
                <c:pt idx="455">
                  <c:v>155</c:v>
                </c:pt>
                <c:pt idx="456">
                  <c:v>156</c:v>
                </c:pt>
                <c:pt idx="457">
                  <c:v>157</c:v>
                </c:pt>
                <c:pt idx="458">
                  <c:v>158</c:v>
                </c:pt>
                <c:pt idx="459">
                  <c:v>159</c:v>
                </c:pt>
                <c:pt idx="460">
                  <c:v>160</c:v>
                </c:pt>
                <c:pt idx="461">
                  <c:v>161</c:v>
                </c:pt>
                <c:pt idx="462">
                  <c:v>162</c:v>
                </c:pt>
                <c:pt idx="463">
                  <c:v>163</c:v>
                </c:pt>
                <c:pt idx="464">
                  <c:v>164</c:v>
                </c:pt>
                <c:pt idx="465">
                  <c:v>165</c:v>
                </c:pt>
                <c:pt idx="466">
                  <c:v>166</c:v>
                </c:pt>
                <c:pt idx="467">
                  <c:v>167</c:v>
                </c:pt>
                <c:pt idx="468">
                  <c:v>168</c:v>
                </c:pt>
                <c:pt idx="469">
                  <c:v>169</c:v>
                </c:pt>
                <c:pt idx="470">
                  <c:v>170</c:v>
                </c:pt>
                <c:pt idx="471">
                  <c:v>171</c:v>
                </c:pt>
                <c:pt idx="472">
                  <c:v>172</c:v>
                </c:pt>
                <c:pt idx="473">
                  <c:v>173</c:v>
                </c:pt>
                <c:pt idx="474">
                  <c:v>174</c:v>
                </c:pt>
                <c:pt idx="475">
                  <c:v>175</c:v>
                </c:pt>
                <c:pt idx="476">
                  <c:v>176</c:v>
                </c:pt>
                <c:pt idx="477">
                  <c:v>177</c:v>
                </c:pt>
                <c:pt idx="478">
                  <c:v>178</c:v>
                </c:pt>
                <c:pt idx="479">
                  <c:v>179</c:v>
                </c:pt>
                <c:pt idx="480">
                  <c:v>180</c:v>
                </c:pt>
                <c:pt idx="481">
                  <c:v>181</c:v>
                </c:pt>
                <c:pt idx="482">
                  <c:v>182</c:v>
                </c:pt>
                <c:pt idx="483">
                  <c:v>183</c:v>
                </c:pt>
                <c:pt idx="484">
                  <c:v>184</c:v>
                </c:pt>
                <c:pt idx="485">
                  <c:v>185</c:v>
                </c:pt>
                <c:pt idx="486">
                  <c:v>186</c:v>
                </c:pt>
                <c:pt idx="487">
                  <c:v>187</c:v>
                </c:pt>
                <c:pt idx="488">
                  <c:v>188</c:v>
                </c:pt>
                <c:pt idx="489">
                  <c:v>189</c:v>
                </c:pt>
                <c:pt idx="490">
                  <c:v>190</c:v>
                </c:pt>
                <c:pt idx="491">
                  <c:v>191</c:v>
                </c:pt>
                <c:pt idx="492">
                  <c:v>192</c:v>
                </c:pt>
                <c:pt idx="493">
                  <c:v>193</c:v>
                </c:pt>
                <c:pt idx="494">
                  <c:v>194</c:v>
                </c:pt>
                <c:pt idx="495">
                  <c:v>195</c:v>
                </c:pt>
                <c:pt idx="496">
                  <c:v>196</c:v>
                </c:pt>
                <c:pt idx="497">
                  <c:v>197</c:v>
                </c:pt>
                <c:pt idx="498">
                  <c:v>198</c:v>
                </c:pt>
                <c:pt idx="499">
                  <c:v>199</c:v>
                </c:pt>
                <c:pt idx="500">
                  <c:v>200</c:v>
                </c:pt>
                <c:pt idx="501">
                  <c:v>201</c:v>
                </c:pt>
                <c:pt idx="502">
                  <c:v>202</c:v>
                </c:pt>
                <c:pt idx="503">
                  <c:v>203</c:v>
                </c:pt>
                <c:pt idx="504">
                  <c:v>204</c:v>
                </c:pt>
                <c:pt idx="505">
                  <c:v>205</c:v>
                </c:pt>
                <c:pt idx="506">
                  <c:v>206</c:v>
                </c:pt>
                <c:pt idx="507">
                  <c:v>207</c:v>
                </c:pt>
                <c:pt idx="508">
                  <c:v>208</c:v>
                </c:pt>
                <c:pt idx="509">
                  <c:v>209</c:v>
                </c:pt>
                <c:pt idx="510">
                  <c:v>210</c:v>
                </c:pt>
                <c:pt idx="511">
                  <c:v>211</c:v>
                </c:pt>
                <c:pt idx="512">
                  <c:v>212</c:v>
                </c:pt>
                <c:pt idx="513">
                  <c:v>213</c:v>
                </c:pt>
                <c:pt idx="514">
                  <c:v>214</c:v>
                </c:pt>
                <c:pt idx="515">
                  <c:v>215</c:v>
                </c:pt>
                <c:pt idx="516">
                  <c:v>216</c:v>
                </c:pt>
                <c:pt idx="517">
                  <c:v>217</c:v>
                </c:pt>
                <c:pt idx="518">
                  <c:v>218</c:v>
                </c:pt>
                <c:pt idx="519">
                  <c:v>219</c:v>
                </c:pt>
                <c:pt idx="520">
                  <c:v>220</c:v>
                </c:pt>
                <c:pt idx="521">
                  <c:v>221</c:v>
                </c:pt>
                <c:pt idx="522">
                  <c:v>222</c:v>
                </c:pt>
                <c:pt idx="523">
                  <c:v>223</c:v>
                </c:pt>
                <c:pt idx="524">
                  <c:v>224</c:v>
                </c:pt>
                <c:pt idx="525">
                  <c:v>225</c:v>
                </c:pt>
                <c:pt idx="526">
                  <c:v>226</c:v>
                </c:pt>
                <c:pt idx="527">
                  <c:v>227</c:v>
                </c:pt>
                <c:pt idx="528">
                  <c:v>228</c:v>
                </c:pt>
                <c:pt idx="529">
                  <c:v>229</c:v>
                </c:pt>
                <c:pt idx="530">
                  <c:v>230</c:v>
                </c:pt>
                <c:pt idx="531">
                  <c:v>231</c:v>
                </c:pt>
                <c:pt idx="532">
                  <c:v>232</c:v>
                </c:pt>
                <c:pt idx="533">
                  <c:v>233</c:v>
                </c:pt>
                <c:pt idx="534">
                  <c:v>234</c:v>
                </c:pt>
                <c:pt idx="535">
                  <c:v>235</c:v>
                </c:pt>
                <c:pt idx="536">
                  <c:v>236</c:v>
                </c:pt>
                <c:pt idx="537">
                  <c:v>237</c:v>
                </c:pt>
                <c:pt idx="538">
                  <c:v>238</c:v>
                </c:pt>
                <c:pt idx="539">
                  <c:v>239</c:v>
                </c:pt>
                <c:pt idx="540">
                  <c:v>240</c:v>
                </c:pt>
                <c:pt idx="541">
                  <c:v>241</c:v>
                </c:pt>
                <c:pt idx="542">
                  <c:v>242</c:v>
                </c:pt>
                <c:pt idx="543">
                  <c:v>243</c:v>
                </c:pt>
                <c:pt idx="544">
                  <c:v>244</c:v>
                </c:pt>
                <c:pt idx="545">
                  <c:v>245</c:v>
                </c:pt>
                <c:pt idx="546">
                  <c:v>246</c:v>
                </c:pt>
                <c:pt idx="547">
                  <c:v>247</c:v>
                </c:pt>
                <c:pt idx="548">
                  <c:v>248</c:v>
                </c:pt>
                <c:pt idx="549">
                  <c:v>249</c:v>
                </c:pt>
                <c:pt idx="550">
                  <c:v>250</c:v>
                </c:pt>
                <c:pt idx="551">
                  <c:v>251</c:v>
                </c:pt>
                <c:pt idx="552">
                  <c:v>252</c:v>
                </c:pt>
                <c:pt idx="553">
                  <c:v>253</c:v>
                </c:pt>
                <c:pt idx="554">
                  <c:v>254</c:v>
                </c:pt>
                <c:pt idx="555">
                  <c:v>255</c:v>
                </c:pt>
                <c:pt idx="556">
                  <c:v>256</c:v>
                </c:pt>
                <c:pt idx="557">
                  <c:v>257</c:v>
                </c:pt>
                <c:pt idx="558">
                  <c:v>258</c:v>
                </c:pt>
                <c:pt idx="559">
                  <c:v>259</c:v>
                </c:pt>
                <c:pt idx="560">
                  <c:v>260</c:v>
                </c:pt>
                <c:pt idx="561">
                  <c:v>261</c:v>
                </c:pt>
                <c:pt idx="562">
                  <c:v>262</c:v>
                </c:pt>
                <c:pt idx="563">
                  <c:v>263</c:v>
                </c:pt>
                <c:pt idx="564">
                  <c:v>264</c:v>
                </c:pt>
                <c:pt idx="565">
                  <c:v>265</c:v>
                </c:pt>
                <c:pt idx="566">
                  <c:v>266</c:v>
                </c:pt>
                <c:pt idx="567">
                  <c:v>267</c:v>
                </c:pt>
                <c:pt idx="568">
                  <c:v>268</c:v>
                </c:pt>
                <c:pt idx="569">
                  <c:v>269</c:v>
                </c:pt>
                <c:pt idx="570">
                  <c:v>270</c:v>
                </c:pt>
                <c:pt idx="571">
                  <c:v>271</c:v>
                </c:pt>
                <c:pt idx="572">
                  <c:v>272</c:v>
                </c:pt>
                <c:pt idx="573">
                  <c:v>273</c:v>
                </c:pt>
                <c:pt idx="574">
                  <c:v>274</c:v>
                </c:pt>
                <c:pt idx="575">
                  <c:v>275</c:v>
                </c:pt>
                <c:pt idx="576">
                  <c:v>276</c:v>
                </c:pt>
                <c:pt idx="577">
                  <c:v>277</c:v>
                </c:pt>
                <c:pt idx="578">
                  <c:v>278</c:v>
                </c:pt>
                <c:pt idx="579">
                  <c:v>279</c:v>
                </c:pt>
                <c:pt idx="580">
                  <c:v>280</c:v>
                </c:pt>
                <c:pt idx="581">
                  <c:v>281</c:v>
                </c:pt>
                <c:pt idx="582">
                  <c:v>282</c:v>
                </c:pt>
                <c:pt idx="583">
                  <c:v>283</c:v>
                </c:pt>
                <c:pt idx="584">
                  <c:v>284</c:v>
                </c:pt>
                <c:pt idx="585">
                  <c:v>285</c:v>
                </c:pt>
                <c:pt idx="586">
                  <c:v>286</c:v>
                </c:pt>
                <c:pt idx="587">
                  <c:v>287</c:v>
                </c:pt>
                <c:pt idx="588">
                  <c:v>288</c:v>
                </c:pt>
                <c:pt idx="589">
                  <c:v>289</c:v>
                </c:pt>
                <c:pt idx="590">
                  <c:v>290</c:v>
                </c:pt>
                <c:pt idx="591">
                  <c:v>291</c:v>
                </c:pt>
                <c:pt idx="592">
                  <c:v>292</c:v>
                </c:pt>
                <c:pt idx="593">
                  <c:v>293</c:v>
                </c:pt>
                <c:pt idx="594">
                  <c:v>294</c:v>
                </c:pt>
                <c:pt idx="595">
                  <c:v>295</c:v>
                </c:pt>
                <c:pt idx="596">
                  <c:v>296</c:v>
                </c:pt>
                <c:pt idx="597">
                  <c:v>297</c:v>
                </c:pt>
                <c:pt idx="598">
                  <c:v>298</c:v>
                </c:pt>
                <c:pt idx="599">
                  <c:v>299</c:v>
                </c:pt>
                <c:pt idx="600">
                  <c:v>300</c:v>
                </c:pt>
                <c:pt idx="601">
                  <c:v>301</c:v>
                </c:pt>
                <c:pt idx="602">
                  <c:v>302</c:v>
                </c:pt>
                <c:pt idx="603">
                  <c:v>303</c:v>
                </c:pt>
                <c:pt idx="604">
                  <c:v>304</c:v>
                </c:pt>
                <c:pt idx="605">
                  <c:v>305</c:v>
                </c:pt>
                <c:pt idx="606">
                  <c:v>306</c:v>
                </c:pt>
                <c:pt idx="607">
                  <c:v>307</c:v>
                </c:pt>
                <c:pt idx="608">
                  <c:v>308</c:v>
                </c:pt>
                <c:pt idx="609">
                  <c:v>309</c:v>
                </c:pt>
                <c:pt idx="610">
                  <c:v>310</c:v>
                </c:pt>
                <c:pt idx="611">
                  <c:v>311</c:v>
                </c:pt>
                <c:pt idx="612">
                  <c:v>312</c:v>
                </c:pt>
                <c:pt idx="613">
                  <c:v>313</c:v>
                </c:pt>
                <c:pt idx="614">
                  <c:v>314</c:v>
                </c:pt>
                <c:pt idx="615">
                  <c:v>315</c:v>
                </c:pt>
                <c:pt idx="616">
                  <c:v>316</c:v>
                </c:pt>
                <c:pt idx="617">
                  <c:v>317</c:v>
                </c:pt>
                <c:pt idx="618">
                  <c:v>318</c:v>
                </c:pt>
                <c:pt idx="619">
                  <c:v>319</c:v>
                </c:pt>
                <c:pt idx="620">
                  <c:v>320</c:v>
                </c:pt>
                <c:pt idx="621">
                  <c:v>321</c:v>
                </c:pt>
                <c:pt idx="622">
                  <c:v>322</c:v>
                </c:pt>
                <c:pt idx="623">
                  <c:v>323</c:v>
                </c:pt>
                <c:pt idx="624">
                  <c:v>324</c:v>
                </c:pt>
                <c:pt idx="625">
                  <c:v>325</c:v>
                </c:pt>
                <c:pt idx="626">
                  <c:v>326</c:v>
                </c:pt>
                <c:pt idx="627">
                  <c:v>327</c:v>
                </c:pt>
                <c:pt idx="628">
                  <c:v>328</c:v>
                </c:pt>
                <c:pt idx="629">
                  <c:v>329</c:v>
                </c:pt>
                <c:pt idx="630">
                  <c:v>330</c:v>
                </c:pt>
                <c:pt idx="631">
                  <c:v>331</c:v>
                </c:pt>
                <c:pt idx="632">
                  <c:v>332</c:v>
                </c:pt>
                <c:pt idx="633">
                  <c:v>333</c:v>
                </c:pt>
                <c:pt idx="634">
                  <c:v>334</c:v>
                </c:pt>
                <c:pt idx="635">
                  <c:v>335</c:v>
                </c:pt>
                <c:pt idx="636">
                  <c:v>336</c:v>
                </c:pt>
                <c:pt idx="637">
                  <c:v>337</c:v>
                </c:pt>
                <c:pt idx="638">
                  <c:v>338</c:v>
                </c:pt>
                <c:pt idx="639">
                  <c:v>339</c:v>
                </c:pt>
                <c:pt idx="640">
                  <c:v>340</c:v>
                </c:pt>
                <c:pt idx="641">
                  <c:v>341</c:v>
                </c:pt>
                <c:pt idx="642">
                  <c:v>342</c:v>
                </c:pt>
                <c:pt idx="643">
                  <c:v>343</c:v>
                </c:pt>
                <c:pt idx="644">
                  <c:v>344</c:v>
                </c:pt>
                <c:pt idx="645">
                  <c:v>345</c:v>
                </c:pt>
                <c:pt idx="646">
                  <c:v>346</c:v>
                </c:pt>
                <c:pt idx="647">
                  <c:v>347</c:v>
                </c:pt>
                <c:pt idx="648">
                  <c:v>348</c:v>
                </c:pt>
                <c:pt idx="649">
                  <c:v>349</c:v>
                </c:pt>
                <c:pt idx="650">
                  <c:v>350</c:v>
                </c:pt>
                <c:pt idx="651">
                  <c:v>351</c:v>
                </c:pt>
                <c:pt idx="652">
                  <c:v>352</c:v>
                </c:pt>
                <c:pt idx="653">
                  <c:v>353</c:v>
                </c:pt>
                <c:pt idx="654">
                  <c:v>354</c:v>
                </c:pt>
                <c:pt idx="655">
                  <c:v>355</c:v>
                </c:pt>
                <c:pt idx="656">
                  <c:v>356</c:v>
                </c:pt>
                <c:pt idx="657">
                  <c:v>357</c:v>
                </c:pt>
                <c:pt idx="658">
                  <c:v>358</c:v>
                </c:pt>
                <c:pt idx="659">
                  <c:v>359</c:v>
                </c:pt>
                <c:pt idx="660">
                  <c:v>360</c:v>
                </c:pt>
                <c:pt idx="661">
                  <c:v>361</c:v>
                </c:pt>
                <c:pt idx="662">
                  <c:v>362</c:v>
                </c:pt>
                <c:pt idx="663">
                  <c:v>363</c:v>
                </c:pt>
                <c:pt idx="664">
                  <c:v>364</c:v>
                </c:pt>
                <c:pt idx="665">
                  <c:v>365</c:v>
                </c:pt>
                <c:pt idx="666">
                  <c:v>366</c:v>
                </c:pt>
                <c:pt idx="667">
                  <c:v>367</c:v>
                </c:pt>
                <c:pt idx="668">
                  <c:v>368</c:v>
                </c:pt>
                <c:pt idx="669">
                  <c:v>369</c:v>
                </c:pt>
                <c:pt idx="670">
                  <c:v>370</c:v>
                </c:pt>
                <c:pt idx="671">
                  <c:v>371</c:v>
                </c:pt>
                <c:pt idx="672">
                  <c:v>372</c:v>
                </c:pt>
                <c:pt idx="673">
                  <c:v>373</c:v>
                </c:pt>
                <c:pt idx="674">
                  <c:v>374</c:v>
                </c:pt>
                <c:pt idx="675">
                  <c:v>375</c:v>
                </c:pt>
                <c:pt idx="676">
                  <c:v>376</c:v>
                </c:pt>
                <c:pt idx="677">
                  <c:v>377</c:v>
                </c:pt>
                <c:pt idx="678">
                  <c:v>378</c:v>
                </c:pt>
                <c:pt idx="679">
                  <c:v>379</c:v>
                </c:pt>
                <c:pt idx="680">
                  <c:v>380</c:v>
                </c:pt>
                <c:pt idx="681">
                  <c:v>381</c:v>
                </c:pt>
                <c:pt idx="682">
                  <c:v>382</c:v>
                </c:pt>
                <c:pt idx="683">
                  <c:v>383</c:v>
                </c:pt>
                <c:pt idx="684">
                  <c:v>384</c:v>
                </c:pt>
                <c:pt idx="685">
                  <c:v>385</c:v>
                </c:pt>
                <c:pt idx="686">
                  <c:v>386</c:v>
                </c:pt>
                <c:pt idx="687">
                  <c:v>387</c:v>
                </c:pt>
                <c:pt idx="688">
                  <c:v>388</c:v>
                </c:pt>
                <c:pt idx="689">
                  <c:v>389</c:v>
                </c:pt>
                <c:pt idx="690">
                  <c:v>390</c:v>
                </c:pt>
                <c:pt idx="691">
                  <c:v>391</c:v>
                </c:pt>
                <c:pt idx="692">
                  <c:v>392</c:v>
                </c:pt>
                <c:pt idx="693">
                  <c:v>393</c:v>
                </c:pt>
                <c:pt idx="694">
                  <c:v>394</c:v>
                </c:pt>
                <c:pt idx="695">
                  <c:v>395</c:v>
                </c:pt>
                <c:pt idx="696">
                  <c:v>396</c:v>
                </c:pt>
                <c:pt idx="697">
                  <c:v>397</c:v>
                </c:pt>
                <c:pt idx="698">
                  <c:v>398</c:v>
                </c:pt>
                <c:pt idx="699">
                  <c:v>399</c:v>
                </c:pt>
                <c:pt idx="700">
                  <c:v>400</c:v>
                </c:pt>
                <c:pt idx="701">
                  <c:v>401</c:v>
                </c:pt>
                <c:pt idx="702">
                  <c:v>402</c:v>
                </c:pt>
                <c:pt idx="703">
                  <c:v>403</c:v>
                </c:pt>
                <c:pt idx="704">
                  <c:v>404</c:v>
                </c:pt>
                <c:pt idx="705">
                  <c:v>405</c:v>
                </c:pt>
                <c:pt idx="706">
                  <c:v>406</c:v>
                </c:pt>
                <c:pt idx="707">
                  <c:v>407</c:v>
                </c:pt>
                <c:pt idx="708">
                  <c:v>408</c:v>
                </c:pt>
                <c:pt idx="709">
                  <c:v>409</c:v>
                </c:pt>
                <c:pt idx="710">
                  <c:v>410</c:v>
                </c:pt>
                <c:pt idx="711">
                  <c:v>411</c:v>
                </c:pt>
                <c:pt idx="712">
                  <c:v>412</c:v>
                </c:pt>
                <c:pt idx="713">
                  <c:v>413</c:v>
                </c:pt>
                <c:pt idx="714">
                  <c:v>414</c:v>
                </c:pt>
                <c:pt idx="715">
                  <c:v>415</c:v>
                </c:pt>
                <c:pt idx="716">
                  <c:v>416</c:v>
                </c:pt>
                <c:pt idx="717">
                  <c:v>417</c:v>
                </c:pt>
                <c:pt idx="718">
                  <c:v>418</c:v>
                </c:pt>
                <c:pt idx="719">
                  <c:v>419</c:v>
                </c:pt>
                <c:pt idx="720">
                  <c:v>420</c:v>
                </c:pt>
                <c:pt idx="721">
                  <c:v>421</c:v>
                </c:pt>
                <c:pt idx="722">
                  <c:v>422</c:v>
                </c:pt>
                <c:pt idx="723">
                  <c:v>423</c:v>
                </c:pt>
                <c:pt idx="724">
                  <c:v>424</c:v>
                </c:pt>
                <c:pt idx="725">
                  <c:v>425</c:v>
                </c:pt>
                <c:pt idx="726">
                  <c:v>426</c:v>
                </c:pt>
                <c:pt idx="727">
                  <c:v>427</c:v>
                </c:pt>
                <c:pt idx="728">
                  <c:v>428</c:v>
                </c:pt>
                <c:pt idx="729">
                  <c:v>429</c:v>
                </c:pt>
                <c:pt idx="730">
                  <c:v>430</c:v>
                </c:pt>
                <c:pt idx="731">
                  <c:v>431</c:v>
                </c:pt>
                <c:pt idx="732">
                  <c:v>432</c:v>
                </c:pt>
                <c:pt idx="733">
                  <c:v>433</c:v>
                </c:pt>
                <c:pt idx="734">
                  <c:v>434</c:v>
                </c:pt>
                <c:pt idx="735">
                  <c:v>435</c:v>
                </c:pt>
                <c:pt idx="736">
                  <c:v>436</c:v>
                </c:pt>
                <c:pt idx="737">
                  <c:v>437</c:v>
                </c:pt>
                <c:pt idx="738">
                  <c:v>438</c:v>
                </c:pt>
                <c:pt idx="739">
                  <c:v>439</c:v>
                </c:pt>
                <c:pt idx="740">
                  <c:v>440</c:v>
                </c:pt>
                <c:pt idx="741">
                  <c:v>441</c:v>
                </c:pt>
                <c:pt idx="742">
                  <c:v>442</c:v>
                </c:pt>
                <c:pt idx="743">
                  <c:v>443</c:v>
                </c:pt>
                <c:pt idx="744">
                  <c:v>444</c:v>
                </c:pt>
                <c:pt idx="745">
                  <c:v>445</c:v>
                </c:pt>
                <c:pt idx="746">
                  <c:v>446</c:v>
                </c:pt>
                <c:pt idx="747">
                  <c:v>447</c:v>
                </c:pt>
                <c:pt idx="748">
                  <c:v>448</c:v>
                </c:pt>
                <c:pt idx="749">
                  <c:v>449</c:v>
                </c:pt>
                <c:pt idx="750">
                  <c:v>450</c:v>
                </c:pt>
                <c:pt idx="751">
                  <c:v>451</c:v>
                </c:pt>
                <c:pt idx="752">
                  <c:v>452</c:v>
                </c:pt>
                <c:pt idx="753">
                  <c:v>453</c:v>
                </c:pt>
                <c:pt idx="754">
                  <c:v>454</c:v>
                </c:pt>
                <c:pt idx="755">
                  <c:v>455</c:v>
                </c:pt>
                <c:pt idx="756">
                  <c:v>456</c:v>
                </c:pt>
                <c:pt idx="757">
                  <c:v>457</c:v>
                </c:pt>
                <c:pt idx="758">
                  <c:v>458</c:v>
                </c:pt>
                <c:pt idx="759">
                  <c:v>459</c:v>
                </c:pt>
                <c:pt idx="760">
                  <c:v>460</c:v>
                </c:pt>
                <c:pt idx="761">
                  <c:v>461</c:v>
                </c:pt>
                <c:pt idx="762">
                  <c:v>462</c:v>
                </c:pt>
                <c:pt idx="763">
                  <c:v>463</c:v>
                </c:pt>
                <c:pt idx="764">
                  <c:v>464</c:v>
                </c:pt>
                <c:pt idx="765">
                  <c:v>465</c:v>
                </c:pt>
                <c:pt idx="766">
                  <c:v>466</c:v>
                </c:pt>
                <c:pt idx="767">
                  <c:v>467</c:v>
                </c:pt>
                <c:pt idx="768">
                  <c:v>468</c:v>
                </c:pt>
                <c:pt idx="769">
                  <c:v>469</c:v>
                </c:pt>
                <c:pt idx="770">
                  <c:v>470</c:v>
                </c:pt>
                <c:pt idx="771">
                  <c:v>471</c:v>
                </c:pt>
                <c:pt idx="772">
                  <c:v>472</c:v>
                </c:pt>
                <c:pt idx="773">
                  <c:v>473</c:v>
                </c:pt>
                <c:pt idx="774">
                  <c:v>474</c:v>
                </c:pt>
                <c:pt idx="775">
                  <c:v>475</c:v>
                </c:pt>
                <c:pt idx="776">
                  <c:v>476</c:v>
                </c:pt>
                <c:pt idx="777">
                  <c:v>477</c:v>
                </c:pt>
                <c:pt idx="778">
                  <c:v>478</c:v>
                </c:pt>
                <c:pt idx="779">
                  <c:v>479</c:v>
                </c:pt>
                <c:pt idx="780">
                  <c:v>480</c:v>
                </c:pt>
                <c:pt idx="781">
                  <c:v>481</c:v>
                </c:pt>
                <c:pt idx="782">
                  <c:v>482</c:v>
                </c:pt>
                <c:pt idx="783">
                  <c:v>483</c:v>
                </c:pt>
                <c:pt idx="784">
                  <c:v>484</c:v>
                </c:pt>
                <c:pt idx="785">
                  <c:v>485</c:v>
                </c:pt>
                <c:pt idx="786">
                  <c:v>486</c:v>
                </c:pt>
                <c:pt idx="787">
                  <c:v>487</c:v>
                </c:pt>
                <c:pt idx="788">
                  <c:v>488</c:v>
                </c:pt>
                <c:pt idx="789">
                  <c:v>489</c:v>
                </c:pt>
                <c:pt idx="790">
                  <c:v>490</c:v>
                </c:pt>
                <c:pt idx="791">
                  <c:v>491</c:v>
                </c:pt>
                <c:pt idx="792">
                  <c:v>492</c:v>
                </c:pt>
                <c:pt idx="793">
                  <c:v>493</c:v>
                </c:pt>
                <c:pt idx="794">
                  <c:v>494</c:v>
                </c:pt>
                <c:pt idx="795">
                  <c:v>495</c:v>
                </c:pt>
                <c:pt idx="796">
                  <c:v>496</c:v>
                </c:pt>
                <c:pt idx="797">
                  <c:v>497</c:v>
                </c:pt>
                <c:pt idx="798">
                  <c:v>498</c:v>
                </c:pt>
                <c:pt idx="799">
                  <c:v>499</c:v>
                </c:pt>
                <c:pt idx="800">
                  <c:v>500</c:v>
                </c:pt>
                <c:pt idx="801">
                  <c:v>501</c:v>
                </c:pt>
                <c:pt idx="802">
                  <c:v>502</c:v>
                </c:pt>
                <c:pt idx="803">
                  <c:v>503</c:v>
                </c:pt>
                <c:pt idx="804">
                  <c:v>504</c:v>
                </c:pt>
                <c:pt idx="805">
                  <c:v>505</c:v>
                </c:pt>
                <c:pt idx="806">
                  <c:v>506</c:v>
                </c:pt>
                <c:pt idx="807">
                  <c:v>507</c:v>
                </c:pt>
                <c:pt idx="808">
                  <c:v>508</c:v>
                </c:pt>
                <c:pt idx="809">
                  <c:v>509</c:v>
                </c:pt>
                <c:pt idx="810">
                  <c:v>510</c:v>
                </c:pt>
                <c:pt idx="811">
                  <c:v>511</c:v>
                </c:pt>
                <c:pt idx="812">
                  <c:v>512</c:v>
                </c:pt>
                <c:pt idx="813">
                  <c:v>513</c:v>
                </c:pt>
                <c:pt idx="814">
                  <c:v>514</c:v>
                </c:pt>
                <c:pt idx="815">
                  <c:v>515</c:v>
                </c:pt>
                <c:pt idx="816">
                  <c:v>516</c:v>
                </c:pt>
                <c:pt idx="817">
                  <c:v>517</c:v>
                </c:pt>
                <c:pt idx="818">
                  <c:v>518</c:v>
                </c:pt>
                <c:pt idx="819">
                  <c:v>519</c:v>
                </c:pt>
                <c:pt idx="820">
                  <c:v>520</c:v>
                </c:pt>
                <c:pt idx="821">
                  <c:v>521</c:v>
                </c:pt>
                <c:pt idx="822">
                  <c:v>522</c:v>
                </c:pt>
                <c:pt idx="823">
                  <c:v>523</c:v>
                </c:pt>
                <c:pt idx="824">
                  <c:v>524</c:v>
                </c:pt>
                <c:pt idx="825">
                  <c:v>525</c:v>
                </c:pt>
                <c:pt idx="826">
                  <c:v>526</c:v>
                </c:pt>
                <c:pt idx="827">
                  <c:v>527</c:v>
                </c:pt>
                <c:pt idx="828">
                  <c:v>528</c:v>
                </c:pt>
                <c:pt idx="829">
                  <c:v>529</c:v>
                </c:pt>
                <c:pt idx="830">
                  <c:v>530</c:v>
                </c:pt>
                <c:pt idx="831">
                  <c:v>531</c:v>
                </c:pt>
                <c:pt idx="832">
                  <c:v>532</c:v>
                </c:pt>
                <c:pt idx="833">
                  <c:v>533</c:v>
                </c:pt>
                <c:pt idx="834">
                  <c:v>534</c:v>
                </c:pt>
                <c:pt idx="835">
                  <c:v>535</c:v>
                </c:pt>
                <c:pt idx="836">
                  <c:v>536</c:v>
                </c:pt>
                <c:pt idx="837">
                  <c:v>537</c:v>
                </c:pt>
                <c:pt idx="838">
                  <c:v>538</c:v>
                </c:pt>
                <c:pt idx="839">
                  <c:v>539</c:v>
                </c:pt>
                <c:pt idx="840">
                  <c:v>540</c:v>
                </c:pt>
                <c:pt idx="841">
                  <c:v>541</c:v>
                </c:pt>
                <c:pt idx="842">
                  <c:v>542</c:v>
                </c:pt>
                <c:pt idx="843">
                  <c:v>543</c:v>
                </c:pt>
                <c:pt idx="844">
                  <c:v>544</c:v>
                </c:pt>
                <c:pt idx="845">
                  <c:v>545</c:v>
                </c:pt>
                <c:pt idx="846">
                  <c:v>546</c:v>
                </c:pt>
                <c:pt idx="847">
                  <c:v>547</c:v>
                </c:pt>
                <c:pt idx="848">
                  <c:v>548</c:v>
                </c:pt>
                <c:pt idx="849">
                  <c:v>549</c:v>
                </c:pt>
                <c:pt idx="850">
                  <c:v>550</c:v>
                </c:pt>
                <c:pt idx="851">
                  <c:v>551</c:v>
                </c:pt>
                <c:pt idx="852">
                  <c:v>552</c:v>
                </c:pt>
                <c:pt idx="853">
                  <c:v>553</c:v>
                </c:pt>
                <c:pt idx="854">
                  <c:v>554</c:v>
                </c:pt>
                <c:pt idx="855">
                  <c:v>555</c:v>
                </c:pt>
                <c:pt idx="856">
                  <c:v>556</c:v>
                </c:pt>
                <c:pt idx="857">
                  <c:v>557</c:v>
                </c:pt>
                <c:pt idx="858">
                  <c:v>558</c:v>
                </c:pt>
                <c:pt idx="859">
                  <c:v>559</c:v>
                </c:pt>
                <c:pt idx="860">
                  <c:v>560</c:v>
                </c:pt>
                <c:pt idx="861">
                  <c:v>561</c:v>
                </c:pt>
                <c:pt idx="862">
                  <c:v>562</c:v>
                </c:pt>
                <c:pt idx="863">
                  <c:v>563</c:v>
                </c:pt>
                <c:pt idx="864">
                  <c:v>564</c:v>
                </c:pt>
                <c:pt idx="865">
                  <c:v>565</c:v>
                </c:pt>
                <c:pt idx="866">
                  <c:v>566</c:v>
                </c:pt>
                <c:pt idx="867">
                  <c:v>567</c:v>
                </c:pt>
                <c:pt idx="868">
                  <c:v>568</c:v>
                </c:pt>
                <c:pt idx="869">
                  <c:v>569</c:v>
                </c:pt>
                <c:pt idx="870">
                  <c:v>570</c:v>
                </c:pt>
                <c:pt idx="871">
                  <c:v>571</c:v>
                </c:pt>
                <c:pt idx="872">
                  <c:v>572</c:v>
                </c:pt>
                <c:pt idx="873">
                  <c:v>573</c:v>
                </c:pt>
                <c:pt idx="874">
                  <c:v>574</c:v>
                </c:pt>
                <c:pt idx="875">
                  <c:v>575</c:v>
                </c:pt>
                <c:pt idx="876">
                  <c:v>576</c:v>
                </c:pt>
                <c:pt idx="877">
                  <c:v>577</c:v>
                </c:pt>
                <c:pt idx="878">
                  <c:v>578</c:v>
                </c:pt>
                <c:pt idx="879">
                  <c:v>579</c:v>
                </c:pt>
                <c:pt idx="880">
                  <c:v>580</c:v>
                </c:pt>
                <c:pt idx="881">
                  <c:v>581</c:v>
                </c:pt>
                <c:pt idx="882">
                  <c:v>582</c:v>
                </c:pt>
                <c:pt idx="883">
                  <c:v>583</c:v>
                </c:pt>
                <c:pt idx="884">
                  <c:v>584</c:v>
                </c:pt>
                <c:pt idx="885">
                  <c:v>585</c:v>
                </c:pt>
                <c:pt idx="886">
                  <c:v>586</c:v>
                </c:pt>
                <c:pt idx="887">
                  <c:v>587</c:v>
                </c:pt>
                <c:pt idx="888">
                  <c:v>588</c:v>
                </c:pt>
                <c:pt idx="889">
                  <c:v>589</c:v>
                </c:pt>
                <c:pt idx="890">
                  <c:v>590</c:v>
                </c:pt>
                <c:pt idx="891">
                  <c:v>591</c:v>
                </c:pt>
                <c:pt idx="892">
                  <c:v>592</c:v>
                </c:pt>
                <c:pt idx="893">
                  <c:v>593</c:v>
                </c:pt>
                <c:pt idx="894">
                  <c:v>594</c:v>
                </c:pt>
                <c:pt idx="895">
                  <c:v>595</c:v>
                </c:pt>
                <c:pt idx="896">
                  <c:v>596</c:v>
                </c:pt>
                <c:pt idx="897">
                  <c:v>597</c:v>
                </c:pt>
                <c:pt idx="898">
                  <c:v>598</c:v>
                </c:pt>
                <c:pt idx="899">
                  <c:v>599</c:v>
                </c:pt>
                <c:pt idx="900">
                  <c:v>600</c:v>
                </c:pt>
              </c:numCache>
            </c:numRef>
          </c:cat>
          <c:val>
            <c:numRef>
              <c:f>highmedia.scurve!$B$2:$B$902</c:f>
              <c:numCache>
                <c:formatCode>General</c:formatCode>
                <c:ptCount val="901"/>
                <c:pt idx="0">
                  <c:v>-2.8728783293519002E-2</c:v>
                </c:pt>
                <c:pt idx="1">
                  <c:v>-2.57528563094356E-2</c:v>
                </c:pt>
                <c:pt idx="2">
                  <c:v>-2.2777010483943101E-2</c:v>
                </c:pt>
                <c:pt idx="3">
                  <c:v>-1.9801245814532499E-2</c:v>
                </c:pt>
                <c:pt idx="4">
                  <c:v>-1.6825562299227499E-2</c:v>
                </c:pt>
                <c:pt idx="5">
                  <c:v>-1.38499599357855E-2</c:v>
                </c:pt>
                <c:pt idx="6">
                  <c:v>-1.0874438722918701E-2</c:v>
                </c:pt>
                <c:pt idx="7">
                  <c:v>-7.8989986580513295E-3</c:v>
                </c:pt>
                <c:pt idx="8">
                  <c:v>-4.9236397392293796E-3</c:v>
                </c:pt>
                <c:pt idx="9">
                  <c:v>-1.9483619643212401E-3</c:v>
                </c:pt>
                <c:pt idx="10">
                  <c:v>1.0268346681274699E-3</c:v>
                </c:pt>
                <c:pt idx="11">
                  <c:v>4.0019501607591003E-3</c:v>
                </c:pt>
                <c:pt idx="12">
                  <c:v>6.9769845151945696E-3</c:v>
                </c:pt>
                <c:pt idx="13">
                  <c:v>9.9519377336987295E-3</c:v>
                </c:pt>
                <c:pt idx="14">
                  <c:v>1.2926809818070199E-2</c:v>
                </c:pt>
                <c:pt idx="15">
                  <c:v>1.5901600770495999E-2</c:v>
                </c:pt>
                <c:pt idx="16">
                  <c:v>1.88763105927858E-2</c:v>
                </c:pt>
                <c:pt idx="17">
                  <c:v>2.1850939287149099E-2</c:v>
                </c:pt>
                <c:pt idx="18">
                  <c:v>2.4825486855484202E-2</c:v>
                </c:pt>
                <c:pt idx="19">
                  <c:v>2.7799953299911799E-2</c:v>
                </c:pt>
                <c:pt idx="20">
                  <c:v>3.0774338622285801E-2</c:v>
                </c:pt>
                <c:pt idx="21">
                  <c:v>3.3748642824671403E-2</c:v>
                </c:pt>
                <c:pt idx="22">
                  <c:v>3.6722865909266697E-2</c:v>
                </c:pt>
                <c:pt idx="23">
                  <c:v>3.96970078777703E-2</c:v>
                </c:pt>
                <c:pt idx="24">
                  <c:v>4.2671068732469397E-2</c:v>
                </c:pt>
                <c:pt idx="25">
                  <c:v>4.5645048475095901E-2</c:v>
                </c:pt>
                <c:pt idx="26">
                  <c:v>4.8618947107992298E-2</c:v>
                </c:pt>
                <c:pt idx="27">
                  <c:v>5.1592764632879498E-2</c:v>
                </c:pt>
                <c:pt idx="28">
                  <c:v>5.4566501052011301E-2</c:v>
                </c:pt>
                <c:pt idx="29">
                  <c:v>5.7540156367119601E-2</c:v>
                </c:pt>
                <c:pt idx="30">
                  <c:v>6.0513730580313799E-2</c:v>
                </c:pt>
                <c:pt idx="31">
                  <c:v>6.3487223693869901E-2</c:v>
                </c:pt>
                <c:pt idx="32">
                  <c:v>6.6460635709442203E-2</c:v>
                </c:pt>
                <c:pt idx="33">
                  <c:v>6.9433966629339802E-2</c:v>
                </c:pt>
                <c:pt idx="34">
                  <c:v>7.2407216455216999E-2</c:v>
                </c:pt>
                <c:pt idx="35">
                  <c:v>7.5380385189494095E-2</c:v>
                </c:pt>
                <c:pt idx="36">
                  <c:v>7.8353472833814206E-2</c:v>
                </c:pt>
                <c:pt idx="37">
                  <c:v>8.1326479390497794E-2</c:v>
                </c:pt>
                <c:pt idx="38">
                  <c:v>8.4299404861198898E-2</c:v>
                </c:pt>
                <c:pt idx="39">
                  <c:v>8.7272249248238107E-2</c:v>
                </c:pt>
                <c:pt idx="40">
                  <c:v>9.0245012553646906E-2</c:v>
                </c:pt>
                <c:pt idx="41">
                  <c:v>9.3217694779090796E-2</c:v>
                </c:pt>
                <c:pt idx="42">
                  <c:v>9.6190295927012198E-2</c:v>
                </c:pt>
                <c:pt idx="43">
                  <c:v>9.9162815999087606E-2</c:v>
                </c:pt>
                <c:pt idx="44">
                  <c:v>0.102135254997493</c:v>
                </c:pt>
                <c:pt idx="45">
                  <c:v>0.10510761292416</c:v>
                </c:pt>
                <c:pt idx="46">
                  <c:v>0.108079889781254</c:v>
                </c:pt>
                <c:pt idx="47">
                  <c:v>0.111052085570484</c:v>
                </c:pt>
                <c:pt idx="48">
                  <c:v>0.114024200294205</c:v>
                </c:pt>
                <c:pt idx="49">
                  <c:v>0.11699623395412501</c:v>
                </c:pt>
                <c:pt idx="50">
                  <c:v>0.11996818655241</c:v>
                </c:pt>
                <c:pt idx="51">
                  <c:v>0.122940058091159</c:v>
                </c:pt>
                <c:pt idx="52">
                  <c:v>0.125911848572169</c:v>
                </c:pt>
                <c:pt idx="53">
                  <c:v>0.12888355799763901</c:v>
                </c:pt>
                <c:pt idx="54">
                  <c:v>0.13185518636944499</c:v>
                </c:pt>
                <c:pt idx="55">
                  <c:v>0.13482673368977499</c:v>
                </c:pt>
                <c:pt idx="56">
                  <c:v>0.137798199960315</c:v>
                </c:pt>
                <c:pt idx="57">
                  <c:v>0.14076958518340901</c:v>
                </c:pt>
                <c:pt idx="58">
                  <c:v>0.14374088936087701</c:v>
                </c:pt>
                <c:pt idx="59">
                  <c:v>0.14671211249469601</c:v>
                </c:pt>
                <c:pt idx="60">
                  <c:v>0.14968325458714099</c:v>
                </c:pt>
                <c:pt idx="61">
                  <c:v>0.15265431563988899</c:v>
                </c:pt>
                <c:pt idx="62">
                  <c:v>0.155625295655271</c:v>
                </c:pt>
                <c:pt idx="63">
                  <c:v>0.158596194634952</c:v>
                </c:pt>
                <c:pt idx="64">
                  <c:v>0.16156701258131001</c:v>
                </c:pt>
                <c:pt idx="65">
                  <c:v>0.16453774949594099</c:v>
                </c:pt>
                <c:pt idx="66">
                  <c:v>0.167508405381223</c:v>
                </c:pt>
                <c:pt idx="67">
                  <c:v>0.170478980238953</c:v>
                </c:pt>
                <c:pt idx="68">
                  <c:v>0.173449474071286</c:v>
                </c:pt>
                <c:pt idx="69">
                  <c:v>0.17641988688004201</c:v>
                </c:pt>
                <c:pt idx="70">
                  <c:v>0.179390218667308</c:v>
                </c:pt>
                <c:pt idx="71">
                  <c:v>0.18236046943525</c:v>
                </c:pt>
                <c:pt idx="72">
                  <c:v>0.185330639185666</c:v>
                </c:pt>
                <c:pt idx="73">
                  <c:v>0.188300727920721</c:v>
                </c:pt>
                <c:pt idx="74">
                  <c:v>0.19127073564223501</c:v>
                </c:pt>
                <c:pt idx="75">
                  <c:v>0.194240662352474</c:v>
                </c:pt>
                <c:pt idx="76">
                  <c:v>0.19723218374212401</c:v>
                </c:pt>
                <c:pt idx="77">
                  <c:v>0.20026475002629099</c:v>
                </c:pt>
                <c:pt idx="78">
                  <c:v>0.20333502323612901</c:v>
                </c:pt>
                <c:pt idx="79">
                  <c:v>0.206439665737534</c:v>
                </c:pt>
                <c:pt idx="80">
                  <c:v>0.20957534024219601</c:v>
                </c:pt>
                <c:pt idx="81">
                  <c:v>0.21273870981690601</c:v>
                </c:pt>
                <c:pt idx="82">
                  <c:v>0.21592643789376501</c:v>
                </c:pt>
                <c:pt idx="83">
                  <c:v>0.21913518827686401</c:v>
                </c:pt>
                <c:pt idx="84">
                  <c:v>0.22236162515008001</c:v>
                </c:pt>
                <c:pt idx="85">
                  <c:v>0.225602413082893</c:v>
                </c:pt>
                <c:pt idx="86">
                  <c:v>0.22885421703505701</c:v>
                </c:pt>
                <c:pt idx="87">
                  <c:v>0.23211370236040399</c:v>
                </c:pt>
                <c:pt idx="88">
                  <c:v>0.23537753481026599</c:v>
                </c:pt>
                <c:pt idx="89">
                  <c:v>0.238642380534693</c:v>
                </c:pt>
                <c:pt idx="90">
                  <c:v>0.24190490608373399</c:v>
                </c:pt>
                <c:pt idx="91">
                  <c:v>0.24516177840682199</c:v>
                </c:pt>
                <c:pt idx="92">
                  <c:v>0.24840966485202301</c:v>
                </c:pt>
                <c:pt idx="93">
                  <c:v>0.25164523316345599</c:v>
                </c:pt>
                <c:pt idx="94">
                  <c:v>0.25486515147828998</c:v>
                </c:pt>
                <c:pt idx="95">
                  <c:v>0.25806608832177302</c:v>
                </c:pt>
                <c:pt idx="96">
                  <c:v>0.26124471260323701</c:v>
                </c:pt>
                <c:pt idx="97">
                  <c:v>0.264397693608387</c:v>
                </c:pt>
                <c:pt idx="98">
                  <c:v>0.26752170099316702</c:v>
                </c:pt>
                <c:pt idx="99">
                  <c:v>0.270613404774045</c:v>
                </c:pt>
                <c:pt idx="100">
                  <c:v>0.27366947532024799</c:v>
                </c:pt>
                <c:pt idx="101">
                  <c:v>0.27668658334184498</c:v>
                </c:pt>
                <c:pt idx="102">
                  <c:v>0.27966139987953798</c:v>
                </c:pt>
                <c:pt idx="103">
                  <c:v>0.28259059629127697</c:v>
                </c:pt>
                <c:pt idx="104">
                  <c:v>0.28547084423938801</c:v>
                </c:pt>
                <c:pt idx="105">
                  <c:v>0.28829881567597998</c:v>
                </c:pt>
                <c:pt idx="106">
                  <c:v>0.29107118282743999</c:v>
                </c:pt>
                <c:pt idx="107">
                  <c:v>0.29378461817771701</c:v>
                </c:pt>
                <c:pt idx="108">
                  <c:v>0.29643579445107798</c:v>
                </c:pt>
                <c:pt idx="109">
                  <c:v>0.29902138459357902</c:v>
                </c:pt>
                <c:pt idx="110">
                  <c:v>0.30153806175320402</c:v>
                </c:pt>
                <c:pt idx="111">
                  <c:v>0.30398249925922499</c:v>
                </c:pt>
                <c:pt idx="112">
                  <c:v>0.30635137060136503</c:v>
                </c:pt>
                <c:pt idx="113">
                  <c:v>0.308641349406169</c:v>
                </c:pt>
                <c:pt idx="114">
                  <c:v>0.310849109414091</c:v>
                </c:pt>
                <c:pt idx="115">
                  <c:v>0.312971324454414</c:v>
                </c:pt>
                <c:pt idx="116">
                  <c:v>0.31503768258248599</c:v>
                </c:pt>
                <c:pt idx="117">
                  <c:v>0.31707616091253299</c:v>
                </c:pt>
                <c:pt idx="118">
                  <c:v>0.319080867229105</c:v>
                </c:pt>
                <c:pt idx="119">
                  <c:v>0.32104590972272801</c:v>
                </c:pt>
                <c:pt idx="120">
                  <c:v>0.32296539697084198</c:v>
                </c:pt>
                <c:pt idx="121">
                  <c:v>0.32483343791456198</c:v>
                </c:pt>
                <c:pt idx="122">
                  <c:v>0.326644141831756</c:v>
                </c:pt>
                <c:pt idx="123">
                  <c:v>0.32839161830841002</c:v>
                </c:pt>
                <c:pt idx="124">
                  <c:v>0.33006997720563802</c:v>
                </c:pt>
                <c:pt idx="125">
                  <c:v>0.33167332862346099</c:v>
                </c:pt>
                <c:pt idx="126">
                  <c:v>0.33319578286250501</c:v>
                </c:pt>
                <c:pt idx="127">
                  <c:v>0.33463145038110698</c:v>
                </c:pt>
                <c:pt idx="128">
                  <c:v>0.335974441750098</c:v>
                </c:pt>
                <c:pt idx="129">
                  <c:v>0.33721886760452702</c:v>
                </c:pt>
                <c:pt idx="130">
                  <c:v>0.338358838591235</c:v>
                </c:pt>
                <c:pt idx="131">
                  <c:v>0.33938846531391698</c:v>
                </c:pt>
                <c:pt idx="132">
                  <c:v>0.34030185827599302</c:v>
                </c:pt>
                <c:pt idx="133">
                  <c:v>0.34109312781760398</c:v>
                </c:pt>
                <c:pt idx="134">
                  <c:v>0.34175638405209402</c:v>
                </c:pt>
                <c:pt idx="135">
                  <c:v>0.34228573679816499</c:v>
                </c:pt>
                <c:pt idx="136">
                  <c:v>0.34267529550839898</c:v>
                </c:pt>
                <c:pt idx="137">
                  <c:v>0.34291916919569898</c:v>
                </c:pt>
                <c:pt idx="138">
                  <c:v>0.34301146635510299</c:v>
                </c:pt>
                <c:pt idx="139">
                  <c:v>0.342946294884661</c:v>
                </c:pt>
                <c:pt idx="140">
                  <c:v>0.34271776199994403</c:v>
                </c:pt>
                <c:pt idx="141">
                  <c:v>0.34224612934841098</c:v>
                </c:pt>
                <c:pt idx="142">
                  <c:v>0.341472147544164</c:v>
                </c:pt>
                <c:pt idx="143">
                  <c:v>0.34042065532686699</c:v>
                </c:pt>
                <c:pt idx="144">
                  <c:v>0.33911649013932399</c:v>
                </c:pt>
                <c:pt idx="145">
                  <c:v>0.33758448873390001</c:v>
                </c:pt>
                <c:pt idx="146">
                  <c:v>0.33584948772107398</c:v>
                </c:pt>
                <c:pt idx="147">
                  <c:v>0.33393632406181201</c:v>
                </c:pt>
                <c:pt idx="148">
                  <c:v>0.33186983550291799</c:v>
                </c:pt>
                <c:pt idx="149">
                  <c:v>0.32967486095596399</c:v>
                </c:pt>
                <c:pt idx="150">
                  <c:v>0.32737624081898797</c:v>
                </c:pt>
                <c:pt idx="151">
                  <c:v>0.32499881724166202</c:v>
                </c:pt>
                <c:pt idx="152">
                  <c:v>0.322567434334042</c:v>
                </c:pt>
                <c:pt idx="153">
                  <c:v>0.32010693831765502</c:v>
                </c:pt>
                <c:pt idx="154">
                  <c:v>0.31764217762131303</c:v>
                </c:pt>
                <c:pt idx="155">
                  <c:v>0.31519800291817102</c:v>
                </c:pt>
                <c:pt idx="156">
                  <c:v>0.312799267108055</c:v>
                </c:pt>
                <c:pt idx="157">
                  <c:v>0.310470825241282</c:v>
                </c:pt>
                <c:pt idx="158">
                  <c:v>0.308237534386757</c:v>
                </c:pt>
                <c:pt idx="159">
                  <c:v>0.30612425344274102</c:v>
                </c:pt>
                <c:pt idx="160">
                  <c:v>0.304155842891141</c:v>
                </c:pt>
                <c:pt idx="161">
                  <c:v>0.30235716449465999</c:v>
                </c:pt>
                <c:pt idx="162">
                  <c:v>0.30075308093748798</c:v>
                </c:pt>
                <c:pt idx="163">
                  <c:v>0.29936845540846602</c:v>
                </c:pt>
                <c:pt idx="164">
                  <c:v>0.29822815112846601</c:v>
                </c:pt>
                <c:pt idx="165">
                  <c:v>0.29735703082006698</c:v>
                </c:pt>
                <c:pt idx="166">
                  <c:v>0.29666394379683803</c:v>
                </c:pt>
                <c:pt idx="167">
                  <c:v>0.29604255000933399</c:v>
                </c:pt>
                <c:pt idx="168">
                  <c:v>0.29549492734626298</c:v>
                </c:pt>
                <c:pt idx="169">
                  <c:v>0.29502315359005699</c:v>
                </c:pt>
                <c:pt idx="170">
                  <c:v>0.29462930640388202</c:v>
                </c:pt>
                <c:pt idx="171">
                  <c:v>0.29431546331633002</c:v>
                </c:pt>
                <c:pt idx="172">
                  <c:v>0.29408370170607201</c:v>
                </c:pt>
                <c:pt idx="173">
                  <c:v>0.29393609878714</c:v>
                </c:pt>
                <c:pt idx="174">
                  <c:v>0.29387473159266903</c:v>
                </c:pt>
                <c:pt idx="175">
                  <c:v>0.29390167695830799</c:v>
                </c:pt>
                <c:pt idx="176">
                  <c:v>0.29401901150637499</c:v>
                </c:pt>
                <c:pt idx="177">
                  <c:v>0.29422881162750603</c:v>
                </c:pt>
                <c:pt idx="178">
                  <c:v>0.29453315346493802</c:v>
                </c:pt>
                <c:pt idx="179">
                  <c:v>0.29493411289508398</c:v>
                </c:pt>
                <c:pt idx="180">
                  <c:v>0.29543376551003397</c:v>
                </c:pt>
                <c:pt idx="181">
                  <c:v>0.29603418659889202</c:v>
                </c:pt>
                <c:pt idx="182">
                  <c:v>0.296737451128537</c:v>
                </c:pt>
                <c:pt idx="183">
                  <c:v>0.29754563372452703</c:v>
                </c:pt>
                <c:pt idx="184">
                  <c:v>0.29846080865070201</c:v>
                </c:pt>
                <c:pt idx="185">
                  <c:v>0.299485049789394</c:v>
                </c:pt>
                <c:pt idx="186">
                  <c:v>0.30062043062120097</c:v>
                </c:pt>
                <c:pt idx="187">
                  <c:v>0.30186902420287198</c:v>
                </c:pt>
                <c:pt idx="188">
                  <c:v>0.303232903146677</c:v>
                </c:pt>
                <c:pt idx="189">
                  <c:v>0.30471413959893801</c:v>
                </c:pt>
                <c:pt idx="190">
                  <c:v>0.306314805216723</c:v>
                </c:pt>
                <c:pt idx="191">
                  <c:v>0.30797210632065303</c:v>
                </c:pt>
                <c:pt idx="192">
                  <c:v>0.30962316526206302</c:v>
                </c:pt>
                <c:pt idx="193">
                  <c:v>0.31126992727557001</c:v>
                </c:pt>
                <c:pt idx="194">
                  <c:v>0.31291433747733199</c:v>
                </c:pt>
                <c:pt idx="195">
                  <c:v>0.31455834086598899</c:v>
                </c:pt>
                <c:pt idx="196">
                  <c:v>0.31620388232187502</c:v>
                </c:pt>
                <c:pt idx="197">
                  <c:v>0.31785290660798499</c:v>
                </c:pt>
                <c:pt idx="198">
                  <c:v>0.31950735836899802</c:v>
                </c:pt>
                <c:pt idx="199">
                  <c:v>0.32116918213061002</c:v>
                </c:pt>
                <c:pt idx="200">
                  <c:v>0.32284032229827903</c:v>
                </c:pt>
                <c:pt idx="201">
                  <c:v>0.32452272315584002</c:v>
                </c:pt>
                <c:pt idx="202">
                  <c:v>0.32621832886364799</c:v>
                </c:pt>
                <c:pt idx="203">
                  <c:v>0.32792908345646898</c:v>
                </c:pt>
                <c:pt idx="204">
                  <c:v>0.32965693084069397</c:v>
                </c:pt>
                <c:pt idx="205">
                  <c:v>0.33140381479179698</c:v>
                </c:pt>
                <c:pt idx="206">
                  <c:v>0.33317167895071698</c:v>
                </c:pt>
                <c:pt idx="207">
                  <c:v>0.33496246682078701</c:v>
                </c:pt>
                <c:pt idx="208">
                  <c:v>0.336778121763326</c:v>
                </c:pt>
                <c:pt idx="209">
                  <c:v>0.33862058699339898</c:v>
                </c:pt>
                <c:pt idx="210">
                  <c:v>0.34049180557561598</c:v>
                </c:pt>
                <c:pt idx="211">
                  <c:v>0.34239372041871002</c:v>
                </c:pt>
                <c:pt idx="212">
                  <c:v>0.34432827427074397</c:v>
                </c:pt>
                <c:pt idx="213">
                  <c:v>0.34629740971258099</c:v>
                </c:pt>
                <c:pt idx="214">
                  <c:v>0.348303069152744</c:v>
                </c:pt>
                <c:pt idx="215">
                  <c:v>0.35034719482078802</c:v>
                </c:pt>
                <c:pt idx="216">
                  <c:v>0.352431728760427</c:v>
                </c:pt>
                <c:pt idx="217">
                  <c:v>0.35455861282247503</c:v>
                </c:pt>
                <c:pt idx="218">
                  <c:v>0.35672978865766097</c:v>
                </c:pt>
                <c:pt idx="219">
                  <c:v>0.35894719770893602</c:v>
                </c:pt>
                <c:pt idx="220">
                  <c:v>0.36121278120302402</c:v>
                </c:pt>
                <c:pt idx="221">
                  <c:v>0.36352848014224998</c:v>
                </c:pt>
                <c:pt idx="222">
                  <c:v>0.365896235295671</c:v>
                </c:pt>
                <c:pt idx="223">
                  <c:v>0.36831798719006997</c:v>
                </c:pt>
                <c:pt idx="224">
                  <c:v>0.37079567610049902</c:v>
                </c:pt>
                <c:pt idx="225">
                  <c:v>0.37333124203979801</c:v>
                </c:pt>
                <c:pt idx="226">
                  <c:v>0.375926624749645</c:v>
                </c:pt>
                <c:pt idx="227">
                  <c:v>0.37858376368902202</c:v>
                </c:pt>
                <c:pt idx="228">
                  <c:v>0.381304598023613</c:v>
                </c:pt>
                <c:pt idx="229">
                  <c:v>0.384091066614833</c:v>
                </c:pt>
                <c:pt idx="230">
                  <c:v>0.38694510800815202</c:v>
                </c:pt>
                <c:pt idx="231">
                  <c:v>0.38986866042108898</c:v>
                </c:pt>
                <c:pt idx="232">
                  <c:v>0.392863661731091</c:v>
                </c:pt>
                <c:pt idx="233">
                  <c:v>0.39593204946274402</c:v>
                </c:pt>
                <c:pt idx="234">
                  <c:v>0.39907576077509199</c:v>
                </c:pt>
                <c:pt idx="235">
                  <c:v>0.40229673244848202</c:v>
                </c:pt>
                <c:pt idx="236">
                  <c:v>0.40559690087012001</c:v>
                </c:pt>
                <c:pt idx="237">
                  <c:v>0.40897820202128199</c:v>
                </c:pt>
                <c:pt idx="238">
                  <c:v>0.41244257146199098</c:v>
                </c:pt>
                <c:pt idx="239">
                  <c:v>0.41599194431719599</c:v>
                </c:pt>
                <c:pt idx="240">
                  <c:v>0.41962825526089498</c:v>
                </c:pt>
                <c:pt idx="241">
                  <c:v>0.423353438501406</c:v>
                </c:pt>
                <c:pt idx="242">
                  <c:v>0.427169427765695</c:v>
                </c:pt>
                <c:pt idx="243">
                  <c:v>0.43107815628295998</c:v>
                </c:pt>
                <c:pt idx="244">
                  <c:v>0.43508155676830201</c:v>
                </c:pt>
                <c:pt idx="245">
                  <c:v>0.439181561406432</c:v>
                </c:pt>
                <c:pt idx="246">
                  <c:v>0.44338010183430099</c:v>
                </c:pt>
                <c:pt idx="247">
                  <c:v>0.447679109123233</c:v>
                </c:pt>
                <c:pt idx="248">
                  <c:v>0.45208051376234298</c:v>
                </c:pt>
                <c:pt idx="249">
                  <c:v>0.456586245639234</c:v>
                </c:pt>
                <c:pt idx="250">
                  <c:v>0.46119823402221999</c:v>
                </c:pt>
                <c:pt idx="251">
                  <c:v>0.46591840754138802</c:v>
                </c:pt>
                <c:pt idx="252">
                  <c:v>0.47074869416967602</c:v>
                </c:pt>
                <c:pt idx="253">
                  <c:v>0.47569102120304002</c:v>
                </c:pt>
                <c:pt idx="254">
                  <c:v>0.48074731524078201</c:v>
                </c:pt>
                <c:pt idx="255">
                  <c:v>0.48591950216541102</c:v>
                </c:pt>
                <c:pt idx="256">
                  <c:v>0.491209507122503</c:v>
                </c:pt>
                <c:pt idx="257">
                  <c:v>0.49661925449949701</c:v>
                </c:pt>
                <c:pt idx="258">
                  <c:v>0.50215066790429996</c:v>
                </c:pt>
                <c:pt idx="259">
                  <c:v>0.50780567014460098</c:v>
                </c:pt>
                <c:pt idx="260">
                  <c:v>0.51358618320488403</c:v>
                </c:pt>
                <c:pt idx="261">
                  <c:v>0.51935267392793105</c:v>
                </c:pt>
                <c:pt idx="262">
                  <c:v>0.52498826694968903</c:v>
                </c:pt>
                <c:pt idx="263">
                  <c:v>0.53052886436371105</c:v>
                </c:pt>
                <c:pt idx="264">
                  <c:v>0.53601036061123897</c:v>
                </c:pt>
                <c:pt idx="265">
                  <c:v>0.54146864273583195</c:v>
                </c:pt>
                <c:pt idx="266">
                  <c:v>0.54693959051938001</c:v>
                </c:pt>
                <c:pt idx="267">
                  <c:v>0.55245907649920101</c:v>
                </c:pt>
                <c:pt idx="268">
                  <c:v>0.55806296586744497</c:v>
                </c:pt>
                <c:pt idx="269">
                  <c:v>0.56378711625030298</c:v>
                </c:pt>
                <c:pt idx="270">
                  <c:v>0.56966737737066397</c:v>
                </c:pt>
                <c:pt idx="271">
                  <c:v>0.57573959059027402</c:v>
                </c:pt>
                <c:pt idx="272">
                  <c:v>0.58203958833498204</c:v>
                </c:pt>
                <c:pt idx="273">
                  <c:v>0.58860319340044998</c:v>
                </c:pt>
                <c:pt idx="274">
                  <c:v>0.59546621814046097</c:v>
                </c:pt>
                <c:pt idx="275">
                  <c:v>0.60266446353635095</c:v>
                </c:pt>
                <c:pt idx="276">
                  <c:v>0.61023371814836702</c:v>
                </c:pt>
                <c:pt idx="277">
                  <c:v>0.61820975694862901</c:v>
                </c:pt>
                <c:pt idx="278">
                  <c:v>0.62662834003652801</c:v>
                </c:pt>
                <c:pt idx="279">
                  <c:v>0.63552521123590999</c:v>
                </c:pt>
                <c:pt idx="280">
                  <c:v>0.64493609657414497</c:v>
                </c:pt>
                <c:pt idx="281">
                  <c:v>0.65489670264380395</c:v>
                </c:pt>
                <c:pt idx="282">
                  <c:v>0.66544271484700901</c:v>
                </c:pt>
                <c:pt idx="283">
                  <c:v>0.67660979552133205</c:v>
                </c:pt>
                <c:pt idx="284">
                  <c:v>0.68843358194957704</c:v>
                </c:pt>
                <c:pt idx="285">
                  <c:v>0.70094968425152804</c:v>
                </c:pt>
                <c:pt idx="286">
                  <c:v>0.714193683159281</c:v>
                </c:pt>
                <c:pt idx="287">
                  <c:v>0.72820112767579803</c:v>
                </c:pt>
                <c:pt idx="288">
                  <c:v>0.74300753261700203</c:v>
                </c:pt>
                <c:pt idx="289">
                  <c:v>0.75864837603762902</c:v>
                </c:pt>
                <c:pt idx="290">
                  <c:v>0.77515909654094495</c:v>
                </c:pt>
                <c:pt idx="291">
                  <c:v>0.79254925845000401</c:v>
                </c:pt>
                <c:pt idx="292">
                  <c:v>0.81079998193060998</c:v>
                </c:pt>
                <c:pt idx="293">
                  <c:v>0.82990399614519805</c:v>
                </c:pt>
                <c:pt idx="294">
                  <c:v>0.84985401477507505</c:v>
                </c:pt>
                <c:pt idx="295">
                  <c:v>0.87064273657334601</c:v>
                </c:pt>
                <c:pt idx="296">
                  <c:v>0.89226284591444904</c:v>
                </c:pt>
                <c:pt idx="297">
                  <c:v>0.91470701333809001</c:v>
                </c:pt>
                <c:pt idx="298">
                  <c:v>0.937967896090519</c:v>
                </c:pt>
                <c:pt idx="299">
                  <c:v>0.96203813866045895</c:v>
                </c:pt>
                <c:pt idx="300">
                  <c:v>0.98691037331147802</c:v>
                </c:pt>
                <c:pt idx="301">
                  <c:v>1.0125772206095001</c:v>
                </c:pt>
                <c:pt idx="302">
                  <c:v>1.03903128994618</c:v>
                </c:pt>
                <c:pt idx="303">
                  <c:v>1.0662651800581899</c:v>
                </c:pt>
                <c:pt idx="304">
                  <c:v>1.0942714795419499</c:v>
                </c:pt>
                <c:pt idx="305">
                  <c:v>1.1230427673632399</c:v>
                </c:pt>
                <c:pt idx="306">
                  <c:v>1.15257161336356</c:v>
                </c:pt>
                <c:pt idx="307">
                  <c:v>1.1828505787614501</c:v>
                </c:pt>
                <c:pt idx="308">
                  <c:v>1.2138722166489699</c:v>
                </c:pt>
                <c:pt idx="309">
                  <c:v>1.24562907248406</c:v>
                </c:pt>
                <c:pt idx="310">
                  <c:v>1.2781136845780401</c:v>
                </c:pt>
                <c:pt idx="311">
                  <c:v>1.31119781339323</c:v>
                </c:pt>
                <c:pt idx="312">
                  <c:v>1.3447690692628</c:v>
                </c:pt>
                <c:pt idx="313">
                  <c:v>1.37884373957944</c:v>
                </c:pt>
                <c:pt idx="314">
                  <c:v>1.41343808358171</c:v>
                </c:pt>
                <c:pt idx="315">
                  <c:v>1.44856833156642</c:v>
                </c:pt>
                <c:pt idx="316">
                  <c:v>1.4842506840770999</c:v>
                </c:pt>
                <c:pt idx="317">
                  <c:v>1.52050131106843</c:v>
                </c:pt>
                <c:pt idx="318">
                  <c:v>1.5573363510457601</c:v>
                </c:pt>
                <c:pt idx="319">
                  <c:v>1.5947719101804401</c:v>
                </c:pt>
                <c:pt idx="320">
                  <c:v>1.63282406140165</c:v>
                </c:pt>
                <c:pt idx="321">
                  <c:v>1.6715088434638099</c:v>
                </c:pt>
                <c:pt idx="322">
                  <c:v>1.7108422599900299</c:v>
                </c:pt>
                <c:pt idx="323">
                  <c:v>1.75084027849233</c:v>
                </c:pt>
                <c:pt idx="324">
                  <c:v>1.7915188293670099</c:v>
                </c:pt>
                <c:pt idx="325">
                  <c:v>1.83289380486815</c:v>
                </c:pt>
                <c:pt idx="326">
                  <c:v>1.8749810580567901</c:v>
                </c:pt>
                <c:pt idx="327">
                  <c:v>1.9177964017262701</c:v>
                </c:pt>
                <c:pt idx="328">
                  <c:v>1.96135560730559</c:v>
                </c:pt>
                <c:pt idx="329">
                  <c:v>2.0056744037393899</c:v>
                </c:pt>
                <c:pt idx="330">
                  <c:v>2.0507684763443201</c:v>
                </c:pt>
                <c:pt idx="331">
                  <c:v>2.09665346564358</c:v>
                </c:pt>
                <c:pt idx="332">
                  <c:v>2.1433449661790198</c:v>
                </c:pt>
                <c:pt idx="333">
                  <c:v>2.1908585252994799</c:v>
                </c:pt>
                <c:pt idx="334">
                  <c:v>2.2392096419286198</c:v>
                </c:pt>
                <c:pt idx="335">
                  <c:v>2.28841376530921</c:v>
                </c:pt>
                <c:pt idx="336">
                  <c:v>2.3387350426379698</c:v>
                </c:pt>
                <c:pt idx="337">
                  <c:v>2.3903726067216899</c:v>
                </c:pt>
                <c:pt idx="338">
                  <c:v>2.4432444270458999</c:v>
                </c:pt>
                <c:pt idx="339">
                  <c:v>2.4972685872554901</c:v>
                </c:pt>
                <c:pt idx="340">
                  <c:v>2.5523632942472698</c:v>
                </c:pt>
                <c:pt idx="341">
                  <c:v>2.6084468866360302</c:v>
                </c:pt>
                <c:pt idx="342">
                  <c:v>2.66543784259704</c:v>
                </c:pt>
                <c:pt idx="343">
                  <c:v>2.72325478708709</c:v>
                </c:pt>
                <c:pt idx="344">
                  <c:v>2.7818164984417799</c:v>
                </c:pt>
                <c:pt idx="345">
                  <c:v>2.8410419143561199</c:v>
                </c:pt>
                <c:pt idx="346">
                  <c:v>2.900850137245</c:v>
                </c:pt>
                <c:pt idx="347">
                  <c:v>2.9611604389872999</c:v>
                </c:pt>
                <c:pt idx="348">
                  <c:v>3.0218922650575699</c:v>
                </c:pt>
                <c:pt idx="349">
                  <c:v>3.0829652380424299</c:v>
                </c:pt>
                <c:pt idx="350">
                  <c:v>3.1442991605491999</c:v>
                </c:pt>
                <c:pt idx="351">
                  <c:v>3.2058140175038599</c:v>
                </c:pt>
                <c:pt idx="352">
                  <c:v>3.26742997784469</c:v>
                </c:pt>
                <c:pt idx="353">
                  <c:v>3.3290673956102399</c:v>
                </c:pt>
                <c:pt idx="354">
                  <c:v>3.3906468104271998</c:v>
                </c:pt>
                <c:pt idx="355">
                  <c:v>3.4520889473963599</c:v>
                </c:pt>
                <c:pt idx="356">
                  <c:v>3.5133147163830998</c:v>
                </c:pt>
                <c:pt idx="357">
                  <c:v>3.5742452107123901</c:v>
                </c:pt>
                <c:pt idx="358">
                  <c:v>3.6348017052691</c:v>
                </c:pt>
                <c:pt idx="359">
                  <c:v>3.6949056540104301</c:v>
                </c:pt>
                <c:pt idx="360">
                  <c:v>3.7544786868864501</c:v>
                </c:pt>
                <c:pt idx="361">
                  <c:v>3.8133220766721898</c:v>
                </c:pt>
                <c:pt idx="362">
                  <c:v>3.8713673538379001</c:v>
                </c:pt>
                <c:pt idx="363">
                  <c:v>3.9287314589826701</c:v>
                </c:pt>
                <c:pt idx="364">
                  <c:v>3.9855310647309801</c:v>
                </c:pt>
                <c:pt idx="365">
                  <c:v>4.0418825826014304</c:v>
                </c:pt>
                <c:pt idx="366">
                  <c:v>4.0979021685791599</c:v>
                </c:pt>
                <c:pt idx="367">
                  <c:v>4.1537057273997098</c:v>
                </c:pt>
                <c:pt idx="368">
                  <c:v>4.2094089155473497</c:v>
                </c:pt>
                <c:pt idx="369">
                  <c:v>4.2651271429730802</c:v>
                </c:pt>
                <c:pt idx="370">
                  <c:v>4.3209755735359003</c:v>
                </c:pt>
                <c:pt idx="371">
                  <c:v>4.3770691241726603</c:v>
                </c:pt>
                <c:pt idx="372">
                  <c:v>4.4335224627995</c:v>
                </c:pt>
                <c:pt idx="373">
                  <c:v>4.4904500049509304</c:v>
                </c:pt>
                <c:pt idx="374">
                  <c:v>4.5479659091596796</c:v>
                </c:pt>
                <c:pt idx="375">
                  <c:v>4.6061840710817403</c:v>
                </c:pt>
                <c:pt idx="376">
                  <c:v>4.6652181163730697</c:v>
                </c:pt>
                <c:pt idx="377">
                  <c:v>4.7251813923207404</c:v>
                </c:pt>
                <c:pt idx="378">
                  <c:v>4.7861869582350103</c:v>
                </c:pt>
                <c:pt idx="379">
                  <c:v>4.8483475746070397</c:v>
                </c:pt>
                <c:pt idx="380">
                  <c:v>4.9117756910384998</c:v>
                </c:pt>
                <c:pt idx="381">
                  <c:v>4.9765834329480096</c:v>
                </c:pt>
                <c:pt idx="382">
                  <c:v>5.0428825870620102</c:v>
                </c:pt>
                <c:pt idx="383">
                  <c:v>5.1107845856961296</c:v>
                </c:pt>
                <c:pt idx="384">
                  <c:v>5.1804004898338398</c:v>
                </c:pt>
                <c:pt idx="385">
                  <c:v>5.2518409710106102</c:v>
                </c:pt>
                <c:pt idx="386">
                  <c:v>5.3258406992070197</c:v>
                </c:pt>
                <c:pt idx="387">
                  <c:v>5.4028697094399396</c:v>
                </c:pt>
                <c:pt idx="388">
                  <c:v>5.4826418423431296</c:v>
                </c:pt>
                <c:pt idx="389">
                  <c:v>5.56487156761614</c:v>
                </c:pt>
                <c:pt idx="390">
                  <c:v>5.6492740553272096</c:v>
                </c:pt>
                <c:pt idx="391">
                  <c:v>5.7355652393784498</c:v>
                </c:pt>
                <c:pt idx="392">
                  <c:v>5.8234618731618299</c:v>
                </c:pt>
                <c:pt idx="393">
                  <c:v>5.91268157743127</c:v>
                </c:pt>
                <c:pt idx="394">
                  <c:v>6.0029428804253104</c:v>
                </c:pt>
                <c:pt idx="395">
                  <c:v>6.09396525027518</c:v>
                </c:pt>
                <c:pt idx="396">
                  <c:v>6.1854691197358997</c:v>
                </c:pt>
                <c:pt idx="397">
                  <c:v>6.2771759032801899</c:v>
                </c:pt>
                <c:pt idx="398">
                  <c:v>6.3688080065974999</c:v>
                </c:pt>
                <c:pt idx="399">
                  <c:v>6.4600888285399796</c:v>
                </c:pt>
                <c:pt idx="400">
                  <c:v>6.5507427555573701</c:v>
                </c:pt>
                <c:pt idx="401">
                  <c:v>6.6404951486640504</c:v>
                </c:pt>
                <c:pt idx="402">
                  <c:v>6.7290723229815503</c:v>
                </c:pt>
                <c:pt idx="403">
                  <c:v>6.8162015198944896</c:v>
                </c:pt>
                <c:pt idx="404">
                  <c:v>6.9016108718615499</c:v>
                </c:pt>
                <c:pt idx="405">
                  <c:v>6.9850293599173501</c:v>
                </c:pt>
                <c:pt idx="406">
                  <c:v>7.0661867639006601</c:v>
                </c:pt>
                <c:pt idx="407">
                  <c:v>7.14481360543836</c:v>
                </c:pt>
                <c:pt idx="408">
                  <c:v>7.2206410837149999</c:v>
                </c:pt>
                <c:pt idx="409">
                  <c:v>7.2934010040492501</c:v>
                </c:pt>
                <c:pt idx="410">
                  <c:v>7.3628256992977397</c:v>
                </c:pt>
                <c:pt idx="411">
                  <c:v>7.4299541530513897</c:v>
                </c:pt>
                <c:pt idx="412">
                  <c:v>7.4960211879008103</c:v>
                </c:pt>
                <c:pt idx="413">
                  <c:v>7.5610531674036503</c:v>
                </c:pt>
                <c:pt idx="414">
                  <c:v>7.6250763602465401</c:v>
                </c:pt>
                <c:pt idx="415">
                  <c:v>7.6881169427879401</c:v>
                </c:pt>
                <c:pt idx="416">
                  <c:v>7.7502010015327301</c:v>
                </c:pt>
                <c:pt idx="417">
                  <c:v>7.8113545355397402</c:v>
                </c:pt>
                <c:pt idx="418">
                  <c:v>7.8716034587603803</c:v>
                </c:pt>
                <c:pt idx="419">
                  <c:v>7.9309736023113402</c:v>
                </c:pt>
                <c:pt idx="420">
                  <c:v>7.9894907166808702</c:v>
                </c:pt>
                <c:pt idx="421">
                  <c:v>8.0471804738678507</c:v>
                </c:pt>
                <c:pt idx="422">
                  <c:v>8.1040684694559708</c:v>
                </c:pt>
                <c:pt idx="423">
                  <c:v>8.1601802246223993</c:v>
                </c:pt>
                <c:pt idx="424">
                  <c:v>8.2155411880808202</c:v>
                </c:pt>
                <c:pt idx="425">
                  <c:v>8.2701767379607691</c:v>
                </c:pt>
                <c:pt idx="426">
                  <c:v>8.3241121836219492</c:v>
                </c:pt>
                <c:pt idx="427">
                  <c:v>8.3773727674043208</c:v>
                </c:pt>
                <c:pt idx="428">
                  <c:v>8.42998366631533</c:v>
                </c:pt>
                <c:pt idx="429">
                  <c:v>8.4819699936532196</c:v>
                </c:pt>
                <c:pt idx="430">
                  <c:v>8.5333568005672795</c:v>
                </c:pt>
                <c:pt idx="431">
                  <c:v>8.5841690775552504</c:v>
                </c:pt>
                <c:pt idx="432">
                  <c:v>8.6344317558986905</c:v>
                </c:pt>
                <c:pt idx="433">
                  <c:v>8.6841697090355296</c:v>
                </c:pt>
                <c:pt idx="434">
                  <c:v>8.7334077538709192</c:v>
                </c:pt>
                <c:pt idx="435">
                  <c:v>8.7821706520263803</c:v>
                </c:pt>
                <c:pt idx="436">
                  <c:v>8.8304831110275099</c:v>
                </c:pt>
                <c:pt idx="437">
                  <c:v>8.8783697854298698</c:v>
                </c:pt>
                <c:pt idx="438">
                  <c:v>8.9258552778849598</c:v>
                </c:pt>
                <c:pt idx="439">
                  <c:v>8.9729641401442599</c:v>
                </c:pt>
                <c:pt idx="440">
                  <c:v>9.0197208740038892</c:v>
                </c:pt>
                <c:pt idx="441">
                  <c:v>9.0661499321871393</c:v>
                </c:pt>
                <c:pt idx="442">
                  <c:v>9.1122757191690198</c:v>
                </c:pt>
                <c:pt idx="443">
                  <c:v>9.1581225919393408</c:v>
                </c:pt>
                <c:pt idx="444">
                  <c:v>9.20371486070629</c:v>
                </c:pt>
                <c:pt idx="445">
                  <c:v>9.2490767895410606</c:v>
                </c:pt>
                <c:pt idx="446">
                  <c:v>9.2942325969619208</c:v>
                </c:pt>
                <c:pt idx="447">
                  <c:v>9.3392064564607704</c:v>
                </c:pt>
                <c:pt idx="448">
                  <c:v>9.3840224969689796</c:v>
                </c:pt>
                <c:pt idx="449">
                  <c:v>9.4287048032654006</c:v>
                </c:pt>
                <c:pt idx="450">
                  <c:v>9.4732774163254891</c:v>
                </c:pt>
                <c:pt idx="451">
                  <c:v>9.5177643336116198</c:v>
                </c:pt>
                <c:pt idx="452">
                  <c:v>9.5621895093057994</c:v>
                </c:pt>
                <c:pt idx="453">
                  <c:v>9.6065768544830608</c:v>
                </c:pt>
                <c:pt idx="454">
                  <c:v>9.6509502372280807</c:v>
                </c:pt>
                <c:pt idx="455">
                  <c:v>9.6953334826933606</c:v>
                </c:pt>
                <c:pt idx="456">
                  <c:v>9.7397503730995503</c:v>
                </c:pt>
                <c:pt idx="457">
                  <c:v>9.7842246476788794</c:v>
                </c:pt>
                <c:pt idx="458">
                  <c:v>9.8287800025605598</c:v>
                </c:pt>
                <c:pt idx="459">
                  <c:v>9.8734400905997202</c:v>
                </c:pt>
                <c:pt idx="460">
                  <c:v>9.9182285211487695</c:v>
                </c:pt>
                <c:pt idx="461">
                  <c:v>9.9630576032731302</c:v>
                </c:pt>
                <c:pt idx="462">
                  <c:v>10.0078215046415</c:v>
                </c:pt>
                <c:pt idx="463">
                  <c:v>10.052516594696</c:v>
                </c:pt>
                <c:pt idx="464">
                  <c:v>10.0971392494951</c:v>
                </c:pt>
                <c:pt idx="465">
                  <c:v>10.141685851688701</c:v>
                </c:pt>
                <c:pt idx="466">
                  <c:v>10.186152790490601</c:v>
                </c:pt>
                <c:pt idx="467">
                  <c:v>10.2305364616502</c:v>
                </c:pt>
                <c:pt idx="468">
                  <c:v>10.2748332674223</c:v>
                </c:pt>
                <c:pt idx="469">
                  <c:v>10.3190396165369</c:v>
                </c:pt>
                <c:pt idx="470">
                  <c:v>10.363151924166001</c:v>
                </c:pt>
                <c:pt idx="471">
                  <c:v>10.407166611890601</c:v>
                </c:pt>
                <c:pt idx="472">
                  <c:v>10.4510801076646</c:v>
                </c:pt>
                <c:pt idx="473">
                  <c:v>10.494888845779601</c:v>
                </c:pt>
                <c:pt idx="474">
                  <c:v>10.5385892668265</c:v>
                </c:pt>
                <c:pt idx="475">
                  <c:v>10.5821778176565</c:v>
                </c:pt>
                <c:pt idx="476">
                  <c:v>10.625650951341299</c:v>
                </c:pt>
                <c:pt idx="477">
                  <c:v>10.669005127131401</c:v>
                </c:pt>
                <c:pt idx="478">
                  <c:v>10.712236810412399</c:v>
                </c:pt>
                <c:pt idx="479">
                  <c:v>10.7553424726622</c:v>
                </c:pt>
                <c:pt idx="480">
                  <c:v>10.7983185914042</c:v>
                </c:pt>
                <c:pt idx="481">
                  <c:v>10.8411616501614</c:v>
                </c:pt>
                <c:pt idx="482">
                  <c:v>10.8838681384083</c:v>
                </c:pt>
                <c:pt idx="483">
                  <c:v>10.926434551521</c:v>
                </c:pt>
                <c:pt idx="484">
                  <c:v>10.9688573907271</c:v>
                </c:pt>
                <c:pt idx="485">
                  <c:v>11.011133163053801</c:v>
                </c:pt>
                <c:pt idx="486">
                  <c:v>11.053258381274301</c:v>
                </c:pt>
                <c:pt idx="487">
                  <c:v>11.095229563854399</c:v>
                </c:pt>
                <c:pt idx="488">
                  <c:v>11.137043234895501</c:v>
                </c:pt>
                <c:pt idx="489">
                  <c:v>11.1786959240786</c:v>
                </c:pt>
                <c:pt idx="490">
                  <c:v>11.220184166606099</c:v>
                </c:pt>
                <c:pt idx="491">
                  <c:v>11.2615045031415</c:v>
                </c:pt>
                <c:pt idx="492">
                  <c:v>11.3026534797495</c:v>
                </c:pt>
                <c:pt idx="493">
                  <c:v>11.3436276478342</c:v>
                </c:pt>
                <c:pt idx="494">
                  <c:v>11.384423564075099</c:v>
                </c:pt>
                <c:pt idx="495">
                  <c:v>11.4250377903632</c:v>
                </c:pt>
                <c:pt idx="496">
                  <c:v>11.465466893734799</c:v>
                </c:pt>
                <c:pt idx="497">
                  <c:v>11.505707446305699</c:v>
                </c:pt>
                <c:pt idx="498">
                  <c:v>11.545756025201801</c:v>
                </c:pt>
                <c:pt idx="499">
                  <c:v>11.585609212490001</c:v>
                </c:pt>
                <c:pt idx="500">
                  <c:v>11.6252635951081</c:v>
                </c:pt>
                <c:pt idx="501">
                  <c:v>11.6647157647926</c:v>
                </c:pt>
                <c:pt idx="502">
                  <c:v>11.703962318005299</c:v>
                </c:pt>
                <c:pt idx="503">
                  <c:v>11.7429998558595</c:v>
                </c:pt>
                <c:pt idx="504">
                  <c:v>11.781824984044</c:v>
                </c:pt>
                <c:pt idx="505">
                  <c:v>11.820434312746899</c:v>
                </c:pt>
                <c:pt idx="506">
                  <c:v>11.858824456576899</c:v>
                </c:pt>
                <c:pt idx="507">
                  <c:v>11.896992034484899</c:v>
                </c:pt>
                <c:pt idx="508">
                  <c:v>11.934933669683</c:v>
                </c:pt>
                <c:pt idx="509">
                  <c:v>11.972645989562899</c:v>
                </c:pt>
                <c:pt idx="510">
                  <c:v>12.0101256256133</c:v>
                </c:pt>
                <c:pt idx="511">
                  <c:v>12.0473692133358</c:v>
                </c:pt>
                <c:pt idx="512">
                  <c:v>12.0843733921597</c:v>
                </c:pt>
                <c:pt idx="513">
                  <c:v>12.121134805355201</c:v>
                </c:pt>
                <c:pt idx="514">
                  <c:v>12.157650099946</c:v>
                </c:pt>
                <c:pt idx="515">
                  <c:v>12.1939159266205</c:v>
                </c:pt>
                <c:pt idx="516">
                  <c:v>12.229928939641599</c:v>
                </c:pt>
                <c:pt idx="517">
                  <c:v>12.265685796755101</c:v>
                </c:pt>
                <c:pt idx="518">
                  <c:v>12.3011831590978</c:v>
                </c:pt>
                <c:pt idx="519">
                  <c:v>12.336417691103399</c:v>
                </c:pt>
                <c:pt idx="520">
                  <c:v>12.371386060407801</c:v>
                </c:pt>
                <c:pt idx="521">
                  <c:v>12.4060849377528</c:v>
                </c:pt>
                <c:pt idx="522">
                  <c:v>12.440510996889101</c:v>
                </c:pt>
                <c:pt idx="523">
                  <c:v>12.4746609144775</c:v>
                </c:pt>
                <c:pt idx="524">
                  <c:v>12.508531369989599</c:v>
                </c:pt>
                <c:pt idx="525">
                  <c:v>12.542119045606499</c:v>
                </c:pt>
                <c:pt idx="526">
                  <c:v>12.575420626116999</c:v>
                </c:pt>
                <c:pt idx="527">
                  <c:v>12.608432798814199</c:v>
                </c:pt>
                <c:pt idx="528">
                  <c:v>12.641152253390899</c:v>
                </c:pt>
                <c:pt idx="529">
                  <c:v>12.6735756818344</c:v>
                </c:pt>
                <c:pt idx="530">
                  <c:v>12.7056997783195</c:v>
                </c:pt>
                <c:pt idx="531">
                  <c:v>12.7375212390995</c:v>
                </c:pt>
                <c:pt idx="532">
                  <c:v>12.7690367623984</c:v>
                </c:pt>
                <c:pt idx="533">
                  <c:v>12.8002430482995</c:v>
                </c:pt>
                <c:pt idx="534">
                  <c:v>12.831136798634001</c:v>
                </c:pt>
                <c:pt idx="535">
                  <c:v>12.8617147168682</c:v>
                </c:pt>
                <c:pt idx="536">
                  <c:v>12.891973507989301</c:v>
                </c:pt>
                <c:pt idx="537">
                  <c:v>12.9219098783903</c:v>
                </c:pt>
                <c:pt idx="538">
                  <c:v>12.9515205357533</c:v>
                </c:pt>
                <c:pt idx="539">
                  <c:v>12.9808021889322</c:v>
                </c:pt>
                <c:pt idx="540">
                  <c:v>13.009751547834</c:v>
                </c:pt>
                <c:pt idx="541">
                  <c:v>13.0384541457154</c:v>
                </c:pt>
                <c:pt idx="542">
                  <c:v>13.066998238278901</c:v>
                </c:pt>
                <c:pt idx="543">
                  <c:v>13.095384618635901</c:v>
                </c:pt>
                <c:pt idx="544">
                  <c:v>13.1236140783321</c:v>
                </c:pt>
                <c:pt idx="545">
                  <c:v>13.151687407361001</c:v>
                </c:pt>
                <c:pt idx="546">
                  <c:v>13.179605394173899</c:v>
                </c:pt>
                <c:pt idx="547">
                  <c:v>13.207368825692599</c:v>
                </c:pt>
                <c:pt idx="548">
                  <c:v>13.234978487320999</c:v>
                </c:pt>
                <c:pt idx="549">
                  <c:v>13.2624351629557</c:v>
                </c:pt>
                <c:pt idx="550">
                  <c:v>13.289739634999</c:v>
                </c:pt>
                <c:pt idx="551">
                  <c:v>13.3168926843689</c:v>
                </c:pt>
                <c:pt idx="552">
                  <c:v>13.343895090511101</c:v>
                </c:pt>
                <c:pt idx="553">
                  <c:v>13.3707476314102</c:v>
                </c:pt>
                <c:pt idx="554">
                  <c:v>13.397451083600799</c:v>
                </c:pt>
                <c:pt idx="555">
                  <c:v>13.4240062221789</c:v>
                </c:pt>
                <c:pt idx="556">
                  <c:v>13.4504138208124</c:v>
                </c:pt>
                <c:pt idx="557">
                  <c:v>13.4766746517528</c:v>
                </c:pt>
                <c:pt idx="558">
                  <c:v>13.5027894858459</c:v>
                </c:pt>
                <c:pt idx="559">
                  <c:v>13.5287590925423</c:v>
                </c:pt>
                <c:pt idx="560">
                  <c:v>13.554584239908801</c:v>
                </c:pt>
                <c:pt idx="561">
                  <c:v>13.580265694638401</c:v>
                </c:pt>
                <c:pt idx="562">
                  <c:v>13.605804222062099</c:v>
                </c:pt>
                <c:pt idx="563">
                  <c:v>13.631200586158201</c:v>
                </c:pt>
                <c:pt idx="564">
                  <c:v>13.656455549564299</c:v>
                </c:pt>
                <c:pt idx="565">
                  <c:v>13.6815698735862</c:v>
                </c:pt>
                <c:pt idx="566">
                  <c:v>13.706544318209801</c:v>
                </c:pt>
                <c:pt idx="567">
                  <c:v>13.7313796421106</c:v>
                </c:pt>
                <c:pt idx="568">
                  <c:v>13.7560766026641</c:v>
                </c:pt>
                <c:pt idx="569">
                  <c:v>13.7806359559562</c:v>
                </c:pt>
                <c:pt idx="570">
                  <c:v>13.805058456793599</c:v>
                </c:pt>
                <c:pt idx="571">
                  <c:v>13.829344858713601</c:v>
                </c:pt>
                <c:pt idx="572">
                  <c:v>13.853495913993999</c:v>
                </c:pt>
                <c:pt idx="573">
                  <c:v>13.8775123736634</c:v>
                </c:pt>
                <c:pt idx="574">
                  <c:v>13.9013949875112</c:v>
                </c:pt>
                <c:pt idx="575">
                  <c:v>13.9251445040973</c:v>
                </c:pt>
                <c:pt idx="576">
                  <c:v>13.9487616707619</c:v>
                </c:pt>
                <c:pt idx="577">
                  <c:v>13.972247233635301</c:v>
                </c:pt>
                <c:pt idx="578">
                  <c:v>13.995601937647701</c:v>
                </c:pt>
                <c:pt idx="579">
                  <c:v>14.018826526538399</c:v>
                </c:pt>
                <c:pt idx="580">
                  <c:v>14.041921742865901</c:v>
                </c:pt>
                <c:pt idx="581">
                  <c:v>14.0648883280173</c:v>
                </c:pt>
                <c:pt idx="582">
                  <c:v>14.087727022217599</c:v>
                </c:pt>
                <c:pt idx="583">
                  <c:v>14.110438564538899</c:v>
                </c:pt>
                <c:pt idx="584">
                  <c:v>14.1330236929102</c:v>
                </c:pt>
                <c:pt idx="585">
                  <c:v>14.1554831441263</c:v>
                </c:pt>
                <c:pt idx="586">
                  <c:v>14.177817653857399</c:v>
                </c:pt>
                <c:pt idx="587">
                  <c:v>14.2000279566576</c:v>
                </c:pt>
                <c:pt idx="588">
                  <c:v>14.2221147859747</c:v>
                </c:pt>
                <c:pt idx="589">
                  <c:v>14.2440788741588</c:v>
                </c:pt>
                <c:pt idx="590">
                  <c:v>14.2659209524715</c:v>
                </c:pt>
                <c:pt idx="591">
                  <c:v>14.2876417510947</c:v>
                </c:pt>
                <c:pt idx="592">
                  <c:v>14.309241999139299</c:v>
                </c:pt>
                <c:pt idx="593">
                  <c:v>14.3307224246547</c:v>
                </c:pt>
                <c:pt idx="594">
                  <c:v>14.3520837546363</c:v>
                </c:pt>
                <c:pt idx="595">
                  <c:v>14.373326715035599</c:v>
                </c:pt>
                <c:pt idx="596">
                  <c:v>14.3944520307678</c:v>
                </c:pt>
                <c:pt idx="597">
                  <c:v>14.4154604257208</c:v>
                </c:pt>
                <c:pt idx="598">
                  <c:v>14.436352622763801</c:v>
                </c:pt>
                <c:pt idx="599">
                  <c:v>14.4571293437552</c:v>
                </c:pt>
                <c:pt idx="600">
                  <c:v>14.4777913095519</c:v>
                </c:pt>
                <c:pt idx="601">
                  <c:v>14.4983392400169</c:v>
                </c:pt>
                <c:pt idx="602">
                  <c:v>14.518773854027801</c:v>
                </c:pt>
                <c:pt idx="603">
                  <c:v>14.539095869485299</c:v>
                </c:pt>
                <c:pt idx="604">
                  <c:v>14.5593060033209</c:v>
                </c:pt>
                <c:pt idx="605">
                  <c:v>14.5794049715056</c:v>
                </c:pt>
                <c:pt idx="606">
                  <c:v>14.599393489057199</c:v>
                </c:pt>
                <c:pt idx="607">
                  <c:v>14.619272270049301</c:v>
                </c:pt>
                <c:pt idx="608">
                  <c:v>14.6390420276181</c:v>
                </c:pt>
                <c:pt idx="609">
                  <c:v>14.658703473971601</c:v>
                </c:pt>
                <c:pt idx="610">
                  <c:v>14.678257320396201</c:v>
                </c:pt>
                <c:pt idx="611">
                  <c:v>14.697704277265199</c:v>
                </c:pt>
                <c:pt idx="612">
                  <c:v>14.717045054046601</c:v>
                </c:pt>
                <c:pt idx="613">
                  <c:v>14.7362803593103</c:v>
                </c:pt>
                <c:pt idx="614">
                  <c:v>14.7554109007361</c:v>
                </c:pt>
                <c:pt idx="615">
                  <c:v>14.774437385121001</c:v>
                </c:pt>
                <c:pt idx="616">
                  <c:v>14.793360518387299</c:v>
                </c:pt>
                <c:pt idx="617">
                  <c:v>14.8121810055891</c:v>
                </c:pt>
                <c:pt idx="618">
                  <c:v>14.8308995509206</c:v>
                </c:pt>
                <c:pt idx="619">
                  <c:v>14.849516857723</c:v>
                </c:pt>
                <c:pt idx="620">
                  <c:v>14.868033628491901</c:v>
                </c:pt>
                <c:pt idx="621">
                  <c:v>14.8864505648846</c:v>
                </c:pt>
                <c:pt idx="622">
                  <c:v>14.904768367727099</c:v>
                </c:pt>
                <c:pt idx="623">
                  <c:v>14.922987737021501</c:v>
                </c:pt>
                <c:pt idx="624">
                  <c:v>14.9411093719529</c:v>
                </c:pt>
                <c:pt idx="625">
                  <c:v>14.959133970896699</c:v>
                </c:pt>
                <c:pt idx="626">
                  <c:v>14.9770622314253</c:v>
                </c:pt>
                <c:pt idx="627">
                  <c:v>14.994894850314701</c:v>
                </c:pt>
                <c:pt idx="628">
                  <c:v>15.0126325235523</c:v>
                </c:pt>
                <c:pt idx="629">
                  <c:v>15.030275946343201</c:v>
                </c:pt>
                <c:pt idx="630">
                  <c:v>15.047825813116599</c:v>
                </c:pt>
                <c:pt idx="631">
                  <c:v>15.0652828175333</c:v>
                </c:pt>
                <c:pt idx="632">
                  <c:v>15.082647652491801</c:v>
                </c:pt>
                <c:pt idx="633">
                  <c:v>15.099921010134899</c:v>
                </c:pt>
                <c:pt idx="634">
                  <c:v>15.1171035818566</c:v>
                </c:pt>
                <c:pt idx="635">
                  <c:v>15.1341960583085</c:v>
                </c:pt>
                <c:pt idx="636">
                  <c:v>15.1511991294062</c:v>
                </c:pt>
                <c:pt idx="637">
                  <c:v>15.1681134843357</c:v>
                </c:pt>
                <c:pt idx="638">
                  <c:v>15.1849398115595</c:v>
                </c:pt>
                <c:pt idx="639">
                  <c:v>15.201678798823499</c:v>
                </c:pt>
                <c:pt idx="640">
                  <c:v>15.218331133163</c:v>
                </c:pt>
                <c:pt idx="641">
                  <c:v>15.234897500908501</c:v>
                </c:pt>
                <c:pt idx="642">
                  <c:v>15.2513785876921</c:v>
                </c:pt>
                <c:pt idx="643">
                  <c:v>15.267775078453999</c:v>
                </c:pt>
                <c:pt idx="644">
                  <c:v>15.284087657448</c:v>
                </c:pt>
                <c:pt idx="645">
                  <c:v>15.3003170082478</c:v>
                </c:pt>
                <c:pt idx="646">
                  <c:v>15.3164638137529</c:v>
                </c:pt>
                <c:pt idx="647">
                  <c:v>15.3325287561943</c:v>
                </c:pt>
                <c:pt idx="648">
                  <c:v>15.3485125171407</c:v>
                </c:pt>
                <c:pt idx="649">
                  <c:v>15.364415777503501</c:v>
                </c:pt>
                <c:pt idx="650">
                  <c:v>15.3802392175441</c:v>
                </c:pt>
                <c:pt idx="651">
                  <c:v>15.3959835168775</c:v>
                </c:pt>
                <c:pt idx="652">
                  <c:v>15.4116493544802</c:v>
                </c:pt>
                <c:pt idx="653">
                  <c:v>15.427237408693699</c:v>
                </c:pt>
                <c:pt idx="654">
                  <c:v>15.442748357231499</c:v>
                </c:pt>
                <c:pt idx="655">
                  <c:v>15.4581828771839</c:v>
                </c:pt>
                <c:pt idx="656">
                  <c:v>15.4735416450239</c:v>
                </c:pt>
                <c:pt idx="657">
                  <c:v>15.488825336612001</c:v>
                </c:pt>
                <c:pt idx="658">
                  <c:v>15.504034627201801</c:v>
                </c:pt>
                <c:pt idx="659">
                  <c:v>15.5191701914459</c:v>
                </c:pt>
                <c:pt idx="660">
                  <c:v>15.534232703400001</c:v>
                </c:pt>
                <c:pt idx="661">
                  <c:v>15.549222836528999</c:v>
                </c:pt>
                <c:pt idx="662">
                  <c:v>15.564141263711701</c:v>
                </c:pt>
                <c:pt idx="663">
                  <c:v>15.5789886572464</c:v>
                </c:pt>
                <c:pt idx="664">
                  <c:v>15.593765688854999</c:v>
                </c:pt>
                <c:pt idx="665">
                  <c:v>15.608473029689099</c:v>
                </c:pt>
                <c:pt idx="666">
                  <c:v>15.623111350334201</c:v>
                </c:pt>
                <c:pt idx="667">
                  <c:v>15.637681320814901</c:v>
                </c:pt>
                <c:pt idx="668">
                  <c:v>15.652183610599501</c:v>
                </c:pt>
                <c:pt idx="669">
                  <c:v>15.666618888605401</c:v>
                </c:pt>
                <c:pt idx="670">
                  <c:v>15.6809878232031</c:v>
                </c:pt>
                <c:pt idx="671">
                  <c:v>15.6952910822212</c:v>
                </c:pt>
                <c:pt idx="672">
                  <c:v>15.709529332951499</c:v>
                </c:pt>
                <c:pt idx="673">
                  <c:v>15.7237032421528</c:v>
                </c:pt>
                <c:pt idx="674">
                  <c:v>15.7378134760562</c:v>
                </c:pt>
                <c:pt idx="675">
                  <c:v>15.7518607003689</c:v>
                </c:pt>
                <c:pt idx="676">
                  <c:v>15.7658455802795</c:v>
                </c:pt>
                <c:pt idx="677">
                  <c:v>15.779768780461801</c:v>
                </c:pt>
                <c:pt idx="678">
                  <c:v>15.793630965079</c:v>
                </c:pt>
                <c:pt idx="679">
                  <c:v>15.8074327977889</c:v>
                </c:pt>
                <c:pt idx="680">
                  <c:v>15.821174941747399</c:v>
                </c:pt>
                <c:pt idx="681">
                  <c:v>15.8348580596126</c:v>
                </c:pt>
                <c:pt idx="682">
                  <c:v>15.84848281355</c:v>
                </c:pt>
                <c:pt idx="683">
                  <c:v>15.862049865235599</c:v>
                </c:pt>
                <c:pt idx="684">
                  <c:v>15.875559875860199</c:v>
                </c:pt>
                <c:pt idx="685">
                  <c:v>15.889013506133701</c:v>
                </c:pt>
                <c:pt idx="686">
                  <c:v>15.9024114162891</c:v>
                </c:pt>
                <c:pt idx="687">
                  <c:v>15.9157542660862</c:v>
                </c:pt>
                <c:pt idx="688">
                  <c:v>15.929042714815401</c:v>
                </c:pt>
                <c:pt idx="689">
                  <c:v>15.942277421301901</c:v>
                </c:pt>
                <c:pt idx="690">
                  <c:v>15.955459043909499</c:v>
                </c:pt>
                <c:pt idx="691">
                  <c:v>15.9685882405439</c:v>
                </c:pt>
                <c:pt idx="692">
                  <c:v>15.981665668656699</c:v>
                </c:pt>
                <c:pt idx="693">
                  <c:v>15.994691985249201</c:v>
                </c:pt>
                <c:pt idx="694">
                  <c:v>16.007667846875702</c:v>
                </c:pt>
                <c:pt idx="695">
                  <c:v>16.020593909647101</c:v>
                </c:pt>
                <c:pt idx="696">
                  <c:v>16.033470829235</c:v>
                </c:pt>
                <c:pt idx="697">
                  <c:v>16.046299260874001</c:v>
                </c:pt>
                <c:pt idx="698">
                  <c:v>16.059079859366399</c:v>
                </c:pt>
                <c:pt idx="699">
                  <c:v>16.071813279084601</c:v>
                </c:pt>
                <c:pt idx="700">
                  <c:v>16.084500173975002</c:v>
                </c:pt>
                <c:pt idx="701">
                  <c:v>16.097102401455501</c:v>
                </c:pt>
                <c:pt idx="702">
                  <c:v>16.109581351101799</c:v>
                </c:pt>
                <c:pt idx="703">
                  <c:v>16.121936974447198</c:v>
                </c:pt>
                <c:pt idx="704">
                  <c:v>16.134169222580901</c:v>
                </c:pt>
                <c:pt idx="705">
                  <c:v>16.1462780461469</c:v>
                </c:pt>
                <c:pt idx="706">
                  <c:v>16.158263395343798</c:v>
                </c:pt>
                <c:pt idx="707">
                  <c:v>16.170125219922902</c:v>
                </c:pt>
                <c:pt idx="708">
                  <c:v>16.181863469187601</c:v>
                </c:pt>
                <c:pt idx="709">
                  <c:v>16.1934780919924</c:v>
                </c:pt>
                <c:pt idx="710">
                  <c:v>16.204969036741399</c:v>
                </c:pt>
                <c:pt idx="711">
                  <c:v>16.216336251388</c:v>
                </c:pt>
                <c:pt idx="712">
                  <c:v>16.227579683433099</c:v>
                </c:pt>
                <c:pt idx="713">
                  <c:v>16.238699279924599</c:v>
                </c:pt>
                <c:pt idx="714">
                  <c:v>16.249694987455999</c:v>
                </c:pt>
                <c:pt idx="715">
                  <c:v>16.260566752165499</c:v>
                </c:pt>
                <c:pt idx="716">
                  <c:v>16.271314519735199</c:v>
                </c:pt>
                <c:pt idx="717">
                  <c:v>16.281938235389202</c:v>
                </c:pt>
                <c:pt idx="718">
                  <c:v>16.292437843893499</c:v>
                </c:pt>
                <c:pt idx="719">
                  <c:v>16.302813289554599</c:v>
                </c:pt>
                <c:pt idx="720">
                  <c:v>16.313064516217899</c:v>
                </c:pt>
                <c:pt idx="721">
                  <c:v>16.323191467267701</c:v>
                </c:pt>
                <c:pt idx="722">
                  <c:v>16.3331940856248</c:v>
                </c:pt>
                <c:pt idx="723">
                  <c:v>16.3430723137465</c:v>
                </c:pt>
                <c:pt idx="724">
                  <c:v>16.3528260936252</c:v>
                </c:pt>
                <c:pt idx="725">
                  <c:v>16.362455366787</c:v>
                </c:pt>
                <c:pt idx="726">
                  <c:v>16.371960074291</c:v>
                </c:pt>
                <c:pt idx="727">
                  <c:v>16.381340156727902</c:v>
                </c:pt>
                <c:pt idx="728">
                  <c:v>16.3905955542192</c:v>
                </c:pt>
                <c:pt idx="729">
                  <c:v>16.399726206415899</c:v>
                </c:pt>
                <c:pt idx="730">
                  <c:v>16.4087320524972</c:v>
                </c:pt>
                <c:pt idx="731">
                  <c:v>16.4176130311698</c:v>
                </c:pt>
                <c:pt idx="732">
                  <c:v>16.426369080666799</c:v>
                </c:pt>
                <c:pt idx="733">
                  <c:v>16.435000138746101</c:v>
                </c:pt>
                <c:pt idx="734">
                  <c:v>16.4435061426896</c:v>
                </c:pt>
                <c:pt idx="735">
                  <c:v>16.451887029302299</c:v>
                </c:pt>
                <c:pt idx="736">
                  <c:v>16.460142734910502</c:v>
                </c:pt>
                <c:pt idx="737">
                  <c:v>16.468273195361402</c:v>
                </c:pt>
                <c:pt idx="738">
                  <c:v>16.476278346021399</c:v>
                </c:pt>
                <c:pt idx="739">
                  <c:v>16.4841581217756</c:v>
                </c:pt>
                <c:pt idx="740">
                  <c:v>16.491912457025901</c:v>
                </c:pt>
                <c:pt idx="741">
                  <c:v>16.499541285690199</c:v>
                </c:pt>
                <c:pt idx="742">
                  <c:v>16.507044541201498</c:v>
                </c:pt>
                <c:pt idx="743">
                  <c:v>16.514422156506502</c:v>
                </c:pt>
                <c:pt idx="744">
                  <c:v>16.5216740640642</c:v>
                </c:pt>
                <c:pt idx="745">
                  <c:v>16.5288001958452</c:v>
                </c:pt>
                <c:pt idx="746">
                  <c:v>16.535800483330501</c:v>
                </c:pt>
                <c:pt idx="747">
                  <c:v>16.542674857509699</c:v>
                </c:pt>
                <c:pt idx="748">
                  <c:v>16.549423248880501</c:v>
                </c:pt>
                <c:pt idx="749">
                  <c:v>16.556045587447699</c:v>
                </c:pt>
                <c:pt idx="750">
                  <c:v>16.562541802720901</c:v>
                </c:pt>
                <c:pt idx="751">
                  <c:v>16.5689118237147</c:v>
                </c:pt>
                <c:pt idx="752">
                  <c:v>16.5751555789465</c:v>
                </c:pt>
                <c:pt idx="753">
                  <c:v>16.5812729964358</c:v>
                </c:pt>
                <c:pt idx="754">
                  <c:v>16.5872640037027</c:v>
                </c:pt>
                <c:pt idx="755">
                  <c:v>16.593128527767298</c:v>
                </c:pt>
                <c:pt idx="756">
                  <c:v>16.598866495147501</c:v>
                </c:pt>
                <c:pt idx="757">
                  <c:v>16.604477831858802</c:v>
                </c:pt>
                <c:pt idx="758">
                  <c:v>16.609962463412501</c:v>
                </c:pt>
                <c:pt idx="759">
                  <c:v>16.615320314814699</c:v>
                </c:pt>
                <c:pt idx="760">
                  <c:v>16.620551310564998</c:v>
                </c:pt>
                <c:pt idx="761">
                  <c:v>16.625655374655199</c:v>
                </c:pt>
                <c:pt idx="762">
                  <c:v>16.630632430568099</c:v>
                </c:pt>
                <c:pt idx="763">
                  <c:v>16.6354824012768</c:v>
                </c:pt>
                <c:pt idx="764">
                  <c:v>16.640205209242499</c:v>
                </c:pt>
                <c:pt idx="765">
                  <c:v>16.644800776414002</c:v>
                </c:pt>
                <c:pt idx="766">
                  <c:v>16.649269024226399</c:v>
                </c:pt>
                <c:pt idx="767">
                  <c:v>16.653609873599201</c:v>
                </c:pt>
                <c:pt idx="768">
                  <c:v>16.657823244935901</c:v>
                </c:pt>
                <c:pt idx="769">
                  <c:v>16.661909058122198</c:v>
                </c:pt>
                <c:pt idx="770">
                  <c:v>16.665867232525201</c:v>
                </c:pt>
                <c:pt idx="771">
                  <c:v>16.669697686991501</c:v>
                </c:pt>
                <c:pt idx="772">
                  <c:v>16.673400339846498</c:v>
                </c:pt>
                <c:pt idx="773">
                  <c:v>16.676975108892599</c:v>
                </c:pt>
                <c:pt idx="774">
                  <c:v>16.680421911408999</c:v>
                </c:pt>
                <c:pt idx="775">
                  <c:v>16.683740664148601</c:v>
                </c:pt>
                <c:pt idx="776">
                  <c:v>16.686931283338701</c:v>
                </c:pt>
                <c:pt idx="777">
                  <c:v>16.6899936846781</c:v>
                </c:pt>
                <c:pt idx="778">
                  <c:v>16.692927783337002</c:v>
                </c:pt>
                <c:pt idx="779">
                  <c:v>16.695733493954901</c:v>
                </c:pt>
                <c:pt idx="780">
                  <c:v>16.698410730639601</c:v>
                </c:pt>
                <c:pt idx="781">
                  <c:v>16.700959406966199</c:v>
                </c:pt>
                <c:pt idx="782">
                  <c:v>16.703379435975101</c:v>
                </c:pt>
                <c:pt idx="783">
                  <c:v>16.7056707301712</c:v>
                </c:pt>
                <c:pt idx="784">
                  <c:v>16.707833201522501</c:v>
                </c:pt>
                <c:pt idx="785">
                  <c:v>16.709866761458599</c:v>
                </c:pt>
                <c:pt idx="786">
                  <c:v>16.711771320869801</c:v>
                </c:pt>
                <c:pt idx="787">
                  <c:v>16.713546790104999</c:v>
                </c:pt>
                <c:pt idx="788">
                  <c:v>16.7151930789713</c:v>
                </c:pt>
                <c:pt idx="789">
                  <c:v>16.716710096731699</c:v>
                </c:pt>
                <c:pt idx="790">
                  <c:v>16.718097752104701</c:v>
                </c:pt>
                <c:pt idx="791">
                  <c:v>16.719355953262198</c:v>
                </c:pt>
                <c:pt idx="792">
                  <c:v>16.720484607828801</c:v>
                </c:pt>
                <c:pt idx="793">
                  <c:v>16.7214836228796</c:v>
                </c:pt>
                <c:pt idx="794">
                  <c:v>16.722352904939399</c:v>
                </c:pt>
                <c:pt idx="795">
                  <c:v>16.723092359981599</c:v>
                </c:pt>
                <c:pt idx="796">
                  <c:v>16.723701893426298</c:v>
                </c:pt>
                <c:pt idx="797">
                  <c:v>16.7241814101389</c:v>
                </c:pt>
                <c:pt idx="798">
                  <c:v>16.724530814429301</c:v>
                </c:pt>
                <c:pt idx="799">
                  <c:v>16.724750010049899</c:v>
                </c:pt>
                <c:pt idx="800">
                  <c:v>16.724838900194101</c:v>
                </c:pt>
                <c:pt idx="801">
                  <c:v>16.72486248657</c:v>
                </c:pt>
                <c:pt idx="802">
                  <c:v>16.724885836498199</c:v>
                </c:pt>
                <c:pt idx="803">
                  <c:v>16.724908951173099</c:v>
                </c:pt>
                <c:pt idx="804">
                  <c:v>16.724931831788801</c:v>
                </c:pt>
                <c:pt idx="805">
                  <c:v>16.724954479539601</c:v>
                </c:pt>
                <c:pt idx="806">
                  <c:v>16.724976895619601</c:v>
                </c:pt>
                <c:pt idx="807">
                  <c:v>16.7249990812231</c:v>
                </c:pt>
                <c:pt idx="808">
                  <c:v>16.725021037544401</c:v>
                </c:pt>
                <c:pt idx="809">
                  <c:v>16.725042765777498</c:v>
                </c:pt>
                <c:pt idx="810">
                  <c:v>16.725064267116799</c:v>
                </c:pt>
                <c:pt idx="811">
                  <c:v>16.725085542756201</c:v>
                </c:pt>
                <c:pt idx="812">
                  <c:v>16.725106593890199</c:v>
                </c:pt>
                <c:pt idx="813">
                  <c:v>16.725127421712902</c:v>
                </c:pt>
                <c:pt idx="814">
                  <c:v>16.725148027418498</c:v>
                </c:pt>
                <c:pt idx="815">
                  <c:v>16.725168412200901</c:v>
                </c:pt>
                <c:pt idx="816">
                  <c:v>16.725188577254801</c:v>
                </c:pt>
                <c:pt idx="817">
                  <c:v>16.725208523774</c:v>
                </c:pt>
                <c:pt idx="818">
                  <c:v>16.7252282529527</c:v>
                </c:pt>
                <c:pt idx="819">
                  <c:v>16.725247765985401</c:v>
                </c:pt>
                <c:pt idx="820">
                  <c:v>16.7252670640658</c:v>
                </c:pt>
                <c:pt idx="821">
                  <c:v>16.7252861483883</c:v>
                </c:pt>
                <c:pt idx="822">
                  <c:v>16.725305020147101</c:v>
                </c:pt>
                <c:pt idx="823">
                  <c:v>16.725323680536398</c:v>
                </c:pt>
                <c:pt idx="824">
                  <c:v>16.725342130750299</c:v>
                </c:pt>
                <c:pt idx="825">
                  <c:v>16.725360371982902</c:v>
                </c:pt>
                <c:pt idx="826">
                  <c:v>16.725378405428501</c:v>
                </c:pt>
                <c:pt idx="827">
                  <c:v>16.7253962322809</c:v>
                </c:pt>
                <c:pt idx="828">
                  <c:v>16.7254138537348</c:v>
                </c:pt>
                <c:pt idx="829">
                  <c:v>16.725431270983901</c:v>
                </c:pt>
                <c:pt idx="830">
                  <c:v>16.7254484852226</c:v>
                </c:pt>
                <c:pt idx="831">
                  <c:v>16.725465497645001</c:v>
                </c:pt>
                <c:pt idx="832">
                  <c:v>16.725482309444999</c:v>
                </c:pt>
                <c:pt idx="833">
                  <c:v>16.725498921817099</c:v>
                </c:pt>
                <c:pt idx="834">
                  <c:v>16.725515335955201</c:v>
                </c:pt>
                <c:pt idx="835">
                  <c:v>16.7255315530536</c:v>
                </c:pt>
                <c:pt idx="836">
                  <c:v>16.725547574306301</c:v>
                </c:pt>
                <c:pt idx="837">
                  <c:v>16.7255634009075</c:v>
                </c:pt>
                <c:pt idx="838">
                  <c:v>16.7255790340513</c:v>
                </c:pt>
                <c:pt idx="839">
                  <c:v>16.7255944749318</c:v>
                </c:pt>
                <c:pt idx="840">
                  <c:v>16.7256097247433</c:v>
                </c:pt>
                <c:pt idx="841">
                  <c:v>16.725624784679699</c:v>
                </c:pt>
                <c:pt idx="842">
                  <c:v>16.725639655935201</c:v>
                </c:pt>
                <c:pt idx="843">
                  <c:v>16.725654339703901</c:v>
                </c:pt>
                <c:pt idx="844">
                  <c:v>16.725668837179999</c:v>
                </c:pt>
                <c:pt idx="845">
                  <c:v>16.725683149557501</c:v>
                </c:pt>
                <c:pt idx="846">
                  <c:v>16.725697278030601</c:v>
                </c:pt>
                <c:pt idx="847">
                  <c:v>16.725711223793599</c:v>
                </c:pt>
                <c:pt idx="848">
                  <c:v>16.725724988040099</c:v>
                </c:pt>
                <c:pt idx="849">
                  <c:v>16.725738571964701</c:v>
                </c:pt>
                <c:pt idx="850">
                  <c:v>16.725751976761199</c:v>
                </c:pt>
                <c:pt idx="851">
                  <c:v>16.725765203624</c:v>
                </c:pt>
                <c:pt idx="852">
                  <c:v>16.725778253746899</c:v>
                </c:pt>
                <c:pt idx="853">
                  <c:v>16.725791128324101</c:v>
                </c:pt>
                <c:pt idx="854">
                  <c:v>16.7258038285498</c:v>
                </c:pt>
                <c:pt idx="855">
                  <c:v>16.7258163556181</c:v>
                </c:pt>
                <c:pt idx="856">
                  <c:v>16.725828710722901</c:v>
                </c:pt>
                <c:pt idx="857">
                  <c:v>16.7258408950585</c:v>
                </c:pt>
                <c:pt idx="858">
                  <c:v>16.725852909818801</c:v>
                </c:pt>
                <c:pt idx="859">
                  <c:v>16.725864756198099</c:v>
                </c:pt>
                <c:pt idx="860">
                  <c:v>16.725876435390401</c:v>
                </c:pt>
                <c:pt idx="861">
                  <c:v>16.725887948589801</c:v>
                </c:pt>
                <c:pt idx="862">
                  <c:v>16.725899296990299</c:v>
                </c:pt>
                <c:pt idx="863">
                  <c:v>16.725910481786102</c:v>
                </c:pt>
                <c:pt idx="864">
                  <c:v>16.7259215041712</c:v>
                </c:pt>
                <c:pt idx="865">
                  <c:v>16.725932365339698</c:v>
                </c:pt>
                <c:pt idx="866">
                  <c:v>16.7259430664859</c:v>
                </c:pt>
                <c:pt idx="867">
                  <c:v>16.725953608803501</c:v>
                </c:pt>
                <c:pt idx="868">
                  <c:v>16.7259639934869</c:v>
                </c:pt>
                <c:pt idx="869">
                  <c:v>16.725974221729999</c:v>
                </c:pt>
                <c:pt idx="870">
                  <c:v>16.7259842947267</c:v>
                </c:pt>
                <c:pt idx="871">
                  <c:v>16.725994213671601</c:v>
                </c:pt>
                <c:pt idx="872">
                  <c:v>16.7260039797583</c:v>
                </c:pt>
                <c:pt idx="873">
                  <c:v>16.726013594181101</c:v>
                </c:pt>
                <c:pt idx="874">
                  <c:v>16.726023058134</c:v>
                </c:pt>
                <c:pt idx="875">
                  <c:v>16.726032372811101</c:v>
                </c:pt>
                <c:pt idx="876">
                  <c:v>16.726041539406399</c:v>
                </c:pt>
                <c:pt idx="877">
                  <c:v>16.726050559114</c:v>
                </c:pt>
                <c:pt idx="878">
                  <c:v>16.7260594331281</c:v>
                </c:pt>
                <c:pt idx="879">
                  <c:v>16.726068162642498</c:v>
                </c:pt>
                <c:pt idx="880">
                  <c:v>16.726076748851401</c:v>
                </c:pt>
                <c:pt idx="881">
                  <c:v>16.726085192949</c:v>
                </c:pt>
                <c:pt idx="882">
                  <c:v>16.726093496129199</c:v>
                </c:pt>
                <c:pt idx="883">
                  <c:v>16.726101659586099</c:v>
                </c:pt>
                <c:pt idx="884">
                  <c:v>16.726109684513698</c:v>
                </c:pt>
                <c:pt idx="885">
                  <c:v>16.726117572105998</c:v>
                </c:pt>
                <c:pt idx="886">
                  <c:v>16.726125323557302</c:v>
                </c:pt>
                <c:pt idx="887">
                  <c:v>16.7261329400616</c:v>
                </c:pt>
                <c:pt idx="888">
                  <c:v>16.726140422812801</c:v>
                </c:pt>
                <c:pt idx="889">
                  <c:v>16.726147773005</c:v>
                </c:pt>
                <c:pt idx="890">
                  <c:v>16.726154991832299</c:v>
                </c:pt>
                <c:pt idx="891">
                  <c:v>16.726162080488699</c:v>
                </c:pt>
                <c:pt idx="892">
                  <c:v>16.726169040168401</c:v>
                </c:pt>
                <c:pt idx="893">
                  <c:v>16.726175872065301</c:v>
                </c:pt>
                <c:pt idx="894">
                  <c:v>16.7261825773734</c:v>
                </c:pt>
                <c:pt idx="895">
                  <c:v>16.7261891572868</c:v>
                </c:pt>
                <c:pt idx="896">
                  <c:v>16.7261956129997</c:v>
                </c:pt>
                <c:pt idx="897">
                  <c:v>16.726201945705998</c:v>
                </c:pt>
                <c:pt idx="898">
                  <c:v>16.7262081565998</c:v>
                </c:pt>
                <c:pt idx="899">
                  <c:v>16.726214246875099</c:v>
                </c:pt>
                <c:pt idx="900">
                  <c:v>16.726220217725999</c:v>
                </c:pt>
              </c:numCache>
            </c:numRef>
          </c:val>
          <c:smooth val="0"/>
        </c:ser>
        <c:ser>
          <c:idx val="1"/>
          <c:order val="1"/>
          <c:tx>
            <c:strRef>
              <c:f>highmedia.scurve!$C$1</c:f>
              <c:strCache>
                <c:ptCount val="1"/>
                <c:pt idx="0">
                  <c:v>Mid Media</c:v>
                </c:pt>
              </c:strCache>
            </c:strRef>
          </c:tx>
          <c:spPr>
            <a:ln w="28575" cap="rnd">
              <a:solidFill>
                <a:schemeClr val="accent2"/>
              </a:solidFill>
              <a:round/>
            </a:ln>
            <a:effectLst/>
          </c:spPr>
          <c:marker>
            <c:symbol val="none"/>
          </c:marker>
          <c:cat>
            <c:numRef>
              <c:f>highmedia.scurve!$A$2:$A$902</c:f>
              <c:numCache>
                <c:formatCode>General</c:formatCode>
                <c:ptCount val="901"/>
                <c:pt idx="0">
                  <c:v>-300</c:v>
                </c:pt>
                <c:pt idx="1">
                  <c:v>-299</c:v>
                </c:pt>
                <c:pt idx="2">
                  <c:v>-298</c:v>
                </c:pt>
                <c:pt idx="3">
                  <c:v>-297</c:v>
                </c:pt>
                <c:pt idx="4">
                  <c:v>-296</c:v>
                </c:pt>
                <c:pt idx="5">
                  <c:v>-295</c:v>
                </c:pt>
                <c:pt idx="6">
                  <c:v>-294</c:v>
                </c:pt>
                <c:pt idx="7">
                  <c:v>-293</c:v>
                </c:pt>
                <c:pt idx="8">
                  <c:v>-292</c:v>
                </c:pt>
                <c:pt idx="9">
                  <c:v>-291</c:v>
                </c:pt>
                <c:pt idx="10">
                  <c:v>-290</c:v>
                </c:pt>
                <c:pt idx="11">
                  <c:v>-289</c:v>
                </c:pt>
                <c:pt idx="12">
                  <c:v>-288</c:v>
                </c:pt>
                <c:pt idx="13">
                  <c:v>-287</c:v>
                </c:pt>
                <c:pt idx="14">
                  <c:v>-286</c:v>
                </c:pt>
                <c:pt idx="15">
                  <c:v>-285</c:v>
                </c:pt>
                <c:pt idx="16">
                  <c:v>-284</c:v>
                </c:pt>
                <c:pt idx="17">
                  <c:v>-283</c:v>
                </c:pt>
                <c:pt idx="18">
                  <c:v>-282</c:v>
                </c:pt>
                <c:pt idx="19">
                  <c:v>-281</c:v>
                </c:pt>
                <c:pt idx="20">
                  <c:v>-280</c:v>
                </c:pt>
                <c:pt idx="21">
                  <c:v>-279</c:v>
                </c:pt>
                <c:pt idx="22">
                  <c:v>-278</c:v>
                </c:pt>
                <c:pt idx="23">
                  <c:v>-277</c:v>
                </c:pt>
                <c:pt idx="24">
                  <c:v>-276</c:v>
                </c:pt>
                <c:pt idx="25">
                  <c:v>-275</c:v>
                </c:pt>
                <c:pt idx="26">
                  <c:v>-274</c:v>
                </c:pt>
                <c:pt idx="27">
                  <c:v>-273</c:v>
                </c:pt>
                <c:pt idx="28">
                  <c:v>-272</c:v>
                </c:pt>
                <c:pt idx="29">
                  <c:v>-271</c:v>
                </c:pt>
                <c:pt idx="30">
                  <c:v>-270</c:v>
                </c:pt>
                <c:pt idx="31">
                  <c:v>-269</c:v>
                </c:pt>
                <c:pt idx="32">
                  <c:v>-268</c:v>
                </c:pt>
                <c:pt idx="33">
                  <c:v>-267</c:v>
                </c:pt>
                <c:pt idx="34">
                  <c:v>-266</c:v>
                </c:pt>
                <c:pt idx="35">
                  <c:v>-265</c:v>
                </c:pt>
                <c:pt idx="36">
                  <c:v>-264</c:v>
                </c:pt>
                <c:pt idx="37">
                  <c:v>-263</c:v>
                </c:pt>
                <c:pt idx="38">
                  <c:v>-262</c:v>
                </c:pt>
                <c:pt idx="39">
                  <c:v>-261</c:v>
                </c:pt>
                <c:pt idx="40">
                  <c:v>-260</c:v>
                </c:pt>
                <c:pt idx="41">
                  <c:v>-259</c:v>
                </c:pt>
                <c:pt idx="42">
                  <c:v>-258</c:v>
                </c:pt>
                <c:pt idx="43">
                  <c:v>-257</c:v>
                </c:pt>
                <c:pt idx="44">
                  <c:v>-256</c:v>
                </c:pt>
                <c:pt idx="45">
                  <c:v>-255</c:v>
                </c:pt>
                <c:pt idx="46">
                  <c:v>-254</c:v>
                </c:pt>
                <c:pt idx="47">
                  <c:v>-253</c:v>
                </c:pt>
                <c:pt idx="48">
                  <c:v>-252</c:v>
                </c:pt>
                <c:pt idx="49">
                  <c:v>-251</c:v>
                </c:pt>
                <c:pt idx="50">
                  <c:v>-250</c:v>
                </c:pt>
                <c:pt idx="51">
                  <c:v>-249</c:v>
                </c:pt>
                <c:pt idx="52">
                  <c:v>-248</c:v>
                </c:pt>
                <c:pt idx="53">
                  <c:v>-247</c:v>
                </c:pt>
                <c:pt idx="54">
                  <c:v>-246</c:v>
                </c:pt>
                <c:pt idx="55">
                  <c:v>-245</c:v>
                </c:pt>
                <c:pt idx="56">
                  <c:v>-244</c:v>
                </c:pt>
                <c:pt idx="57">
                  <c:v>-243</c:v>
                </c:pt>
                <c:pt idx="58">
                  <c:v>-242</c:v>
                </c:pt>
                <c:pt idx="59">
                  <c:v>-241</c:v>
                </c:pt>
                <c:pt idx="60">
                  <c:v>-240</c:v>
                </c:pt>
                <c:pt idx="61">
                  <c:v>-239</c:v>
                </c:pt>
                <c:pt idx="62">
                  <c:v>-238</c:v>
                </c:pt>
                <c:pt idx="63">
                  <c:v>-237</c:v>
                </c:pt>
                <c:pt idx="64">
                  <c:v>-236</c:v>
                </c:pt>
                <c:pt idx="65">
                  <c:v>-235</c:v>
                </c:pt>
                <c:pt idx="66">
                  <c:v>-234</c:v>
                </c:pt>
                <c:pt idx="67">
                  <c:v>-233</c:v>
                </c:pt>
                <c:pt idx="68">
                  <c:v>-232</c:v>
                </c:pt>
                <c:pt idx="69">
                  <c:v>-231</c:v>
                </c:pt>
                <c:pt idx="70">
                  <c:v>-230</c:v>
                </c:pt>
                <c:pt idx="71">
                  <c:v>-229</c:v>
                </c:pt>
                <c:pt idx="72">
                  <c:v>-228</c:v>
                </c:pt>
                <c:pt idx="73">
                  <c:v>-227</c:v>
                </c:pt>
                <c:pt idx="74">
                  <c:v>-226</c:v>
                </c:pt>
                <c:pt idx="75">
                  <c:v>-225</c:v>
                </c:pt>
                <c:pt idx="76">
                  <c:v>-224</c:v>
                </c:pt>
                <c:pt idx="77">
                  <c:v>-223</c:v>
                </c:pt>
                <c:pt idx="78">
                  <c:v>-222</c:v>
                </c:pt>
                <c:pt idx="79">
                  <c:v>-221</c:v>
                </c:pt>
                <c:pt idx="80">
                  <c:v>-220</c:v>
                </c:pt>
                <c:pt idx="81">
                  <c:v>-219</c:v>
                </c:pt>
                <c:pt idx="82">
                  <c:v>-218</c:v>
                </c:pt>
                <c:pt idx="83">
                  <c:v>-217</c:v>
                </c:pt>
                <c:pt idx="84">
                  <c:v>-216</c:v>
                </c:pt>
                <c:pt idx="85">
                  <c:v>-215</c:v>
                </c:pt>
                <c:pt idx="86">
                  <c:v>-214</c:v>
                </c:pt>
                <c:pt idx="87">
                  <c:v>-213</c:v>
                </c:pt>
                <c:pt idx="88">
                  <c:v>-212</c:v>
                </c:pt>
                <c:pt idx="89">
                  <c:v>-211</c:v>
                </c:pt>
                <c:pt idx="90">
                  <c:v>-210</c:v>
                </c:pt>
                <c:pt idx="91">
                  <c:v>-209</c:v>
                </c:pt>
                <c:pt idx="92">
                  <c:v>-208</c:v>
                </c:pt>
                <c:pt idx="93">
                  <c:v>-207</c:v>
                </c:pt>
                <c:pt idx="94">
                  <c:v>-206</c:v>
                </c:pt>
                <c:pt idx="95">
                  <c:v>-205</c:v>
                </c:pt>
                <c:pt idx="96">
                  <c:v>-204</c:v>
                </c:pt>
                <c:pt idx="97">
                  <c:v>-203</c:v>
                </c:pt>
                <c:pt idx="98">
                  <c:v>-202</c:v>
                </c:pt>
                <c:pt idx="99">
                  <c:v>-201</c:v>
                </c:pt>
                <c:pt idx="100">
                  <c:v>-200</c:v>
                </c:pt>
                <c:pt idx="101">
                  <c:v>-199</c:v>
                </c:pt>
                <c:pt idx="102">
                  <c:v>-198</c:v>
                </c:pt>
                <c:pt idx="103">
                  <c:v>-197</c:v>
                </c:pt>
                <c:pt idx="104">
                  <c:v>-196</c:v>
                </c:pt>
                <c:pt idx="105">
                  <c:v>-195</c:v>
                </c:pt>
                <c:pt idx="106">
                  <c:v>-194</c:v>
                </c:pt>
                <c:pt idx="107">
                  <c:v>-193</c:v>
                </c:pt>
                <c:pt idx="108">
                  <c:v>-192</c:v>
                </c:pt>
                <c:pt idx="109">
                  <c:v>-191</c:v>
                </c:pt>
                <c:pt idx="110">
                  <c:v>-190</c:v>
                </c:pt>
                <c:pt idx="111">
                  <c:v>-189</c:v>
                </c:pt>
                <c:pt idx="112">
                  <c:v>-188</c:v>
                </c:pt>
                <c:pt idx="113">
                  <c:v>-187</c:v>
                </c:pt>
                <c:pt idx="114">
                  <c:v>-186</c:v>
                </c:pt>
                <c:pt idx="115">
                  <c:v>-185</c:v>
                </c:pt>
                <c:pt idx="116">
                  <c:v>-184</c:v>
                </c:pt>
                <c:pt idx="117">
                  <c:v>-183</c:v>
                </c:pt>
                <c:pt idx="118">
                  <c:v>-182</c:v>
                </c:pt>
                <c:pt idx="119">
                  <c:v>-181</c:v>
                </c:pt>
                <c:pt idx="120">
                  <c:v>-180</c:v>
                </c:pt>
                <c:pt idx="121">
                  <c:v>-179</c:v>
                </c:pt>
                <c:pt idx="122">
                  <c:v>-178</c:v>
                </c:pt>
                <c:pt idx="123">
                  <c:v>-177</c:v>
                </c:pt>
                <c:pt idx="124">
                  <c:v>-176</c:v>
                </c:pt>
                <c:pt idx="125">
                  <c:v>-175</c:v>
                </c:pt>
                <c:pt idx="126">
                  <c:v>-174</c:v>
                </c:pt>
                <c:pt idx="127">
                  <c:v>-173</c:v>
                </c:pt>
                <c:pt idx="128">
                  <c:v>-172</c:v>
                </c:pt>
                <c:pt idx="129">
                  <c:v>-171</c:v>
                </c:pt>
                <c:pt idx="130">
                  <c:v>-170</c:v>
                </c:pt>
                <c:pt idx="131">
                  <c:v>-169</c:v>
                </c:pt>
                <c:pt idx="132">
                  <c:v>-168</c:v>
                </c:pt>
                <c:pt idx="133">
                  <c:v>-167</c:v>
                </c:pt>
                <c:pt idx="134">
                  <c:v>-166</c:v>
                </c:pt>
                <c:pt idx="135">
                  <c:v>-165</c:v>
                </c:pt>
                <c:pt idx="136">
                  <c:v>-164</c:v>
                </c:pt>
                <c:pt idx="137">
                  <c:v>-163</c:v>
                </c:pt>
                <c:pt idx="138">
                  <c:v>-162</c:v>
                </c:pt>
                <c:pt idx="139">
                  <c:v>-161</c:v>
                </c:pt>
                <c:pt idx="140">
                  <c:v>-160</c:v>
                </c:pt>
                <c:pt idx="141">
                  <c:v>-159</c:v>
                </c:pt>
                <c:pt idx="142">
                  <c:v>-158</c:v>
                </c:pt>
                <c:pt idx="143">
                  <c:v>-157</c:v>
                </c:pt>
                <c:pt idx="144">
                  <c:v>-156</c:v>
                </c:pt>
                <c:pt idx="145">
                  <c:v>-155</c:v>
                </c:pt>
                <c:pt idx="146">
                  <c:v>-154</c:v>
                </c:pt>
                <c:pt idx="147">
                  <c:v>-153</c:v>
                </c:pt>
                <c:pt idx="148">
                  <c:v>-152</c:v>
                </c:pt>
                <c:pt idx="149">
                  <c:v>-151</c:v>
                </c:pt>
                <c:pt idx="150">
                  <c:v>-150</c:v>
                </c:pt>
                <c:pt idx="151">
                  <c:v>-149</c:v>
                </c:pt>
                <c:pt idx="152">
                  <c:v>-148</c:v>
                </c:pt>
                <c:pt idx="153">
                  <c:v>-147</c:v>
                </c:pt>
                <c:pt idx="154">
                  <c:v>-146</c:v>
                </c:pt>
                <c:pt idx="155">
                  <c:v>-145</c:v>
                </c:pt>
                <c:pt idx="156">
                  <c:v>-144</c:v>
                </c:pt>
                <c:pt idx="157">
                  <c:v>-143</c:v>
                </c:pt>
                <c:pt idx="158">
                  <c:v>-142</c:v>
                </c:pt>
                <c:pt idx="159">
                  <c:v>-141</c:v>
                </c:pt>
                <c:pt idx="160">
                  <c:v>-140</c:v>
                </c:pt>
                <c:pt idx="161">
                  <c:v>-139</c:v>
                </c:pt>
                <c:pt idx="162">
                  <c:v>-138</c:v>
                </c:pt>
                <c:pt idx="163">
                  <c:v>-137</c:v>
                </c:pt>
                <c:pt idx="164">
                  <c:v>-136</c:v>
                </c:pt>
                <c:pt idx="165">
                  <c:v>-135</c:v>
                </c:pt>
                <c:pt idx="166">
                  <c:v>-134</c:v>
                </c:pt>
                <c:pt idx="167">
                  <c:v>-133</c:v>
                </c:pt>
                <c:pt idx="168">
                  <c:v>-132</c:v>
                </c:pt>
                <c:pt idx="169">
                  <c:v>-131</c:v>
                </c:pt>
                <c:pt idx="170">
                  <c:v>-130</c:v>
                </c:pt>
                <c:pt idx="171">
                  <c:v>-129</c:v>
                </c:pt>
                <c:pt idx="172">
                  <c:v>-128</c:v>
                </c:pt>
                <c:pt idx="173">
                  <c:v>-127</c:v>
                </c:pt>
                <c:pt idx="174">
                  <c:v>-126</c:v>
                </c:pt>
                <c:pt idx="175">
                  <c:v>-125</c:v>
                </c:pt>
                <c:pt idx="176">
                  <c:v>-124</c:v>
                </c:pt>
                <c:pt idx="177">
                  <c:v>-123</c:v>
                </c:pt>
                <c:pt idx="178">
                  <c:v>-122</c:v>
                </c:pt>
                <c:pt idx="179">
                  <c:v>-121</c:v>
                </c:pt>
                <c:pt idx="180">
                  <c:v>-120</c:v>
                </c:pt>
                <c:pt idx="181">
                  <c:v>-119</c:v>
                </c:pt>
                <c:pt idx="182">
                  <c:v>-118</c:v>
                </c:pt>
                <c:pt idx="183">
                  <c:v>-117</c:v>
                </c:pt>
                <c:pt idx="184">
                  <c:v>-116</c:v>
                </c:pt>
                <c:pt idx="185">
                  <c:v>-115</c:v>
                </c:pt>
                <c:pt idx="186">
                  <c:v>-114</c:v>
                </c:pt>
                <c:pt idx="187">
                  <c:v>-113</c:v>
                </c:pt>
                <c:pt idx="188">
                  <c:v>-112</c:v>
                </c:pt>
                <c:pt idx="189">
                  <c:v>-111</c:v>
                </c:pt>
                <c:pt idx="190">
                  <c:v>-110</c:v>
                </c:pt>
                <c:pt idx="191">
                  <c:v>-109</c:v>
                </c:pt>
                <c:pt idx="192">
                  <c:v>-108</c:v>
                </c:pt>
                <c:pt idx="193">
                  <c:v>-107</c:v>
                </c:pt>
                <c:pt idx="194">
                  <c:v>-106</c:v>
                </c:pt>
                <c:pt idx="195">
                  <c:v>-105</c:v>
                </c:pt>
                <c:pt idx="196">
                  <c:v>-104</c:v>
                </c:pt>
                <c:pt idx="197">
                  <c:v>-103</c:v>
                </c:pt>
                <c:pt idx="198">
                  <c:v>-102</c:v>
                </c:pt>
                <c:pt idx="199">
                  <c:v>-101</c:v>
                </c:pt>
                <c:pt idx="200">
                  <c:v>-100</c:v>
                </c:pt>
                <c:pt idx="201">
                  <c:v>-99</c:v>
                </c:pt>
                <c:pt idx="202">
                  <c:v>-98</c:v>
                </c:pt>
                <c:pt idx="203">
                  <c:v>-97</c:v>
                </c:pt>
                <c:pt idx="204">
                  <c:v>-96</c:v>
                </c:pt>
                <c:pt idx="205">
                  <c:v>-95</c:v>
                </c:pt>
                <c:pt idx="206">
                  <c:v>-94</c:v>
                </c:pt>
                <c:pt idx="207">
                  <c:v>-93</c:v>
                </c:pt>
                <c:pt idx="208">
                  <c:v>-92</c:v>
                </c:pt>
                <c:pt idx="209">
                  <c:v>-91</c:v>
                </c:pt>
                <c:pt idx="210">
                  <c:v>-90</c:v>
                </c:pt>
                <c:pt idx="211">
                  <c:v>-89</c:v>
                </c:pt>
                <c:pt idx="212">
                  <c:v>-88</c:v>
                </c:pt>
                <c:pt idx="213">
                  <c:v>-87</c:v>
                </c:pt>
                <c:pt idx="214">
                  <c:v>-86</c:v>
                </c:pt>
                <c:pt idx="215">
                  <c:v>-85</c:v>
                </c:pt>
                <c:pt idx="216">
                  <c:v>-84</c:v>
                </c:pt>
                <c:pt idx="217">
                  <c:v>-83</c:v>
                </c:pt>
                <c:pt idx="218">
                  <c:v>-82</c:v>
                </c:pt>
                <c:pt idx="219">
                  <c:v>-81</c:v>
                </c:pt>
                <c:pt idx="220">
                  <c:v>-80</c:v>
                </c:pt>
                <c:pt idx="221">
                  <c:v>-79</c:v>
                </c:pt>
                <c:pt idx="222">
                  <c:v>-78</c:v>
                </c:pt>
                <c:pt idx="223">
                  <c:v>-77</c:v>
                </c:pt>
                <c:pt idx="224">
                  <c:v>-76</c:v>
                </c:pt>
                <c:pt idx="225">
                  <c:v>-75</c:v>
                </c:pt>
                <c:pt idx="226">
                  <c:v>-74</c:v>
                </c:pt>
                <c:pt idx="227">
                  <c:v>-73</c:v>
                </c:pt>
                <c:pt idx="228">
                  <c:v>-72</c:v>
                </c:pt>
                <c:pt idx="229">
                  <c:v>-71</c:v>
                </c:pt>
                <c:pt idx="230">
                  <c:v>-70</c:v>
                </c:pt>
                <c:pt idx="231">
                  <c:v>-69</c:v>
                </c:pt>
                <c:pt idx="232">
                  <c:v>-68</c:v>
                </c:pt>
                <c:pt idx="233">
                  <c:v>-67</c:v>
                </c:pt>
                <c:pt idx="234">
                  <c:v>-66</c:v>
                </c:pt>
                <c:pt idx="235">
                  <c:v>-65</c:v>
                </c:pt>
                <c:pt idx="236">
                  <c:v>-64</c:v>
                </c:pt>
                <c:pt idx="237">
                  <c:v>-63</c:v>
                </c:pt>
                <c:pt idx="238">
                  <c:v>-62</c:v>
                </c:pt>
                <c:pt idx="239">
                  <c:v>-61</c:v>
                </c:pt>
                <c:pt idx="240">
                  <c:v>-60</c:v>
                </c:pt>
                <c:pt idx="241">
                  <c:v>-59</c:v>
                </c:pt>
                <c:pt idx="242">
                  <c:v>-58</c:v>
                </c:pt>
                <c:pt idx="243">
                  <c:v>-57</c:v>
                </c:pt>
                <c:pt idx="244">
                  <c:v>-56</c:v>
                </c:pt>
                <c:pt idx="245">
                  <c:v>-55</c:v>
                </c:pt>
                <c:pt idx="246">
                  <c:v>-54</c:v>
                </c:pt>
                <c:pt idx="247">
                  <c:v>-53</c:v>
                </c:pt>
                <c:pt idx="248">
                  <c:v>-52</c:v>
                </c:pt>
                <c:pt idx="249">
                  <c:v>-51</c:v>
                </c:pt>
                <c:pt idx="250">
                  <c:v>-50</c:v>
                </c:pt>
                <c:pt idx="251">
                  <c:v>-49</c:v>
                </c:pt>
                <c:pt idx="252">
                  <c:v>-48</c:v>
                </c:pt>
                <c:pt idx="253">
                  <c:v>-47</c:v>
                </c:pt>
                <c:pt idx="254">
                  <c:v>-46</c:v>
                </c:pt>
                <c:pt idx="255">
                  <c:v>-45</c:v>
                </c:pt>
                <c:pt idx="256">
                  <c:v>-44</c:v>
                </c:pt>
                <c:pt idx="257">
                  <c:v>-43</c:v>
                </c:pt>
                <c:pt idx="258">
                  <c:v>-42</c:v>
                </c:pt>
                <c:pt idx="259">
                  <c:v>-41</c:v>
                </c:pt>
                <c:pt idx="260">
                  <c:v>-40</c:v>
                </c:pt>
                <c:pt idx="261">
                  <c:v>-39</c:v>
                </c:pt>
                <c:pt idx="262">
                  <c:v>-38</c:v>
                </c:pt>
                <c:pt idx="263">
                  <c:v>-37</c:v>
                </c:pt>
                <c:pt idx="264">
                  <c:v>-36</c:v>
                </c:pt>
                <c:pt idx="265">
                  <c:v>-35</c:v>
                </c:pt>
                <c:pt idx="266">
                  <c:v>-34</c:v>
                </c:pt>
                <c:pt idx="267">
                  <c:v>-33</c:v>
                </c:pt>
                <c:pt idx="268">
                  <c:v>-32</c:v>
                </c:pt>
                <c:pt idx="269">
                  <c:v>-31</c:v>
                </c:pt>
                <c:pt idx="270">
                  <c:v>-30</c:v>
                </c:pt>
                <c:pt idx="271">
                  <c:v>-29</c:v>
                </c:pt>
                <c:pt idx="272">
                  <c:v>-28</c:v>
                </c:pt>
                <c:pt idx="273">
                  <c:v>-27</c:v>
                </c:pt>
                <c:pt idx="274">
                  <c:v>-26</c:v>
                </c:pt>
                <c:pt idx="275">
                  <c:v>-25</c:v>
                </c:pt>
                <c:pt idx="276">
                  <c:v>-24</c:v>
                </c:pt>
                <c:pt idx="277">
                  <c:v>-23</c:v>
                </c:pt>
                <c:pt idx="278">
                  <c:v>-22</c:v>
                </c:pt>
                <c:pt idx="279">
                  <c:v>-21</c:v>
                </c:pt>
                <c:pt idx="280">
                  <c:v>-20</c:v>
                </c:pt>
                <c:pt idx="281">
                  <c:v>-19</c:v>
                </c:pt>
                <c:pt idx="282">
                  <c:v>-18</c:v>
                </c:pt>
                <c:pt idx="283">
                  <c:v>-17</c:v>
                </c:pt>
                <c:pt idx="284">
                  <c:v>-16</c:v>
                </c:pt>
                <c:pt idx="285">
                  <c:v>-15</c:v>
                </c:pt>
                <c:pt idx="286">
                  <c:v>-14</c:v>
                </c:pt>
                <c:pt idx="287">
                  <c:v>-13</c:v>
                </c:pt>
                <c:pt idx="288">
                  <c:v>-12</c:v>
                </c:pt>
                <c:pt idx="289">
                  <c:v>-11</c:v>
                </c:pt>
                <c:pt idx="290">
                  <c:v>-10</c:v>
                </c:pt>
                <c:pt idx="291">
                  <c:v>-9</c:v>
                </c:pt>
                <c:pt idx="292">
                  <c:v>-8</c:v>
                </c:pt>
                <c:pt idx="293">
                  <c:v>-7</c:v>
                </c:pt>
                <c:pt idx="294">
                  <c:v>-6</c:v>
                </c:pt>
                <c:pt idx="295">
                  <c:v>-5</c:v>
                </c:pt>
                <c:pt idx="296">
                  <c:v>-4</c:v>
                </c:pt>
                <c:pt idx="297">
                  <c:v>-3</c:v>
                </c:pt>
                <c:pt idx="298">
                  <c:v>-2</c:v>
                </c:pt>
                <c:pt idx="299">
                  <c:v>-1</c:v>
                </c:pt>
                <c:pt idx="300">
                  <c:v>0</c:v>
                </c:pt>
                <c:pt idx="301">
                  <c:v>1</c:v>
                </c:pt>
                <c:pt idx="302">
                  <c:v>2</c:v>
                </c:pt>
                <c:pt idx="303">
                  <c:v>3</c:v>
                </c:pt>
                <c:pt idx="304">
                  <c:v>4</c:v>
                </c:pt>
                <c:pt idx="305">
                  <c:v>5</c:v>
                </c:pt>
                <c:pt idx="306">
                  <c:v>6</c:v>
                </c:pt>
                <c:pt idx="307">
                  <c:v>7</c:v>
                </c:pt>
                <c:pt idx="308">
                  <c:v>8</c:v>
                </c:pt>
                <c:pt idx="309">
                  <c:v>9</c:v>
                </c:pt>
                <c:pt idx="310">
                  <c:v>10</c:v>
                </c:pt>
                <c:pt idx="311">
                  <c:v>11</c:v>
                </c:pt>
                <c:pt idx="312">
                  <c:v>12</c:v>
                </c:pt>
                <c:pt idx="313">
                  <c:v>13</c:v>
                </c:pt>
                <c:pt idx="314">
                  <c:v>14</c:v>
                </c:pt>
                <c:pt idx="315">
                  <c:v>15</c:v>
                </c:pt>
                <c:pt idx="316">
                  <c:v>16</c:v>
                </c:pt>
                <c:pt idx="317">
                  <c:v>17</c:v>
                </c:pt>
                <c:pt idx="318">
                  <c:v>18</c:v>
                </c:pt>
                <c:pt idx="319">
                  <c:v>19</c:v>
                </c:pt>
                <c:pt idx="320">
                  <c:v>20</c:v>
                </c:pt>
                <c:pt idx="321">
                  <c:v>21</c:v>
                </c:pt>
                <c:pt idx="322">
                  <c:v>22</c:v>
                </c:pt>
                <c:pt idx="323">
                  <c:v>23</c:v>
                </c:pt>
                <c:pt idx="324">
                  <c:v>24</c:v>
                </c:pt>
                <c:pt idx="325">
                  <c:v>25</c:v>
                </c:pt>
                <c:pt idx="326">
                  <c:v>26</c:v>
                </c:pt>
                <c:pt idx="327">
                  <c:v>27</c:v>
                </c:pt>
                <c:pt idx="328">
                  <c:v>28</c:v>
                </c:pt>
                <c:pt idx="329">
                  <c:v>29</c:v>
                </c:pt>
                <c:pt idx="330">
                  <c:v>30</c:v>
                </c:pt>
                <c:pt idx="331">
                  <c:v>31</c:v>
                </c:pt>
                <c:pt idx="332">
                  <c:v>32</c:v>
                </c:pt>
                <c:pt idx="333">
                  <c:v>33</c:v>
                </c:pt>
                <c:pt idx="334">
                  <c:v>34</c:v>
                </c:pt>
                <c:pt idx="335">
                  <c:v>35</c:v>
                </c:pt>
                <c:pt idx="336">
                  <c:v>36</c:v>
                </c:pt>
                <c:pt idx="337">
                  <c:v>37</c:v>
                </c:pt>
                <c:pt idx="338">
                  <c:v>38</c:v>
                </c:pt>
                <c:pt idx="339">
                  <c:v>39</c:v>
                </c:pt>
                <c:pt idx="340">
                  <c:v>40</c:v>
                </c:pt>
                <c:pt idx="341">
                  <c:v>41</c:v>
                </c:pt>
                <c:pt idx="342">
                  <c:v>42</c:v>
                </c:pt>
                <c:pt idx="343">
                  <c:v>43</c:v>
                </c:pt>
                <c:pt idx="344">
                  <c:v>44</c:v>
                </c:pt>
                <c:pt idx="345">
                  <c:v>45</c:v>
                </c:pt>
                <c:pt idx="346">
                  <c:v>46</c:v>
                </c:pt>
                <c:pt idx="347">
                  <c:v>47</c:v>
                </c:pt>
                <c:pt idx="348">
                  <c:v>48</c:v>
                </c:pt>
                <c:pt idx="349">
                  <c:v>49</c:v>
                </c:pt>
                <c:pt idx="350">
                  <c:v>50</c:v>
                </c:pt>
                <c:pt idx="351">
                  <c:v>51</c:v>
                </c:pt>
                <c:pt idx="352">
                  <c:v>52</c:v>
                </c:pt>
                <c:pt idx="353">
                  <c:v>53</c:v>
                </c:pt>
                <c:pt idx="354">
                  <c:v>54</c:v>
                </c:pt>
                <c:pt idx="355">
                  <c:v>55</c:v>
                </c:pt>
                <c:pt idx="356">
                  <c:v>56</c:v>
                </c:pt>
                <c:pt idx="357">
                  <c:v>57</c:v>
                </c:pt>
                <c:pt idx="358">
                  <c:v>58</c:v>
                </c:pt>
                <c:pt idx="359">
                  <c:v>59</c:v>
                </c:pt>
                <c:pt idx="360">
                  <c:v>60</c:v>
                </c:pt>
                <c:pt idx="361">
                  <c:v>61</c:v>
                </c:pt>
                <c:pt idx="362">
                  <c:v>62</c:v>
                </c:pt>
                <c:pt idx="363">
                  <c:v>63</c:v>
                </c:pt>
                <c:pt idx="364">
                  <c:v>64</c:v>
                </c:pt>
                <c:pt idx="365">
                  <c:v>65</c:v>
                </c:pt>
                <c:pt idx="366">
                  <c:v>66</c:v>
                </c:pt>
                <c:pt idx="367">
                  <c:v>67</c:v>
                </c:pt>
                <c:pt idx="368">
                  <c:v>68</c:v>
                </c:pt>
                <c:pt idx="369">
                  <c:v>69</c:v>
                </c:pt>
                <c:pt idx="370">
                  <c:v>70</c:v>
                </c:pt>
                <c:pt idx="371">
                  <c:v>71</c:v>
                </c:pt>
                <c:pt idx="372">
                  <c:v>72</c:v>
                </c:pt>
                <c:pt idx="373">
                  <c:v>73</c:v>
                </c:pt>
                <c:pt idx="374">
                  <c:v>74</c:v>
                </c:pt>
                <c:pt idx="375">
                  <c:v>75</c:v>
                </c:pt>
                <c:pt idx="376">
                  <c:v>76</c:v>
                </c:pt>
                <c:pt idx="377">
                  <c:v>77</c:v>
                </c:pt>
                <c:pt idx="378">
                  <c:v>78</c:v>
                </c:pt>
                <c:pt idx="379">
                  <c:v>79</c:v>
                </c:pt>
                <c:pt idx="380">
                  <c:v>80</c:v>
                </c:pt>
                <c:pt idx="381">
                  <c:v>81</c:v>
                </c:pt>
                <c:pt idx="382">
                  <c:v>82</c:v>
                </c:pt>
                <c:pt idx="383">
                  <c:v>83</c:v>
                </c:pt>
                <c:pt idx="384">
                  <c:v>84</c:v>
                </c:pt>
                <c:pt idx="385">
                  <c:v>85</c:v>
                </c:pt>
                <c:pt idx="386">
                  <c:v>86</c:v>
                </c:pt>
                <c:pt idx="387">
                  <c:v>87</c:v>
                </c:pt>
                <c:pt idx="388">
                  <c:v>88</c:v>
                </c:pt>
                <c:pt idx="389">
                  <c:v>89</c:v>
                </c:pt>
                <c:pt idx="390">
                  <c:v>90</c:v>
                </c:pt>
                <c:pt idx="391">
                  <c:v>91</c:v>
                </c:pt>
                <c:pt idx="392">
                  <c:v>92</c:v>
                </c:pt>
                <c:pt idx="393">
                  <c:v>93</c:v>
                </c:pt>
                <c:pt idx="394">
                  <c:v>94</c:v>
                </c:pt>
                <c:pt idx="395">
                  <c:v>95</c:v>
                </c:pt>
                <c:pt idx="396">
                  <c:v>96</c:v>
                </c:pt>
                <c:pt idx="397">
                  <c:v>97</c:v>
                </c:pt>
                <c:pt idx="398">
                  <c:v>98</c:v>
                </c:pt>
                <c:pt idx="399">
                  <c:v>99</c:v>
                </c:pt>
                <c:pt idx="400">
                  <c:v>100</c:v>
                </c:pt>
                <c:pt idx="401">
                  <c:v>101</c:v>
                </c:pt>
                <c:pt idx="402">
                  <c:v>102</c:v>
                </c:pt>
                <c:pt idx="403">
                  <c:v>103</c:v>
                </c:pt>
                <c:pt idx="404">
                  <c:v>104</c:v>
                </c:pt>
                <c:pt idx="405">
                  <c:v>105</c:v>
                </c:pt>
                <c:pt idx="406">
                  <c:v>106</c:v>
                </c:pt>
                <c:pt idx="407">
                  <c:v>107</c:v>
                </c:pt>
                <c:pt idx="408">
                  <c:v>108</c:v>
                </c:pt>
                <c:pt idx="409">
                  <c:v>109</c:v>
                </c:pt>
                <c:pt idx="410">
                  <c:v>110</c:v>
                </c:pt>
                <c:pt idx="411">
                  <c:v>111</c:v>
                </c:pt>
                <c:pt idx="412">
                  <c:v>112</c:v>
                </c:pt>
                <c:pt idx="413">
                  <c:v>113</c:v>
                </c:pt>
                <c:pt idx="414">
                  <c:v>114</c:v>
                </c:pt>
                <c:pt idx="415">
                  <c:v>115</c:v>
                </c:pt>
                <c:pt idx="416">
                  <c:v>116</c:v>
                </c:pt>
                <c:pt idx="417">
                  <c:v>117</c:v>
                </c:pt>
                <c:pt idx="418">
                  <c:v>118</c:v>
                </c:pt>
                <c:pt idx="419">
                  <c:v>119</c:v>
                </c:pt>
                <c:pt idx="420">
                  <c:v>120</c:v>
                </c:pt>
                <c:pt idx="421">
                  <c:v>121</c:v>
                </c:pt>
                <c:pt idx="422">
                  <c:v>122</c:v>
                </c:pt>
                <c:pt idx="423">
                  <c:v>123</c:v>
                </c:pt>
                <c:pt idx="424">
                  <c:v>124</c:v>
                </c:pt>
                <c:pt idx="425">
                  <c:v>125</c:v>
                </c:pt>
                <c:pt idx="426">
                  <c:v>126</c:v>
                </c:pt>
                <c:pt idx="427">
                  <c:v>127</c:v>
                </c:pt>
                <c:pt idx="428">
                  <c:v>128</c:v>
                </c:pt>
                <c:pt idx="429">
                  <c:v>129</c:v>
                </c:pt>
                <c:pt idx="430">
                  <c:v>130</c:v>
                </c:pt>
                <c:pt idx="431">
                  <c:v>131</c:v>
                </c:pt>
                <c:pt idx="432">
                  <c:v>132</c:v>
                </c:pt>
                <c:pt idx="433">
                  <c:v>133</c:v>
                </c:pt>
                <c:pt idx="434">
                  <c:v>134</c:v>
                </c:pt>
                <c:pt idx="435">
                  <c:v>135</c:v>
                </c:pt>
                <c:pt idx="436">
                  <c:v>136</c:v>
                </c:pt>
                <c:pt idx="437">
                  <c:v>137</c:v>
                </c:pt>
                <c:pt idx="438">
                  <c:v>138</c:v>
                </c:pt>
                <c:pt idx="439">
                  <c:v>139</c:v>
                </c:pt>
                <c:pt idx="440">
                  <c:v>140</c:v>
                </c:pt>
                <c:pt idx="441">
                  <c:v>141</c:v>
                </c:pt>
                <c:pt idx="442">
                  <c:v>142</c:v>
                </c:pt>
                <c:pt idx="443">
                  <c:v>143</c:v>
                </c:pt>
                <c:pt idx="444">
                  <c:v>144</c:v>
                </c:pt>
                <c:pt idx="445">
                  <c:v>145</c:v>
                </c:pt>
                <c:pt idx="446">
                  <c:v>146</c:v>
                </c:pt>
                <c:pt idx="447">
                  <c:v>147</c:v>
                </c:pt>
                <c:pt idx="448">
                  <c:v>148</c:v>
                </c:pt>
                <c:pt idx="449">
                  <c:v>149</c:v>
                </c:pt>
                <c:pt idx="450">
                  <c:v>150</c:v>
                </c:pt>
                <c:pt idx="451">
                  <c:v>151</c:v>
                </c:pt>
                <c:pt idx="452">
                  <c:v>152</c:v>
                </c:pt>
                <c:pt idx="453">
                  <c:v>153</c:v>
                </c:pt>
                <c:pt idx="454">
                  <c:v>154</c:v>
                </c:pt>
                <c:pt idx="455">
                  <c:v>155</c:v>
                </c:pt>
                <c:pt idx="456">
                  <c:v>156</c:v>
                </c:pt>
                <c:pt idx="457">
                  <c:v>157</c:v>
                </c:pt>
                <c:pt idx="458">
                  <c:v>158</c:v>
                </c:pt>
                <c:pt idx="459">
                  <c:v>159</c:v>
                </c:pt>
                <c:pt idx="460">
                  <c:v>160</c:v>
                </c:pt>
                <c:pt idx="461">
                  <c:v>161</c:v>
                </c:pt>
                <c:pt idx="462">
                  <c:v>162</c:v>
                </c:pt>
                <c:pt idx="463">
                  <c:v>163</c:v>
                </c:pt>
                <c:pt idx="464">
                  <c:v>164</c:v>
                </c:pt>
                <c:pt idx="465">
                  <c:v>165</c:v>
                </c:pt>
                <c:pt idx="466">
                  <c:v>166</c:v>
                </c:pt>
                <c:pt idx="467">
                  <c:v>167</c:v>
                </c:pt>
                <c:pt idx="468">
                  <c:v>168</c:v>
                </c:pt>
                <c:pt idx="469">
                  <c:v>169</c:v>
                </c:pt>
                <c:pt idx="470">
                  <c:v>170</c:v>
                </c:pt>
                <c:pt idx="471">
                  <c:v>171</c:v>
                </c:pt>
                <c:pt idx="472">
                  <c:v>172</c:v>
                </c:pt>
                <c:pt idx="473">
                  <c:v>173</c:v>
                </c:pt>
                <c:pt idx="474">
                  <c:v>174</c:v>
                </c:pt>
                <c:pt idx="475">
                  <c:v>175</c:v>
                </c:pt>
                <c:pt idx="476">
                  <c:v>176</c:v>
                </c:pt>
                <c:pt idx="477">
                  <c:v>177</c:v>
                </c:pt>
                <c:pt idx="478">
                  <c:v>178</c:v>
                </c:pt>
                <c:pt idx="479">
                  <c:v>179</c:v>
                </c:pt>
                <c:pt idx="480">
                  <c:v>180</c:v>
                </c:pt>
                <c:pt idx="481">
                  <c:v>181</c:v>
                </c:pt>
                <c:pt idx="482">
                  <c:v>182</c:v>
                </c:pt>
                <c:pt idx="483">
                  <c:v>183</c:v>
                </c:pt>
                <c:pt idx="484">
                  <c:v>184</c:v>
                </c:pt>
                <c:pt idx="485">
                  <c:v>185</c:v>
                </c:pt>
                <c:pt idx="486">
                  <c:v>186</c:v>
                </c:pt>
                <c:pt idx="487">
                  <c:v>187</c:v>
                </c:pt>
                <c:pt idx="488">
                  <c:v>188</c:v>
                </c:pt>
                <c:pt idx="489">
                  <c:v>189</c:v>
                </c:pt>
                <c:pt idx="490">
                  <c:v>190</c:v>
                </c:pt>
                <c:pt idx="491">
                  <c:v>191</c:v>
                </c:pt>
                <c:pt idx="492">
                  <c:v>192</c:v>
                </c:pt>
                <c:pt idx="493">
                  <c:v>193</c:v>
                </c:pt>
                <c:pt idx="494">
                  <c:v>194</c:v>
                </c:pt>
                <c:pt idx="495">
                  <c:v>195</c:v>
                </c:pt>
                <c:pt idx="496">
                  <c:v>196</c:v>
                </c:pt>
                <c:pt idx="497">
                  <c:v>197</c:v>
                </c:pt>
                <c:pt idx="498">
                  <c:v>198</c:v>
                </c:pt>
                <c:pt idx="499">
                  <c:v>199</c:v>
                </c:pt>
                <c:pt idx="500">
                  <c:v>200</c:v>
                </c:pt>
                <c:pt idx="501">
                  <c:v>201</c:v>
                </c:pt>
                <c:pt idx="502">
                  <c:v>202</c:v>
                </c:pt>
                <c:pt idx="503">
                  <c:v>203</c:v>
                </c:pt>
                <c:pt idx="504">
                  <c:v>204</c:v>
                </c:pt>
                <c:pt idx="505">
                  <c:v>205</c:v>
                </c:pt>
                <c:pt idx="506">
                  <c:v>206</c:v>
                </c:pt>
                <c:pt idx="507">
                  <c:v>207</c:v>
                </c:pt>
                <c:pt idx="508">
                  <c:v>208</c:v>
                </c:pt>
                <c:pt idx="509">
                  <c:v>209</c:v>
                </c:pt>
                <c:pt idx="510">
                  <c:v>210</c:v>
                </c:pt>
                <c:pt idx="511">
                  <c:v>211</c:v>
                </c:pt>
                <c:pt idx="512">
                  <c:v>212</c:v>
                </c:pt>
                <c:pt idx="513">
                  <c:v>213</c:v>
                </c:pt>
                <c:pt idx="514">
                  <c:v>214</c:v>
                </c:pt>
                <c:pt idx="515">
                  <c:v>215</c:v>
                </c:pt>
                <c:pt idx="516">
                  <c:v>216</c:v>
                </c:pt>
                <c:pt idx="517">
                  <c:v>217</c:v>
                </c:pt>
                <c:pt idx="518">
                  <c:v>218</c:v>
                </c:pt>
                <c:pt idx="519">
                  <c:v>219</c:v>
                </c:pt>
                <c:pt idx="520">
                  <c:v>220</c:v>
                </c:pt>
                <c:pt idx="521">
                  <c:v>221</c:v>
                </c:pt>
                <c:pt idx="522">
                  <c:v>222</c:v>
                </c:pt>
                <c:pt idx="523">
                  <c:v>223</c:v>
                </c:pt>
                <c:pt idx="524">
                  <c:v>224</c:v>
                </c:pt>
                <c:pt idx="525">
                  <c:v>225</c:v>
                </c:pt>
                <c:pt idx="526">
                  <c:v>226</c:v>
                </c:pt>
                <c:pt idx="527">
                  <c:v>227</c:v>
                </c:pt>
                <c:pt idx="528">
                  <c:v>228</c:v>
                </c:pt>
                <c:pt idx="529">
                  <c:v>229</c:v>
                </c:pt>
                <c:pt idx="530">
                  <c:v>230</c:v>
                </c:pt>
                <c:pt idx="531">
                  <c:v>231</c:v>
                </c:pt>
                <c:pt idx="532">
                  <c:v>232</c:v>
                </c:pt>
                <c:pt idx="533">
                  <c:v>233</c:v>
                </c:pt>
                <c:pt idx="534">
                  <c:v>234</c:v>
                </c:pt>
                <c:pt idx="535">
                  <c:v>235</c:v>
                </c:pt>
                <c:pt idx="536">
                  <c:v>236</c:v>
                </c:pt>
                <c:pt idx="537">
                  <c:v>237</c:v>
                </c:pt>
                <c:pt idx="538">
                  <c:v>238</c:v>
                </c:pt>
                <c:pt idx="539">
                  <c:v>239</c:v>
                </c:pt>
                <c:pt idx="540">
                  <c:v>240</c:v>
                </c:pt>
                <c:pt idx="541">
                  <c:v>241</c:v>
                </c:pt>
                <c:pt idx="542">
                  <c:v>242</c:v>
                </c:pt>
                <c:pt idx="543">
                  <c:v>243</c:v>
                </c:pt>
                <c:pt idx="544">
                  <c:v>244</c:v>
                </c:pt>
                <c:pt idx="545">
                  <c:v>245</c:v>
                </c:pt>
                <c:pt idx="546">
                  <c:v>246</c:v>
                </c:pt>
                <c:pt idx="547">
                  <c:v>247</c:v>
                </c:pt>
                <c:pt idx="548">
                  <c:v>248</c:v>
                </c:pt>
                <c:pt idx="549">
                  <c:v>249</c:v>
                </c:pt>
                <c:pt idx="550">
                  <c:v>250</c:v>
                </c:pt>
                <c:pt idx="551">
                  <c:v>251</c:v>
                </c:pt>
                <c:pt idx="552">
                  <c:v>252</c:v>
                </c:pt>
                <c:pt idx="553">
                  <c:v>253</c:v>
                </c:pt>
                <c:pt idx="554">
                  <c:v>254</c:v>
                </c:pt>
                <c:pt idx="555">
                  <c:v>255</c:v>
                </c:pt>
                <c:pt idx="556">
                  <c:v>256</c:v>
                </c:pt>
                <c:pt idx="557">
                  <c:v>257</c:v>
                </c:pt>
                <c:pt idx="558">
                  <c:v>258</c:v>
                </c:pt>
                <c:pt idx="559">
                  <c:v>259</c:v>
                </c:pt>
                <c:pt idx="560">
                  <c:v>260</c:v>
                </c:pt>
                <c:pt idx="561">
                  <c:v>261</c:v>
                </c:pt>
                <c:pt idx="562">
                  <c:v>262</c:v>
                </c:pt>
                <c:pt idx="563">
                  <c:v>263</c:v>
                </c:pt>
                <c:pt idx="564">
                  <c:v>264</c:v>
                </c:pt>
                <c:pt idx="565">
                  <c:v>265</c:v>
                </c:pt>
                <c:pt idx="566">
                  <c:v>266</c:v>
                </c:pt>
                <c:pt idx="567">
                  <c:v>267</c:v>
                </c:pt>
                <c:pt idx="568">
                  <c:v>268</c:v>
                </c:pt>
                <c:pt idx="569">
                  <c:v>269</c:v>
                </c:pt>
                <c:pt idx="570">
                  <c:v>270</c:v>
                </c:pt>
                <c:pt idx="571">
                  <c:v>271</c:v>
                </c:pt>
                <c:pt idx="572">
                  <c:v>272</c:v>
                </c:pt>
                <c:pt idx="573">
                  <c:v>273</c:v>
                </c:pt>
                <c:pt idx="574">
                  <c:v>274</c:v>
                </c:pt>
                <c:pt idx="575">
                  <c:v>275</c:v>
                </c:pt>
                <c:pt idx="576">
                  <c:v>276</c:v>
                </c:pt>
                <c:pt idx="577">
                  <c:v>277</c:v>
                </c:pt>
                <c:pt idx="578">
                  <c:v>278</c:v>
                </c:pt>
                <c:pt idx="579">
                  <c:v>279</c:v>
                </c:pt>
                <c:pt idx="580">
                  <c:v>280</c:v>
                </c:pt>
                <c:pt idx="581">
                  <c:v>281</c:v>
                </c:pt>
                <c:pt idx="582">
                  <c:v>282</c:v>
                </c:pt>
                <c:pt idx="583">
                  <c:v>283</c:v>
                </c:pt>
                <c:pt idx="584">
                  <c:v>284</c:v>
                </c:pt>
                <c:pt idx="585">
                  <c:v>285</c:v>
                </c:pt>
                <c:pt idx="586">
                  <c:v>286</c:v>
                </c:pt>
                <c:pt idx="587">
                  <c:v>287</c:v>
                </c:pt>
                <c:pt idx="588">
                  <c:v>288</c:v>
                </c:pt>
                <c:pt idx="589">
                  <c:v>289</c:v>
                </c:pt>
                <c:pt idx="590">
                  <c:v>290</c:v>
                </c:pt>
                <c:pt idx="591">
                  <c:v>291</c:v>
                </c:pt>
                <c:pt idx="592">
                  <c:v>292</c:v>
                </c:pt>
                <c:pt idx="593">
                  <c:v>293</c:v>
                </c:pt>
                <c:pt idx="594">
                  <c:v>294</c:v>
                </c:pt>
                <c:pt idx="595">
                  <c:v>295</c:v>
                </c:pt>
                <c:pt idx="596">
                  <c:v>296</c:v>
                </c:pt>
                <c:pt idx="597">
                  <c:v>297</c:v>
                </c:pt>
                <c:pt idx="598">
                  <c:v>298</c:v>
                </c:pt>
                <c:pt idx="599">
                  <c:v>299</c:v>
                </c:pt>
                <c:pt idx="600">
                  <c:v>300</c:v>
                </c:pt>
                <c:pt idx="601">
                  <c:v>301</c:v>
                </c:pt>
                <c:pt idx="602">
                  <c:v>302</c:v>
                </c:pt>
                <c:pt idx="603">
                  <c:v>303</c:v>
                </c:pt>
                <c:pt idx="604">
                  <c:v>304</c:v>
                </c:pt>
                <c:pt idx="605">
                  <c:v>305</c:v>
                </c:pt>
                <c:pt idx="606">
                  <c:v>306</c:v>
                </c:pt>
                <c:pt idx="607">
                  <c:v>307</c:v>
                </c:pt>
                <c:pt idx="608">
                  <c:v>308</c:v>
                </c:pt>
                <c:pt idx="609">
                  <c:v>309</c:v>
                </c:pt>
                <c:pt idx="610">
                  <c:v>310</c:v>
                </c:pt>
                <c:pt idx="611">
                  <c:v>311</c:v>
                </c:pt>
                <c:pt idx="612">
                  <c:v>312</c:v>
                </c:pt>
                <c:pt idx="613">
                  <c:v>313</c:v>
                </c:pt>
                <c:pt idx="614">
                  <c:v>314</c:v>
                </c:pt>
                <c:pt idx="615">
                  <c:v>315</c:v>
                </c:pt>
                <c:pt idx="616">
                  <c:v>316</c:v>
                </c:pt>
                <c:pt idx="617">
                  <c:v>317</c:v>
                </c:pt>
                <c:pt idx="618">
                  <c:v>318</c:v>
                </c:pt>
                <c:pt idx="619">
                  <c:v>319</c:v>
                </c:pt>
                <c:pt idx="620">
                  <c:v>320</c:v>
                </c:pt>
                <c:pt idx="621">
                  <c:v>321</c:v>
                </c:pt>
                <c:pt idx="622">
                  <c:v>322</c:v>
                </c:pt>
                <c:pt idx="623">
                  <c:v>323</c:v>
                </c:pt>
                <c:pt idx="624">
                  <c:v>324</c:v>
                </c:pt>
                <c:pt idx="625">
                  <c:v>325</c:v>
                </c:pt>
                <c:pt idx="626">
                  <c:v>326</c:v>
                </c:pt>
                <c:pt idx="627">
                  <c:v>327</c:v>
                </c:pt>
                <c:pt idx="628">
                  <c:v>328</c:v>
                </c:pt>
                <c:pt idx="629">
                  <c:v>329</c:v>
                </c:pt>
                <c:pt idx="630">
                  <c:v>330</c:v>
                </c:pt>
                <c:pt idx="631">
                  <c:v>331</c:v>
                </c:pt>
                <c:pt idx="632">
                  <c:v>332</c:v>
                </c:pt>
                <c:pt idx="633">
                  <c:v>333</c:v>
                </c:pt>
                <c:pt idx="634">
                  <c:v>334</c:v>
                </c:pt>
                <c:pt idx="635">
                  <c:v>335</c:v>
                </c:pt>
                <c:pt idx="636">
                  <c:v>336</c:v>
                </c:pt>
                <c:pt idx="637">
                  <c:v>337</c:v>
                </c:pt>
                <c:pt idx="638">
                  <c:v>338</c:v>
                </c:pt>
                <c:pt idx="639">
                  <c:v>339</c:v>
                </c:pt>
                <c:pt idx="640">
                  <c:v>340</c:v>
                </c:pt>
                <c:pt idx="641">
                  <c:v>341</c:v>
                </c:pt>
                <c:pt idx="642">
                  <c:v>342</c:v>
                </c:pt>
                <c:pt idx="643">
                  <c:v>343</c:v>
                </c:pt>
                <c:pt idx="644">
                  <c:v>344</c:v>
                </c:pt>
                <c:pt idx="645">
                  <c:v>345</c:v>
                </c:pt>
                <c:pt idx="646">
                  <c:v>346</c:v>
                </c:pt>
                <c:pt idx="647">
                  <c:v>347</c:v>
                </c:pt>
                <c:pt idx="648">
                  <c:v>348</c:v>
                </c:pt>
                <c:pt idx="649">
                  <c:v>349</c:v>
                </c:pt>
                <c:pt idx="650">
                  <c:v>350</c:v>
                </c:pt>
                <c:pt idx="651">
                  <c:v>351</c:v>
                </c:pt>
                <c:pt idx="652">
                  <c:v>352</c:v>
                </c:pt>
                <c:pt idx="653">
                  <c:v>353</c:v>
                </c:pt>
                <c:pt idx="654">
                  <c:v>354</c:v>
                </c:pt>
                <c:pt idx="655">
                  <c:v>355</c:v>
                </c:pt>
                <c:pt idx="656">
                  <c:v>356</c:v>
                </c:pt>
                <c:pt idx="657">
                  <c:v>357</c:v>
                </c:pt>
                <c:pt idx="658">
                  <c:v>358</c:v>
                </c:pt>
                <c:pt idx="659">
                  <c:v>359</c:v>
                </c:pt>
                <c:pt idx="660">
                  <c:v>360</c:v>
                </c:pt>
                <c:pt idx="661">
                  <c:v>361</c:v>
                </c:pt>
                <c:pt idx="662">
                  <c:v>362</c:v>
                </c:pt>
                <c:pt idx="663">
                  <c:v>363</c:v>
                </c:pt>
                <c:pt idx="664">
                  <c:v>364</c:v>
                </c:pt>
                <c:pt idx="665">
                  <c:v>365</c:v>
                </c:pt>
                <c:pt idx="666">
                  <c:v>366</c:v>
                </c:pt>
                <c:pt idx="667">
                  <c:v>367</c:v>
                </c:pt>
                <c:pt idx="668">
                  <c:v>368</c:v>
                </c:pt>
                <c:pt idx="669">
                  <c:v>369</c:v>
                </c:pt>
                <c:pt idx="670">
                  <c:v>370</c:v>
                </c:pt>
                <c:pt idx="671">
                  <c:v>371</c:v>
                </c:pt>
                <c:pt idx="672">
                  <c:v>372</c:v>
                </c:pt>
                <c:pt idx="673">
                  <c:v>373</c:v>
                </c:pt>
                <c:pt idx="674">
                  <c:v>374</c:v>
                </c:pt>
                <c:pt idx="675">
                  <c:v>375</c:v>
                </c:pt>
                <c:pt idx="676">
                  <c:v>376</c:v>
                </c:pt>
                <c:pt idx="677">
                  <c:v>377</c:v>
                </c:pt>
                <c:pt idx="678">
                  <c:v>378</c:v>
                </c:pt>
                <c:pt idx="679">
                  <c:v>379</c:v>
                </c:pt>
                <c:pt idx="680">
                  <c:v>380</c:v>
                </c:pt>
                <c:pt idx="681">
                  <c:v>381</c:v>
                </c:pt>
                <c:pt idx="682">
                  <c:v>382</c:v>
                </c:pt>
                <c:pt idx="683">
                  <c:v>383</c:v>
                </c:pt>
                <c:pt idx="684">
                  <c:v>384</c:v>
                </c:pt>
                <c:pt idx="685">
                  <c:v>385</c:v>
                </c:pt>
                <c:pt idx="686">
                  <c:v>386</c:v>
                </c:pt>
                <c:pt idx="687">
                  <c:v>387</c:v>
                </c:pt>
                <c:pt idx="688">
                  <c:v>388</c:v>
                </c:pt>
                <c:pt idx="689">
                  <c:v>389</c:v>
                </c:pt>
                <c:pt idx="690">
                  <c:v>390</c:v>
                </c:pt>
                <c:pt idx="691">
                  <c:v>391</c:v>
                </c:pt>
                <c:pt idx="692">
                  <c:v>392</c:v>
                </c:pt>
                <c:pt idx="693">
                  <c:v>393</c:v>
                </c:pt>
                <c:pt idx="694">
                  <c:v>394</c:v>
                </c:pt>
                <c:pt idx="695">
                  <c:v>395</c:v>
                </c:pt>
                <c:pt idx="696">
                  <c:v>396</c:v>
                </c:pt>
                <c:pt idx="697">
                  <c:v>397</c:v>
                </c:pt>
                <c:pt idx="698">
                  <c:v>398</c:v>
                </c:pt>
                <c:pt idx="699">
                  <c:v>399</c:v>
                </c:pt>
                <c:pt idx="700">
                  <c:v>400</c:v>
                </c:pt>
                <c:pt idx="701">
                  <c:v>401</c:v>
                </c:pt>
                <c:pt idx="702">
                  <c:v>402</c:v>
                </c:pt>
                <c:pt idx="703">
                  <c:v>403</c:v>
                </c:pt>
                <c:pt idx="704">
                  <c:v>404</c:v>
                </c:pt>
                <c:pt idx="705">
                  <c:v>405</c:v>
                </c:pt>
                <c:pt idx="706">
                  <c:v>406</c:v>
                </c:pt>
                <c:pt idx="707">
                  <c:v>407</c:v>
                </c:pt>
                <c:pt idx="708">
                  <c:v>408</c:v>
                </c:pt>
                <c:pt idx="709">
                  <c:v>409</c:v>
                </c:pt>
                <c:pt idx="710">
                  <c:v>410</c:v>
                </c:pt>
                <c:pt idx="711">
                  <c:v>411</c:v>
                </c:pt>
                <c:pt idx="712">
                  <c:v>412</c:v>
                </c:pt>
                <c:pt idx="713">
                  <c:v>413</c:v>
                </c:pt>
                <c:pt idx="714">
                  <c:v>414</c:v>
                </c:pt>
                <c:pt idx="715">
                  <c:v>415</c:v>
                </c:pt>
                <c:pt idx="716">
                  <c:v>416</c:v>
                </c:pt>
                <c:pt idx="717">
                  <c:v>417</c:v>
                </c:pt>
                <c:pt idx="718">
                  <c:v>418</c:v>
                </c:pt>
                <c:pt idx="719">
                  <c:v>419</c:v>
                </c:pt>
                <c:pt idx="720">
                  <c:v>420</c:v>
                </c:pt>
                <c:pt idx="721">
                  <c:v>421</c:v>
                </c:pt>
                <c:pt idx="722">
                  <c:v>422</c:v>
                </c:pt>
                <c:pt idx="723">
                  <c:v>423</c:v>
                </c:pt>
                <c:pt idx="724">
                  <c:v>424</c:v>
                </c:pt>
                <c:pt idx="725">
                  <c:v>425</c:v>
                </c:pt>
                <c:pt idx="726">
                  <c:v>426</c:v>
                </c:pt>
                <c:pt idx="727">
                  <c:v>427</c:v>
                </c:pt>
                <c:pt idx="728">
                  <c:v>428</c:v>
                </c:pt>
                <c:pt idx="729">
                  <c:v>429</c:v>
                </c:pt>
                <c:pt idx="730">
                  <c:v>430</c:v>
                </c:pt>
                <c:pt idx="731">
                  <c:v>431</c:v>
                </c:pt>
                <c:pt idx="732">
                  <c:v>432</c:v>
                </c:pt>
                <c:pt idx="733">
                  <c:v>433</c:v>
                </c:pt>
                <c:pt idx="734">
                  <c:v>434</c:v>
                </c:pt>
                <c:pt idx="735">
                  <c:v>435</c:v>
                </c:pt>
                <c:pt idx="736">
                  <c:v>436</c:v>
                </c:pt>
                <c:pt idx="737">
                  <c:v>437</c:v>
                </c:pt>
                <c:pt idx="738">
                  <c:v>438</c:v>
                </c:pt>
                <c:pt idx="739">
                  <c:v>439</c:v>
                </c:pt>
                <c:pt idx="740">
                  <c:v>440</c:v>
                </c:pt>
                <c:pt idx="741">
                  <c:v>441</c:v>
                </c:pt>
                <c:pt idx="742">
                  <c:v>442</c:v>
                </c:pt>
                <c:pt idx="743">
                  <c:v>443</c:v>
                </c:pt>
                <c:pt idx="744">
                  <c:v>444</c:v>
                </c:pt>
                <c:pt idx="745">
                  <c:v>445</c:v>
                </c:pt>
                <c:pt idx="746">
                  <c:v>446</c:v>
                </c:pt>
                <c:pt idx="747">
                  <c:v>447</c:v>
                </c:pt>
                <c:pt idx="748">
                  <c:v>448</c:v>
                </c:pt>
                <c:pt idx="749">
                  <c:v>449</c:v>
                </c:pt>
                <c:pt idx="750">
                  <c:v>450</c:v>
                </c:pt>
                <c:pt idx="751">
                  <c:v>451</c:v>
                </c:pt>
                <c:pt idx="752">
                  <c:v>452</c:v>
                </c:pt>
                <c:pt idx="753">
                  <c:v>453</c:v>
                </c:pt>
                <c:pt idx="754">
                  <c:v>454</c:v>
                </c:pt>
                <c:pt idx="755">
                  <c:v>455</c:v>
                </c:pt>
                <c:pt idx="756">
                  <c:v>456</c:v>
                </c:pt>
                <c:pt idx="757">
                  <c:v>457</c:v>
                </c:pt>
                <c:pt idx="758">
                  <c:v>458</c:v>
                </c:pt>
                <c:pt idx="759">
                  <c:v>459</c:v>
                </c:pt>
                <c:pt idx="760">
                  <c:v>460</c:v>
                </c:pt>
                <c:pt idx="761">
                  <c:v>461</c:v>
                </c:pt>
                <c:pt idx="762">
                  <c:v>462</c:v>
                </c:pt>
                <c:pt idx="763">
                  <c:v>463</c:v>
                </c:pt>
                <c:pt idx="764">
                  <c:v>464</c:v>
                </c:pt>
                <c:pt idx="765">
                  <c:v>465</c:v>
                </c:pt>
                <c:pt idx="766">
                  <c:v>466</c:v>
                </c:pt>
                <c:pt idx="767">
                  <c:v>467</c:v>
                </c:pt>
                <c:pt idx="768">
                  <c:v>468</c:v>
                </c:pt>
                <c:pt idx="769">
                  <c:v>469</c:v>
                </c:pt>
                <c:pt idx="770">
                  <c:v>470</c:v>
                </c:pt>
                <c:pt idx="771">
                  <c:v>471</c:v>
                </c:pt>
                <c:pt idx="772">
                  <c:v>472</c:v>
                </c:pt>
                <c:pt idx="773">
                  <c:v>473</c:v>
                </c:pt>
                <c:pt idx="774">
                  <c:v>474</c:v>
                </c:pt>
                <c:pt idx="775">
                  <c:v>475</c:v>
                </c:pt>
                <c:pt idx="776">
                  <c:v>476</c:v>
                </c:pt>
                <c:pt idx="777">
                  <c:v>477</c:v>
                </c:pt>
                <c:pt idx="778">
                  <c:v>478</c:v>
                </c:pt>
                <c:pt idx="779">
                  <c:v>479</c:v>
                </c:pt>
                <c:pt idx="780">
                  <c:v>480</c:v>
                </c:pt>
                <c:pt idx="781">
                  <c:v>481</c:v>
                </c:pt>
                <c:pt idx="782">
                  <c:v>482</c:v>
                </c:pt>
                <c:pt idx="783">
                  <c:v>483</c:v>
                </c:pt>
                <c:pt idx="784">
                  <c:v>484</c:v>
                </c:pt>
                <c:pt idx="785">
                  <c:v>485</c:v>
                </c:pt>
                <c:pt idx="786">
                  <c:v>486</c:v>
                </c:pt>
                <c:pt idx="787">
                  <c:v>487</c:v>
                </c:pt>
                <c:pt idx="788">
                  <c:v>488</c:v>
                </c:pt>
                <c:pt idx="789">
                  <c:v>489</c:v>
                </c:pt>
                <c:pt idx="790">
                  <c:v>490</c:v>
                </c:pt>
                <c:pt idx="791">
                  <c:v>491</c:v>
                </c:pt>
                <c:pt idx="792">
                  <c:v>492</c:v>
                </c:pt>
                <c:pt idx="793">
                  <c:v>493</c:v>
                </c:pt>
                <c:pt idx="794">
                  <c:v>494</c:v>
                </c:pt>
                <c:pt idx="795">
                  <c:v>495</c:v>
                </c:pt>
                <c:pt idx="796">
                  <c:v>496</c:v>
                </c:pt>
                <c:pt idx="797">
                  <c:v>497</c:v>
                </c:pt>
                <c:pt idx="798">
                  <c:v>498</c:v>
                </c:pt>
                <c:pt idx="799">
                  <c:v>499</c:v>
                </c:pt>
                <c:pt idx="800">
                  <c:v>500</c:v>
                </c:pt>
                <c:pt idx="801">
                  <c:v>501</c:v>
                </c:pt>
                <c:pt idx="802">
                  <c:v>502</c:v>
                </c:pt>
                <c:pt idx="803">
                  <c:v>503</c:v>
                </c:pt>
                <c:pt idx="804">
                  <c:v>504</c:v>
                </c:pt>
                <c:pt idx="805">
                  <c:v>505</c:v>
                </c:pt>
                <c:pt idx="806">
                  <c:v>506</c:v>
                </c:pt>
                <c:pt idx="807">
                  <c:v>507</c:v>
                </c:pt>
                <c:pt idx="808">
                  <c:v>508</c:v>
                </c:pt>
                <c:pt idx="809">
                  <c:v>509</c:v>
                </c:pt>
                <c:pt idx="810">
                  <c:v>510</c:v>
                </c:pt>
                <c:pt idx="811">
                  <c:v>511</c:v>
                </c:pt>
                <c:pt idx="812">
                  <c:v>512</c:v>
                </c:pt>
                <c:pt idx="813">
                  <c:v>513</c:v>
                </c:pt>
                <c:pt idx="814">
                  <c:v>514</c:v>
                </c:pt>
                <c:pt idx="815">
                  <c:v>515</c:v>
                </c:pt>
                <c:pt idx="816">
                  <c:v>516</c:v>
                </c:pt>
                <c:pt idx="817">
                  <c:v>517</c:v>
                </c:pt>
                <c:pt idx="818">
                  <c:v>518</c:v>
                </c:pt>
                <c:pt idx="819">
                  <c:v>519</c:v>
                </c:pt>
                <c:pt idx="820">
                  <c:v>520</c:v>
                </c:pt>
                <c:pt idx="821">
                  <c:v>521</c:v>
                </c:pt>
                <c:pt idx="822">
                  <c:v>522</c:v>
                </c:pt>
                <c:pt idx="823">
                  <c:v>523</c:v>
                </c:pt>
                <c:pt idx="824">
                  <c:v>524</c:v>
                </c:pt>
                <c:pt idx="825">
                  <c:v>525</c:v>
                </c:pt>
                <c:pt idx="826">
                  <c:v>526</c:v>
                </c:pt>
                <c:pt idx="827">
                  <c:v>527</c:v>
                </c:pt>
                <c:pt idx="828">
                  <c:v>528</c:v>
                </c:pt>
                <c:pt idx="829">
                  <c:v>529</c:v>
                </c:pt>
                <c:pt idx="830">
                  <c:v>530</c:v>
                </c:pt>
                <c:pt idx="831">
                  <c:v>531</c:v>
                </c:pt>
                <c:pt idx="832">
                  <c:v>532</c:v>
                </c:pt>
                <c:pt idx="833">
                  <c:v>533</c:v>
                </c:pt>
                <c:pt idx="834">
                  <c:v>534</c:v>
                </c:pt>
                <c:pt idx="835">
                  <c:v>535</c:v>
                </c:pt>
                <c:pt idx="836">
                  <c:v>536</c:v>
                </c:pt>
                <c:pt idx="837">
                  <c:v>537</c:v>
                </c:pt>
                <c:pt idx="838">
                  <c:v>538</c:v>
                </c:pt>
                <c:pt idx="839">
                  <c:v>539</c:v>
                </c:pt>
                <c:pt idx="840">
                  <c:v>540</c:v>
                </c:pt>
                <c:pt idx="841">
                  <c:v>541</c:v>
                </c:pt>
                <c:pt idx="842">
                  <c:v>542</c:v>
                </c:pt>
                <c:pt idx="843">
                  <c:v>543</c:v>
                </c:pt>
                <c:pt idx="844">
                  <c:v>544</c:v>
                </c:pt>
                <c:pt idx="845">
                  <c:v>545</c:v>
                </c:pt>
                <c:pt idx="846">
                  <c:v>546</c:v>
                </c:pt>
                <c:pt idx="847">
                  <c:v>547</c:v>
                </c:pt>
                <c:pt idx="848">
                  <c:v>548</c:v>
                </c:pt>
                <c:pt idx="849">
                  <c:v>549</c:v>
                </c:pt>
                <c:pt idx="850">
                  <c:v>550</c:v>
                </c:pt>
                <c:pt idx="851">
                  <c:v>551</c:v>
                </c:pt>
                <c:pt idx="852">
                  <c:v>552</c:v>
                </c:pt>
                <c:pt idx="853">
                  <c:v>553</c:v>
                </c:pt>
                <c:pt idx="854">
                  <c:v>554</c:v>
                </c:pt>
                <c:pt idx="855">
                  <c:v>555</c:v>
                </c:pt>
                <c:pt idx="856">
                  <c:v>556</c:v>
                </c:pt>
                <c:pt idx="857">
                  <c:v>557</c:v>
                </c:pt>
                <c:pt idx="858">
                  <c:v>558</c:v>
                </c:pt>
                <c:pt idx="859">
                  <c:v>559</c:v>
                </c:pt>
                <c:pt idx="860">
                  <c:v>560</c:v>
                </c:pt>
                <c:pt idx="861">
                  <c:v>561</c:v>
                </c:pt>
                <c:pt idx="862">
                  <c:v>562</c:v>
                </c:pt>
                <c:pt idx="863">
                  <c:v>563</c:v>
                </c:pt>
                <c:pt idx="864">
                  <c:v>564</c:v>
                </c:pt>
                <c:pt idx="865">
                  <c:v>565</c:v>
                </c:pt>
                <c:pt idx="866">
                  <c:v>566</c:v>
                </c:pt>
                <c:pt idx="867">
                  <c:v>567</c:v>
                </c:pt>
                <c:pt idx="868">
                  <c:v>568</c:v>
                </c:pt>
                <c:pt idx="869">
                  <c:v>569</c:v>
                </c:pt>
                <c:pt idx="870">
                  <c:v>570</c:v>
                </c:pt>
                <c:pt idx="871">
                  <c:v>571</c:v>
                </c:pt>
                <c:pt idx="872">
                  <c:v>572</c:v>
                </c:pt>
                <c:pt idx="873">
                  <c:v>573</c:v>
                </c:pt>
                <c:pt idx="874">
                  <c:v>574</c:v>
                </c:pt>
                <c:pt idx="875">
                  <c:v>575</c:v>
                </c:pt>
                <c:pt idx="876">
                  <c:v>576</c:v>
                </c:pt>
                <c:pt idx="877">
                  <c:v>577</c:v>
                </c:pt>
                <c:pt idx="878">
                  <c:v>578</c:v>
                </c:pt>
                <c:pt idx="879">
                  <c:v>579</c:v>
                </c:pt>
                <c:pt idx="880">
                  <c:v>580</c:v>
                </c:pt>
                <c:pt idx="881">
                  <c:v>581</c:v>
                </c:pt>
                <c:pt idx="882">
                  <c:v>582</c:v>
                </c:pt>
                <c:pt idx="883">
                  <c:v>583</c:v>
                </c:pt>
                <c:pt idx="884">
                  <c:v>584</c:v>
                </c:pt>
                <c:pt idx="885">
                  <c:v>585</c:v>
                </c:pt>
                <c:pt idx="886">
                  <c:v>586</c:v>
                </c:pt>
                <c:pt idx="887">
                  <c:v>587</c:v>
                </c:pt>
                <c:pt idx="888">
                  <c:v>588</c:v>
                </c:pt>
                <c:pt idx="889">
                  <c:v>589</c:v>
                </c:pt>
                <c:pt idx="890">
                  <c:v>590</c:v>
                </c:pt>
                <c:pt idx="891">
                  <c:v>591</c:v>
                </c:pt>
                <c:pt idx="892">
                  <c:v>592</c:v>
                </c:pt>
                <c:pt idx="893">
                  <c:v>593</c:v>
                </c:pt>
                <c:pt idx="894">
                  <c:v>594</c:v>
                </c:pt>
                <c:pt idx="895">
                  <c:v>595</c:v>
                </c:pt>
                <c:pt idx="896">
                  <c:v>596</c:v>
                </c:pt>
                <c:pt idx="897">
                  <c:v>597</c:v>
                </c:pt>
                <c:pt idx="898">
                  <c:v>598</c:v>
                </c:pt>
                <c:pt idx="899">
                  <c:v>599</c:v>
                </c:pt>
                <c:pt idx="900">
                  <c:v>600</c:v>
                </c:pt>
              </c:numCache>
            </c:numRef>
          </c:cat>
          <c:val>
            <c:numRef>
              <c:f>highmedia.scurve!$C$2:$C$902</c:f>
              <c:numCache>
                <c:formatCode>General</c:formatCode>
                <c:ptCount val="901"/>
                <c:pt idx="0">
                  <c:v>0.42410945465293198</c:v>
                </c:pt>
                <c:pt idx="1">
                  <c:v>0.42069357259110202</c:v>
                </c:pt>
                <c:pt idx="2">
                  <c:v>0.417277583115161</c:v>
                </c:pt>
                <c:pt idx="3">
                  <c:v>0.41386148622186703</c:v>
                </c:pt>
                <c:pt idx="4">
                  <c:v>0.41044528190826701</c:v>
                </c:pt>
                <c:pt idx="5">
                  <c:v>0.40702897017121897</c:v>
                </c:pt>
                <c:pt idx="6">
                  <c:v>0.40361255100773702</c:v>
                </c:pt>
                <c:pt idx="7">
                  <c:v>0.400196024414601</c:v>
                </c:pt>
                <c:pt idx="8">
                  <c:v>0.39677939038889098</c:v>
                </c:pt>
                <c:pt idx="9">
                  <c:v>0.39336264892745298</c:v>
                </c:pt>
                <c:pt idx="10">
                  <c:v>0.38994580002728002</c:v>
                </c:pt>
                <c:pt idx="11">
                  <c:v>0.38652884368517398</c:v>
                </c:pt>
                <c:pt idx="12">
                  <c:v>0.38311177989826001</c:v>
                </c:pt>
                <c:pt idx="13">
                  <c:v>0.37969460866323901</c:v>
                </c:pt>
                <c:pt idx="14">
                  <c:v>0.376277329977248</c:v>
                </c:pt>
                <c:pt idx="15">
                  <c:v>0.372859943837067</c:v>
                </c:pt>
                <c:pt idx="16">
                  <c:v>0.36944245023973199</c:v>
                </c:pt>
                <c:pt idx="17">
                  <c:v>0.36602484918205602</c:v>
                </c:pt>
                <c:pt idx="18">
                  <c:v>0.36260714066111999</c:v>
                </c:pt>
                <c:pt idx="19">
                  <c:v>0.35918932467368098</c:v>
                </c:pt>
                <c:pt idx="20">
                  <c:v>0.355771401216887</c:v>
                </c:pt>
                <c:pt idx="21">
                  <c:v>0.35235337028730601</c:v>
                </c:pt>
                <c:pt idx="22">
                  <c:v>0.34893523188228598</c:v>
                </c:pt>
                <c:pt idx="23">
                  <c:v>0.34551698599839498</c:v>
                </c:pt>
                <c:pt idx="24">
                  <c:v>0.34209863263289197</c:v>
                </c:pt>
                <c:pt idx="25">
                  <c:v>0.33868017178232401</c:v>
                </c:pt>
                <c:pt idx="26">
                  <c:v>0.33526160344407002</c:v>
                </c:pt>
                <c:pt idx="27">
                  <c:v>0.33184292761466699</c:v>
                </c:pt>
                <c:pt idx="28">
                  <c:v>0.32842414429123901</c:v>
                </c:pt>
                <c:pt idx="29">
                  <c:v>0.32500525347063403</c:v>
                </c:pt>
                <c:pt idx="30">
                  <c:v>0.32158625514993</c:v>
                </c:pt>
                <c:pt idx="31">
                  <c:v>0.31816714932575402</c:v>
                </c:pt>
                <c:pt idx="32">
                  <c:v>0.31474793599539602</c:v>
                </c:pt>
                <c:pt idx="33">
                  <c:v>0.31132861515548199</c:v>
                </c:pt>
                <c:pt idx="34">
                  <c:v>0.30790918680310098</c:v>
                </c:pt>
                <c:pt idx="35">
                  <c:v>0.30448965093509101</c:v>
                </c:pt>
                <c:pt idx="36">
                  <c:v>0.30107000754857599</c:v>
                </c:pt>
                <c:pt idx="37">
                  <c:v>0.29765025664023598</c:v>
                </c:pt>
                <c:pt idx="38">
                  <c:v>0.29423039820702901</c:v>
                </c:pt>
                <c:pt idx="39">
                  <c:v>0.29081043224609099</c:v>
                </c:pt>
                <c:pt idx="40">
                  <c:v>0.28739035875400298</c:v>
                </c:pt>
                <c:pt idx="41">
                  <c:v>0.28397017772811001</c:v>
                </c:pt>
                <c:pt idx="42">
                  <c:v>0.280549889164949</c:v>
                </c:pt>
                <c:pt idx="43">
                  <c:v>0.27712949306171197</c:v>
                </c:pt>
                <c:pt idx="44">
                  <c:v>0.27370898941516703</c:v>
                </c:pt>
                <c:pt idx="45">
                  <c:v>0.27028837822245</c:v>
                </c:pt>
                <c:pt idx="46">
                  <c:v>0.26686765948018598</c:v>
                </c:pt>
                <c:pt idx="47">
                  <c:v>0.26344683318550999</c:v>
                </c:pt>
                <c:pt idx="48">
                  <c:v>0.26002589933525899</c:v>
                </c:pt>
                <c:pt idx="49">
                  <c:v>0.256604857926512</c:v>
                </c:pt>
                <c:pt idx="50">
                  <c:v>0.25318370895592901</c:v>
                </c:pt>
                <c:pt idx="51">
                  <c:v>0.24976245242065401</c:v>
                </c:pt>
                <c:pt idx="52">
                  <c:v>0.24634108831749199</c:v>
                </c:pt>
                <c:pt idx="53">
                  <c:v>0.24291961664355499</c:v>
                </c:pt>
                <c:pt idx="54">
                  <c:v>0.23949803739551401</c:v>
                </c:pt>
                <c:pt idx="55">
                  <c:v>0.23607635057044701</c:v>
                </c:pt>
                <c:pt idx="56">
                  <c:v>0.23265455616519001</c:v>
                </c:pt>
                <c:pt idx="57">
                  <c:v>0.229232654176836</c:v>
                </c:pt>
                <c:pt idx="58">
                  <c:v>0.225810644602076</c:v>
                </c:pt>
                <c:pt idx="59">
                  <c:v>0.22238852743811099</c:v>
                </c:pt>
                <c:pt idx="60">
                  <c:v>0.21896630268148901</c:v>
                </c:pt>
                <c:pt idx="61">
                  <c:v>0.21554397032953501</c:v>
                </c:pt>
                <c:pt idx="62">
                  <c:v>0.212121530378895</c:v>
                </c:pt>
                <c:pt idx="63">
                  <c:v>0.20869898282670499</c:v>
                </c:pt>
                <c:pt idx="64">
                  <c:v>0.20527632766963499</c:v>
                </c:pt>
                <c:pt idx="65">
                  <c:v>0.20185356490490799</c:v>
                </c:pt>
                <c:pt idx="66">
                  <c:v>0.19843069452916101</c:v>
                </c:pt>
                <c:pt idx="67">
                  <c:v>0.19500771653950799</c:v>
                </c:pt>
                <c:pt idx="68">
                  <c:v>0.19158463093274</c:v>
                </c:pt>
                <c:pt idx="69">
                  <c:v>0.188161437706025</c:v>
                </c:pt>
                <c:pt idx="70">
                  <c:v>0.18473813685594401</c:v>
                </c:pt>
                <c:pt idx="71">
                  <c:v>0.181314728379733</c:v>
                </c:pt>
                <c:pt idx="72">
                  <c:v>0.177891212274084</c:v>
                </c:pt>
                <c:pt idx="73">
                  <c:v>0.174467588536109</c:v>
                </c:pt>
                <c:pt idx="74">
                  <c:v>0.171043857162512</c:v>
                </c:pt>
                <c:pt idx="75">
                  <c:v>0.16762001815041599</c:v>
                </c:pt>
                <c:pt idx="76">
                  <c:v>0.16419607149660301</c:v>
                </c:pt>
                <c:pt idx="77">
                  <c:v>0.16077201719818501</c:v>
                </c:pt>
                <c:pt idx="78">
                  <c:v>0.157347855251844</c:v>
                </c:pt>
                <c:pt idx="79">
                  <c:v>0.15392358565476899</c:v>
                </c:pt>
                <c:pt idx="80">
                  <c:v>0.150499208403576</c:v>
                </c:pt>
                <c:pt idx="81">
                  <c:v>0.14707472349549899</c:v>
                </c:pt>
                <c:pt idx="82">
                  <c:v>0.14359219839558099</c:v>
                </c:pt>
                <c:pt idx="83">
                  <c:v>0.13994063158556699</c:v>
                </c:pt>
                <c:pt idx="84">
                  <c:v>0.136133822790097</c:v>
                </c:pt>
                <c:pt idx="85">
                  <c:v>0.13218942934476499</c:v>
                </c:pt>
                <c:pt idx="86">
                  <c:v>0.12812511057612699</c:v>
                </c:pt>
                <c:pt idx="87">
                  <c:v>0.12395852801026</c:v>
                </c:pt>
                <c:pt idx="88">
                  <c:v>0.11970734555292201</c:v>
                </c:pt>
                <c:pt idx="89">
                  <c:v>0.115389229641116</c:v>
                </c:pt>
                <c:pt idx="90">
                  <c:v>0.11102184936583299</c:v>
                </c:pt>
                <c:pt idx="91">
                  <c:v>0.106622876566675</c:v>
                </c:pt>
                <c:pt idx="92">
                  <c:v>0.10220998589668399</c:v>
                </c:pt>
                <c:pt idx="93">
                  <c:v>9.7800854859908498E-2</c:v>
                </c:pt>
                <c:pt idx="94">
                  <c:v>9.3413163819178205E-2</c:v>
                </c:pt>
                <c:pt idx="95">
                  <c:v>8.9064595975607605E-2</c:v>
                </c:pt>
                <c:pt idx="96">
                  <c:v>8.4772837320068503E-2</c:v>
                </c:pt>
                <c:pt idx="97">
                  <c:v>8.0555576554386402E-2</c:v>
                </c:pt>
                <c:pt idx="98">
                  <c:v>7.6430504985858197E-2</c:v>
                </c:pt>
                <c:pt idx="99">
                  <c:v>7.2415316390894699E-2</c:v>
                </c:pt>
                <c:pt idx="100">
                  <c:v>6.8527706851850806E-2</c:v>
                </c:pt>
                <c:pt idx="101">
                  <c:v>6.4785374564246795E-2</c:v>
                </c:pt>
                <c:pt idx="102">
                  <c:v>6.120601961489E-2</c:v>
                </c:pt>
                <c:pt idx="103">
                  <c:v>5.7807343732319001E-2</c:v>
                </c:pt>
                <c:pt idx="104">
                  <c:v>5.4607050007360297E-2</c:v>
                </c:pt>
                <c:pt idx="105">
                  <c:v>5.1622842586118697E-2</c:v>
                </c:pt>
                <c:pt idx="106">
                  <c:v>4.8872426333213002E-2</c:v>
                </c:pt>
                <c:pt idx="107">
                  <c:v>4.63735064668458E-2</c:v>
                </c:pt>
                <c:pt idx="108">
                  <c:v>4.4143788165285101E-2</c:v>
                </c:pt>
                <c:pt idx="109">
                  <c:v>4.2200976143713702E-2</c:v>
                </c:pt>
                <c:pt idx="110">
                  <c:v>4.0562774203611901E-2</c:v>
                </c:pt>
                <c:pt idx="111">
                  <c:v>3.9246884752486298E-2</c:v>
                </c:pt>
                <c:pt idx="112">
                  <c:v>3.8271008295243103E-2</c:v>
                </c:pt>
                <c:pt idx="113">
                  <c:v>3.7653663501224802E-2</c:v>
                </c:pt>
                <c:pt idx="114">
                  <c:v>3.7572217150583197E-2</c:v>
                </c:pt>
                <c:pt idx="115">
                  <c:v>3.81139119237206E-2</c:v>
                </c:pt>
                <c:pt idx="116">
                  <c:v>3.9224534386528301E-2</c:v>
                </c:pt>
                <c:pt idx="117">
                  <c:v>4.0849863815495303E-2</c:v>
                </c:pt>
                <c:pt idx="118">
                  <c:v>4.2935674892119503E-2</c:v>
                </c:pt>
                <c:pt idx="119">
                  <c:v>4.5427740126735602E-2</c:v>
                </c:pt>
                <c:pt idx="120">
                  <c:v>4.8271832012780597E-2</c:v>
                </c:pt>
                <c:pt idx="121">
                  <c:v>5.1413724912052802E-2</c:v>
                </c:pt>
                <c:pt idx="122">
                  <c:v>5.47991966705519E-2</c:v>
                </c:pt>
                <c:pt idx="123">
                  <c:v>5.8374029963381702E-2</c:v>
                </c:pt>
                <c:pt idx="124">
                  <c:v>6.2084013371810402E-2</c:v>
                </c:pt>
                <c:pt idx="125">
                  <c:v>6.5874942189658697E-2</c:v>
                </c:pt>
                <c:pt idx="126">
                  <c:v>6.9692618960381897E-2</c:v>
                </c:pt>
                <c:pt idx="127">
                  <c:v>7.3482853745099302E-2</c:v>
                </c:pt>
                <c:pt idx="128">
                  <c:v>7.7191464120496295E-2</c:v>
                </c:pt>
                <c:pt idx="129">
                  <c:v>8.0764274908406999E-2</c:v>
                </c:pt>
                <c:pt idx="130">
                  <c:v>8.4147117635136007E-2</c:v>
                </c:pt>
                <c:pt idx="131">
                  <c:v>8.7285829721606104E-2</c:v>
                </c:pt>
                <c:pt idx="132">
                  <c:v>9.0126253405808904E-2</c:v>
                </c:pt>
                <c:pt idx="133">
                  <c:v>9.2614234393917402E-2</c:v>
                </c:pt>
                <c:pt idx="134">
                  <c:v>9.4695620243390205E-2</c:v>
                </c:pt>
                <c:pt idx="135">
                  <c:v>9.6316258477513503E-2</c:v>
                </c:pt>
                <c:pt idx="136">
                  <c:v>9.7421994429702799E-2</c:v>
                </c:pt>
                <c:pt idx="137">
                  <c:v>9.79587757999556E-2</c:v>
                </c:pt>
                <c:pt idx="138">
                  <c:v>9.8188438856983098E-2</c:v>
                </c:pt>
                <c:pt idx="139">
                  <c:v>9.8388932985649102E-2</c:v>
                </c:pt>
                <c:pt idx="140">
                  <c:v>9.8563501590931399E-2</c:v>
                </c:pt>
                <c:pt idx="141">
                  <c:v>9.8715388036718602E-2</c:v>
                </c:pt>
                <c:pt idx="142">
                  <c:v>9.8847835653115307E-2</c:v>
                </c:pt>
                <c:pt idx="143">
                  <c:v>9.8964087743069806E-2</c:v>
                </c:pt>
                <c:pt idx="144">
                  <c:v>9.9067387587459296E-2</c:v>
                </c:pt>
                <c:pt idx="145">
                  <c:v>9.9160978448820103E-2</c:v>
                </c:pt>
                <c:pt idx="146">
                  <c:v>9.9248103575977395E-2</c:v>
                </c:pt>
                <c:pt idx="147">
                  <c:v>9.9332006205443704E-2</c:v>
                </c:pt>
                <c:pt idx="148">
                  <c:v>9.9415929562929301E-2</c:v>
                </c:pt>
                <c:pt idx="149">
                  <c:v>9.95031168644189E-2</c:v>
                </c:pt>
                <c:pt idx="150">
                  <c:v>9.9596811315416603E-2</c:v>
                </c:pt>
                <c:pt idx="151">
                  <c:v>9.9700256108858895E-2</c:v>
                </c:pt>
                <c:pt idx="152">
                  <c:v>9.9816694423671096E-2</c:v>
                </c:pt>
                <c:pt idx="153">
                  <c:v>9.9949369420926401E-2</c:v>
                </c:pt>
                <c:pt idx="154">
                  <c:v>0.10010152423936</c:v>
                </c:pt>
                <c:pt idx="155">
                  <c:v>0.100276401990351</c:v>
                </c:pt>
                <c:pt idx="156">
                  <c:v>0.100477245751385</c:v>
                </c:pt>
                <c:pt idx="157">
                  <c:v>0.100707298558944</c:v>
                </c:pt>
                <c:pt idx="158">
                  <c:v>0.100969803400286</c:v>
                </c:pt>
                <c:pt idx="159">
                  <c:v>0.101268003204424</c:v>
                </c:pt>
                <c:pt idx="160">
                  <c:v>0.10160514083146201</c:v>
                </c:pt>
                <c:pt idx="161">
                  <c:v>0.101984459062454</c:v>
                </c:pt>
                <c:pt idx="162">
                  <c:v>0.10240920058620701</c:v>
                </c:pt>
                <c:pt idx="163">
                  <c:v>0.102882607986787</c:v>
                </c:pt>
                <c:pt idx="164">
                  <c:v>0.103407923729937</c:v>
                </c:pt>
                <c:pt idx="165">
                  <c:v>0.10414618385279401</c:v>
                </c:pt>
                <c:pt idx="166">
                  <c:v>0.10531311199139</c:v>
                </c:pt>
                <c:pt idx="167">
                  <c:v>0.106911809112686</c:v>
                </c:pt>
                <c:pt idx="168">
                  <c:v>0.10894420073938001</c:v>
                </c:pt>
                <c:pt idx="169">
                  <c:v>0.111412207086603</c:v>
                </c:pt>
                <c:pt idx="170">
                  <c:v>0.11431774298434901</c:v>
                </c:pt>
                <c:pt idx="171">
                  <c:v>0.117662717800893</c:v>
                </c:pt>
                <c:pt idx="172">
                  <c:v>0.121449035364285</c:v>
                </c:pt>
                <c:pt idx="173">
                  <c:v>0.12567859388515901</c:v>
                </c:pt>
                <c:pt idx="174">
                  <c:v>0.130353285878515</c:v>
                </c:pt>
                <c:pt idx="175">
                  <c:v>0.13547499808500599</c:v>
                </c:pt>
                <c:pt idx="176">
                  <c:v>0.14104561139278701</c:v>
                </c:pt>
                <c:pt idx="177">
                  <c:v>0.147067000759149</c:v>
                </c:pt>
                <c:pt idx="178">
                  <c:v>0.15354103513047801</c:v>
                </c:pt>
                <c:pt idx="179">
                  <c:v>0.160469577363898</c:v>
                </c:pt>
                <c:pt idx="180">
                  <c:v>0.167854484147789</c:v>
                </c:pt>
                <c:pt idx="181">
                  <c:v>0.17569760592172101</c:v>
                </c:pt>
                <c:pt idx="182">
                  <c:v>0.18400078679717799</c:v>
                </c:pt>
                <c:pt idx="183">
                  <c:v>0.192765864477007</c:v>
                </c:pt>
                <c:pt idx="184">
                  <c:v>0.20199467017526501</c:v>
                </c:pt>
                <c:pt idx="185">
                  <c:v>0.21168902853753199</c:v>
                </c:pt>
                <c:pt idx="186">
                  <c:v>0.22185075755886099</c:v>
                </c:pt>
                <c:pt idx="187">
                  <c:v>0.232481668504603</c:v>
                </c:pt>
                <c:pt idx="188">
                  <c:v>0.243583565827732</c:v>
                </c:pt>
                <c:pt idx="189">
                  <c:v>0.25542290995317402</c:v>
                </c:pt>
                <c:pt idx="190">
                  <c:v>0.26865709407604099</c:v>
                </c:pt>
                <c:pt idx="191">
                  <c:v>0.28320306267333201</c:v>
                </c:pt>
                <c:pt idx="192">
                  <c:v>0.29893580871626102</c:v>
                </c:pt>
                <c:pt idx="193">
                  <c:v>0.31573035548443401</c:v>
                </c:pt>
                <c:pt idx="194">
                  <c:v>0.333461769458887</c:v>
                </c:pt>
                <c:pt idx="195">
                  <c:v>0.35200517178124402</c:v>
                </c:pt>
                <c:pt idx="196">
                  <c:v>0.37123574828058498</c:v>
                </c:pt>
                <c:pt idx="197">
                  <c:v>0.39102875806806803</c:v>
                </c:pt>
                <c:pt idx="198">
                  <c:v>0.41125954070013698</c:v>
                </c:pt>
                <c:pt idx="199">
                  <c:v>0.43180352191312099</c:v>
                </c:pt>
                <c:pt idx="200">
                  <c:v>0.45253621792707999</c:v>
                </c:pt>
                <c:pt idx="201">
                  <c:v>0.47333323832520202</c:v>
                </c:pt>
                <c:pt idx="202">
                  <c:v>0.494070287505466</c:v>
                </c:pt>
                <c:pt idx="203">
                  <c:v>0.51462316471119196</c:v>
                </c:pt>
                <c:pt idx="204">
                  <c:v>0.53486776263681501</c:v>
                </c:pt>
                <c:pt idx="205">
                  <c:v>0.55468006461628605</c:v>
                </c:pt>
                <c:pt idx="206">
                  <c:v>0.57393614039067398</c:v>
                </c:pt>
                <c:pt idx="207">
                  <c:v>0.59251214046002199</c:v>
                </c:pt>
                <c:pt idx="208">
                  <c:v>0.61028428901943599</c:v>
                </c:pt>
                <c:pt idx="209">
                  <c:v>0.627128875479532</c:v>
                </c:pt>
                <c:pt idx="210">
                  <c:v>0.64292224457547198</c:v>
                </c:pt>
                <c:pt idx="211">
                  <c:v>0.65754078506165003</c:v>
                </c:pt>
                <c:pt idx="212">
                  <c:v>0.67086091699449801</c:v>
                </c:pt>
                <c:pt idx="213">
                  <c:v>0.682759077603734</c:v>
                </c:pt>
                <c:pt idx="214">
                  <c:v>0.69311170574974901</c:v>
                </c:pt>
                <c:pt idx="215">
                  <c:v>0.70179522496862701</c:v>
                </c:pt>
                <c:pt idx="216">
                  <c:v>0.70861246204111406</c:v>
                </c:pt>
                <c:pt idx="217">
                  <c:v>0.713492802705329</c:v>
                </c:pt>
                <c:pt idx="218">
                  <c:v>0.71659665257112204</c:v>
                </c:pt>
                <c:pt idx="219">
                  <c:v>0.718086394410544</c:v>
                </c:pt>
                <c:pt idx="220">
                  <c:v>0.71812432482730704</c:v>
                </c:pt>
                <c:pt idx="221">
                  <c:v>0.71687267722293502</c:v>
                </c:pt>
                <c:pt idx="222">
                  <c:v>0.71449364232830703</c:v>
                </c:pt>
                <c:pt idx="223">
                  <c:v>0.71114938630267899</c:v>
                </c:pt>
                <c:pt idx="224">
                  <c:v>0.70700206640381702</c:v>
                </c:pt>
                <c:pt idx="225">
                  <c:v>0.702213844227628</c:v>
                </c:pt>
                <c:pt idx="226">
                  <c:v>0.69694689651945696</c:v>
                </c:pt>
                <c:pt idx="227">
                  <c:v>0.691363423558089</c:v>
                </c:pt>
                <c:pt idx="228">
                  <c:v>0.68562565510906803</c:v>
                </c:pt>
                <c:pt idx="229">
                  <c:v>0.67989585395085195</c:v>
                </c:pt>
                <c:pt idx="230">
                  <c:v>0.67433631696965901</c:v>
                </c:pt>
                <c:pt idx="231">
                  <c:v>0.66910937382443902</c:v>
                </c:pt>
                <c:pt idx="232">
                  <c:v>0.66437738317988204</c:v>
                </c:pt>
                <c:pt idx="233">
                  <c:v>0.66030272650788902</c:v>
                </c:pt>
                <c:pt idx="234">
                  <c:v>0.65704779945506797</c:v>
                </c:pt>
                <c:pt idx="235">
                  <c:v>0.654775000779795</c:v>
                </c:pt>
                <c:pt idx="236">
                  <c:v>0.65364671885355097</c:v>
                </c:pt>
                <c:pt idx="237">
                  <c:v>0.65382531573292502</c:v>
                </c:pt>
                <c:pt idx="238">
                  <c:v>0.65547310879878795</c:v>
                </c:pt>
                <c:pt idx="239">
                  <c:v>0.65875234996806098</c:v>
                </c:pt>
                <c:pt idx="240">
                  <c:v>0.66312096133273002</c:v>
                </c:pt>
                <c:pt idx="241">
                  <c:v>0.66689533646888699</c:v>
                </c:pt>
                <c:pt idx="242">
                  <c:v>0.67013927242967097</c:v>
                </c:pt>
                <c:pt idx="243">
                  <c:v>0.673013240298037</c:v>
                </c:pt>
                <c:pt idx="244">
                  <c:v>0.67567768901499703</c:v>
                </c:pt>
                <c:pt idx="245">
                  <c:v>0.67829304966936499</c:v>
                </c:pt>
                <c:pt idx="246">
                  <c:v>0.68101973741219202</c:v>
                </c:pt>
                <c:pt idx="247">
                  <c:v>0.68401815099548002</c:v>
                </c:pt>
                <c:pt idx="248">
                  <c:v>0.68744866993736298</c:v>
                </c:pt>
                <c:pt idx="249">
                  <c:v>0.69147164931187</c:v>
                </c:pt>
                <c:pt idx="250">
                  <c:v>0.69624741216546304</c:v>
                </c:pt>
                <c:pt idx="251">
                  <c:v>0.70193623956096296</c:v>
                </c:pt>
                <c:pt idx="252">
                  <c:v>0.70869835824908201</c:v>
                </c:pt>
                <c:pt idx="253">
                  <c:v>0.71669392597064596</c:v>
                </c:pt>
                <c:pt idx="254">
                  <c:v>0.726083014390833</c:v>
                </c:pt>
                <c:pt idx="255">
                  <c:v>0.73702558966731702</c:v>
                </c:pt>
                <c:pt idx="256">
                  <c:v>0.74968149065743905</c:v>
                </c:pt>
                <c:pt idx="257">
                  <c:v>0.76421040476716295</c:v>
                </c:pt>
                <c:pt idx="258">
                  <c:v>0.78077184144794698</c:v>
                </c:pt>
                <c:pt idx="259">
                  <c:v>0.79952510334576599</c:v>
                </c:pt>
                <c:pt idx="260">
                  <c:v>0.82062925511250395</c:v>
                </c:pt>
                <c:pt idx="261">
                  <c:v>0.84424308988309005</c:v>
                </c:pt>
                <c:pt idx="262">
                  <c:v>0.87052509343292805</c:v>
                </c:pt>
                <c:pt idx="263">
                  <c:v>0.89963340602289299</c:v>
                </c:pt>
                <c:pt idx="264">
                  <c:v>0.93172578194425903</c:v>
                </c:pt>
                <c:pt idx="265">
                  <c:v>0.96578187550927497</c:v>
                </c:pt>
                <c:pt idx="266">
                  <c:v>1.00052752516623</c:v>
                </c:pt>
                <c:pt idx="267">
                  <c:v>1.0361291666102399</c:v>
                </c:pt>
                <c:pt idx="268">
                  <c:v>1.0727565392643199</c:v>
                </c:pt>
                <c:pt idx="269">
                  <c:v>1.1105791246454699</c:v>
                </c:pt>
                <c:pt idx="270">
                  <c:v>1.1497661288487899</c:v>
                </c:pt>
                <c:pt idx="271">
                  <c:v>1.1904864623704099</c:v>
                </c:pt>
                <c:pt idx="272">
                  <c:v>1.2329087172837001</c:v>
                </c:pt>
                <c:pt idx="273">
                  <c:v>1.2772011417708899</c:v>
                </c:pt>
                <c:pt idx="274">
                  <c:v>1.32353161202636</c:v>
                </c:pt>
                <c:pt idx="275">
                  <c:v>1.3720676015390001</c:v>
                </c:pt>
                <c:pt idx="276">
                  <c:v>1.42297614776759</c:v>
                </c:pt>
                <c:pt idx="277">
                  <c:v>1.4764238162224099</c:v>
                </c:pt>
                <c:pt idx="278">
                  <c:v>1.53257666196875</c:v>
                </c:pt>
                <c:pt idx="279">
                  <c:v>1.5916001885686799</c:v>
                </c:pt>
                <c:pt idx="280">
                  <c:v>1.6536593044779599</c:v>
                </c:pt>
                <c:pt idx="281">
                  <c:v>1.7189182769208</c:v>
                </c:pt>
                <c:pt idx="282">
                  <c:v>1.7875406832605401</c:v>
                </c:pt>
                <c:pt idx="283">
                  <c:v>1.8596893598931701</c:v>
                </c:pt>
                <c:pt idx="284">
                  <c:v>1.93552634868647</c:v>
                </c:pt>
                <c:pt idx="285">
                  <c:v>2.0152128409937702</c:v>
                </c:pt>
                <c:pt idx="286">
                  <c:v>2.09890911927224</c:v>
                </c:pt>
                <c:pt idx="287">
                  <c:v>2.1867744963361</c:v>
                </c:pt>
                <c:pt idx="288">
                  <c:v>2.27896725228157</c:v>
                </c:pt>
                <c:pt idx="289">
                  <c:v>2.3750140178569099</c:v>
                </c:pt>
                <c:pt idx="290">
                  <c:v>2.47425782666908</c:v>
                </c:pt>
                <c:pt idx="291">
                  <c:v>2.5766720199533402</c:v>
                </c:pt>
                <c:pt idx="292">
                  <c:v>2.6822301041165</c:v>
                </c:pt>
                <c:pt idx="293">
                  <c:v>2.7909053722650099</c:v>
                </c:pt>
                <c:pt idx="294">
                  <c:v>2.9026709105891002</c:v>
                </c:pt>
                <c:pt idx="295">
                  <c:v>3.0174996047264901</c:v>
                </c:pt>
                <c:pt idx="296">
                  <c:v>3.13536414610742</c:v>
                </c:pt>
                <c:pt idx="297">
                  <c:v>3.2562370382768302</c:v>
                </c:pt>
                <c:pt idx="298">
                  <c:v>3.3800906031937199</c:v>
                </c:pt>
                <c:pt idx="299">
                  <c:v>3.5068969875061802</c:v>
                </c:pt>
                <c:pt idx="300">
                  <c:v>3.6366281688002902</c:v>
                </c:pt>
                <c:pt idx="301">
                  <c:v>3.7692559618215702</c:v>
                </c:pt>
                <c:pt idx="302">
                  <c:v>3.9047520246684799</c:v>
                </c:pt>
                <c:pt idx="303">
                  <c:v>4.0430878649556501</c:v>
                </c:pt>
                <c:pt idx="304">
                  <c:v>4.1842348459454204</c:v>
                </c:pt>
                <c:pt idx="305">
                  <c:v>4.32816419264842</c:v>
                </c:pt>
                <c:pt idx="306">
                  <c:v>4.4748469978892098</c:v>
                </c:pt>
                <c:pt idx="307">
                  <c:v>4.6242542283374402</c:v>
                </c:pt>
                <c:pt idx="308">
                  <c:v>4.7763567305042303</c:v>
                </c:pt>
                <c:pt idx="309">
                  <c:v>4.9311252366994802</c:v>
                </c:pt>
                <c:pt idx="310">
                  <c:v>5.0885303709526397</c:v>
                </c:pt>
                <c:pt idx="311">
                  <c:v>5.2485426548930496</c:v>
                </c:pt>
                <c:pt idx="312">
                  <c:v>5.4111325135913502</c:v>
                </c:pt>
                <c:pt idx="313">
                  <c:v>5.57649446868448</c:v>
                </c:pt>
                <c:pt idx="314">
                  <c:v>5.7456085669924102</c:v>
                </c:pt>
                <c:pt idx="315">
                  <c:v>5.9184371413317898</c:v>
                </c:pt>
                <c:pt idx="316">
                  <c:v>6.0947985474438102</c:v>
                </c:pt>
                <c:pt idx="317">
                  <c:v>6.2745118755557003</c:v>
                </c:pt>
                <c:pt idx="318">
                  <c:v>6.4573970082904104</c:v>
                </c:pt>
                <c:pt idx="319">
                  <c:v>6.6432746755342302</c:v>
                </c:pt>
                <c:pt idx="320">
                  <c:v>6.8319665062703701</c:v>
                </c:pt>
                <c:pt idx="321">
                  <c:v>7.0232950773962202</c:v>
                </c:pt>
                <c:pt idx="322">
                  <c:v>7.2170839595365601</c:v>
                </c:pt>
                <c:pt idx="323">
                  <c:v>7.4131577598741698</c:v>
                </c:pt>
                <c:pt idx="324">
                  <c:v>7.6113421620163102</c:v>
                </c:pt>
                <c:pt idx="325">
                  <c:v>7.8114639629189302</c:v>
                </c:pt>
                <c:pt idx="326">
                  <c:v>8.0133511068926495</c:v>
                </c:pt>
                <c:pt idx="327">
                  <c:v>8.2168327167145705</c:v>
                </c:pt>
                <c:pt idx="328">
                  <c:v>8.4217391218730207</c:v>
                </c:pt>
                <c:pt idx="329">
                  <c:v>8.6279018839717292</c:v>
                </c:pt>
                <c:pt idx="330">
                  <c:v>8.8351538193237893</c:v>
                </c:pt>
                <c:pt idx="331">
                  <c:v>9.0433290187633606</c:v>
                </c:pt>
                <c:pt idx="332">
                  <c:v>9.2522628647061502</c:v>
                </c:pt>
                <c:pt idx="333">
                  <c:v>9.4617920454913396</c:v>
                </c:pt>
                <c:pt idx="334">
                  <c:v>9.6717545670350802</c:v>
                </c:pt>
                <c:pt idx="335">
                  <c:v>9.8819897618295691</c:v>
                </c:pt>
                <c:pt idx="336">
                  <c:v>10.092338295320101</c:v>
                </c:pt>
                <c:pt idx="337">
                  <c:v>10.302688155155799</c:v>
                </c:pt>
                <c:pt idx="338">
                  <c:v>10.514704270385799</c:v>
                </c:pt>
                <c:pt idx="339">
                  <c:v>10.7291331549691</c:v>
                </c:pt>
                <c:pt idx="340">
                  <c:v>10.9457646740003</c:v>
                </c:pt>
                <c:pt idx="341">
                  <c:v>11.1643902452345</c:v>
                </c:pt>
                <c:pt idx="342">
                  <c:v>11.3848028833157</c:v>
                </c:pt>
                <c:pt idx="343">
                  <c:v>11.6067972396533</c:v>
                </c:pt>
                <c:pt idx="344">
                  <c:v>11.8301696379893</c:v>
                </c:pt>
                <c:pt idx="345">
                  <c:v>12.054718105709201</c:v>
                </c:pt>
                <c:pt idx="346">
                  <c:v>12.2802424009429</c:v>
                </c:pt>
                <c:pt idx="347">
                  <c:v>12.506544035511901</c:v>
                </c:pt>
                <c:pt idx="348">
                  <c:v>12.733426293772199</c:v>
                </c:pt>
                <c:pt idx="349">
                  <c:v>12.9606942474113</c:v>
                </c:pt>
                <c:pt idx="350">
                  <c:v>13.1881547662502</c:v>
                </c:pt>
                <c:pt idx="351">
                  <c:v>13.4156165251121</c:v>
                </c:pt>
                <c:pt idx="352">
                  <c:v>13.642890006809401</c:v>
                </c:pt>
                <c:pt idx="353">
                  <c:v>13.869787501309</c:v>
                </c:pt>
                <c:pt idx="354">
                  <c:v>14.096123101131999</c:v>
                </c:pt>
                <c:pt idx="355">
                  <c:v>14.321712693044301</c:v>
                </c:pt>
                <c:pt idx="356">
                  <c:v>14.546373946096899</c:v>
                </c:pt>
                <c:pt idx="357">
                  <c:v>14.769926296068499</c:v>
                </c:pt>
                <c:pt idx="358">
                  <c:v>14.9921909263707</c:v>
                </c:pt>
                <c:pt idx="359">
                  <c:v>15.212990745465399</c:v>
                </c:pt>
                <c:pt idx="360">
                  <c:v>15.4321503608529</c:v>
                </c:pt>
                <c:pt idx="361">
                  <c:v>15.649496049680399</c:v>
                </c:pt>
                <c:pt idx="362">
                  <c:v>15.8648900066053</c:v>
                </c:pt>
                <c:pt idx="363">
                  <c:v>16.079261666237699</c:v>
                </c:pt>
                <c:pt idx="364">
                  <c:v>16.293089091462001</c:v>
                </c:pt>
                <c:pt idx="365">
                  <c:v>16.5063660528523</c:v>
                </c:pt>
                <c:pt idx="366">
                  <c:v>16.719086388580301</c:v>
                </c:pt>
                <c:pt idx="367">
                  <c:v>16.931244004000298</c:v>
                </c:pt>
                <c:pt idx="368">
                  <c:v>17.1428328712318</c:v>
                </c:pt>
                <c:pt idx="369">
                  <c:v>17.353847028735601</c:v>
                </c:pt>
                <c:pt idx="370">
                  <c:v>17.5642805808885</c:v>
                </c:pt>
                <c:pt idx="371">
                  <c:v>17.774127697550899</c:v>
                </c:pt>
                <c:pt idx="372">
                  <c:v>17.983382613633498</c:v>
                </c:pt>
                <c:pt idx="373">
                  <c:v>18.192039628657401</c:v>
                </c:pt>
                <c:pt idx="374">
                  <c:v>18.400093106312401</c:v>
                </c:pt>
                <c:pt idx="375">
                  <c:v>18.607537474010599</c:v>
                </c:pt>
                <c:pt idx="376">
                  <c:v>18.814367222436701</c:v>
                </c:pt>
                <c:pt idx="377">
                  <c:v>19.020576905094099</c:v>
                </c:pt>
                <c:pt idx="378">
                  <c:v>19.226161137849001</c:v>
                </c:pt>
                <c:pt idx="379">
                  <c:v>19.431114598469399</c:v>
                </c:pt>
                <c:pt idx="380">
                  <c:v>19.635432026161499</c:v>
                </c:pt>
                <c:pt idx="381">
                  <c:v>19.839108221103402</c:v>
                </c:pt>
                <c:pt idx="382">
                  <c:v>20.042138043974401</c:v>
                </c:pt>
                <c:pt idx="383">
                  <c:v>20.2445164154827</c:v>
                </c:pt>
                <c:pt idx="384">
                  <c:v>20.4462383158885</c:v>
                </c:pt>
                <c:pt idx="385">
                  <c:v>20.647298784525301</c:v>
                </c:pt>
                <c:pt idx="386">
                  <c:v>20.847692919317399</c:v>
                </c:pt>
                <c:pt idx="387">
                  <c:v>21.047415876296199</c:v>
                </c:pt>
                <c:pt idx="388">
                  <c:v>21.2469323042165</c:v>
                </c:pt>
                <c:pt idx="389">
                  <c:v>21.446896162184501</c:v>
                </c:pt>
                <c:pt idx="390">
                  <c:v>21.6471670237061</c:v>
                </c:pt>
                <c:pt idx="391">
                  <c:v>21.847596038855801</c:v>
                </c:pt>
                <c:pt idx="392">
                  <c:v>22.048035717718999</c:v>
                </c:pt>
                <c:pt idx="393">
                  <c:v>22.248339932614901</c:v>
                </c:pt>
                <c:pt idx="394">
                  <c:v>22.448363917795</c:v>
                </c:pt>
                <c:pt idx="395">
                  <c:v>22.6479642666568</c:v>
                </c:pt>
                <c:pt idx="396">
                  <c:v>22.846998926506402</c:v>
                </c:pt>
                <c:pt idx="397">
                  <c:v>23.0453271909081</c:v>
                </c:pt>
                <c:pt idx="398">
                  <c:v>23.242809689658301</c:v>
                </c:pt>
                <c:pt idx="399">
                  <c:v>23.4393083764176</c:v>
                </c:pt>
                <c:pt idx="400">
                  <c:v>23.634686514037998</c:v>
                </c:pt>
                <c:pt idx="401">
                  <c:v>23.828808657620201</c:v>
                </c:pt>
                <c:pt idx="402">
                  <c:v>24.021540635334301</c:v>
                </c:pt>
                <c:pt idx="403">
                  <c:v>24.2127495270399</c:v>
                </c:pt>
                <c:pt idx="404">
                  <c:v>24.402303640734399</c:v>
                </c:pt>
                <c:pt idx="405">
                  <c:v>24.590072486865399</c:v>
                </c:pt>
                <c:pt idx="406">
                  <c:v>24.775926750536399</c:v>
                </c:pt>
                <c:pt idx="407">
                  <c:v>24.9597382616342</c:v>
                </c:pt>
                <c:pt idx="408">
                  <c:v>25.141379962908701</c:v>
                </c:pt>
                <c:pt idx="409">
                  <c:v>25.320725876031702</c:v>
                </c:pt>
                <c:pt idx="410">
                  <c:v>25.4976510656596</c:v>
                </c:pt>
                <c:pt idx="411">
                  <c:v>25.672031601525401</c:v>
                </c:pt>
                <c:pt idx="412">
                  <c:v>25.843744529450198</c:v>
                </c:pt>
                <c:pt idx="413">
                  <c:v>26.0139785799749</c:v>
                </c:pt>
                <c:pt idx="414">
                  <c:v>26.1838706165391</c:v>
                </c:pt>
                <c:pt idx="415">
                  <c:v>26.353244306022699</c:v>
                </c:pt>
                <c:pt idx="416">
                  <c:v>26.521924802747101</c:v>
                </c:pt>
                <c:pt idx="417">
                  <c:v>26.6897387358961</c:v>
                </c:pt>
                <c:pt idx="418">
                  <c:v>26.856514193151199</c:v>
                </c:pt>
                <c:pt idx="419">
                  <c:v>27.0220807005899</c:v>
                </c:pt>
                <c:pt idx="420">
                  <c:v>27.186269198899598</c:v>
                </c:pt>
                <c:pt idx="421">
                  <c:v>27.348912015954301</c:v>
                </c:pt>
                <c:pt idx="422">
                  <c:v>27.509842835799098</c:v>
                </c:pt>
                <c:pt idx="423">
                  <c:v>27.668896664094401</c:v>
                </c:pt>
                <c:pt idx="424">
                  <c:v>27.8259097900564</c:v>
                </c:pt>
                <c:pt idx="425">
                  <c:v>27.9807197449413</c:v>
                </c:pt>
                <c:pt idx="426">
                  <c:v>28.133165257109901</c:v>
                </c:pt>
                <c:pt idx="427">
                  <c:v>28.283086203712099</c:v>
                </c:pt>
                <c:pt idx="428">
                  <c:v>28.4303235590246</c:v>
                </c:pt>
                <c:pt idx="429">
                  <c:v>28.574719339474299</c:v>
                </c:pt>
                <c:pt idx="430">
                  <c:v>28.7161165453781</c:v>
                </c:pt>
                <c:pt idx="431">
                  <c:v>28.8543590994243</c:v>
                </c:pt>
                <c:pt idx="432">
                  <c:v>28.989291781917402</c:v>
                </c:pt>
                <c:pt idx="433">
                  <c:v>29.120760162808299</c:v>
                </c:pt>
                <c:pt idx="434">
                  <c:v>29.248610530524999</c:v>
                </c:pt>
                <c:pt idx="435">
                  <c:v>29.372689817614699</c:v>
                </c:pt>
                <c:pt idx="436">
                  <c:v>29.492845523207802</c:v>
                </c:pt>
                <c:pt idx="437">
                  <c:v>29.6089254783321</c:v>
                </c:pt>
                <c:pt idx="438">
                  <c:v>29.720786620564201</c:v>
                </c:pt>
                <c:pt idx="439">
                  <c:v>29.828530399777499</c:v>
                </c:pt>
                <c:pt idx="440">
                  <c:v>29.932354974469</c:v>
                </c:pt>
                <c:pt idx="441">
                  <c:v>30.032456901907</c:v>
                </c:pt>
                <c:pt idx="442">
                  <c:v>30.129031231787199</c:v>
                </c:pt>
                <c:pt idx="443">
                  <c:v>30.222271594845498</c:v>
                </c:pt>
                <c:pt idx="444">
                  <c:v>30.312370286502301</c:v>
                </c:pt>
                <c:pt idx="445">
                  <c:v>30.399518345610598</c:v>
                </c:pt>
                <c:pt idx="446">
                  <c:v>30.483905628368699</c:v>
                </c:pt>
                <c:pt idx="447">
                  <c:v>30.565720877461001</c:v>
                </c:pt>
                <c:pt idx="448">
                  <c:v>30.645151786480199</c:v>
                </c:pt>
                <c:pt idx="449">
                  <c:v>30.722385059684299</c:v>
                </c:pt>
                <c:pt idx="450">
                  <c:v>30.797606467133601</c:v>
                </c:pt>
                <c:pt idx="451">
                  <c:v>30.871000895255399</c:v>
                </c:pt>
                <c:pt idx="452">
                  <c:v>30.9427523928738</c:v>
                </c:pt>
                <c:pt idx="453">
                  <c:v>31.013044212744799</c:v>
                </c:pt>
                <c:pt idx="454">
                  <c:v>31.082058848631501</c:v>
                </c:pt>
                <c:pt idx="455">
                  <c:v>31.149978067952699</c:v>
                </c:pt>
                <c:pt idx="456">
                  <c:v>31.216982940034701</c:v>
                </c:pt>
                <c:pt idx="457">
                  <c:v>31.283253859996599</c:v>
                </c:pt>
                <c:pt idx="458">
                  <c:v>31.3489705682954</c:v>
                </c:pt>
                <c:pt idx="459">
                  <c:v>31.414312165958599</c:v>
                </c:pt>
                <c:pt idx="460">
                  <c:v>31.479457125527301</c:v>
                </c:pt>
                <c:pt idx="461">
                  <c:v>31.544583297734999</c:v>
                </c:pt>
                <c:pt idx="462">
                  <c:v>31.609875898188001</c:v>
                </c:pt>
                <c:pt idx="463">
                  <c:v>31.675601457012601</c:v>
                </c:pt>
                <c:pt idx="464">
                  <c:v>31.741733445487199</c:v>
                </c:pt>
                <c:pt idx="465">
                  <c:v>31.808150787888</c:v>
                </c:pt>
                <c:pt idx="466">
                  <c:v>31.8747328321605</c:v>
                </c:pt>
                <c:pt idx="467">
                  <c:v>31.941359353645499</c:v>
                </c:pt>
                <c:pt idx="468">
                  <c:v>32.007910556855798</c:v>
                </c:pt>
                <c:pt idx="469">
                  <c:v>32.074267075317103</c:v>
                </c:pt>
                <c:pt idx="470">
                  <c:v>32.140309969480803</c:v>
                </c:pt>
                <c:pt idx="471">
                  <c:v>32.205920722722503</c:v>
                </c:pt>
                <c:pt idx="472">
                  <c:v>32.270981235435798</c:v>
                </c:pt>
                <c:pt idx="473">
                  <c:v>32.3353738172313</c:v>
                </c:pt>
                <c:pt idx="474">
                  <c:v>32.398981177252999</c:v>
                </c:pt>
                <c:pt idx="475">
                  <c:v>32.4616864126208</c:v>
                </c:pt>
                <c:pt idx="476">
                  <c:v>32.523372995008003</c:v>
                </c:pt>
                <c:pt idx="477">
                  <c:v>32.583924755365402</c:v>
                </c:pt>
                <c:pt idx="478">
                  <c:v>32.643225866797998</c:v>
                </c:pt>
                <c:pt idx="479">
                  <c:v>32.701160825602699</c:v>
                </c:pt>
                <c:pt idx="480">
                  <c:v>32.757614430475499</c:v>
                </c:pt>
                <c:pt idx="481">
                  <c:v>32.812471759891899</c:v>
                </c:pt>
                <c:pt idx="482">
                  <c:v>32.865618147669302</c:v>
                </c:pt>
                <c:pt idx="483">
                  <c:v>32.916939156712303</c:v>
                </c:pt>
                <c:pt idx="484">
                  <c:v>32.966320550946598</c:v>
                </c:pt>
                <c:pt idx="485">
                  <c:v>33.0136482654435</c:v>
                </c:pt>
                <c:pt idx="486">
                  <c:v>33.058808374735598</c:v>
                </c:pt>
                <c:pt idx="487">
                  <c:v>33.101687059323702</c:v>
                </c:pt>
                <c:pt idx="488">
                  <c:v>33.1421705703737</c:v>
                </c:pt>
                <c:pt idx="489">
                  <c:v>33.180145192601003</c:v>
                </c:pt>
                <c:pt idx="490">
                  <c:v>33.215497205337101</c:v>
                </c:pt>
                <c:pt idx="491">
                  <c:v>33.248112841773398</c:v>
                </c:pt>
                <c:pt idx="492">
                  <c:v>33.277878246374797</c:v>
                </c:pt>
                <c:pt idx="493">
                  <c:v>33.304679430452801</c:v>
                </c:pt>
                <c:pt idx="494">
                  <c:v>33.328402225888901</c:v>
                </c:pt>
                <c:pt idx="495">
                  <c:v>33.348932236993903</c:v>
                </c:pt>
                <c:pt idx="496">
                  <c:v>33.366154790489801</c:v>
                </c:pt>
                <c:pt idx="497">
                  <c:v>33.379993759944398</c:v>
                </c:pt>
                <c:pt idx="498">
                  <c:v>33.392340219443</c:v>
                </c:pt>
                <c:pt idx="499">
                  <c:v>33.404296188707598</c:v>
                </c:pt>
                <c:pt idx="500">
                  <c:v>33.415868718505699</c:v>
                </c:pt>
                <c:pt idx="501">
                  <c:v>33.427064849094599</c:v>
                </c:pt>
                <c:pt idx="502">
                  <c:v>33.437891610585297</c:v>
                </c:pt>
                <c:pt idx="503">
                  <c:v>33.448356023297798</c:v>
                </c:pt>
                <c:pt idx="504">
                  <c:v>33.458465098110103</c:v>
                </c:pt>
                <c:pt idx="505">
                  <c:v>33.468225836800897</c:v>
                </c:pt>
                <c:pt idx="506">
                  <c:v>33.477645232384504</c:v>
                </c:pt>
                <c:pt idx="507">
                  <c:v>33.486730269439299</c:v>
                </c:pt>
                <c:pt idx="508">
                  <c:v>33.495487924430002</c:v>
                </c:pt>
                <c:pt idx="509">
                  <c:v>33.503925166021801</c:v>
                </c:pt>
                <c:pt idx="510">
                  <c:v>33.512048955388998</c:v>
                </c:pt>
                <c:pt idx="511">
                  <c:v>33.5198662465166</c:v>
                </c:pt>
                <c:pt idx="512">
                  <c:v>33.527383986494101</c:v>
                </c:pt>
                <c:pt idx="513">
                  <c:v>33.534609115804599</c:v>
                </c:pt>
                <c:pt idx="514">
                  <c:v>33.541548568605101</c:v>
                </c:pt>
                <c:pt idx="515">
                  <c:v>33.548209273001397</c:v>
                </c:pt>
                <c:pt idx="516">
                  <c:v>33.554598151316299</c:v>
                </c:pt>
                <c:pt idx="517">
                  <c:v>33.560722120350299</c:v>
                </c:pt>
                <c:pt idx="518">
                  <c:v>33.566588091636497</c:v>
                </c:pt>
                <c:pt idx="519">
                  <c:v>33.572202971688696</c:v>
                </c:pt>
                <c:pt idx="520">
                  <c:v>33.577573662242202</c:v>
                </c:pt>
                <c:pt idx="521">
                  <c:v>33.582707060489</c:v>
                </c:pt>
                <c:pt idx="522">
                  <c:v>33.587610059305902</c:v>
                </c:pt>
                <c:pt idx="523">
                  <c:v>33.592289547476</c:v>
                </c:pt>
                <c:pt idx="524">
                  <c:v>33.596752409903402</c:v>
                </c:pt>
                <c:pt idx="525">
                  <c:v>33.601005527822203</c:v>
                </c:pt>
                <c:pt idx="526">
                  <c:v>33.605055778997503</c:v>
                </c:pt>
                <c:pt idx="527">
                  <c:v>33.608910037921802</c:v>
                </c:pt>
                <c:pt idx="528">
                  <c:v>33.612575176002501</c:v>
                </c:pt>
                <c:pt idx="529">
                  <c:v>33.6160580617451</c:v>
                </c:pt>
                <c:pt idx="530">
                  <c:v>33.6193655609285</c:v>
                </c:pt>
                <c:pt idx="531">
                  <c:v>33.6225045367744</c:v>
                </c:pt>
                <c:pt idx="532">
                  <c:v>33.625481850109203</c:v>
                </c:pt>
                <c:pt idx="533">
                  <c:v>33.628304359521501</c:v>
                </c:pt>
                <c:pt idx="534">
                  <c:v>33.630978921510298</c:v>
                </c:pt>
                <c:pt idx="535">
                  <c:v>33.633512390628901</c:v>
                </c:pt>
                <c:pt idx="536">
                  <c:v>33.635911619621602</c:v>
                </c:pt>
                <c:pt idx="537">
                  <c:v>33.638183459553403</c:v>
                </c:pt>
                <c:pt idx="538">
                  <c:v>33.640334759933999</c:v>
                </c:pt>
                <c:pt idx="539">
                  <c:v>33.642372368835098</c:v>
                </c:pt>
                <c:pt idx="540">
                  <c:v>33.644303133000399</c:v>
                </c:pt>
                <c:pt idx="541">
                  <c:v>33.646133897950698</c:v>
                </c:pt>
                <c:pt idx="542">
                  <c:v>33.647871508080797</c:v>
                </c:pt>
                <c:pt idx="543">
                  <c:v>33.649522806751698</c:v>
                </c:pt>
                <c:pt idx="544">
                  <c:v>33.651094636374197</c:v>
                </c:pt>
                <c:pt idx="545">
                  <c:v>33.652593838488201</c:v>
                </c:pt>
                <c:pt idx="546">
                  <c:v>33.6540272538344</c:v>
                </c:pt>
                <c:pt idx="547">
                  <c:v>33.6554017224191</c:v>
                </c:pt>
                <c:pt idx="548">
                  <c:v>33.656724083573899</c:v>
                </c:pt>
                <c:pt idx="549">
                  <c:v>33.658001176007403</c:v>
                </c:pt>
                <c:pt idx="550">
                  <c:v>33.659239837851899</c:v>
                </c:pt>
                <c:pt idx="551">
                  <c:v>33.660446906702198</c:v>
                </c:pt>
                <c:pt idx="552">
                  <c:v>33.661629219649697</c:v>
                </c:pt>
                <c:pt idx="553">
                  <c:v>33.662793613307798</c:v>
                </c:pt>
                <c:pt idx="554">
                  <c:v>33.663946923832803</c:v>
                </c:pt>
                <c:pt idx="555">
                  <c:v>33.665095986937402</c:v>
                </c:pt>
                <c:pt idx="556">
                  <c:v>33.666247637898302</c:v>
                </c:pt>
                <c:pt idx="557">
                  <c:v>33.667408711556298</c:v>
                </c:pt>
                <c:pt idx="558">
                  <c:v>33.668586042310999</c:v>
                </c:pt>
                <c:pt idx="559">
                  <c:v>33.669786464108697</c:v>
                </c:pt>
                <c:pt idx="560">
                  <c:v>33.671016810424</c:v>
                </c:pt>
                <c:pt idx="561">
                  <c:v>33.6722839142341</c:v>
                </c:pt>
                <c:pt idx="562">
                  <c:v>33.6735946079881</c:v>
                </c:pt>
                <c:pt idx="563">
                  <c:v>33.674955723568502</c:v>
                </c:pt>
                <c:pt idx="564">
                  <c:v>33.6763740922473</c:v>
                </c:pt>
                <c:pt idx="565">
                  <c:v>33.677856544634302</c:v>
                </c:pt>
                <c:pt idx="566">
                  <c:v>33.679409910620997</c:v>
                </c:pt>
                <c:pt idx="567">
                  <c:v>33.6810410193157</c:v>
                </c:pt>
                <c:pt idx="568">
                  <c:v>33.682756698974103</c:v>
                </c:pt>
                <c:pt idx="569">
                  <c:v>33.684563776922502</c:v>
                </c:pt>
                <c:pt idx="570">
                  <c:v>33.686457962676798</c:v>
                </c:pt>
                <c:pt idx="571">
                  <c:v>33.688415036062899</c:v>
                </c:pt>
                <c:pt idx="572">
                  <c:v>33.690433110098503</c:v>
                </c:pt>
                <c:pt idx="573">
                  <c:v>33.692511456509202</c:v>
                </c:pt>
                <c:pt idx="574">
                  <c:v>33.694649346951998</c:v>
                </c:pt>
                <c:pt idx="575">
                  <c:v>33.696846053020998</c:v>
                </c:pt>
                <c:pt idx="576">
                  <c:v>33.699100846253302</c:v>
                </c:pt>
                <c:pt idx="577">
                  <c:v>33.701412998135197</c:v>
                </c:pt>
                <c:pt idx="578">
                  <c:v>33.703781780108002</c:v>
                </c:pt>
                <c:pt idx="579">
                  <c:v>33.706206463573203</c:v>
                </c:pt>
                <c:pt idx="580">
                  <c:v>33.708686319898497</c:v>
                </c:pt>
                <c:pt idx="581">
                  <c:v>33.711220620423603</c:v>
                </c:pt>
                <c:pt idx="582">
                  <c:v>33.713808636465501</c:v>
                </c:pt>
                <c:pt idx="583">
                  <c:v>33.7164496393234</c:v>
                </c:pt>
                <c:pt idx="584">
                  <c:v>33.719142900284901</c:v>
                </c:pt>
                <c:pt idx="585">
                  <c:v>33.721887690630901</c:v>
                </c:pt>
                <c:pt idx="586">
                  <c:v>33.724683281640701</c:v>
                </c:pt>
                <c:pt idx="587">
                  <c:v>33.727528944597402</c:v>
                </c:pt>
                <c:pt idx="588">
                  <c:v>33.730423950792698</c:v>
                </c:pt>
                <c:pt idx="589">
                  <c:v>33.733367571532</c:v>
                </c:pt>
                <c:pt idx="590">
                  <c:v>33.7363590781395</c:v>
                </c:pt>
                <c:pt idx="591">
                  <c:v>33.739397741962598</c:v>
                </c:pt>
                <c:pt idx="592">
                  <c:v>33.7424828343771</c:v>
                </c:pt>
                <c:pt idx="593">
                  <c:v>33.745613626791801</c:v>
                </c:pt>
                <c:pt idx="594">
                  <c:v>33.748789390653002</c:v>
                </c:pt>
                <c:pt idx="595">
                  <c:v>33.752009397448802</c:v>
                </c:pt>
                <c:pt idx="596">
                  <c:v>33.755272918714603</c:v>
                </c:pt>
                <c:pt idx="597">
                  <c:v>33.758579226035899</c:v>
                </c:pt>
                <c:pt idx="598">
                  <c:v>33.761927591054302</c:v>
                </c:pt>
                <c:pt idx="599">
                  <c:v>33.765317285470502</c:v>
                </c:pt>
                <c:pt idx="600">
                  <c:v>33.768747581049098</c:v>
                </c:pt>
                <c:pt idx="601">
                  <c:v>33.772217749622797</c:v>
                </c:pt>
                <c:pt idx="602">
                  <c:v>33.7757270630958</c:v>
                </c:pt>
                <c:pt idx="603">
                  <c:v>33.7792747934487</c:v>
                </c:pt>
                <c:pt idx="604">
                  <c:v>33.782860212741099</c:v>
                </c:pt>
                <c:pt idx="605">
                  <c:v>33.786482593117199</c:v>
                </c:pt>
                <c:pt idx="606">
                  <c:v>33.790141206807697</c:v>
                </c:pt>
                <c:pt idx="607">
                  <c:v>33.793835326134698</c:v>
                </c:pt>
                <c:pt idx="608">
                  <c:v>33.797564223514797</c:v>
                </c:pt>
                <c:pt idx="609">
                  <c:v>33.801327171462901</c:v>
                </c:pt>
                <c:pt idx="610">
                  <c:v>33.805123442595402</c:v>
                </c:pt>
                <c:pt idx="611">
                  <c:v>33.808952309633597</c:v>
                </c:pt>
                <c:pt idx="612">
                  <c:v>33.812813045407403</c:v>
                </c:pt>
                <c:pt idx="613">
                  <c:v>33.816704922857603</c:v>
                </c:pt>
                <c:pt idx="614">
                  <c:v>33.820627215040297</c:v>
                </c:pt>
                <c:pt idx="615">
                  <c:v>33.824579195129203</c:v>
                </c:pt>
                <c:pt idx="616">
                  <c:v>33.828560136418602</c:v>
                </c:pt>
                <c:pt idx="617">
                  <c:v>33.832569312326797</c:v>
                </c:pt>
                <c:pt idx="618">
                  <c:v>33.836605996398397</c:v>
                </c:pt>
                <c:pt idx="619">
                  <c:v>33.840669462307901</c:v>
                </c:pt>
                <c:pt idx="620">
                  <c:v>33.844758983861198</c:v>
                </c:pt>
                <c:pt idx="621">
                  <c:v>33.848873834999701</c:v>
                </c:pt>
                <c:pt idx="622">
                  <c:v>33.853013289801801</c:v>
                </c:pt>
                <c:pt idx="623">
                  <c:v>33.857176622485703</c:v>
                </c:pt>
                <c:pt idx="624">
                  <c:v>33.861363107411997</c:v>
                </c:pt>
                <c:pt idx="625">
                  <c:v>33.865572019086002</c:v>
                </c:pt>
                <c:pt idx="626">
                  <c:v>33.869802632159903</c:v>
                </c:pt>
                <c:pt idx="627">
                  <c:v>33.874054221435003</c:v>
                </c:pt>
                <c:pt idx="628">
                  <c:v>33.878326061864001</c:v>
                </c:pt>
                <c:pt idx="629">
                  <c:v>33.882617428552699</c:v>
                </c:pt>
                <c:pt idx="630">
                  <c:v>33.886927596762803</c:v>
                </c:pt>
                <c:pt idx="631">
                  <c:v>33.891255841912702</c:v>
                </c:pt>
                <c:pt idx="632">
                  <c:v>33.895601439580197</c:v>
                </c:pt>
                <c:pt idx="633">
                  <c:v>33.899963665503897</c:v>
                </c:pt>
                <c:pt idx="634">
                  <c:v>33.904341795585303</c:v>
                </c:pt>
                <c:pt idx="635">
                  <c:v>33.908735105889903</c:v>
                </c:pt>
                <c:pt idx="636">
                  <c:v>33.913142872648898</c:v>
                </c:pt>
                <c:pt idx="637">
                  <c:v>33.917564372261097</c:v>
                </c:pt>
                <c:pt idx="638">
                  <c:v>33.921998881293703</c:v>
                </c:pt>
                <c:pt idx="639">
                  <c:v>33.926445676484299</c:v>
                </c:pt>
                <c:pt idx="640">
                  <c:v>33.930904034741502</c:v>
                </c:pt>
                <c:pt idx="641">
                  <c:v>33.9353732331465</c:v>
                </c:pt>
                <c:pt idx="642">
                  <c:v>33.9398525489541</c:v>
                </c:pt>
                <c:pt idx="643">
                  <c:v>33.944341259594196</c:v>
                </c:pt>
                <c:pt idx="644">
                  <c:v>33.948838642671603</c:v>
                </c:pt>
                <c:pt idx="645">
                  <c:v>33.953343975968302</c:v>
                </c:pt>
                <c:pt idx="646">
                  <c:v>33.957856537443703</c:v>
                </c:pt>
                <c:pt idx="647">
                  <c:v>33.962375605234897</c:v>
                </c:pt>
                <c:pt idx="648">
                  <c:v>33.966900457658298</c:v>
                </c:pt>
                <c:pt idx="649">
                  <c:v>33.9714303732096</c:v>
                </c:pt>
                <c:pt idx="650">
                  <c:v>33.975964630564597</c:v>
                </c:pt>
                <c:pt idx="651">
                  <c:v>33.980502508579498</c:v>
                </c:pt>
                <c:pt idx="652">
                  <c:v>33.985043286291599</c:v>
                </c:pt>
                <c:pt idx="653">
                  <c:v>33.989586242919103</c:v>
                </c:pt>
                <c:pt idx="654">
                  <c:v>33.994130657862101</c:v>
                </c:pt>
                <c:pt idx="655">
                  <c:v>33.998675810701997</c:v>
                </c:pt>
                <c:pt idx="656">
                  <c:v>34.003220981202197</c:v>
                </c:pt>
                <c:pt idx="657">
                  <c:v>34.007765449307897</c:v>
                </c:pt>
                <c:pt idx="658">
                  <c:v>34.012308495146002</c:v>
                </c:pt>
                <c:pt idx="659">
                  <c:v>34.016849399025098</c:v>
                </c:pt>
                <c:pt idx="660">
                  <c:v>34.021387441435401</c:v>
                </c:pt>
                <c:pt idx="661">
                  <c:v>34.025921903048399</c:v>
                </c:pt>
                <c:pt idx="662">
                  <c:v>34.0304520647163</c:v>
                </c:pt>
                <c:pt idx="663">
                  <c:v>34.034977207472103</c:v>
                </c:pt>
                <c:pt idx="664">
                  <c:v>34.039496612529</c:v>
                </c:pt>
                <c:pt idx="665">
                  <c:v>34.044009561279303</c:v>
                </c:pt>
                <c:pt idx="666">
                  <c:v>34.048515335294702</c:v>
                </c:pt>
                <c:pt idx="667">
                  <c:v>34.0530132163248</c:v>
                </c:pt>
                <c:pt idx="668">
                  <c:v>34.057502486297103</c:v>
                </c:pt>
                <c:pt idx="669">
                  <c:v>34.061982427315499</c:v>
                </c:pt>
                <c:pt idx="670">
                  <c:v>34.066452321659902</c:v>
                </c:pt>
                <c:pt idx="671">
                  <c:v>34.070911451784902</c:v>
                </c:pt>
                <c:pt idx="672">
                  <c:v>34.075359100318899</c:v>
                </c:pt>
                <c:pt idx="673">
                  <c:v>34.079794550063198</c:v>
                </c:pt>
                <c:pt idx="674">
                  <c:v>34.084217083990502</c:v>
                </c:pt>
                <c:pt idx="675">
                  <c:v>34.088625985243503</c:v>
                </c:pt>
                <c:pt idx="676">
                  <c:v>34.093020537134201</c:v>
                </c:pt>
                <c:pt idx="677">
                  <c:v>34.097400023141901</c:v>
                </c:pt>
                <c:pt idx="678">
                  <c:v>34.101763726912402</c:v>
                </c:pt>
                <c:pt idx="679">
                  <c:v>34.106110932255397</c:v>
                </c:pt>
                <c:pt idx="680">
                  <c:v>34.110440923143997</c:v>
                </c:pt>
                <c:pt idx="681">
                  <c:v>34.1147529837124</c:v>
                </c:pt>
                <c:pt idx="682">
                  <c:v>34.119046398254298</c:v>
                </c:pt>
                <c:pt idx="683">
                  <c:v>34.123320451220998</c:v>
                </c:pt>
                <c:pt idx="684">
                  <c:v>34.127574427219898</c:v>
                </c:pt>
                <c:pt idx="685">
                  <c:v>34.131807611011801</c:v>
                </c:pt>
                <c:pt idx="686">
                  <c:v>34.136019287509498</c:v>
                </c:pt>
                <c:pt idx="687">
                  <c:v>34.140208741775403</c:v>
                </c:pt>
                <c:pt idx="688">
                  <c:v>34.144375259019398</c:v>
                </c:pt>
                <c:pt idx="689">
                  <c:v>34.148518124596798</c:v>
                </c:pt>
                <c:pt idx="690">
                  <c:v>34.152636624005602</c:v>
                </c:pt>
                <c:pt idx="691">
                  <c:v>34.156730042884298</c:v>
                </c:pt>
                <c:pt idx="692">
                  <c:v>34.160797667009703</c:v>
                </c:pt>
                <c:pt idx="693">
                  <c:v>34.164838782293899</c:v>
                </c:pt>
                <c:pt idx="694">
                  <c:v>34.168852674782002</c:v>
                </c:pt>
                <c:pt idx="695">
                  <c:v>34.172838630649402</c:v>
                </c:pt>
                <c:pt idx="696">
                  <c:v>34.1767959361989</c:v>
                </c:pt>
                <c:pt idx="697">
                  <c:v>34.180723877858</c:v>
                </c:pt>
                <c:pt idx="698">
                  <c:v>34.1846217421758</c:v>
                </c:pt>
                <c:pt idx="699">
                  <c:v>34.188492554676202</c:v>
                </c:pt>
                <c:pt idx="700">
                  <c:v>34.192359160309003</c:v>
                </c:pt>
                <c:pt idx="701">
                  <c:v>34.196225557698298</c:v>
                </c:pt>
                <c:pt idx="702">
                  <c:v>34.200091746854298</c:v>
                </c:pt>
                <c:pt idx="703">
                  <c:v>34.203957727787099</c:v>
                </c:pt>
                <c:pt idx="704">
                  <c:v>34.207823500506997</c:v>
                </c:pt>
                <c:pt idx="705">
                  <c:v>34.211689065024203</c:v>
                </c:pt>
                <c:pt idx="706">
                  <c:v>34.215554421348997</c:v>
                </c:pt>
                <c:pt idx="707">
                  <c:v>34.219419569491201</c:v>
                </c:pt>
                <c:pt idx="708">
                  <c:v>34.223284509461401</c:v>
                </c:pt>
                <c:pt idx="709">
                  <c:v>34.227149241269501</c:v>
                </c:pt>
                <c:pt idx="710">
                  <c:v>34.231013764925997</c:v>
                </c:pt>
                <c:pt idx="711">
                  <c:v>34.234878080440801</c:v>
                </c:pt>
                <c:pt idx="712">
                  <c:v>34.238742187824201</c:v>
                </c:pt>
                <c:pt idx="713">
                  <c:v>34.2426060870866</c:v>
                </c:pt>
                <c:pt idx="714">
                  <c:v>34.246469778237802</c:v>
                </c:pt>
                <c:pt idx="715">
                  <c:v>34.250333261288297</c:v>
                </c:pt>
                <c:pt idx="716">
                  <c:v>34.254196536248102</c:v>
                </c:pt>
                <c:pt idx="717">
                  <c:v>34.2580596031274</c:v>
                </c:pt>
                <c:pt idx="718">
                  <c:v>34.261922461936599</c:v>
                </c:pt>
                <c:pt idx="719">
                  <c:v>34.265785112685599</c:v>
                </c:pt>
                <c:pt idx="720">
                  <c:v>34.2696475553849</c:v>
                </c:pt>
                <c:pt idx="721">
                  <c:v>34.2735097900444</c:v>
                </c:pt>
                <c:pt idx="722">
                  <c:v>34.277371816674503</c:v>
                </c:pt>
                <c:pt idx="723">
                  <c:v>34.281233635285098</c:v>
                </c:pt>
                <c:pt idx="724">
                  <c:v>34.285095245886701</c:v>
                </c:pt>
                <c:pt idx="725">
                  <c:v>34.288956648489403</c:v>
                </c:pt>
                <c:pt idx="726">
                  <c:v>34.2928178431033</c:v>
                </c:pt>
                <c:pt idx="727">
                  <c:v>34.296678829738603</c:v>
                </c:pt>
                <c:pt idx="728">
                  <c:v>34.3005396084056</c:v>
                </c:pt>
                <c:pt idx="729">
                  <c:v>34.304400179114403</c:v>
                </c:pt>
                <c:pt idx="730">
                  <c:v>34.3082605418751</c:v>
                </c:pt>
                <c:pt idx="731">
                  <c:v>34.312120696697903</c:v>
                </c:pt>
                <c:pt idx="732">
                  <c:v>34.3159806435932</c:v>
                </c:pt>
                <c:pt idx="733">
                  <c:v>34.319840382571002</c:v>
                </c:pt>
                <c:pt idx="734">
                  <c:v>34.323699913641398</c:v>
                </c:pt>
                <c:pt idx="735">
                  <c:v>34.327559236814899</c:v>
                </c:pt>
                <c:pt idx="736">
                  <c:v>34.331418352101302</c:v>
                </c:pt>
                <c:pt idx="737">
                  <c:v>34.335277259511003</c:v>
                </c:pt>
                <c:pt idx="738">
                  <c:v>34.339135959054097</c:v>
                </c:pt>
                <c:pt idx="739">
                  <c:v>34.342994450740797</c:v>
                </c:pt>
                <c:pt idx="740">
                  <c:v>34.346852734581297</c:v>
                </c:pt>
                <c:pt idx="741">
                  <c:v>34.350710810585802</c:v>
                </c:pt>
                <c:pt idx="742">
                  <c:v>34.354568678764501</c:v>
                </c:pt>
                <c:pt idx="743">
                  <c:v>34.358426339127497</c:v>
                </c:pt>
                <c:pt idx="744">
                  <c:v>34.362283791685002</c:v>
                </c:pt>
                <c:pt idx="745">
                  <c:v>34.366141036447097</c:v>
                </c:pt>
                <c:pt idx="746">
                  <c:v>34.369998073424</c:v>
                </c:pt>
                <c:pt idx="747">
                  <c:v>34.3738549026261</c:v>
                </c:pt>
                <c:pt idx="748">
                  <c:v>34.377711524063301</c:v>
                </c:pt>
                <c:pt idx="749">
                  <c:v>34.381567937745899</c:v>
                </c:pt>
                <c:pt idx="750">
                  <c:v>34.385424143684098</c:v>
                </c:pt>
                <c:pt idx="751">
                  <c:v>34.389280141888001</c:v>
                </c:pt>
                <c:pt idx="752">
                  <c:v>34.393135932367699</c:v>
                </c:pt>
                <c:pt idx="753">
                  <c:v>34.3969915151336</c:v>
                </c:pt>
                <c:pt idx="754">
                  <c:v>34.400846890195702</c:v>
                </c:pt>
                <c:pt idx="755">
                  <c:v>34.404702057564201</c:v>
                </c:pt>
                <c:pt idx="756">
                  <c:v>34.408557017249301</c:v>
                </c:pt>
                <c:pt idx="757">
                  <c:v>34.412411769261297</c:v>
                </c:pt>
                <c:pt idx="758">
                  <c:v>34.416266313610102</c:v>
                </c:pt>
                <c:pt idx="759">
                  <c:v>34.420120650305897</c:v>
                </c:pt>
                <c:pt idx="760">
                  <c:v>34.423974779359099</c:v>
                </c:pt>
                <c:pt idx="761">
                  <c:v>34.427828700779699</c:v>
                </c:pt>
                <c:pt idx="762">
                  <c:v>34.431682414577899</c:v>
                </c:pt>
                <c:pt idx="763">
                  <c:v>34.435535920763897</c:v>
                </c:pt>
                <c:pt idx="764">
                  <c:v>34.439389219347802</c:v>
                </c:pt>
                <c:pt idx="765">
                  <c:v>34.443242310339997</c:v>
                </c:pt>
                <c:pt idx="766">
                  <c:v>34.4470951937503</c:v>
                </c:pt>
                <c:pt idx="767">
                  <c:v>34.4509478695891</c:v>
                </c:pt>
                <c:pt idx="768">
                  <c:v>34.454800337866502</c:v>
                </c:pt>
                <c:pt idx="769">
                  <c:v>34.4586525985926</c:v>
                </c:pt>
                <c:pt idx="770">
                  <c:v>34.462504651777699</c:v>
                </c:pt>
                <c:pt idx="771">
                  <c:v>34.466356497432102</c:v>
                </c:pt>
                <c:pt idx="772">
                  <c:v>34.4702081355655</c:v>
                </c:pt>
                <c:pt idx="773">
                  <c:v>34.474059566188501</c:v>
                </c:pt>
                <c:pt idx="774">
                  <c:v>34.477910789310997</c:v>
                </c:pt>
                <c:pt idx="775">
                  <c:v>34.481761804943297</c:v>
                </c:pt>
                <c:pt idx="776">
                  <c:v>34.485612613095498</c:v>
                </c:pt>
                <c:pt idx="777">
                  <c:v>34.489463213777903</c:v>
                </c:pt>
                <c:pt idx="778">
                  <c:v>34.493313607000402</c:v>
                </c:pt>
                <c:pt idx="779">
                  <c:v>34.497163792773499</c:v>
                </c:pt>
                <c:pt idx="780">
                  <c:v>34.501013771106997</c:v>
                </c:pt>
                <c:pt idx="781">
                  <c:v>34.5048635420113</c:v>
                </c:pt>
                <c:pt idx="782">
                  <c:v>34.508713105496398</c:v>
                </c:pt>
                <c:pt idx="783">
                  <c:v>34.512562461572699</c:v>
                </c:pt>
                <c:pt idx="784">
                  <c:v>34.516411610250103</c:v>
                </c:pt>
                <c:pt idx="785">
                  <c:v>34.520260551538897</c:v>
                </c:pt>
                <c:pt idx="786">
                  <c:v>34.524109285449398</c:v>
                </c:pt>
                <c:pt idx="787">
                  <c:v>34.527957811991399</c:v>
                </c:pt>
                <c:pt idx="788">
                  <c:v>34.531806131175202</c:v>
                </c:pt>
                <c:pt idx="789">
                  <c:v>34.535654243011102</c:v>
                </c:pt>
                <c:pt idx="790">
                  <c:v>34.539502147509197</c:v>
                </c:pt>
                <c:pt idx="791">
                  <c:v>34.543349844679497</c:v>
                </c:pt>
                <c:pt idx="792">
                  <c:v>34.547197334532299</c:v>
                </c:pt>
                <c:pt idx="793">
                  <c:v>34.5510446170777</c:v>
                </c:pt>
                <c:pt idx="794">
                  <c:v>34.554891692326002</c:v>
                </c:pt>
                <c:pt idx="795">
                  <c:v>34.558738560287097</c:v>
                </c:pt>
                <c:pt idx="796">
                  <c:v>34.5625852209714</c:v>
                </c:pt>
                <c:pt idx="797">
                  <c:v>34.566431674388802</c:v>
                </c:pt>
                <c:pt idx="798">
                  <c:v>34.5702779205496</c:v>
                </c:pt>
                <c:pt idx="799">
                  <c:v>34.574123959464103</c:v>
                </c:pt>
                <c:pt idx="800">
                  <c:v>34.577969791142202</c:v>
                </c:pt>
                <c:pt idx="801">
                  <c:v>34.5818154155942</c:v>
                </c:pt>
                <c:pt idx="802">
                  <c:v>34.585660832830101</c:v>
                </c:pt>
                <c:pt idx="803">
                  <c:v>34.589506042860201</c:v>
                </c:pt>
                <c:pt idx="804">
                  <c:v>34.593351045694597</c:v>
                </c:pt>
                <c:pt idx="805">
                  <c:v>34.5971958413434</c:v>
                </c:pt>
                <c:pt idx="806">
                  <c:v>34.601040429816798</c:v>
                </c:pt>
                <c:pt idx="807">
                  <c:v>34.604884811124997</c:v>
                </c:pt>
                <c:pt idx="808">
                  <c:v>34.608728985278098</c:v>
                </c:pt>
                <c:pt idx="809">
                  <c:v>34.6125729522863</c:v>
                </c:pt>
                <c:pt idx="810">
                  <c:v>34.616416712159598</c:v>
                </c:pt>
                <c:pt idx="811">
                  <c:v>34.620260264908197</c:v>
                </c:pt>
                <c:pt idx="812">
                  <c:v>34.624103610542299</c:v>
                </c:pt>
                <c:pt idx="813">
                  <c:v>34.627946749072102</c:v>
                </c:pt>
                <c:pt idx="814">
                  <c:v>34.631789680507602</c:v>
                </c:pt>
                <c:pt idx="815">
                  <c:v>34.635632404859102</c:v>
                </c:pt>
                <c:pt idx="816">
                  <c:v>34.6394749221366</c:v>
                </c:pt>
                <c:pt idx="817">
                  <c:v>34.643317232350299</c:v>
                </c:pt>
                <c:pt idx="818">
                  <c:v>34.647159335510402</c:v>
                </c:pt>
                <c:pt idx="819">
                  <c:v>34.651001231626999</c:v>
                </c:pt>
                <c:pt idx="820">
                  <c:v>34.654842920710202</c:v>
                </c:pt>
                <c:pt idx="821">
                  <c:v>34.658684402770199</c:v>
                </c:pt>
                <c:pt idx="822">
                  <c:v>34.662525677817101</c:v>
                </c:pt>
                <c:pt idx="823">
                  <c:v>34.666366745861097</c:v>
                </c:pt>
                <c:pt idx="824">
                  <c:v>34.6702076069123</c:v>
                </c:pt>
                <c:pt idx="825">
                  <c:v>34.674048260980904</c:v>
                </c:pt>
                <c:pt idx="826">
                  <c:v>34.6778887080769</c:v>
                </c:pt>
                <c:pt idx="827">
                  <c:v>34.681728948210498</c:v>
                </c:pt>
                <c:pt idx="828">
                  <c:v>34.685568981391903</c:v>
                </c:pt>
                <c:pt idx="829">
                  <c:v>34.689408807631303</c:v>
                </c:pt>
                <c:pt idx="830">
                  <c:v>34.693248426938801</c:v>
                </c:pt>
                <c:pt idx="831">
                  <c:v>34.697087839324297</c:v>
                </c:pt>
                <c:pt idx="832">
                  <c:v>34.7009270447981</c:v>
                </c:pt>
                <c:pt idx="833">
                  <c:v>34.704766043370498</c:v>
                </c:pt>
                <c:pt idx="834">
                  <c:v>34.708604835051297</c:v>
                </c:pt>
                <c:pt idx="835">
                  <c:v>34.712443419850999</c:v>
                </c:pt>
                <c:pt idx="836">
                  <c:v>34.716281797779502</c:v>
                </c:pt>
                <c:pt idx="837">
                  <c:v>34.720119968847001</c:v>
                </c:pt>
                <c:pt idx="838">
                  <c:v>34.723957933063701</c:v>
                </c:pt>
                <c:pt idx="839">
                  <c:v>34.727795690439699</c:v>
                </c:pt>
                <c:pt idx="840">
                  <c:v>34.731633240984998</c:v>
                </c:pt>
                <c:pt idx="841">
                  <c:v>34.735470584709802</c:v>
                </c:pt>
                <c:pt idx="842">
                  <c:v>34.7393077216244</c:v>
                </c:pt>
                <c:pt idx="843">
                  <c:v>34.743144651738703</c:v>
                </c:pt>
                <c:pt idx="844">
                  <c:v>34.746981375062902</c:v>
                </c:pt>
                <c:pt idx="845">
                  <c:v>34.750817891607397</c:v>
                </c:pt>
                <c:pt idx="846">
                  <c:v>34.754654201381904</c:v>
                </c:pt>
                <c:pt idx="847">
                  <c:v>34.758490304396801</c:v>
                </c:pt>
                <c:pt idx="848">
                  <c:v>34.762326200662102</c:v>
                </c:pt>
                <c:pt idx="849">
                  <c:v>34.766161890188002</c:v>
                </c:pt>
                <c:pt idx="850">
                  <c:v>34.769997372984598</c:v>
                </c:pt>
                <c:pt idx="851">
                  <c:v>34.773832649062101</c:v>
                </c:pt>
                <c:pt idx="852">
                  <c:v>34.777667718430699</c:v>
                </c:pt>
                <c:pt idx="853">
                  <c:v>34.781502581100199</c:v>
                </c:pt>
                <c:pt idx="854">
                  <c:v>34.785337237081002</c:v>
                </c:pt>
                <c:pt idx="855">
                  <c:v>34.789171686383199</c:v>
                </c:pt>
                <c:pt idx="856">
                  <c:v>34.7930059290168</c:v>
                </c:pt>
                <c:pt idx="857">
                  <c:v>34.796839964992003</c:v>
                </c:pt>
                <c:pt idx="858">
                  <c:v>34.800673794319003</c:v>
                </c:pt>
                <c:pt idx="859">
                  <c:v>34.804507417007997</c:v>
                </c:pt>
                <c:pt idx="860">
                  <c:v>34.808340833068897</c:v>
                </c:pt>
                <c:pt idx="861">
                  <c:v>34.812174042511799</c:v>
                </c:pt>
                <c:pt idx="862">
                  <c:v>34.816007045347</c:v>
                </c:pt>
                <c:pt idx="863">
                  <c:v>34.819839841584603</c:v>
                </c:pt>
                <c:pt idx="864">
                  <c:v>34.823672431234598</c:v>
                </c:pt>
                <c:pt idx="865">
                  <c:v>34.827504814307296</c:v>
                </c:pt>
                <c:pt idx="866">
                  <c:v>34.831336990812702</c:v>
                </c:pt>
                <c:pt idx="867">
                  <c:v>34.835168960761003</c:v>
                </c:pt>
                <c:pt idx="868">
                  <c:v>34.839000724162197</c:v>
                </c:pt>
                <c:pt idx="869">
                  <c:v>34.842832281026602</c:v>
                </c:pt>
                <c:pt idx="870">
                  <c:v>34.846663631364102</c:v>
                </c:pt>
                <c:pt idx="871">
                  <c:v>34.850494775184899</c:v>
                </c:pt>
                <c:pt idx="872">
                  <c:v>34.854325712499303</c:v>
                </c:pt>
                <c:pt idx="873">
                  <c:v>34.858156443317199</c:v>
                </c:pt>
                <c:pt idx="874">
                  <c:v>34.861986967648797</c:v>
                </c:pt>
                <c:pt idx="875">
                  <c:v>34.865817285504299</c:v>
                </c:pt>
                <c:pt idx="876">
                  <c:v>34.869647396893598</c:v>
                </c:pt>
                <c:pt idx="877">
                  <c:v>34.873477301827002</c:v>
                </c:pt>
                <c:pt idx="878">
                  <c:v>34.877307000314502</c:v>
                </c:pt>
                <c:pt idx="879">
                  <c:v>34.881136492366302</c:v>
                </c:pt>
                <c:pt idx="880">
                  <c:v>34.884965777992598</c:v>
                </c:pt>
                <c:pt idx="881">
                  <c:v>34.888794857203301</c:v>
                </c:pt>
                <c:pt idx="882">
                  <c:v>34.8926237300088</c:v>
                </c:pt>
                <c:pt idx="883">
                  <c:v>34.896452396418901</c:v>
                </c:pt>
                <c:pt idx="884">
                  <c:v>34.9002808564438</c:v>
                </c:pt>
                <c:pt idx="885">
                  <c:v>34.904109110093799</c:v>
                </c:pt>
                <c:pt idx="886">
                  <c:v>34.907937157378797</c:v>
                </c:pt>
                <c:pt idx="887">
                  <c:v>34.911764998309003</c:v>
                </c:pt>
                <c:pt idx="888">
                  <c:v>34.915592632894601</c:v>
                </c:pt>
                <c:pt idx="889">
                  <c:v>34.919420061145601</c:v>
                </c:pt>
                <c:pt idx="890">
                  <c:v>34.923247283072101</c:v>
                </c:pt>
                <c:pt idx="891">
                  <c:v>34.927074298684197</c:v>
                </c:pt>
                <c:pt idx="892">
                  <c:v>34.930901107992099</c:v>
                </c:pt>
                <c:pt idx="893">
                  <c:v>34.934727711005898</c:v>
                </c:pt>
                <c:pt idx="894">
                  <c:v>34.938554107735598</c:v>
                </c:pt>
                <c:pt idx="895">
                  <c:v>34.942380298191402</c:v>
                </c:pt>
                <c:pt idx="896">
                  <c:v>34.9462062823835</c:v>
                </c:pt>
                <c:pt idx="897">
                  <c:v>34.950032060321803</c:v>
                </c:pt>
                <c:pt idx="898">
                  <c:v>34.9538576320166</c:v>
                </c:pt>
                <c:pt idx="899">
                  <c:v>34.957682997477797</c:v>
                </c:pt>
                <c:pt idx="900">
                  <c:v>34.961508156715801</c:v>
                </c:pt>
              </c:numCache>
            </c:numRef>
          </c:val>
          <c:smooth val="0"/>
        </c:ser>
        <c:ser>
          <c:idx val="2"/>
          <c:order val="2"/>
          <c:tx>
            <c:strRef>
              <c:f>highmedia.scurve!$D$1</c:f>
              <c:strCache>
                <c:ptCount val="1"/>
                <c:pt idx="0">
                  <c:v>High Media</c:v>
                </c:pt>
              </c:strCache>
            </c:strRef>
          </c:tx>
          <c:spPr>
            <a:ln w="28575" cap="rnd">
              <a:solidFill>
                <a:schemeClr val="accent3"/>
              </a:solidFill>
              <a:round/>
            </a:ln>
            <a:effectLst/>
          </c:spPr>
          <c:marker>
            <c:symbol val="none"/>
          </c:marker>
          <c:cat>
            <c:numRef>
              <c:f>highmedia.scurve!$A$2:$A$902</c:f>
              <c:numCache>
                <c:formatCode>General</c:formatCode>
                <c:ptCount val="901"/>
                <c:pt idx="0">
                  <c:v>-300</c:v>
                </c:pt>
                <c:pt idx="1">
                  <c:v>-299</c:v>
                </c:pt>
                <c:pt idx="2">
                  <c:v>-298</c:v>
                </c:pt>
                <c:pt idx="3">
                  <c:v>-297</c:v>
                </c:pt>
                <c:pt idx="4">
                  <c:v>-296</c:v>
                </c:pt>
                <c:pt idx="5">
                  <c:v>-295</c:v>
                </c:pt>
                <c:pt idx="6">
                  <c:v>-294</c:v>
                </c:pt>
                <c:pt idx="7">
                  <c:v>-293</c:v>
                </c:pt>
                <c:pt idx="8">
                  <c:v>-292</c:v>
                </c:pt>
                <c:pt idx="9">
                  <c:v>-291</c:v>
                </c:pt>
                <c:pt idx="10">
                  <c:v>-290</c:v>
                </c:pt>
                <c:pt idx="11">
                  <c:v>-289</c:v>
                </c:pt>
                <c:pt idx="12">
                  <c:v>-288</c:v>
                </c:pt>
                <c:pt idx="13">
                  <c:v>-287</c:v>
                </c:pt>
                <c:pt idx="14">
                  <c:v>-286</c:v>
                </c:pt>
                <c:pt idx="15">
                  <c:v>-285</c:v>
                </c:pt>
                <c:pt idx="16">
                  <c:v>-284</c:v>
                </c:pt>
                <c:pt idx="17">
                  <c:v>-283</c:v>
                </c:pt>
                <c:pt idx="18">
                  <c:v>-282</c:v>
                </c:pt>
                <c:pt idx="19">
                  <c:v>-281</c:v>
                </c:pt>
                <c:pt idx="20">
                  <c:v>-280</c:v>
                </c:pt>
                <c:pt idx="21">
                  <c:v>-279</c:v>
                </c:pt>
                <c:pt idx="22">
                  <c:v>-278</c:v>
                </c:pt>
                <c:pt idx="23">
                  <c:v>-277</c:v>
                </c:pt>
                <c:pt idx="24">
                  <c:v>-276</c:v>
                </c:pt>
                <c:pt idx="25">
                  <c:v>-275</c:v>
                </c:pt>
                <c:pt idx="26">
                  <c:v>-274</c:v>
                </c:pt>
                <c:pt idx="27">
                  <c:v>-273</c:v>
                </c:pt>
                <c:pt idx="28">
                  <c:v>-272</c:v>
                </c:pt>
                <c:pt idx="29">
                  <c:v>-271</c:v>
                </c:pt>
                <c:pt idx="30">
                  <c:v>-270</c:v>
                </c:pt>
                <c:pt idx="31">
                  <c:v>-269</c:v>
                </c:pt>
                <c:pt idx="32">
                  <c:v>-268</c:v>
                </c:pt>
                <c:pt idx="33">
                  <c:v>-267</c:v>
                </c:pt>
                <c:pt idx="34">
                  <c:v>-266</c:v>
                </c:pt>
                <c:pt idx="35">
                  <c:v>-265</c:v>
                </c:pt>
                <c:pt idx="36">
                  <c:v>-264</c:v>
                </c:pt>
                <c:pt idx="37">
                  <c:v>-263</c:v>
                </c:pt>
                <c:pt idx="38">
                  <c:v>-262</c:v>
                </c:pt>
                <c:pt idx="39">
                  <c:v>-261</c:v>
                </c:pt>
                <c:pt idx="40">
                  <c:v>-260</c:v>
                </c:pt>
                <c:pt idx="41">
                  <c:v>-259</c:v>
                </c:pt>
                <c:pt idx="42">
                  <c:v>-258</c:v>
                </c:pt>
                <c:pt idx="43">
                  <c:v>-257</c:v>
                </c:pt>
                <c:pt idx="44">
                  <c:v>-256</c:v>
                </c:pt>
                <c:pt idx="45">
                  <c:v>-255</c:v>
                </c:pt>
                <c:pt idx="46">
                  <c:v>-254</c:v>
                </c:pt>
                <c:pt idx="47">
                  <c:v>-253</c:v>
                </c:pt>
                <c:pt idx="48">
                  <c:v>-252</c:v>
                </c:pt>
                <c:pt idx="49">
                  <c:v>-251</c:v>
                </c:pt>
                <c:pt idx="50">
                  <c:v>-250</c:v>
                </c:pt>
                <c:pt idx="51">
                  <c:v>-249</c:v>
                </c:pt>
                <c:pt idx="52">
                  <c:v>-248</c:v>
                </c:pt>
                <c:pt idx="53">
                  <c:v>-247</c:v>
                </c:pt>
                <c:pt idx="54">
                  <c:v>-246</c:v>
                </c:pt>
                <c:pt idx="55">
                  <c:v>-245</c:v>
                </c:pt>
                <c:pt idx="56">
                  <c:v>-244</c:v>
                </c:pt>
                <c:pt idx="57">
                  <c:v>-243</c:v>
                </c:pt>
                <c:pt idx="58">
                  <c:v>-242</c:v>
                </c:pt>
                <c:pt idx="59">
                  <c:v>-241</c:v>
                </c:pt>
                <c:pt idx="60">
                  <c:v>-240</c:v>
                </c:pt>
                <c:pt idx="61">
                  <c:v>-239</c:v>
                </c:pt>
                <c:pt idx="62">
                  <c:v>-238</c:v>
                </c:pt>
                <c:pt idx="63">
                  <c:v>-237</c:v>
                </c:pt>
                <c:pt idx="64">
                  <c:v>-236</c:v>
                </c:pt>
                <c:pt idx="65">
                  <c:v>-235</c:v>
                </c:pt>
                <c:pt idx="66">
                  <c:v>-234</c:v>
                </c:pt>
                <c:pt idx="67">
                  <c:v>-233</c:v>
                </c:pt>
                <c:pt idx="68">
                  <c:v>-232</c:v>
                </c:pt>
                <c:pt idx="69">
                  <c:v>-231</c:v>
                </c:pt>
                <c:pt idx="70">
                  <c:v>-230</c:v>
                </c:pt>
                <c:pt idx="71">
                  <c:v>-229</c:v>
                </c:pt>
                <c:pt idx="72">
                  <c:v>-228</c:v>
                </c:pt>
                <c:pt idx="73">
                  <c:v>-227</c:v>
                </c:pt>
                <c:pt idx="74">
                  <c:v>-226</c:v>
                </c:pt>
                <c:pt idx="75">
                  <c:v>-225</c:v>
                </c:pt>
                <c:pt idx="76">
                  <c:v>-224</c:v>
                </c:pt>
                <c:pt idx="77">
                  <c:v>-223</c:v>
                </c:pt>
                <c:pt idx="78">
                  <c:v>-222</c:v>
                </c:pt>
                <c:pt idx="79">
                  <c:v>-221</c:v>
                </c:pt>
                <c:pt idx="80">
                  <c:v>-220</c:v>
                </c:pt>
                <c:pt idx="81">
                  <c:v>-219</c:v>
                </c:pt>
                <c:pt idx="82">
                  <c:v>-218</c:v>
                </c:pt>
                <c:pt idx="83">
                  <c:v>-217</c:v>
                </c:pt>
                <c:pt idx="84">
                  <c:v>-216</c:v>
                </c:pt>
                <c:pt idx="85">
                  <c:v>-215</c:v>
                </c:pt>
                <c:pt idx="86">
                  <c:v>-214</c:v>
                </c:pt>
                <c:pt idx="87">
                  <c:v>-213</c:v>
                </c:pt>
                <c:pt idx="88">
                  <c:v>-212</c:v>
                </c:pt>
                <c:pt idx="89">
                  <c:v>-211</c:v>
                </c:pt>
                <c:pt idx="90">
                  <c:v>-210</c:v>
                </c:pt>
                <c:pt idx="91">
                  <c:v>-209</c:v>
                </c:pt>
                <c:pt idx="92">
                  <c:v>-208</c:v>
                </c:pt>
                <c:pt idx="93">
                  <c:v>-207</c:v>
                </c:pt>
                <c:pt idx="94">
                  <c:v>-206</c:v>
                </c:pt>
                <c:pt idx="95">
                  <c:v>-205</c:v>
                </c:pt>
                <c:pt idx="96">
                  <c:v>-204</c:v>
                </c:pt>
                <c:pt idx="97">
                  <c:v>-203</c:v>
                </c:pt>
                <c:pt idx="98">
                  <c:v>-202</c:v>
                </c:pt>
                <c:pt idx="99">
                  <c:v>-201</c:v>
                </c:pt>
                <c:pt idx="100">
                  <c:v>-200</c:v>
                </c:pt>
                <c:pt idx="101">
                  <c:v>-199</c:v>
                </c:pt>
                <c:pt idx="102">
                  <c:v>-198</c:v>
                </c:pt>
                <c:pt idx="103">
                  <c:v>-197</c:v>
                </c:pt>
                <c:pt idx="104">
                  <c:v>-196</c:v>
                </c:pt>
                <c:pt idx="105">
                  <c:v>-195</c:v>
                </c:pt>
                <c:pt idx="106">
                  <c:v>-194</c:v>
                </c:pt>
                <c:pt idx="107">
                  <c:v>-193</c:v>
                </c:pt>
                <c:pt idx="108">
                  <c:v>-192</c:v>
                </c:pt>
                <c:pt idx="109">
                  <c:v>-191</c:v>
                </c:pt>
                <c:pt idx="110">
                  <c:v>-190</c:v>
                </c:pt>
                <c:pt idx="111">
                  <c:v>-189</c:v>
                </c:pt>
                <c:pt idx="112">
                  <c:v>-188</c:v>
                </c:pt>
                <c:pt idx="113">
                  <c:v>-187</c:v>
                </c:pt>
                <c:pt idx="114">
                  <c:v>-186</c:v>
                </c:pt>
                <c:pt idx="115">
                  <c:v>-185</c:v>
                </c:pt>
                <c:pt idx="116">
                  <c:v>-184</c:v>
                </c:pt>
                <c:pt idx="117">
                  <c:v>-183</c:v>
                </c:pt>
                <c:pt idx="118">
                  <c:v>-182</c:v>
                </c:pt>
                <c:pt idx="119">
                  <c:v>-181</c:v>
                </c:pt>
                <c:pt idx="120">
                  <c:v>-180</c:v>
                </c:pt>
                <c:pt idx="121">
                  <c:v>-179</c:v>
                </c:pt>
                <c:pt idx="122">
                  <c:v>-178</c:v>
                </c:pt>
                <c:pt idx="123">
                  <c:v>-177</c:v>
                </c:pt>
                <c:pt idx="124">
                  <c:v>-176</c:v>
                </c:pt>
                <c:pt idx="125">
                  <c:v>-175</c:v>
                </c:pt>
                <c:pt idx="126">
                  <c:v>-174</c:v>
                </c:pt>
                <c:pt idx="127">
                  <c:v>-173</c:v>
                </c:pt>
                <c:pt idx="128">
                  <c:v>-172</c:v>
                </c:pt>
                <c:pt idx="129">
                  <c:v>-171</c:v>
                </c:pt>
                <c:pt idx="130">
                  <c:v>-170</c:v>
                </c:pt>
                <c:pt idx="131">
                  <c:v>-169</c:v>
                </c:pt>
                <c:pt idx="132">
                  <c:v>-168</c:v>
                </c:pt>
                <c:pt idx="133">
                  <c:v>-167</c:v>
                </c:pt>
                <c:pt idx="134">
                  <c:v>-166</c:v>
                </c:pt>
                <c:pt idx="135">
                  <c:v>-165</c:v>
                </c:pt>
                <c:pt idx="136">
                  <c:v>-164</c:v>
                </c:pt>
                <c:pt idx="137">
                  <c:v>-163</c:v>
                </c:pt>
                <c:pt idx="138">
                  <c:v>-162</c:v>
                </c:pt>
                <c:pt idx="139">
                  <c:v>-161</c:v>
                </c:pt>
                <c:pt idx="140">
                  <c:v>-160</c:v>
                </c:pt>
                <c:pt idx="141">
                  <c:v>-159</c:v>
                </c:pt>
                <c:pt idx="142">
                  <c:v>-158</c:v>
                </c:pt>
                <c:pt idx="143">
                  <c:v>-157</c:v>
                </c:pt>
                <c:pt idx="144">
                  <c:v>-156</c:v>
                </c:pt>
                <c:pt idx="145">
                  <c:v>-155</c:v>
                </c:pt>
                <c:pt idx="146">
                  <c:v>-154</c:v>
                </c:pt>
                <c:pt idx="147">
                  <c:v>-153</c:v>
                </c:pt>
                <c:pt idx="148">
                  <c:v>-152</c:v>
                </c:pt>
                <c:pt idx="149">
                  <c:v>-151</c:v>
                </c:pt>
                <c:pt idx="150">
                  <c:v>-150</c:v>
                </c:pt>
                <c:pt idx="151">
                  <c:v>-149</c:v>
                </c:pt>
                <c:pt idx="152">
                  <c:v>-148</c:v>
                </c:pt>
                <c:pt idx="153">
                  <c:v>-147</c:v>
                </c:pt>
                <c:pt idx="154">
                  <c:v>-146</c:v>
                </c:pt>
                <c:pt idx="155">
                  <c:v>-145</c:v>
                </c:pt>
                <c:pt idx="156">
                  <c:v>-144</c:v>
                </c:pt>
                <c:pt idx="157">
                  <c:v>-143</c:v>
                </c:pt>
                <c:pt idx="158">
                  <c:v>-142</c:v>
                </c:pt>
                <c:pt idx="159">
                  <c:v>-141</c:v>
                </c:pt>
                <c:pt idx="160">
                  <c:v>-140</c:v>
                </c:pt>
                <c:pt idx="161">
                  <c:v>-139</c:v>
                </c:pt>
                <c:pt idx="162">
                  <c:v>-138</c:v>
                </c:pt>
                <c:pt idx="163">
                  <c:v>-137</c:v>
                </c:pt>
                <c:pt idx="164">
                  <c:v>-136</c:v>
                </c:pt>
                <c:pt idx="165">
                  <c:v>-135</c:v>
                </c:pt>
                <c:pt idx="166">
                  <c:v>-134</c:v>
                </c:pt>
                <c:pt idx="167">
                  <c:v>-133</c:v>
                </c:pt>
                <c:pt idx="168">
                  <c:v>-132</c:v>
                </c:pt>
                <c:pt idx="169">
                  <c:v>-131</c:v>
                </c:pt>
                <c:pt idx="170">
                  <c:v>-130</c:v>
                </c:pt>
                <c:pt idx="171">
                  <c:v>-129</c:v>
                </c:pt>
                <c:pt idx="172">
                  <c:v>-128</c:v>
                </c:pt>
                <c:pt idx="173">
                  <c:v>-127</c:v>
                </c:pt>
                <c:pt idx="174">
                  <c:v>-126</c:v>
                </c:pt>
                <c:pt idx="175">
                  <c:v>-125</c:v>
                </c:pt>
                <c:pt idx="176">
                  <c:v>-124</c:v>
                </c:pt>
                <c:pt idx="177">
                  <c:v>-123</c:v>
                </c:pt>
                <c:pt idx="178">
                  <c:v>-122</c:v>
                </c:pt>
                <c:pt idx="179">
                  <c:v>-121</c:v>
                </c:pt>
                <c:pt idx="180">
                  <c:v>-120</c:v>
                </c:pt>
                <c:pt idx="181">
                  <c:v>-119</c:v>
                </c:pt>
                <c:pt idx="182">
                  <c:v>-118</c:v>
                </c:pt>
                <c:pt idx="183">
                  <c:v>-117</c:v>
                </c:pt>
                <c:pt idx="184">
                  <c:v>-116</c:v>
                </c:pt>
                <c:pt idx="185">
                  <c:v>-115</c:v>
                </c:pt>
                <c:pt idx="186">
                  <c:v>-114</c:v>
                </c:pt>
                <c:pt idx="187">
                  <c:v>-113</c:v>
                </c:pt>
                <c:pt idx="188">
                  <c:v>-112</c:v>
                </c:pt>
                <c:pt idx="189">
                  <c:v>-111</c:v>
                </c:pt>
                <c:pt idx="190">
                  <c:v>-110</c:v>
                </c:pt>
                <c:pt idx="191">
                  <c:v>-109</c:v>
                </c:pt>
                <c:pt idx="192">
                  <c:v>-108</c:v>
                </c:pt>
                <c:pt idx="193">
                  <c:v>-107</c:v>
                </c:pt>
                <c:pt idx="194">
                  <c:v>-106</c:v>
                </c:pt>
                <c:pt idx="195">
                  <c:v>-105</c:v>
                </c:pt>
                <c:pt idx="196">
                  <c:v>-104</c:v>
                </c:pt>
                <c:pt idx="197">
                  <c:v>-103</c:v>
                </c:pt>
                <c:pt idx="198">
                  <c:v>-102</c:v>
                </c:pt>
                <c:pt idx="199">
                  <c:v>-101</c:v>
                </c:pt>
                <c:pt idx="200">
                  <c:v>-100</c:v>
                </c:pt>
                <c:pt idx="201">
                  <c:v>-99</c:v>
                </c:pt>
                <c:pt idx="202">
                  <c:v>-98</c:v>
                </c:pt>
                <c:pt idx="203">
                  <c:v>-97</c:v>
                </c:pt>
                <c:pt idx="204">
                  <c:v>-96</c:v>
                </c:pt>
                <c:pt idx="205">
                  <c:v>-95</c:v>
                </c:pt>
                <c:pt idx="206">
                  <c:v>-94</c:v>
                </c:pt>
                <c:pt idx="207">
                  <c:v>-93</c:v>
                </c:pt>
                <c:pt idx="208">
                  <c:v>-92</c:v>
                </c:pt>
                <c:pt idx="209">
                  <c:v>-91</c:v>
                </c:pt>
                <c:pt idx="210">
                  <c:v>-90</c:v>
                </c:pt>
                <c:pt idx="211">
                  <c:v>-89</c:v>
                </c:pt>
                <c:pt idx="212">
                  <c:v>-88</c:v>
                </c:pt>
                <c:pt idx="213">
                  <c:v>-87</c:v>
                </c:pt>
                <c:pt idx="214">
                  <c:v>-86</c:v>
                </c:pt>
                <c:pt idx="215">
                  <c:v>-85</c:v>
                </c:pt>
                <c:pt idx="216">
                  <c:v>-84</c:v>
                </c:pt>
                <c:pt idx="217">
                  <c:v>-83</c:v>
                </c:pt>
                <c:pt idx="218">
                  <c:v>-82</c:v>
                </c:pt>
                <c:pt idx="219">
                  <c:v>-81</c:v>
                </c:pt>
                <c:pt idx="220">
                  <c:v>-80</c:v>
                </c:pt>
                <c:pt idx="221">
                  <c:v>-79</c:v>
                </c:pt>
                <c:pt idx="222">
                  <c:v>-78</c:v>
                </c:pt>
                <c:pt idx="223">
                  <c:v>-77</c:v>
                </c:pt>
                <c:pt idx="224">
                  <c:v>-76</c:v>
                </c:pt>
                <c:pt idx="225">
                  <c:v>-75</c:v>
                </c:pt>
                <c:pt idx="226">
                  <c:v>-74</c:v>
                </c:pt>
                <c:pt idx="227">
                  <c:v>-73</c:v>
                </c:pt>
                <c:pt idx="228">
                  <c:v>-72</c:v>
                </c:pt>
                <c:pt idx="229">
                  <c:v>-71</c:v>
                </c:pt>
                <c:pt idx="230">
                  <c:v>-70</c:v>
                </c:pt>
                <c:pt idx="231">
                  <c:v>-69</c:v>
                </c:pt>
                <c:pt idx="232">
                  <c:v>-68</c:v>
                </c:pt>
                <c:pt idx="233">
                  <c:v>-67</c:v>
                </c:pt>
                <c:pt idx="234">
                  <c:v>-66</c:v>
                </c:pt>
                <c:pt idx="235">
                  <c:v>-65</c:v>
                </c:pt>
                <c:pt idx="236">
                  <c:v>-64</c:v>
                </c:pt>
                <c:pt idx="237">
                  <c:v>-63</c:v>
                </c:pt>
                <c:pt idx="238">
                  <c:v>-62</c:v>
                </c:pt>
                <c:pt idx="239">
                  <c:v>-61</c:v>
                </c:pt>
                <c:pt idx="240">
                  <c:v>-60</c:v>
                </c:pt>
                <c:pt idx="241">
                  <c:v>-59</c:v>
                </c:pt>
                <c:pt idx="242">
                  <c:v>-58</c:v>
                </c:pt>
                <c:pt idx="243">
                  <c:v>-57</c:v>
                </c:pt>
                <c:pt idx="244">
                  <c:v>-56</c:v>
                </c:pt>
                <c:pt idx="245">
                  <c:v>-55</c:v>
                </c:pt>
                <c:pt idx="246">
                  <c:v>-54</c:v>
                </c:pt>
                <c:pt idx="247">
                  <c:v>-53</c:v>
                </c:pt>
                <c:pt idx="248">
                  <c:v>-52</c:v>
                </c:pt>
                <c:pt idx="249">
                  <c:v>-51</c:v>
                </c:pt>
                <c:pt idx="250">
                  <c:v>-50</c:v>
                </c:pt>
                <c:pt idx="251">
                  <c:v>-49</c:v>
                </c:pt>
                <c:pt idx="252">
                  <c:v>-48</c:v>
                </c:pt>
                <c:pt idx="253">
                  <c:v>-47</c:v>
                </c:pt>
                <c:pt idx="254">
                  <c:v>-46</c:v>
                </c:pt>
                <c:pt idx="255">
                  <c:v>-45</c:v>
                </c:pt>
                <c:pt idx="256">
                  <c:v>-44</c:v>
                </c:pt>
                <c:pt idx="257">
                  <c:v>-43</c:v>
                </c:pt>
                <c:pt idx="258">
                  <c:v>-42</c:v>
                </c:pt>
                <c:pt idx="259">
                  <c:v>-41</c:v>
                </c:pt>
                <c:pt idx="260">
                  <c:v>-40</c:v>
                </c:pt>
                <c:pt idx="261">
                  <c:v>-39</c:v>
                </c:pt>
                <c:pt idx="262">
                  <c:v>-38</c:v>
                </c:pt>
                <c:pt idx="263">
                  <c:v>-37</c:v>
                </c:pt>
                <c:pt idx="264">
                  <c:v>-36</c:v>
                </c:pt>
                <c:pt idx="265">
                  <c:v>-35</c:v>
                </c:pt>
                <c:pt idx="266">
                  <c:v>-34</c:v>
                </c:pt>
                <c:pt idx="267">
                  <c:v>-33</c:v>
                </c:pt>
                <c:pt idx="268">
                  <c:v>-32</c:v>
                </c:pt>
                <c:pt idx="269">
                  <c:v>-31</c:v>
                </c:pt>
                <c:pt idx="270">
                  <c:v>-30</c:v>
                </c:pt>
                <c:pt idx="271">
                  <c:v>-29</c:v>
                </c:pt>
                <c:pt idx="272">
                  <c:v>-28</c:v>
                </c:pt>
                <c:pt idx="273">
                  <c:v>-27</c:v>
                </c:pt>
                <c:pt idx="274">
                  <c:v>-26</c:v>
                </c:pt>
                <c:pt idx="275">
                  <c:v>-25</c:v>
                </c:pt>
                <c:pt idx="276">
                  <c:v>-24</c:v>
                </c:pt>
                <c:pt idx="277">
                  <c:v>-23</c:v>
                </c:pt>
                <c:pt idx="278">
                  <c:v>-22</c:v>
                </c:pt>
                <c:pt idx="279">
                  <c:v>-21</c:v>
                </c:pt>
                <c:pt idx="280">
                  <c:v>-20</c:v>
                </c:pt>
                <c:pt idx="281">
                  <c:v>-19</c:v>
                </c:pt>
                <c:pt idx="282">
                  <c:v>-18</c:v>
                </c:pt>
                <c:pt idx="283">
                  <c:v>-17</c:v>
                </c:pt>
                <c:pt idx="284">
                  <c:v>-16</c:v>
                </c:pt>
                <c:pt idx="285">
                  <c:v>-15</c:v>
                </c:pt>
                <c:pt idx="286">
                  <c:v>-14</c:v>
                </c:pt>
                <c:pt idx="287">
                  <c:v>-13</c:v>
                </c:pt>
                <c:pt idx="288">
                  <c:v>-12</c:v>
                </c:pt>
                <c:pt idx="289">
                  <c:v>-11</c:v>
                </c:pt>
                <c:pt idx="290">
                  <c:v>-10</c:v>
                </c:pt>
                <c:pt idx="291">
                  <c:v>-9</c:v>
                </c:pt>
                <c:pt idx="292">
                  <c:v>-8</c:v>
                </c:pt>
                <c:pt idx="293">
                  <c:v>-7</c:v>
                </c:pt>
                <c:pt idx="294">
                  <c:v>-6</c:v>
                </c:pt>
                <c:pt idx="295">
                  <c:v>-5</c:v>
                </c:pt>
                <c:pt idx="296">
                  <c:v>-4</c:v>
                </c:pt>
                <c:pt idx="297">
                  <c:v>-3</c:v>
                </c:pt>
                <c:pt idx="298">
                  <c:v>-2</c:v>
                </c:pt>
                <c:pt idx="299">
                  <c:v>-1</c:v>
                </c:pt>
                <c:pt idx="300">
                  <c:v>0</c:v>
                </c:pt>
                <c:pt idx="301">
                  <c:v>1</c:v>
                </c:pt>
                <c:pt idx="302">
                  <c:v>2</c:v>
                </c:pt>
                <c:pt idx="303">
                  <c:v>3</c:v>
                </c:pt>
                <c:pt idx="304">
                  <c:v>4</c:v>
                </c:pt>
                <c:pt idx="305">
                  <c:v>5</c:v>
                </c:pt>
                <c:pt idx="306">
                  <c:v>6</c:v>
                </c:pt>
                <c:pt idx="307">
                  <c:v>7</c:v>
                </c:pt>
                <c:pt idx="308">
                  <c:v>8</c:v>
                </c:pt>
                <c:pt idx="309">
                  <c:v>9</c:v>
                </c:pt>
                <c:pt idx="310">
                  <c:v>10</c:v>
                </c:pt>
                <c:pt idx="311">
                  <c:v>11</c:v>
                </c:pt>
                <c:pt idx="312">
                  <c:v>12</c:v>
                </c:pt>
                <c:pt idx="313">
                  <c:v>13</c:v>
                </c:pt>
                <c:pt idx="314">
                  <c:v>14</c:v>
                </c:pt>
                <c:pt idx="315">
                  <c:v>15</c:v>
                </c:pt>
                <c:pt idx="316">
                  <c:v>16</c:v>
                </c:pt>
                <c:pt idx="317">
                  <c:v>17</c:v>
                </c:pt>
                <c:pt idx="318">
                  <c:v>18</c:v>
                </c:pt>
                <c:pt idx="319">
                  <c:v>19</c:v>
                </c:pt>
                <c:pt idx="320">
                  <c:v>20</c:v>
                </c:pt>
                <c:pt idx="321">
                  <c:v>21</c:v>
                </c:pt>
                <c:pt idx="322">
                  <c:v>22</c:v>
                </c:pt>
                <c:pt idx="323">
                  <c:v>23</c:v>
                </c:pt>
                <c:pt idx="324">
                  <c:v>24</c:v>
                </c:pt>
                <c:pt idx="325">
                  <c:v>25</c:v>
                </c:pt>
                <c:pt idx="326">
                  <c:v>26</c:v>
                </c:pt>
                <c:pt idx="327">
                  <c:v>27</c:v>
                </c:pt>
                <c:pt idx="328">
                  <c:v>28</c:v>
                </c:pt>
                <c:pt idx="329">
                  <c:v>29</c:v>
                </c:pt>
                <c:pt idx="330">
                  <c:v>30</c:v>
                </c:pt>
                <c:pt idx="331">
                  <c:v>31</c:v>
                </c:pt>
                <c:pt idx="332">
                  <c:v>32</c:v>
                </c:pt>
                <c:pt idx="333">
                  <c:v>33</c:v>
                </c:pt>
                <c:pt idx="334">
                  <c:v>34</c:v>
                </c:pt>
                <c:pt idx="335">
                  <c:v>35</c:v>
                </c:pt>
                <c:pt idx="336">
                  <c:v>36</c:v>
                </c:pt>
                <c:pt idx="337">
                  <c:v>37</c:v>
                </c:pt>
                <c:pt idx="338">
                  <c:v>38</c:v>
                </c:pt>
                <c:pt idx="339">
                  <c:v>39</c:v>
                </c:pt>
                <c:pt idx="340">
                  <c:v>40</c:v>
                </c:pt>
                <c:pt idx="341">
                  <c:v>41</c:v>
                </c:pt>
                <c:pt idx="342">
                  <c:v>42</c:v>
                </c:pt>
                <c:pt idx="343">
                  <c:v>43</c:v>
                </c:pt>
                <c:pt idx="344">
                  <c:v>44</c:v>
                </c:pt>
                <c:pt idx="345">
                  <c:v>45</c:v>
                </c:pt>
                <c:pt idx="346">
                  <c:v>46</c:v>
                </c:pt>
                <c:pt idx="347">
                  <c:v>47</c:v>
                </c:pt>
                <c:pt idx="348">
                  <c:v>48</c:v>
                </c:pt>
                <c:pt idx="349">
                  <c:v>49</c:v>
                </c:pt>
                <c:pt idx="350">
                  <c:v>50</c:v>
                </c:pt>
                <c:pt idx="351">
                  <c:v>51</c:v>
                </c:pt>
                <c:pt idx="352">
                  <c:v>52</c:v>
                </c:pt>
                <c:pt idx="353">
                  <c:v>53</c:v>
                </c:pt>
                <c:pt idx="354">
                  <c:v>54</c:v>
                </c:pt>
                <c:pt idx="355">
                  <c:v>55</c:v>
                </c:pt>
                <c:pt idx="356">
                  <c:v>56</c:v>
                </c:pt>
                <c:pt idx="357">
                  <c:v>57</c:v>
                </c:pt>
                <c:pt idx="358">
                  <c:v>58</c:v>
                </c:pt>
                <c:pt idx="359">
                  <c:v>59</c:v>
                </c:pt>
                <c:pt idx="360">
                  <c:v>60</c:v>
                </c:pt>
                <c:pt idx="361">
                  <c:v>61</c:v>
                </c:pt>
                <c:pt idx="362">
                  <c:v>62</c:v>
                </c:pt>
                <c:pt idx="363">
                  <c:v>63</c:v>
                </c:pt>
                <c:pt idx="364">
                  <c:v>64</c:v>
                </c:pt>
                <c:pt idx="365">
                  <c:v>65</c:v>
                </c:pt>
                <c:pt idx="366">
                  <c:v>66</c:v>
                </c:pt>
                <c:pt idx="367">
                  <c:v>67</c:v>
                </c:pt>
                <c:pt idx="368">
                  <c:v>68</c:v>
                </c:pt>
                <c:pt idx="369">
                  <c:v>69</c:v>
                </c:pt>
                <c:pt idx="370">
                  <c:v>70</c:v>
                </c:pt>
                <c:pt idx="371">
                  <c:v>71</c:v>
                </c:pt>
                <c:pt idx="372">
                  <c:v>72</c:v>
                </c:pt>
                <c:pt idx="373">
                  <c:v>73</c:v>
                </c:pt>
                <c:pt idx="374">
                  <c:v>74</c:v>
                </c:pt>
                <c:pt idx="375">
                  <c:v>75</c:v>
                </c:pt>
                <c:pt idx="376">
                  <c:v>76</c:v>
                </c:pt>
                <c:pt idx="377">
                  <c:v>77</c:v>
                </c:pt>
                <c:pt idx="378">
                  <c:v>78</c:v>
                </c:pt>
                <c:pt idx="379">
                  <c:v>79</c:v>
                </c:pt>
                <c:pt idx="380">
                  <c:v>80</c:v>
                </c:pt>
                <c:pt idx="381">
                  <c:v>81</c:v>
                </c:pt>
                <c:pt idx="382">
                  <c:v>82</c:v>
                </c:pt>
                <c:pt idx="383">
                  <c:v>83</c:v>
                </c:pt>
                <c:pt idx="384">
                  <c:v>84</c:v>
                </c:pt>
                <c:pt idx="385">
                  <c:v>85</c:v>
                </c:pt>
                <c:pt idx="386">
                  <c:v>86</c:v>
                </c:pt>
                <c:pt idx="387">
                  <c:v>87</c:v>
                </c:pt>
                <c:pt idx="388">
                  <c:v>88</c:v>
                </c:pt>
                <c:pt idx="389">
                  <c:v>89</c:v>
                </c:pt>
                <c:pt idx="390">
                  <c:v>90</c:v>
                </c:pt>
                <c:pt idx="391">
                  <c:v>91</c:v>
                </c:pt>
                <c:pt idx="392">
                  <c:v>92</c:v>
                </c:pt>
                <c:pt idx="393">
                  <c:v>93</c:v>
                </c:pt>
                <c:pt idx="394">
                  <c:v>94</c:v>
                </c:pt>
                <c:pt idx="395">
                  <c:v>95</c:v>
                </c:pt>
                <c:pt idx="396">
                  <c:v>96</c:v>
                </c:pt>
                <c:pt idx="397">
                  <c:v>97</c:v>
                </c:pt>
                <c:pt idx="398">
                  <c:v>98</c:v>
                </c:pt>
                <c:pt idx="399">
                  <c:v>99</c:v>
                </c:pt>
                <c:pt idx="400">
                  <c:v>100</c:v>
                </c:pt>
                <c:pt idx="401">
                  <c:v>101</c:v>
                </c:pt>
                <c:pt idx="402">
                  <c:v>102</c:v>
                </c:pt>
                <c:pt idx="403">
                  <c:v>103</c:v>
                </c:pt>
                <c:pt idx="404">
                  <c:v>104</c:v>
                </c:pt>
                <c:pt idx="405">
                  <c:v>105</c:v>
                </c:pt>
                <c:pt idx="406">
                  <c:v>106</c:v>
                </c:pt>
                <c:pt idx="407">
                  <c:v>107</c:v>
                </c:pt>
                <c:pt idx="408">
                  <c:v>108</c:v>
                </c:pt>
                <c:pt idx="409">
                  <c:v>109</c:v>
                </c:pt>
                <c:pt idx="410">
                  <c:v>110</c:v>
                </c:pt>
                <c:pt idx="411">
                  <c:v>111</c:v>
                </c:pt>
                <c:pt idx="412">
                  <c:v>112</c:v>
                </c:pt>
                <c:pt idx="413">
                  <c:v>113</c:v>
                </c:pt>
                <c:pt idx="414">
                  <c:v>114</c:v>
                </c:pt>
                <c:pt idx="415">
                  <c:v>115</c:v>
                </c:pt>
                <c:pt idx="416">
                  <c:v>116</c:v>
                </c:pt>
                <c:pt idx="417">
                  <c:v>117</c:v>
                </c:pt>
                <c:pt idx="418">
                  <c:v>118</c:v>
                </c:pt>
                <c:pt idx="419">
                  <c:v>119</c:v>
                </c:pt>
                <c:pt idx="420">
                  <c:v>120</c:v>
                </c:pt>
                <c:pt idx="421">
                  <c:v>121</c:v>
                </c:pt>
                <c:pt idx="422">
                  <c:v>122</c:v>
                </c:pt>
                <c:pt idx="423">
                  <c:v>123</c:v>
                </c:pt>
                <c:pt idx="424">
                  <c:v>124</c:v>
                </c:pt>
                <c:pt idx="425">
                  <c:v>125</c:v>
                </c:pt>
                <c:pt idx="426">
                  <c:v>126</c:v>
                </c:pt>
                <c:pt idx="427">
                  <c:v>127</c:v>
                </c:pt>
                <c:pt idx="428">
                  <c:v>128</c:v>
                </c:pt>
                <c:pt idx="429">
                  <c:v>129</c:v>
                </c:pt>
                <c:pt idx="430">
                  <c:v>130</c:v>
                </c:pt>
                <c:pt idx="431">
                  <c:v>131</c:v>
                </c:pt>
                <c:pt idx="432">
                  <c:v>132</c:v>
                </c:pt>
                <c:pt idx="433">
                  <c:v>133</c:v>
                </c:pt>
                <c:pt idx="434">
                  <c:v>134</c:v>
                </c:pt>
                <c:pt idx="435">
                  <c:v>135</c:v>
                </c:pt>
                <c:pt idx="436">
                  <c:v>136</c:v>
                </c:pt>
                <c:pt idx="437">
                  <c:v>137</c:v>
                </c:pt>
                <c:pt idx="438">
                  <c:v>138</c:v>
                </c:pt>
                <c:pt idx="439">
                  <c:v>139</c:v>
                </c:pt>
                <c:pt idx="440">
                  <c:v>140</c:v>
                </c:pt>
                <c:pt idx="441">
                  <c:v>141</c:v>
                </c:pt>
                <c:pt idx="442">
                  <c:v>142</c:v>
                </c:pt>
                <c:pt idx="443">
                  <c:v>143</c:v>
                </c:pt>
                <c:pt idx="444">
                  <c:v>144</c:v>
                </c:pt>
                <c:pt idx="445">
                  <c:v>145</c:v>
                </c:pt>
                <c:pt idx="446">
                  <c:v>146</c:v>
                </c:pt>
                <c:pt idx="447">
                  <c:v>147</c:v>
                </c:pt>
                <c:pt idx="448">
                  <c:v>148</c:v>
                </c:pt>
                <c:pt idx="449">
                  <c:v>149</c:v>
                </c:pt>
                <c:pt idx="450">
                  <c:v>150</c:v>
                </c:pt>
                <c:pt idx="451">
                  <c:v>151</c:v>
                </c:pt>
                <c:pt idx="452">
                  <c:v>152</c:v>
                </c:pt>
                <c:pt idx="453">
                  <c:v>153</c:v>
                </c:pt>
                <c:pt idx="454">
                  <c:v>154</c:v>
                </c:pt>
                <c:pt idx="455">
                  <c:v>155</c:v>
                </c:pt>
                <c:pt idx="456">
                  <c:v>156</c:v>
                </c:pt>
                <c:pt idx="457">
                  <c:v>157</c:v>
                </c:pt>
                <c:pt idx="458">
                  <c:v>158</c:v>
                </c:pt>
                <c:pt idx="459">
                  <c:v>159</c:v>
                </c:pt>
                <c:pt idx="460">
                  <c:v>160</c:v>
                </c:pt>
                <c:pt idx="461">
                  <c:v>161</c:v>
                </c:pt>
                <c:pt idx="462">
                  <c:v>162</c:v>
                </c:pt>
                <c:pt idx="463">
                  <c:v>163</c:v>
                </c:pt>
                <c:pt idx="464">
                  <c:v>164</c:v>
                </c:pt>
                <c:pt idx="465">
                  <c:v>165</c:v>
                </c:pt>
                <c:pt idx="466">
                  <c:v>166</c:v>
                </c:pt>
                <c:pt idx="467">
                  <c:v>167</c:v>
                </c:pt>
                <c:pt idx="468">
                  <c:v>168</c:v>
                </c:pt>
                <c:pt idx="469">
                  <c:v>169</c:v>
                </c:pt>
                <c:pt idx="470">
                  <c:v>170</c:v>
                </c:pt>
                <c:pt idx="471">
                  <c:v>171</c:v>
                </c:pt>
                <c:pt idx="472">
                  <c:v>172</c:v>
                </c:pt>
                <c:pt idx="473">
                  <c:v>173</c:v>
                </c:pt>
                <c:pt idx="474">
                  <c:v>174</c:v>
                </c:pt>
                <c:pt idx="475">
                  <c:v>175</c:v>
                </c:pt>
                <c:pt idx="476">
                  <c:v>176</c:v>
                </c:pt>
                <c:pt idx="477">
                  <c:v>177</c:v>
                </c:pt>
                <c:pt idx="478">
                  <c:v>178</c:v>
                </c:pt>
                <c:pt idx="479">
                  <c:v>179</c:v>
                </c:pt>
                <c:pt idx="480">
                  <c:v>180</c:v>
                </c:pt>
                <c:pt idx="481">
                  <c:v>181</c:v>
                </c:pt>
                <c:pt idx="482">
                  <c:v>182</c:v>
                </c:pt>
                <c:pt idx="483">
                  <c:v>183</c:v>
                </c:pt>
                <c:pt idx="484">
                  <c:v>184</c:v>
                </c:pt>
                <c:pt idx="485">
                  <c:v>185</c:v>
                </c:pt>
                <c:pt idx="486">
                  <c:v>186</c:v>
                </c:pt>
                <c:pt idx="487">
                  <c:v>187</c:v>
                </c:pt>
                <c:pt idx="488">
                  <c:v>188</c:v>
                </c:pt>
                <c:pt idx="489">
                  <c:v>189</c:v>
                </c:pt>
                <c:pt idx="490">
                  <c:v>190</c:v>
                </c:pt>
                <c:pt idx="491">
                  <c:v>191</c:v>
                </c:pt>
                <c:pt idx="492">
                  <c:v>192</c:v>
                </c:pt>
                <c:pt idx="493">
                  <c:v>193</c:v>
                </c:pt>
                <c:pt idx="494">
                  <c:v>194</c:v>
                </c:pt>
                <c:pt idx="495">
                  <c:v>195</c:v>
                </c:pt>
                <c:pt idx="496">
                  <c:v>196</c:v>
                </c:pt>
                <c:pt idx="497">
                  <c:v>197</c:v>
                </c:pt>
                <c:pt idx="498">
                  <c:v>198</c:v>
                </c:pt>
                <c:pt idx="499">
                  <c:v>199</c:v>
                </c:pt>
                <c:pt idx="500">
                  <c:v>200</c:v>
                </c:pt>
                <c:pt idx="501">
                  <c:v>201</c:v>
                </c:pt>
                <c:pt idx="502">
                  <c:v>202</c:v>
                </c:pt>
                <c:pt idx="503">
                  <c:v>203</c:v>
                </c:pt>
                <c:pt idx="504">
                  <c:v>204</c:v>
                </c:pt>
                <c:pt idx="505">
                  <c:v>205</c:v>
                </c:pt>
                <c:pt idx="506">
                  <c:v>206</c:v>
                </c:pt>
                <c:pt idx="507">
                  <c:v>207</c:v>
                </c:pt>
                <c:pt idx="508">
                  <c:v>208</c:v>
                </c:pt>
                <c:pt idx="509">
                  <c:v>209</c:v>
                </c:pt>
                <c:pt idx="510">
                  <c:v>210</c:v>
                </c:pt>
                <c:pt idx="511">
                  <c:v>211</c:v>
                </c:pt>
                <c:pt idx="512">
                  <c:v>212</c:v>
                </c:pt>
                <c:pt idx="513">
                  <c:v>213</c:v>
                </c:pt>
                <c:pt idx="514">
                  <c:v>214</c:v>
                </c:pt>
                <c:pt idx="515">
                  <c:v>215</c:v>
                </c:pt>
                <c:pt idx="516">
                  <c:v>216</c:v>
                </c:pt>
                <c:pt idx="517">
                  <c:v>217</c:v>
                </c:pt>
                <c:pt idx="518">
                  <c:v>218</c:v>
                </c:pt>
                <c:pt idx="519">
                  <c:v>219</c:v>
                </c:pt>
                <c:pt idx="520">
                  <c:v>220</c:v>
                </c:pt>
                <c:pt idx="521">
                  <c:v>221</c:v>
                </c:pt>
                <c:pt idx="522">
                  <c:v>222</c:v>
                </c:pt>
                <c:pt idx="523">
                  <c:v>223</c:v>
                </c:pt>
                <c:pt idx="524">
                  <c:v>224</c:v>
                </c:pt>
                <c:pt idx="525">
                  <c:v>225</c:v>
                </c:pt>
                <c:pt idx="526">
                  <c:v>226</c:v>
                </c:pt>
                <c:pt idx="527">
                  <c:v>227</c:v>
                </c:pt>
                <c:pt idx="528">
                  <c:v>228</c:v>
                </c:pt>
                <c:pt idx="529">
                  <c:v>229</c:v>
                </c:pt>
                <c:pt idx="530">
                  <c:v>230</c:v>
                </c:pt>
                <c:pt idx="531">
                  <c:v>231</c:v>
                </c:pt>
                <c:pt idx="532">
                  <c:v>232</c:v>
                </c:pt>
                <c:pt idx="533">
                  <c:v>233</c:v>
                </c:pt>
                <c:pt idx="534">
                  <c:v>234</c:v>
                </c:pt>
                <c:pt idx="535">
                  <c:v>235</c:v>
                </c:pt>
                <c:pt idx="536">
                  <c:v>236</c:v>
                </c:pt>
                <c:pt idx="537">
                  <c:v>237</c:v>
                </c:pt>
                <c:pt idx="538">
                  <c:v>238</c:v>
                </c:pt>
                <c:pt idx="539">
                  <c:v>239</c:v>
                </c:pt>
                <c:pt idx="540">
                  <c:v>240</c:v>
                </c:pt>
                <c:pt idx="541">
                  <c:v>241</c:v>
                </c:pt>
                <c:pt idx="542">
                  <c:v>242</c:v>
                </c:pt>
                <c:pt idx="543">
                  <c:v>243</c:v>
                </c:pt>
                <c:pt idx="544">
                  <c:v>244</c:v>
                </c:pt>
                <c:pt idx="545">
                  <c:v>245</c:v>
                </c:pt>
                <c:pt idx="546">
                  <c:v>246</c:v>
                </c:pt>
                <c:pt idx="547">
                  <c:v>247</c:v>
                </c:pt>
                <c:pt idx="548">
                  <c:v>248</c:v>
                </c:pt>
                <c:pt idx="549">
                  <c:v>249</c:v>
                </c:pt>
                <c:pt idx="550">
                  <c:v>250</c:v>
                </c:pt>
                <c:pt idx="551">
                  <c:v>251</c:v>
                </c:pt>
                <c:pt idx="552">
                  <c:v>252</c:v>
                </c:pt>
                <c:pt idx="553">
                  <c:v>253</c:v>
                </c:pt>
                <c:pt idx="554">
                  <c:v>254</c:v>
                </c:pt>
                <c:pt idx="555">
                  <c:v>255</c:v>
                </c:pt>
                <c:pt idx="556">
                  <c:v>256</c:v>
                </c:pt>
                <c:pt idx="557">
                  <c:v>257</c:v>
                </c:pt>
                <c:pt idx="558">
                  <c:v>258</c:v>
                </c:pt>
                <c:pt idx="559">
                  <c:v>259</c:v>
                </c:pt>
                <c:pt idx="560">
                  <c:v>260</c:v>
                </c:pt>
                <c:pt idx="561">
                  <c:v>261</c:v>
                </c:pt>
                <c:pt idx="562">
                  <c:v>262</c:v>
                </c:pt>
                <c:pt idx="563">
                  <c:v>263</c:v>
                </c:pt>
                <c:pt idx="564">
                  <c:v>264</c:v>
                </c:pt>
                <c:pt idx="565">
                  <c:v>265</c:v>
                </c:pt>
                <c:pt idx="566">
                  <c:v>266</c:v>
                </c:pt>
                <c:pt idx="567">
                  <c:v>267</c:v>
                </c:pt>
                <c:pt idx="568">
                  <c:v>268</c:v>
                </c:pt>
                <c:pt idx="569">
                  <c:v>269</c:v>
                </c:pt>
                <c:pt idx="570">
                  <c:v>270</c:v>
                </c:pt>
                <c:pt idx="571">
                  <c:v>271</c:v>
                </c:pt>
                <c:pt idx="572">
                  <c:v>272</c:v>
                </c:pt>
                <c:pt idx="573">
                  <c:v>273</c:v>
                </c:pt>
                <c:pt idx="574">
                  <c:v>274</c:v>
                </c:pt>
                <c:pt idx="575">
                  <c:v>275</c:v>
                </c:pt>
                <c:pt idx="576">
                  <c:v>276</c:v>
                </c:pt>
                <c:pt idx="577">
                  <c:v>277</c:v>
                </c:pt>
                <c:pt idx="578">
                  <c:v>278</c:v>
                </c:pt>
                <c:pt idx="579">
                  <c:v>279</c:v>
                </c:pt>
                <c:pt idx="580">
                  <c:v>280</c:v>
                </c:pt>
                <c:pt idx="581">
                  <c:v>281</c:v>
                </c:pt>
                <c:pt idx="582">
                  <c:v>282</c:v>
                </c:pt>
                <c:pt idx="583">
                  <c:v>283</c:v>
                </c:pt>
                <c:pt idx="584">
                  <c:v>284</c:v>
                </c:pt>
                <c:pt idx="585">
                  <c:v>285</c:v>
                </c:pt>
                <c:pt idx="586">
                  <c:v>286</c:v>
                </c:pt>
                <c:pt idx="587">
                  <c:v>287</c:v>
                </c:pt>
                <c:pt idx="588">
                  <c:v>288</c:v>
                </c:pt>
                <c:pt idx="589">
                  <c:v>289</c:v>
                </c:pt>
                <c:pt idx="590">
                  <c:v>290</c:v>
                </c:pt>
                <c:pt idx="591">
                  <c:v>291</c:v>
                </c:pt>
                <c:pt idx="592">
                  <c:v>292</c:v>
                </c:pt>
                <c:pt idx="593">
                  <c:v>293</c:v>
                </c:pt>
                <c:pt idx="594">
                  <c:v>294</c:v>
                </c:pt>
                <c:pt idx="595">
                  <c:v>295</c:v>
                </c:pt>
                <c:pt idx="596">
                  <c:v>296</c:v>
                </c:pt>
                <c:pt idx="597">
                  <c:v>297</c:v>
                </c:pt>
                <c:pt idx="598">
                  <c:v>298</c:v>
                </c:pt>
                <c:pt idx="599">
                  <c:v>299</c:v>
                </c:pt>
                <c:pt idx="600">
                  <c:v>300</c:v>
                </c:pt>
                <c:pt idx="601">
                  <c:v>301</c:v>
                </c:pt>
                <c:pt idx="602">
                  <c:v>302</c:v>
                </c:pt>
                <c:pt idx="603">
                  <c:v>303</c:v>
                </c:pt>
                <c:pt idx="604">
                  <c:v>304</c:v>
                </c:pt>
                <c:pt idx="605">
                  <c:v>305</c:v>
                </c:pt>
                <c:pt idx="606">
                  <c:v>306</c:v>
                </c:pt>
                <c:pt idx="607">
                  <c:v>307</c:v>
                </c:pt>
                <c:pt idx="608">
                  <c:v>308</c:v>
                </c:pt>
                <c:pt idx="609">
                  <c:v>309</c:v>
                </c:pt>
                <c:pt idx="610">
                  <c:v>310</c:v>
                </c:pt>
                <c:pt idx="611">
                  <c:v>311</c:v>
                </c:pt>
                <c:pt idx="612">
                  <c:v>312</c:v>
                </c:pt>
                <c:pt idx="613">
                  <c:v>313</c:v>
                </c:pt>
                <c:pt idx="614">
                  <c:v>314</c:v>
                </c:pt>
                <c:pt idx="615">
                  <c:v>315</c:v>
                </c:pt>
                <c:pt idx="616">
                  <c:v>316</c:v>
                </c:pt>
                <c:pt idx="617">
                  <c:v>317</c:v>
                </c:pt>
                <c:pt idx="618">
                  <c:v>318</c:v>
                </c:pt>
                <c:pt idx="619">
                  <c:v>319</c:v>
                </c:pt>
                <c:pt idx="620">
                  <c:v>320</c:v>
                </c:pt>
                <c:pt idx="621">
                  <c:v>321</c:v>
                </c:pt>
                <c:pt idx="622">
                  <c:v>322</c:v>
                </c:pt>
                <c:pt idx="623">
                  <c:v>323</c:v>
                </c:pt>
                <c:pt idx="624">
                  <c:v>324</c:v>
                </c:pt>
                <c:pt idx="625">
                  <c:v>325</c:v>
                </c:pt>
                <c:pt idx="626">
                  <c:v>326</c:v>
                </c:pt>
                <c:pt idx="627">
                  <c:v>327</c:v>
                </c:pt>
                <c:pt idx="628">
                  <c:v>328</c:v>
                </c:pt>
                <c:pt idx="629">
                  <c:v>329</c:v>
                </c:pt>
                <c:pt idx="630">
                  <c:v>330</c:v>
                </c:pt>
                <c:pt idx="631">
                  <c:v>331</c:v>
                </c:pt>
                <c:pt idx="632">
                  <c:v>332</c:v>
                </c:pt>
                <c:pt idx="633">
                  <c:v>333</c:v>
                </c:pt>
                <c:pt idx="634">
                  <c:v>334</c:v>
                </c:pt>
                <c:pt idx="635">
                  <c:v>335</c:v>
                </c:pt>
                <c:pt idx="636">
                  <c:v>336</c:v>
                </c:pt>
                <c:pt idx="637">
                  <c:v>337</c:v>
                </c:pt>
                <c:pt idx="638">
                  <c:v>338</c:v>
                </c:pt>
                <c:pt idx="639">
                  <c:v>339</c:v>
                </c:pt>
                <c:pt idx="640">
                  <c:v>340</c:v>
                </c:pt>
                <c:pt idx="641">
                  <c:v>341</c:v>
                </c:pt>
                <c:pt idx="642">
                  <c:v>342</c:v>
                </c:pt>
                <c:pt idx="643">
                  <c:v>343</c:v>
                </c:pt>
                <c:pt idx="644">
                  <c:v>344</c:v>
                </c:pt>
                <c:pt idx="645">
                  <c:v>345</c:v>
                </c:pt>
                <c:pt idx="646">
                  <c:v>346</c:v>
                </c:pt>
                <c:pt idx="647">
                  <c:v>347</c:v>
                </c:pt>
                <c:pt idx="648">
                  <c:v>348</c:v>
                </c:pt>
                <c:pt idx="649">
                  <c:v>349</c:v>
                </c:pt>
                <c:pt idx="650">
                  <c:v>350</c:v>
                </c:pt>
                <c:pt idx="651">
                  <c:v>351</c:v>
                </c:pt>
                <c:pt idx="652">
                  <c:v>352</c:v>
                </c:pt>
                <c:pt idx="653">
                  <c:v>353</c:v>
                </c:pt>
                <c:pt idx="654">
                  <c:v>354</c:v>
                </c:pt>
                <c:pt idx="655">
                  <c:v>355</c:v>
                </c:pt>
                <c:pt idx="656">
                  <c:v>356</c:v>
                </c:pt>
                <c:pt idx="657">
                  <c:v>357</c:v>
                </c:pt>
                <c:pt idx="658">
                  <c:v>358</c:v>
                </c:pt>
                <c:pt idx="659">
                  <c:v>359</c:v>
                </c:pt>
                <c:pt idx="660">
                  <c:v>360</c:v>
                </c:pt>
                <c:pt idx="661">
                  <c:v>361</c:v>
                </c:pt>
                <c:pt idx="662">
                  <c:v>362</c:v>
                </c:pt>
                <c:pt idx="663">
                  <c:v>363</c:v>
                </c:pt>
                <c:pt idx="664">
                  <c:v>364</c:v>
                </c:pt>
                <c:pt idx="665">
                  <c:v>365</c:v>
                </c:pt>
                <c:pt idx="666">
                  <c:v>366</c:v>
                </c:pt>
                <c:pt idx="667">
                  <c:v>367</c:v>
                </c:pt>
                <c:pt idx="668">
                  <c:v>368</c:v>
                </c:pt>
                <c:pt idx="669">
                  <c:v>369</c:v>
                </c:pt>
                <c:pt idx="670">
                  <c:v>370</c:v>
                </c:pt>
                <c:pt idx="671">
                  <c:v>371</c:v>
                </c:pt>
                <c:pt idx="672">
                  <c:v>372</c:v>
                </c:pt>
                <c:pt idx="673">
                  <c:v>373</c:v>
                </c:pt>
                <c:pt idx="674">
                  <c:v>374</c:v>
                </c:pt>
                <c:pt idx="675">
                  <c:v>375</c:v>
                </c:pt>
                <c:pt idx="676">
                  <c:v>376</c:v>
                </c:pt>
                <c:pt idx="677">
                  <c:v>377</c:v>
                </c:pt>
                <c:pt idx="678">
                  <c:v>378</c:v>
                </c:pt>
                <c:pt idx="679">
                  <c:v>379</c:v>
                </c:pt>
                <c:pt idx="680">
                  <c:v>380</c:v>
                </c:pt>
                <c:pt idx="681">
                  <c:v>381</c:v>
                </c:pt>
                <c:pt idx="682">
                  <c:v>382</c:v>
                </c:pt>
                <c:pt idx="683">
                  <c:v>383</c:v>
                </c:pt>
                <c:pt idx="684">
                  <c:v>384</c:v>
                </c:pt>
                <c:pt idx="685">
                  <c:v>385</c:v>
                </c:pt>
                <c:pt idx="686">
                  <c:v>386</c:v>
                </c:pt>
                <c:pt idx="687">
                  <c:v>387</c:v>
                </c:pt>
                <c:pt idx="688">
                  <c:v>388</c:v>
                </c:pt>
                <c:pt idx="689">
                  <c:v>389</c:v>
                </c:pt>
                <c:pt idx="690">
                  <c:v>390</c:v>
                </c:pt>
                <c:pt idx="691">
                  <c:v>391</c:v>
                </c:pt>
                <c:pt idx="692">
                  <c:v>392</c:v>
                </c:pt>
                <c:pt idx="693">
                  <c:v>393</c:v>
                </c:pt>
                <c:pt idx="694">
                  <c:v>394</c:v>
                </c:pt>
                <c:pt idx="695">
                  <c:v>395</c:v>
                </c:pt>
                <c:pt idx="696">
                  <c:v>396</c:v>
                </c:pt>
                <c:pt idx="697">
                  <c:v>397</c:v>
                </c:pt>
                <c:pt idx="698">
                  <c:v>398</c:v>
                </c:pt>
                <c:pt idx="699">
                  <c:v>399</c:v>
                </c:pt>
                <c:pt idx="700">
                  <c:v>400</c:v>
                </c:pt>
                <c:pt idx="701">
                  <c:v>401</c:v>
                </c:pt>
                <c:pt idx="702">
                  <c:v>402</c:v>
                </c:pt>
                <c:pt idx="703">
                  <c:v>403</c:v>
                </c:pt>
                <c:pt idx="704">
                  <c:v>404</c:v>
                </c:pt>
                <c:pt idx="705">
                  <c:v>405</c:v>
                </c:pt>
                <c:pt idx="706">
                  <c:v>406</c:v>
                </c:pt>
                <c:pt idx="707">
                  <c:v>407</c:v>
                </c:pt>
                <c:pt idx="708">
                  <c:v>408</c:v>
                </c:pt>
                <c:pt idx="709">
                  <c:v>409</c:v>
                </c:pt>
                <c:pt idx="710">
                  <c:v>410</c:v>
                </c:pt>
                <c:pt idx="711">
                  <c:v>411</c:v>
                </c:pt>
                <c:pt idx="712">
                  <c:v>412</c:v>
                </c:pt>
                <c:pt idx="713">
                  <c:v>413</c:v>
                </c:pt>
                <c:pt idx="714">
                  <c:v>414</c:v>
                </c:pt>
                <c:pt idx="715">
                  <c:v>415</c:v>
                </c:pt>
                <c:pt idx="716">
                  <c:v>416</c:v>
                </c:pt>
                <c:pt idx="717">
                  <c:v>417</c:v>
                </c:pt>
                <c:pt idx="718">
                  <c:v>418</c:v>
                </c:pt>
                <c:pt idx="719">
                  <c:v>419</c:v>
                </c:pt>
                <c:pt idx="720">
                  <c:v>420</c:v>
                </c:pt>
                <c:pt idx="721">
                  <c:v>421</c:v>
                </c:pt>
                <c:pt idx="722">
                  <c:v>422</c:v>
                </c:pt>
                <c:pt idx="723">
                  <c:v>423</c:v>
                </c:pt>
                <c:pt idx="724">
                  <c:v>424</c:v>
                </c:pt>
                <c:pt idx="725">
                  <c:v>425</c:v>
                </c:pt>
                <c:pt idx="726">
                  <c:v>426</c:v>
                </c:pt>
                <c:pt idx="727">
                  <c:v>427</c:v>
                </c:pt>
                <c:pt idx="728">
                  <c:v>428</c:v>
                </c:pt>
                <c:pt idx="729">
                  <c:v>429</c:v>
                </c:pt>
                <c:pt idx="730">
                  <c:v>430</c:v>
                </c:pt>
                <c:pt idx="731">
                  <c:v>431</c:v>
                </c:pt>
                <c:pt idx="732">
                  <c:v>432</c:v>
                </c:pt>
                <c:pt idx="733">
                  <c:v>433</c:v>
                </c:pt>
                <c:pt idx="734">
                  <c:v>434</c:v>
                </c:pt>
                <c:pt idx="735">
                  <c:v>435</c:v>
                </c:pt>
                <c:pt idx="736">
                  <c:v>436</c:v>
                </c:pt>
                <c:pt idx="737">
                  <c:v>437</c:v>
                </c:pt>
                <c:pt idx="738">
                  <c:v>438</c:v>
                </c:pt>
                <c:pt idx="739">
                  <c:v>439</c:v>
                </c:pt>
                <c:pt idx="740">
                  <c:v>440</c:v>
                </c:pt>
                <c:pt idx="741">
                  <c:v>441</c:v>
                </c:pt>
                <c:pt idx="742">
                  <c:v>442</c:v>
                </c:pt>
                <c:pt idx="743">
                  <c:v>443</c:v>
                </c:pt>
                <c:pt idx="744">
                  <c:v>444</c:v>
                </c:pt>
                <c:pt idx="745">
                  <c:v>445</c:v>
                </c:pt>
                <c:pt idx="746">
                  <c:v>446</c:v>
                </c:pt>
                <c:pt idx="747">
                  <c:v>447</c:v>
                </c:pt>
                <c:pt idx="748">
                  <c:v>448</c:v>
                </c:pt>
                <c:pt idx="749">
                  <c:v>449</c:v>
                </c:pt>
                <c:pt idx="750">
                  <c:v>450</c:v>
                </c:pt>
                <c:pt idx="751">
                  <c:v>451</c:v>
                </c:pt>
                <c:pt idx="752">
                  <c:v>452</c:v>
                </c:pt>
                <c:pt idx="753">
                  <c:v>453</c:v>
                </c:pt>
                <c:pt idx="754">
                  <c:v>454</c:v>
                </c:pt>
                <c:pt idx="755">
                  <c:v>455</c:v>
                </c:pt>
                <c:pt idx="756">
                  <c:v>456</c:v>
                </c:pt>
                <c:pt idx="757">
                  <c:v>457</c:v>
                </c:pt>
                <c:pt idx="758">
                  <c:v>458</c:v>
                </c:pt>
                <c:pt idx="759">
                  <c:v>459</c:v>
                </c:pt>
                <c:pt idx="760">
                  <c:v>460</c:v>
                </c:pt>
                <c:pt idx="761">
                  <c:v>461</c:v>
                </c:pt>
                <c:pt idx="762">
                  <c:v>462</c:v>
                </c:pt>
                <c:pt idx="763">
                  <c:v>463</c:v>
                </c:pt>
                <c:pt idx="764">
                  <c:v>464</c:v>
                </c:pt>
                <c:pt idx="765">
                  <c:v>465</c:v>
                </c:pt>
                <c:pt idx="766">
                  <c:v>466</c:v>
                </c:pt>
                <c:pt idx="767">
                  <c:v>467</c:v>
                </c:pt>
                <c:pt idx="768">
                  <c:v>468</c:v>
                </c:pt>
                <c:pt idx="769">
                  <c:v>469</c:v>
                </c:pt>
                <c:pt idx="770">
                  <c:v>470</c:v>
                </c:pt>
                <c:pt idx="771">
                  <c:v>471</c:v>
                </c:pt>
                <c:pt idx="772">
                  <c:v>472</c:v>
                </c:pt>
                <c:pt idx="773">
                  <c:v>473</c:v>
                </c:pt>
                <c:pt idx="774">
                  <c:v>474</c:v>
                </c:pt>
                <c:pt idx="775">
                  <c:v>475</c:v>
                </c:pt>
                <c:pt idx="776">
                  <c:v>476</c:v>
                </c:pt>
                <c:pt idx="777">
                  <c:v>477</c:v>
                </c:pt>
                <c:pt idx="778">
                  <c:v>478</c:v>
                </c:pt>
                <c:pt idx="779">
                  <c:v>479</c:v>
                </c:pt>
                <c:pt idx="780">
                  <c:v>480</c:v>
                </c:pt>
                <c:pt idx="781">
                  <c:v>481</c:v>
                </c:pt>
                <c:pt idx="782">
                  <c:v>482</c:v>
                </c:pt>
                <c:pt idx="783">
                  <c:v>483</c:v>
                </c:pt>
                <c:pt idx="784">
                  <c:v>484</c:v>
                </c:pt>
                <c:pt idx="785">
                  <c:v>485</c:v>
                </c:pt>
                <c:pt idx="786">
                  <c:v>486</c:v>
                </c:pt>
                <c:pt idx="787">
                  <c:v>487</c:v>
                </c:pt>
                <c:pt idx="788">
                  <c:v>488</c:v>
                </c:pt>
                <c:pt idx="789">
                  <c:v>489</c:v>
                </c:pt>
                <c:pt idx="790">
                  <c:v>490</c:v>
                </c:pt>
                <c:pt idx="791">
                  <c:v>491</c:v>
                </c:pt>
                <c:pt idx="792">
                  <c:v>492</c:v>
                </c:pt>
                <c:pt idx="793">
                  <c:v>493</c:v>
                </c:pt>
                <c:pt idx="794">
                  <c:v>494</c:v>
                </c:pt>
                <c:pt idx="795">
                  <c:v>495</c:v>
                </c:pt>
                <c:pt idx="796">
                  <c:v>496</c:v>
                </c:pt>
                <c:pt idx="797">
                  <c:v>497</c:v>
                </c:pt>
                <c:pt idx="798">
                  <c:v>498</c:v>
                </c:pt>
                <c:pt idx="799">
                  <c:v>499</c:v>
                </c:pt>
                <c:pt idx="800">
                  <c:v>500</c:v>
                </c:pt>
                <c:pt idx="801">
                  <c:v>501</c:v>
                </c:pt>
                <c:pt idx="802">
                  <c:v>502</c:v>
                </c:pt>
                <c:pt idx="803">
                  <c:v>503</c:v>
                </c:pt>
                <c:pt idx="804">
                  <c:v>504</c:v>
                </c:pt>
                <c:pt idx="805">
                  <c:v>505</c:v>
                </c:pt>
                <c:pt idx="806">
                  <c:v>506</c:v>
                </c:pt>
                <c:pt idx="807">
                  <c:v>507</c:v>
                </c:pt>
                <c:pt idx="808">
                  <c:v>508</c:v>
                </c:pt>
                <c:pt idx="809">
                  <c:v>509</c:v>
                </c:pt>
                <c:pt idx="810">
                  <c:v>510</c:v>
                </c:pt>
                <c:pt idx="811">
                  <c:v>511</c:v>
                </c:pt>
                <c:pt idx="812">
                  <c:v>512</c:v>
                </c:pt>
                <c:pt idx="813">
                  <c:v>513</c:v>
                </c:pt>
                <c:pt idx="814">
                  <c:v>514</c:v>
                </c:pt>
                <c:pt idx="815">
                  <c:v>515</c:v>
                </c:pt>
                <c:pt idx="816">
                  <c:v>516</c:v>
                </c:pt>
                <c:pt idx="817">
                  <c:v>517</c:v>
                </c:pt>
                <c:pt idx="818">
                  <c:v>518</c:v>
                </c:pt>
                <c:pt idx="819">
                  <c:v>519</c:v>
                </c:pt>
                <c:pt idx="820">
                  <c:v>520</c:v>
                </c:pt>
                <c:pt idx="821">
                  <c:v>521</c:v>
                </c:pt>
                <c:pt idx="822">
                  <c:v>522</c:v>
                </c:pt>
                <c:pt idx="823">
                  <c:v>523</c:v>
                </c:pt>
                <c:pt idx="824">
                  <c:v>524</c:v>
                </c:pt>
                <c:pt idx="825">
                  <c:v>525</c:v>
                </c:pt>
                <c:pt idx="826">
                  <c:v>526</c:v>
                </c:pt>
                <c:pt idx="827">
                  <c:v>527</c:v>
                </c:pt>
                <c:pt idx="828">
                  <c:v>528</c:v>
                </c:pt>
                <c:pt idx="829">
                  <c:v>529</c:v>
                </c:pt>
                <c:pt idx="830">
                  <c:v>530</c:v>
                </c:pt>
                <c:pt idx="831">
                  <c:v>531</c:v>
                </c:pt>
                <c:pt idx="832">
                  <c:v>532</c:v>
                </c:pt>
                <c:pt idx="833">
                  <c:v>533</c:v>
                </c:pt>
                <c:pt idx="834">
                  <c:v>534</c:v>
                </c:pt>
                <c:pt idx="835">
                  <c:v>535</c:v>
                </c:pt>
                <c:pt idx="836">
                  <c:v>536</c:v>
                </c:pt>
                <c:pt idx="837">
                  <c:v>537</c:v>
                </c:pt>
                <c:pt idx="838">
                  <c:v>538</c:v>
                </c:pt>
                <c:pt idx="839">
                  <c:v>539</c:v>
                </c:pt>
                <c:pt idx="840">
                  <c:v>540</c:v>
                </c:pt>
                <c:pt idx="841">
                  <c:v>541</c:v>
                </c:pt>
                <c:pt idx="842">
                  <c:v>542</c:v>
                </c:pt>
                <c:pt idx="843">
                  <c:v>543</c:v>
                </c:pt>
                <c:pt idx="844">
                  <c:v>544</c:v>
                </c:pt>
                <c:pt idx="845">
                  <c:v>545</c:v>
                </c:pt>
                <c:pt idx="846">
                  <c:v>546</c:v>
                </c:pt>
                <c:pt idx="847">
                  <c:v>547</c:v>
                </c:pt>
                <c:pt idx="848">
                  <c:v>548</c:v>
                </c:pt>
                <c:pt idx="849">
                  <c:v>549</c:v>
                </c:pt>
                <c:pt idx="850">
                  <c:v>550</c:v>
                </c:pt>
                <c:pt idx="851">
                  <c:v>551</c:v>
                </c:pt>
                <c:pt idx="852">
                  <c:v>552</c:v>
                </c:pt>
                <c:pt idx="853">
                  <c:v>553</c:v>
                </c:pt>
                <c:pt idx="854">
                  <c:v>554</c:v>
                </c:pt>
                <c:pt idx="855">
                  <c:v>555</c:v>
                </c:pt>
                <c:pt idx="856">
                  <c:v>556</c:v>
                </c:pt>
                <c:pt idx="857">
                  <c:v>557</c:v>
                </c:pt>
                <c:pt idx="858">
                  <c:v>558</c:v>
                </c:pt>
                <c:pt idx="859">
                  <c:v>559</c:v>
                </c:pt>
                <c:pt idx="860">
                  <c:v>560</c:v>
                </c:pt>
                <c:pt idx="861">
                  <c:v>561</c:v>
                </c:pt>
                <c:pt idx="862">
                  <c:v>562</c:v>
                </c:pt>
                <c:pt idx="863">
                  <c:v>563</c:v>
                </c:pt>
                <c:pt idx="864">
                  <c:v>564</c:v>
                </c:pt>
                <c:pt idx="865">
                  <c:v>565</c:v>
                </c:pt>
                <c:pt idx="866">
                  <c:v>566</c:v>
                </c:pt>
                <c:pt idx="867">
                  <c:v>567</c:v>
                </c:pt>
                <c:pt idx="868">
                  <c:v>568</c:v>
                </c:pt>
                <c:pt idx="869">
                  <c:v>569</c:v>
                </c:pt>
                <c:pt idx="870">
                  <c:v>570</c:v>
                </c:pt>
                <c:pt idx="871">
                  <c:v>571</c:v>
                </c:pt>
                <c:pt idx="872">
                  <c:v>572</c:v>
                </c:pt>
                <c:pt idx="873">
                  <c:v>573</c:v>
                </c:pt>
                <c:pt idx="874">
                  <c:v>574</c:v>
                </c:pt>
                <c:pt idx="875">
                  <c:v>575</c:v>
                </c:pt>
                <c:pt idx="876">
                  <c:v>576</c:v>
                </c:pt>
                <c:pt idx="877">
                  <c:v>577</c:v>
                </c:pt>
                <c:pt idx="878">
                  <c:v>578</c:v>
                </c:pt>
                <c:pt idx="879">
                  <c:v>579</c:v>
                </c:pt>
                <c:pt idx="880">
                  <c:v>580</c:v>
                </c:pt>
                <c:pt idx="881">
                  <c:v>581</c:v>
                </c:pt>
                <c:pt idx="882">
                  <c:v>582</c:v>
                </c:pt>
                <c:pt idx="883">
                  <c:v>583</c:v>
                </c:pt>
                <c:pt idx="884">
                  <c:v>584</c:v>
                </c:pt>
                <c:pt idx="885">
                  <c:v>585</c:v>
                </c:pt>
                <c:pt idx="886">
                  <c:v>586</c:v>
                </c:pt>
                <c:pt idx="887">
                  <c:v>587</c:v>
                </c:pt>
                <c:pt idx="888">
                  <c:v>588</c:v>
                </c:pt>
                <c:pt idx="889">
                  <c:v>589</c:v>
                </c:pt>
                <c:pt idx="890">
                  <c:v>590</c:v>
                </c:pt>
                <c:pt idx="891">
                  <c:v>591</c:v>
                </c:pt>
                <c:pt idx="892">
                  <c:v>592</c:v>
                </c:pt>
                <c:pt idx="893">
                  <c:v>593</c:v>
                </c:pt>
                <c:pt idx="894">
                  <c:v>594</c:v>
                </c:pt>
                <c:pt idx="895">
                  <c:v>595</c:v>
                </c:pt>
                <c:pt idx="896">
                  <c:v>596</c:v>
                </c:pt>
                <c:pt idx="897">
                  <c:v>597</c:v>
                </c:pt>
                <c:pt idx="898">
                  <c:v>598</c:v>
                </c:pt>
                <c:pt idx="899">
                  <c:v>599</c:v>
                </c:pt>
                <c:pt idx="900">
                  <c:v>600</c:v>
                </c:pt>
              </c:numCache>
            </c:numRef>
          </c:cat>
          <c:val>
            <c:numRef>
              <c:f>highmedia.scurve!$D$2:$D$902</c:f>
              <c:numCache>
                <c:formatCode>General</c:formatCode>
                <c:ptCount val="901"/>
                <c:pt idx="0">
                  <c:v>1.2099641885684</c:v>
                </c:pt>
                <c:pt idx="1">
                  <c:v>1.20371482492639</c:v>
                </c:pt>
                <c:pt idx="2">
                  <c:v>1.1974650989015501</c:v>
                </c:pt>
                <c:pt idx="3">
                  <c:v>1.1912150104748001</c:v>
                </c:pt>
                <c:pt idx="4">
                  <c:v>1.184964559627</c:v>
                </c:pt>
                <c:pt idx="5">
                  <c:v>1.17871374633913</c:v>
                </c:pt>
                <c:pt idx="6">
                  <c:v>1.1724625705920899</c:v>
                </c:pt>
                <c:pt idx="7">
                  <c:v>1.1662110323666199</c:v>
                </c:pt>
                <c:pt idx="8">
                  <c:v>1.1599591316436799</c:v>
                </c:pt>
                <c:pt idx="9">
                  <c:v>1.1537068684041401</c:v>
                </c:pt>
                <c:pt idx="10">
                  <c:v>1.14745424262894</c:v>
                </c:pt>
                <c:pt idx="11">
                  <c:v>1.14120125429898</c:v>
                </c:pt>
                <c:pt idx="12">
                  <c:v>1.1349479033952701</c:v>
                </c:pt>
                <c:pt idx="13">
                  <c:v>1.1286941898984599</c:v>
                </c:pt>
                <c:pt idx="14">
                  <c:v>1.12244011378947</c:v>
                </c:pt>
                <c:pt idx="15">
                  <c:v>1.11618567504924</c:v>
                </c:pt>
                <c:pt idx="16">
                  <c:v>1.1099308736587301</c:v>
                </c:pt>
                <c:pt idx="17">
                  <c:v>1.10367570959872</c:v>
                </c:pt>
                <c:pt idx="18">
                  <c:v>1.09742018285016</c:v>
                </c:pt>
                <c:pt idx="19">
                  <c:v>1.0911642933939301</c:v>
                </c:pt>
                <c:pt idx="20">
                  <c:v>1.0849080412108301</c:v>
                </c:pt>
                <c:pt idx="21">
                  <c:v>1.0786514262818501</c:v>
                </c:pt>
                <c:pt idx="22">
                  <c:v>1.0723944485877801</c:v>
                </c:pt>
                <c:pt idx="23">
                  <c:v>1.0661371081094799</c:v>
                </c:pt>
                <c:pt idx="24">
                  <c:v>1.0598794048279701</c:v>
                </c:pt>
                <c:pt idx="25">
                  <c:v>1.0536213387240601</c:v>
                </c:pt>
                <c:pt idx="26">
                  <c:v>1.0473629097785699</c:v>
                </c:pt>
                <c:pt idx="27">
                  <c:v>1.0411041179724101</c:v>
                </c:pt>
                <c:pt idx="28">
                  <c:v>1.0348449632864101</c:v>
                </c:pt>
                <c:pt idx="29">
                  <c:v>1.02858544570152</c:v>
                </c:pt>
                <c:pt idx="30">
                  <c:v>1.0223255651985299</c:v>
                </c:pt>
                <c:pt idx="31">
                  <c:v>1.0160653217583699</c:v>
                </c:pt>
                <c:pt idx="32">
                  <c:v>1.00980471536204</c:v>
                </c:pt>
                <c:pt idx="33">
                  <c:v>1.0035437459902099</c:v>
                </c:pt>
                <c:pt idx="34">
                  <c:v>0.99728241362371195</c:v>
                </c:pt>
                <c:pt idx="35">
                  <c:v>0.99102071824357396</c:v>
                </c:pt>
                <c:pt idx="36">
                  <c:v>0.98475865983062005</c:v>
                </c:pt>
                <c:pt idx="37">
                  <c:v>0.97849623836566701</c:v>
                </c:pt>
                <c:pt idx="38">
                  <c:v>0.97223345382975201</c:v>
                </c:pt>
                <c:pt idx="39">
                  <c:v>0.96597030620341195</c:v>
                </c:pt>
                <c:pt idx="40">
                  <c:v>0.95970679546772997</c:v>
                </c:pt>
                <c:pt idx="41">
                  <c:v>0.95344292160351996</c:v>
                </c:pt>
                <c:pt idx="42">
                  <c:v>0.94717868459170995</c:v>
                </c:pt>
                <c:pt idx="43">
                  <c:v>0.94091408441305802</c:v>
                </c:pt>
                <c:pt idx="44">
                  <c:v>0.93464912104852504</c:v>
                </c:pt>
                <c:pt idx="45">
                  <c:v>0.92838379447901498</c:v>
                </c:pt>
                <c:pt idx="46">
                  <c:v>0.922118104685132</c:v>
                </c:pt>
                <c:pt idx="47">
                  <c:v>0.91585205164791395</c:v>
                </c:pt>
                <c:pt idx="48">
                  <c:v>0.90958563534825299</c:v>
                </c:pt>
                <c:pt idx="49">
                  <c:v>0.90331885576687698</c:v>
                </c:pt>
                <c:pt idx="50">
                  <c:v>0.89705171288472196</c:v>
                </c:pt>
                <c:pt idx="51">
                  <c:v>0.89078420668272695</c:v>
                </c:pt>
                <c:pt idx="52">
                  <c:v>0.88451633714158295</c:v>
                </c:pt>
                <c:pt idx="53">
                  <c:v>0.87824810424219601</c:v>
                </c:pt>
                <c:pt idx="54">
                  <c:v>0.87197950796535895</c:v>
                </c:pt>
                <c:pt idx="55">
                  <c:v>0.86571054829201999</c:v>
                </c:pt>
                <c:pt idx="56">
                  <c:v>0.85944122520302801</c:v>
                </c:pt>
                <c:pt idx="57">
                  <c:v>0.85317153867914297</c:v>
                </c:pt>
                <c:pt idx="58">
                  <c:v>0.84690148870142401</c:v>
                </c:pt>
                <c:pt idx="59">
                  <c:v>0.84063107525048597</c:v>
                </c:pt>
                <c:pt idx="60">
                  <c:v>0.83436029830717995</c:v>
                </c:pt>
                <c:pt idx="61">
                  <c:v>0.82808915785242998</c:v>
                </c:pt>
                <c:pt idx="62">
                  <c:v>0.82181765386705197</c:v>
                </c:pt>
                <c:pt idx="63">
                  <c:v>0.81554578633194996</c:v>
                </c:pt>
                <c:pt idx="64">
                  <c:v>0.80927355522801803</c:v>
                </c:pt>
                <c:pt idx="65">
                  <c:v>0.80300096053586001</c:v>
                </c:pt>
                <c:pt idx="66">
                  <c:v>0.796728002236469</c:v>
                </c:pt>
                <c:pt idx="67">
                  <c:v>0.79045468031067001</c:v>
                </c:pt>
                <c:pt idx="68">
                  <c:v>0.78418099473927005</c:v>
                </c:pt>
                <c:pt idx="69">
                  <c:v>0.77790694550320405</c:v>
                </c:pt>
                <c:pt idx="70">
                  <c:v>0.77163253258314402</c:v>
                </c:pt>
                <c:pt idx="71">
                  <c:v>0.76535775596023903</c:v>
                </c:pt>
                <c:pt idx="72">
                  <c:v>0.75908261561495904</c:v>
                </c:pt>
                <c:pt idx="73">
                  <c:v>0.75280711152820901</c:v>
                </c:pt>
                <c:pt idx="74">
                  <c:v>0.74653124368092605</c:v>
                </c:pt>
                <c:pt idx="75">
                  <c:v>0.74025501205394795</c:v>
                </c:pt>
                <c:pt idx="76">
                  <c:v>0.73397841662810004</c:v>
                </c:pt>
                <c:pt idx="77">
                  <c:v>0.72770145738425596</c:v>
                </c:pt>
                <c:pt idx="78">
                  <c:v>0.72142413430302799</c:v>
                </c:pt>
                <c:pt idx="79">
                  <c:v>0.71514644736544497</c:v>
                </c:pt>
                <c:pt idx="80">
                  <c:v>0.70886839655216505</c:v>
                </c:pt>
                <c:pt idx="81">
                  <c:v>0.70258998184423704</c:v>
                </c:pt>
                <c:pt idx="82">
                  <c:v>0.69631120322232198</c:v>
                </c:pt>
                <c:pt idx="83">
                  <c:v>0.69003206066730005</c:v>
                </c:pt>
                <c:pt idx="84">
                  <c:v>0.68375255416013303</c:v>
                </c:pt>
                <c:pt idx="85">
                  <c:v>0.67747268368133495</c:v>
                </c:pt>
                <c:pt idx="86">
                  <c:v>0.67119244921189902</c:v>
                </c:pt>
                <c:pt idx="87">
                  <c:v>0.66491185073269699</c:v>
                </c:pt>
                <c:pt idx="88">
                  <c:v>0.65863088822439897</c:v>
                </c:pt>
                <c:pt idx="89">
                  <c:v>0.65234956166798597</c:v>
                </c:pt>
                <c:pt idx="90">
                  <c:v>0.64606787104428698</c:v>
                </c:pt>
                <c:pt idx="91">
                  <c:v>0.63978581633393805</c:v>
                </c:pt>
                <c:pt idx="92">
                  <c:v>0.63350339751784301</c:v>
                </c:pt>
                <c:pt idx="93">
                  <c:v>0.62722061457682898</c:v>
                </c:pt>
                <c:pt idx="94">
                  <c:v>0.62093746749171097</c:v>
                </c:pt>
                <c:pt idx="95">
                  <c:v>0.61465395624327201</c:v>
                </c:pt>
                <c:pt idx="96">
                  <c:v>0.60837008081243704</c:v>
                </c:pt>
                <c:pt idx="97">
                  <c:v>0.60208584117997799</c:v>
                </c:pt>
                <c:pt idx="98">
                  <c:v>0.59580123732656498</c:v>
                </c:pt>
                <c:pt idx="99">
                  <c:v>0.58951626923313705</c:v>
                </c:pt>
                <c:pt idx="100">
                  <c:v>0.58323093688038596</c:v>
                </c:pt>
                <c:pt idx="101">
                  <c:v>0.57694524024924898</c:v>
                </c:pt>
                <c:pt idx="102">
                  <c:v>0.57065917932047605</c:v>
                </c:pt>
                <c:pt idx="103">
                  <c:v>0.56437275407502696</c:v>
                </c:pt>
                <c:pt idx="104">
                  <c:v>0.55808596449349301</c:v>
                </c:pt>
                <c:pt idx="105">
                  <c:v>0.55179881055665803</c:v>
                </c:pt>
                <c:pt idx="106">
                  <c:v>0.54551129224543704</c:v>
                </c:pt>
                <c:pt idx="107">
                  <c:v>0.53922340954063497</c:v>
                </c:pt>
                <c:pt idx="108">
                  <c:v>0.53293516242305405</c:v>
                </c:pt>
                <c:pt idx="109">
                  <c:v>0.52664655087342205</c:v>
                </c:pt>
                <c:pt idx="110">
                  <c:v>0.52035757487270995</c:v>
                </c:pt>
                <c:pt idx="111">
                  <c:v>0.51406823440152105</c:v>
                </c:pt>
                <c:pt idx="112">
                  <c:v>0.50777852944067203</c:v>
                </c:pt>
                <c:pt idx="113">
                  <c:v>0.50148845997110003</c:v>
                </c:pt>
                <c:pt idx="114">
                  <c:v>0.49519802597344198</c:v>
                </c:pt>
                <c:pt idx="115">
                  <c:v>0.48890722742853698</c:v>
                </c:pt>
                <c:pt idx="116">
                  <c:v>0.482616064317409</c:v>
                </c:pt>
                <c:pt idx="117">
                  <c:v>0.47632453662054303</c:v>
                </c:pt>
                <c:pt idx="118">
                  <c:v>0.47003264431872999</c:v>
                </c:pt>
                <c:pt idx="119">
                  <c:v>0.46374038739297502</c:v>
                </c:pt>
                <c:pt idx="120">
                  <c:v>0.457447765823915</c:v>
                </c:pt>
                <c:pt idx="121">
                  <c:v>0.45115477959238898</c:v>
                </c:pt>
                <c:pt idx="122">
                  <c:v>0.44486142867925499</c:v>
                </c:pt>
                <c:pt idx="123">
                  <c:v>0.43856771306527398</c:v>
                </c:pt>
                <c:pt idx="124">
                  <c:v>0.43227363273106201</c:v>
                </c:pt>
                <c:pt idx="125">
                  <c:v>0.42597918765759901</c:v>
                </c:pt>
                <c:pt idx="126">
                  <c:v>0.41968437782559098</c:v>
                </c:pt>
                <c:pt idx="127">
                  <c:v>0.41338920321577499</c:v>
                </c:pt>
                <c:pt idx="128">
                  <c:v>0.40709366380904399</c:v>
                </c:pt>
                <c:pt idx="129">
                  <c:v>0.40079775958628</c:v>
                </c:pt>
                <c:pt idx="130">
                  <c:v>0.39450149052796502</c:v>
                </c:pt>
                <c:pt idx="131">
                  <c:v>0.38820485661500398</c:v>
                </c:pt>
                <c:pt idx="132">
                  <c:v>0.38190785782826803</c:v>
                </c:pt>
                <c:pt idx="133">
                  <c:v>0.37561049414842601</c:v>
                </c:pt>
                <c:pt idx="134">
                  <c:v>0.36931276555632903</c:v>
                </c:pt>
                <c:pt idx="135">
                  <c:v>0.36301467203268001</c:v>
                </c:pt>
                <c:pt idx="136">
                  <c:v>0.356716213558461</c:v>
                </c:pt>
                <c:pt idx="137">
                  <c:v>0.350417390114177</c:v>
                </c:pt>
                <c:pt idx="138">
                  <c:v>0.34411820168069901</c:v>
                </c:pt>
                <c:pt idx="139">
                  <c:v>0.33781864823879698</c:v>
                </c:pt>
                <c:pt idx="140">
                  <c:v>0.33151872976924202</c:v>
                </c:pt>
                <c:pt idx="141">
                  <c:v>0.32521844625285101</c:v>
                </c:pt>
                <c:pt idx="142">
                  <c:v>0.31891779767053702</c:v>
                </c:pt>
                <c:pt idx="143">
                  <c:v>0.312616784002684</c:v>
                </c:pt>
                <c:pt idx="144">
                  <c:v>0.30631540523036199</c:v>
                </c:pt>
                <c:pt idx="145">
                  <c:v>0.30001366133422003</c:v>
                </c:pt>
                <c:pt idx="146">
                  <c:v>0.29371155229507301</c:v>
                </c:pt>
                <c:pt idx="147">
                  <c:v>0.28740907809358102</c:v>
                </c:pt>
                <c:pt idx="148">
                  <c:v>0.28110623871074902</c:v>
                </c:pt>
                <c:pt idx="149">
                  <c:v>0.27480303412724699</c:v>
                </c:pt>
                <c:pt idx="150">
                  <c:v>0.26849946432362398</c:v>
                </c:pt>
                <c:pt idx="151">
                  <c:v>0.26219552928078399</c:v>
                </c:pt>
                <c:pt idx="152">
                  <c:v>0.25589122897960997</c:v>
                </c:pt>
                <c:pt idx="153">
                  <c:v>0.24958656340063901</c:v>
                </c:pt>
                <c:pt idx="154">
                  <c:v>0.24328153252483101</c:v>
                </c:pt>
                <c:pt idx="155">
                  <c:v>0.236976136332989</c:v>
                </c:pt>
                <c:pt idx="156">
                  <c:v>0.23067037480562999</c:v>
                </c:pt>
                <c:pt idx="157">
                  <c:v>0.22436424792356999</c:v>
                </c:pt>
                <c:pt idx="158">
                  <c:v>0.21805775566765601</c:v>
                </c:pt>
                <c:pt idx="159">
                  <c:v>0.21175089801859201</c:v>
                </c:pt>
                <c:pt idx="160">
                  <c:v>0.20544367495718399</c:v>
                </c:pt>
                <c:pt idx="161">
                  <c:v>0.19913608646411299</c:v>
                </c:pt>
                <c:pt idx="162">
                  <c:v>0.19282813252036199</c:v>
                </c:pt>
                <c:pt idx="163">
                  <c:v>0.18651981310632301</c:v>
                </c:pt>
                <c:pt idx="164">
                  <c:v>0.18021112820284499</c:v>
                </c:pt>
                <c:pt idx="165">
                  <c:v>0.17390207779078801</c:v>
                </c:pt>
                <c:pt idx="166">
                  <c:v>0.167592661850857</c:v>
                </c:pt>
                <c:pt idx="167">
                  <c:v>0.160941924720304</c:v>
                </c:pt>
                <c:pt idx="168">
                  <c:v>0.15360089226654799</c:v>
                </c:pt>
                <c:pt idx="169">
                  <c:v>0.14567030855819901</c:v>
                </c:pt>
                <c:pt idx="170">
                  <c:v>0.137251917147896</c:v>
                </c:pt>
                <c:pt idx="171">
                  <c:v>0.12844748551782401</c:v>
                </c:pt>
                <c:pt idx="172">
                  <c:v>0.119358809163106</c:v>
                </c:pt>
                <c:pt idx="173">
                  <c:v>0.11008771472383901</c:v>
                </c:pt>
                <c:pt idx="174">
                  <c:v>0.100736062165718</c:v>
                </c:pt>
                <c:pt idx="175">
                  <c:v>9.1405746009220995E-2</c:v>
                </c:pt>
                <c:pt idx="176">
                  <c:v>8.2198695604740496E-2</c:v>
                </c:pt>
                <c:pt idx="177">
                  <c:v>7.3216874456616399E-2</c:v>
                </c:pt>
                <c:pt idx="178">
                  <c:v>6.4562278592472697E-2</c:v>
                </c:pt>
                <c:pt idx="179">
                  <c:v>5.6336933978762299E-2</c:v>
                </c:pt>
                <c:pt idx="180">
                  <c:v>4.8642892982320197E-2</c:v>
                </c:pt>
                <c:pt idx="181">
                  <c:v>4.1582229876069299E-2</c:v>
                </c:pt>
                <c:pt idx="182">
                  <c:v>3.5257035391433898E-2</c:v>
                </c:pt>
                <c:pt idx="183">
                  <c:v>2.97694103138069E-2</c:v>
                </c:pt>
                <c:pt idx="184">
                  <c:v>2.5221458123758599E-2</c:v>
                </c:pt>
                <c:pt idx="185">
                  <c:v>2.1715276683032001E-2</c:v>
                </c:pt>
                <c:pt idx="186">
                  <c:v>1.9352948966089301E-2</c:v>
                </c:pt>
                <c:pt idx="187">
                  <c:v>1.8236532836690699E-2</c:v>
                </c:pt>
                <c:pt idx="188">
                  <c:v>1.8468049872255601E-2</c:v>
                </c:pt>
                <c:pt idx="189">
                  <c:v>2.0149473235386801E-2</c:v>
                </c:pt>
                <c:pt idx="190">
                  <c:v>2.3031595667577499E-2</c:v>
                </c:pt>
                <c:pt idx="191">
                  <c:v>2.6332277379748099E-2</c:v>
                </c:pt>
                <c:pt idx="192">
                  <c:v>3.00573612829091E-2</c:v>
                </c:pt>
                <c:pt idx="193">
                  <c:v>3.4250520663825501E-2</c:v>
                </c:pt>
                <c:pt idx="194">
                  <c:v>3.8955416416497399E-2</c:v>
                </c:pt>
                <c:pt idx="195">
                  <c:v>4.42156950785422E-2</c:v>
                </c:pt>
                <c:pt idx="196">
                  <c:v>5.0074986694703699E-2</c:v>
                </c:pt>
                <c:pt idx="197">
                  <c:v>5.6576902504124102E-2</c:v>
                </c:pt>
                <c:pt idx="198">
                  <c:v>6.3765032454399198E-2</c:v>
                </c:pt>
                <c:pt idx="199">
                  <c:v>7.1682942541306804E-2</c:v>
                </c:pt>
                <c:pt idx="200">
                  <c:v>8.0374171974728598E-2</c:v>
                </c:pt>
                <c:pt idx="201">
                  <c:v>8.9882230170257302E-2</c:v>
                </c:pt>
                <c:pt idx="202">
                  <c:v>0.100250593568407</c:v>
                </c:pt>
                <c:pt idx="203">
                  <c:v>0.11152270227992001</c:v>
                </c:pt>
                <c:pt idx="204">
                  <c:v>0.12374195655907599</c:v>
                </c:pt>
                <c:pt idx="205">
                  <c:v>0.136951713104183</c:v>
                </c:pt>
                <c:pt idx="206">
                  <c:v>0.15119528118633399</c:v>
                </c:pt>
                <c:pt idx="207">
                  <c:v>0.166515918606225</c:v>
                </c:pt>
                <c:pt idx="208">
                  <c:v>0.182956827481562</c:v>
                </c:pt>
                <c:pt idx="209">
                  <c:v>0.20056114986141099</c:v>
                </c:pt>
                <c:pt idx="210">
                  <c:v>0.219371963173598</c:v>
                </c:pt>
                <c:pt idx="211">
                  <c:v>0.23943227550059501</c:v>
                </c:pt>
                <c:pt idx="212">
                  <c:v>0.26078502068793702</c:v>
                </c:pt>
                <c:pt idx="213">
                  <c:v>0.28347305328509897</c:v>
                </c:pt>
                <c:pt idx="214">
                  <c:v>0.307539143318103</c:v>
                </c:pt>
                <c:pt idx="215">
                  <c:v>0.33291216022780501</c:v>
                </c:pt>
                <c:pt idx="216">
                  <c:v>0.35792665186877798</c:v>
                </c:pt>
                <c:pt idx="217">
                  <c:v>0.38223640176131601</c:v>
                </c:pt>
                <c:pt idx="218">
                  <c:v>0.40612334892066199</c:v>
                </c:pt>
                <c:pt idx="219">
                  <c:v>0.42986917699176003</c:v>
                </c:pt>
                <c:pt idx="220">
                  <c:v>0.45375532154482401</c:v>
                </c:pt>
                <c:pt idx="221">
                  <c:v>0.478062970074145</c:v>
                </c:pt>
                <c:pt idx="222">
                  <c:v>0.50307305471094499</c:v>
                </c:pt>
                <c:pt idx="223">
                  <c:v>0.52906623766139105</c:v>
                </c:pt>
                <c:pt idx="224">
                  <c:v>0.55632288937986796</c:v>
                </c:pt>
                <c:pt idx="225">
                  <c:v>0.585123059491366</c:v>
                </c:pt>
                <c:pt idx="226">
                  <c:v>0.61574644047525096</c:v>
                </c:pt>
                <c:pt idx="227">
                  <c:v>0.64847232412844602</c:v>
                </c:pt>
                <c:pt idx="228">
                  <c:v>0.68357955082629696</c:v>
                </c:pt>
                <c:pt idx="229">
                  <c:v>0.72134645160224498</c:v>
                </c:pt>
                <c:pt idx="230">
                  <c:v>0.76205078307371998</c:v>
                </c:pt>
                <c:pt idx="231">
                  <c:v>0.80596965524183395</c:v>
                </c:pt>
                <c:pt idx="232">
                  <c:v>0.85337945220085298</c:v>
                </c:pt>
                <c:pt idx="233">
                  <c:v>0.90455574579522102</c:v>
                </c:pt>
                <c:pt idx="234">
                  <c:v>0.95977320226905405</c:v>
                </c:pt>
                <c:pt idx="235">
                  <c:v>1.01930548195924</c:v>
                </c:pt>
                <c:pt idx="236">
                  <c:v>1.08342513208737</c:v>
                </c:pt>
                <c:pt idx="237">
                  <c:v>1.15240347271598</c:v>
                </c:pt>
                <c:pt idx="238">
                  <c:v>1.22651047593813</c:v>
                </c:pt>
                <c:pt idx="239">
                  <c:v>1.3064441609492301</c:v>
                </c:pt>
                <c:pt idx="240">
                  <c:v>1.39423548858522</c:v>
                </c:pt>
                <c:pt idx="241">
                  <c:v>1.4895304575876001</c:v>
                </c:pt>
                <c:pt idx="242">
                  <c:v>1.5916504544230801</c:v>
                </c:pt>
                <c:pt idx="243">
                  <c:v>1.6999179797299599</c:v>
                </c:pt>
                <c:pt idx="244">
                  <c:v>1.8136570519000299</c:v>
                </c:pt>
                <c:pt idx="245">
                  <c:v>1.9321935685134299</c:v>
                </c:pt>
                <c:pt idx="246">
                  <c:v>2.0548556256988402</c:v>
                </c:pt>
                <c:pt idx="247">
                  <c:v>2.18097379554297</c:v>
                </c:pt>
                <c:pt idx="248">
                  <c:v>2.3098813617207998</c:v>
                </c:pt>
                <c:pt idx="249">
                  <c:v>2.4409145135584698</c:v>
                </c:pt>
                <c:pt idx="250">
                  <c:v>2.57341249877335</c:v>
                </c:pt>
                <c:pt idx="251">
                  <c:v>2.7067177351674898</c:v>
                </c:pt>
                <c:pt idx="252">
                  <c:v>2.8401758815649201</c:v>
                </c:pt>
                <c:pt idx="253">
                  <c:v>2.9731358683044702</c:v>
                </c:pt>
                <c:pt idx="254">
                  <c:v>3.1049498876019199</c:v>
                </c:pt>
                <c:pt idx="255">
                  <c:v>3.23497334410265</c:v>
                </c:pt>
                <c:pt idx="256">
                  <c:v>3.36256476593694</c:v>
                </c:pt>
                <c:pt idx="257">
                  <c:v>3.4870856765809402</c:v>
                </c:pt>
                <c:pt idx="258">
                  <c:v>3.6079004278122402</c:v>
                </c:pt>
                <c:pt idx="259">
                  <c:v>3.7243759940201202</c:v>
                </c:pt>
                <c:pt idx="260">
                  <c:v>3.8358817281092699</c:v>
                </c:pt>
                <c:pt idx="261">
                  <c:v>3.9417890791940602</c:v>
                </c:pt>
                <c:pt idx="262">
                  <c:v>4.0414712722429504</c:v>
                </c:pt>
                <c:pt idx="263">
                  <c:v>4.1341084528326597</c:v>
                </c:pt>
                <c:pt idx="264">
                  <c:v>4.2187799951885898</c:v>
                </c:pt>
                <c:pt idx="265">
                  <c:v>4.2961323901394302</c:v>
                </c:pt>
                <c:pt idx="266">
                  <c:v>4.3669599566184099</c:v>
                </c:pt>
                <c:pt idx="267">
                  <c:v>4.4320535756899897</c:v>
                </c:pt>
                <c:pt idx="268">
                  <c:v>4.4922011507406401</c:v>
                </c:pt>
                <c:pt idx="269">
                  <c:v>4.5481880078645798</c:v>
                </c:pt>
                <c:pt idx="270">
                  <c:v>4.6007972368712799</c:v>
                </c:pt>
                <c:pt idx="271">
                  <c:v>4.6508099732738701</c:v>
                </c:pt>
                <c:pt idx="272">
                  <c:v>4.6990056215563296</c:v>
                </c:pt>
                <c:pt idx="273">
                  <c:v>4.7461620199696304</c:v>
                </c:pt>
                <c:pt idx="274">
                  <c:v>4.79305554707088</c:v>
                </c:pt>
                <c:pt idx="275">
                  <c:v>4.84046117019244</c:v>
                </c:pt>
                <c:pt idx="276">
                  <c:v>4.88915243601532</c:v>
                </c:pt>
                <c:pt idx="277">
                  <c:v>4.9399014034140398</c:v>
                </c:pt>
                <c:pt idx="278">
                  <c:v>4.99347851875235</c:v>
                </c:pt>
                <c:pt idx="279">
                  <c:v>5.0506524338222798</c:v>
                </c:pt>
                <c:pt idx="280">
                  <c:v>5.1121897666518201</c:v>
                </c:pt>
                <c:pt idx="281">
                  <c:v>5.1788548054447503</c:v>
                </c:pt>
                <c:pt idx="282">
                  <c:v>5.2514091559669902</c:v>
                </c:pt>
                <c:pt idx="283">
                  <c:v>5.3306113327562903</c:v>
                </c:pt>
                <c:pt idx="284">
                  <c:v>5.4172162946030298</c:v>
                </c:pt>
                <c:pt idx="285">
                  <c:v>5.5119749248314598</c:v>
                </c:pt>
                <c:pt idx="286">
                  <c:v>5.61563345700631</c:v>
                </c:pt>
                <c:pt idx="287">
                  <c:v>5.7289328467907801</c:v>
                </c:pt>
                <c:pt idx="288">
                  <c:v>5.85260809079249</c:v>
                </c:pt>
                <c:pt idx="289">
                  <c:v>5.9839849864322598</c:v>
                </c:pt>
                <c:pt idx="290">
                  <c:v>6.1122035335196401</c:v>
                </c:pt>
                <c:pt idx="291">
                  <c:v>6.2369250263884197</c:v>
                </c:pt>
                <c:pt idx="292">
                  <c:v>6.3587525430983298</c:v>
                </c:pt>
                <c:pt idx="293">
                  <c:v>6.4782860641989002</c:v>
                </c:pt>
                <c:pt idx="294">
                  <c:v>6.5961226229629499</c:v>
                </c:pt>
                <c:pt idx="295">
                  <c:v>6.71285642062898</c:v>
                </c:pt>
                <c:pt idx="296">
                  <c:v>6.8290789069265401</c:v>
                </c:pt>
                <c:pt idx="297">
                  <c:v>6.9453788261483398</c:v>
                </c:pt>
                <c:pt idx="298">
                  <c:v>7.0623422290235096</c:v>
                </c:pt>
                <c:pt idx="299">
                  <c:v>7.1805524506375997</c:v>
                </c:pt>
                <c:pt idx="300">
                  <c:v>7.3005900546533002</c:v>
                </c:pt>
                <c:pt idx="301">
                  <c:v>7.42303274408461</c:v>
                </c:pt>
                <c:pt idx="302">
                  <c:v>7.5484552388923696</c:v>
                </c:pt>
                <c:pt idx="303">
                  <c:v>7.6774291206821701</c:v>
                </c:pt>
                <c:pt idx="304">
                  <c:v>7.8105226448095504</c:v>
                </c:pt>
                <c:pt idx="305">
                  <c:v>7.9483005202161898</c:v>
                </c:pt>
                <c:pt idx="306">
                  <c:v>8.0913236573591796</c:v>
                </c:pt>
                <c:pt idx="307">
                  <c:v>8.2401488846213606</c:v>
                </c:pt>
                <c:pt idx="308">
                  <c:v>8.3953286336381296</c:v>
                </c:pt>
                <c:pt idx="309">
                  <c:v>8.5574105940109302</c:v>
                </c:pt>
                <c:pt idx="310">
                  <c:v>8.7269373379343893</c:v>
                </c:pt>
                <c:pt idx="311">
                  <c:v>8.9044459153082904</c:v>
                </c:pt>
                <c:pt idx="312">
                  <c:v>9.0904674199675704</c:v>
                </c:pt>
                <c:pt idx="313">
                  <c:v>9.2855265277206005</c:v>
                </c:pt>
                <c:pt idx="314">
                  <c:v>9.4901410069509193</c:v>
                </c:pt>
                <c:pt idx="315">
                  <c:v>9.7048212026055793</c:v>
                </c:pt>
                <c:pt idx="316">
                  <c:v>9.9300694944641297</c:v>
                </c:pt>
                <c:pt idx="317">
                  <c:v>10.166379730656899</c:v>
                </c:pt>
                <c:pt idx="318">
                  <c:v>10.414236637477901</c:v>
                </c:pt>
                <c:pt idx="319">
                  <c:v>10.674115206619099</c:v>
                </c:pt>
                <c:pt idx="320">
                  <c:v>10.9464800610357</c:v>
                </c:pt>
                <c:pt idx="321">
                  <c:v>11.231784800735401</c:v>
                </c:pt>
                <c:pt idx="322">
                  <c:v>11.5304713298735</c:v>
                </c:pt>
                <c:pt idx="323">
                  <c:v>11.842969166624201</c:v>
                </c:pt>
                <c:pt idx="324">
                  <c:v>12.169694737386999</c:v>
                </c:pt>
                <c:pt idx="325">
                  <c:v>12.5110506569801</c:v>
                </c:pt>
                <c:pt idx="326">
                  <c:v>12.867424996562301</c:v>
                </c:pt>
                <c:pt idx="327">
                  <c:v>13.2391925911956</c:v>
                </c:pt>
                <c:pt idx="328">
                  <c:v>13.6267249348381</c:v>
                </c:pt>
                <c:pt idx="329">
                  <c:v>14.0295681757217</c:v>
                </c:pt>
                <c:pt idx="330">
                  <c:v>14.446954302711699</c:v>
                </c:pt>
                <c:pt idx="331">
                  <c:v>14.878118228652299</c:v>
                </c:pt>
                <c:pt idx="332">
                  <c:v>15.3222988017777</c:v>
                </c:pt>
                <c:pt idx="333">
                  <c:v>15.778739765733601</c:v>
                </c:pt>
                <c:pt idx="334">
                  <c:v>16.246690667894299</c:v>
                </c:pt>
                <c:pt idx="335">
                  <c:v>16.725407715830499</c:v>
                </c:pt>
                <c:pt idx="336">
                  <c:v>17.2141545819211</c:v>
                </c:pt>
                <c:pt idx="337">
                  <c:v>17.7122031562558</c:v>
                </c:pt>
                <c:pt idx="338">
                  <c:v>18.218834248102201</c:v>
                </c:pt>
                <c:pt idx="339">
                  <c:v>18.7333382363387</c:v>
                </c:pt>
                <c:pt idx="340">
                  <c:v>19.255015669374998</c:v>
                </c:pt>
                <c:pt idx="341">
                  <c:v>19.7831778151868</c:v>
                </c:pt>
                <c:pt idx="342">
                  <c:v>20.317147162194502</c:v>
                </c:pt>
                <c:pt idx="343">
                  <c:v>20.8562578718082</c:v>
                </c:pt>
                <c:pt idx="344">
                  <c:v>21.399856183545001</c:v>
                </c:pt>
                <c:pt idx="345">
                  <c:v>21.9473007736994</c:v>
                </c:pt>
                <c:pt idx="346">
                  <c:v>22.497963068620201</c:v>
                </c:pt>
                <c:pt idx="347">
                  <c:v>23.051227513702401</c:v>
                </c:pt>
                <c:pt idx="348">
                  <c:v>23.606491799258201</c:v>
                </c:pt>
                <c:pt idx="349">
                  <c:v>24.163167044479099</c:v>
                </c:pt>
                <c:pt idx="350">
                  <c:v>24.720677940733498</c:v>
                </c:pt>
                <c:pt idx="351">
                  <c:v>25.278462855480601</c:v>
                </c:pt>
                <c:pt idx="352">
                  <c:v>25.835973898105198</c:v>
                </c:pt>
                <c:pt idx="353">
                  <c:v>26.392676948993099</c:v>
                </c:pt>
                <c:pt idx="354">
                  <c:v>26.948051653183398</c:v>
                </c:pt>
                <c:pt idx="355">
                  <c:v>27.501591379936102</c:v>
                </c:pt>
                <c:pt idx="356">
                  <c:v>28.052803149556102</c:v>
                </c:pt>
                <c:pt idx="357">
                  <c:v>28.601207528808601</c:v>
                </c:pt>
                <c:pt idx="358">
                  <c:v>29.1463384962512</c:v>
                </c:pt>
                <c:pt idx="359">
                  <c:v>29.687743278792599</c:v>
                </c:pt>
                <c:pt idx="360">
                  <c:v>30.224982160768</c:v>
                </c:pt>
                <c:pt idx="361">
                  <c:v>30.757628266797202</c:v>
                </c:pt>
                <c:pt idx="362">
                  <c:v>31.2852673196643</c:v>
                </c:pt>
                <c:pt idx="363">
                  <c:v>31.808625444081699</c:v>
                </c:pt>
                <c:pt idx="364">
                  <c:v>32.338873043318998</c:v>
                </c:pt>
                <c:pt idx="365">
                  <c:v>32.877861342959399</c:v>
                </c:pt>
                <c:pt idx="366">
                  <c:v>33.424224436246902</c:v>
                </c:pt>
                <c:pt idx="367">
                  <c:v>33.976627649608403</c:v>
                </c:pt>
                <c:pt idx="368">
                  <c:v>34.533768760882197</c:v>
                </c:pt>
                <c:pt idx="369">
                  <c:v>35.094378989022999</c:v>
                </c:pt>
                <c:pt idx="370">
                  <c:v>35.657223762894702</c:v>
                </c:pt>
                <c:pt idx="371">
                  <c:v>36.221103277156899</c:v>
                </c:pt>
                <c:pt idx="372">
                  <c:v>36.784852843559598</c:v>
                </c:pt>
                <c:pt idx="373">
                  <c:v>37.347343046177102</c:v>
                </c:pt>
                <c:pt idx="374">
                  <c:v>37.907479709249301</c:v>
                </c:pt>
                <c:pt idx="375">
                  <c:v>38.4642036863521</c:v>
                </c:pt>
                <c:pt idx="376">
                  <c:v>39.016490479601202</c:v>
                </c:pt>
                <c:pt idx="377">
                  <c:v>39.563349697501899</c:v>
                </c:pt>
                <c:pt idx="378">
                  <c:v>40.103824359903101</c:v>
                </c:pt>
                <c:pt idx="379">
                  <c:v>40.636990058294799</c:v>
                </c:pt>
                <c:pt idx="380">
                  <c:v>41.161953979414498</c:v>
                </c:pt>
                <c:pt idx="381">
                  <c:v>41.677853799796999</c:v>
                </c:pt>
                <c:pt idx="382">
                  <c:v>42.183856458525597</c:v>
                </c:pt>
                <c:pt idx="383">
                  <c:v>42.679156815016903</c:v>
                </c:pt>
                <c:pt idx="384">
                  <c:v>43.1629761982053</c:v>
                </c:pt>
                <c:pt idx="385">
                  <c:v>43.634560852985601</c:v>
                </c:pt>
                <c:pt idx="386">
                  <c:v>44.093180289229899</c:v>
                </c:pt>
                <c:pt idx="387">
                  <c:v>44.538125538116503</c:v>
                </c:pt>
                <c:pt idx="388">
                  <c:v>44.972191807886702</c:v>
                </c:pt>
                <c:pt idx="389">
                  <c:v>45.403048610904001</c:v>
                </c:pt>
                <c:pt idx="390">
                  <c:v>45.830543044998102</c:v>
                </c:pt>
                <c:pt idx="391">
                  <c:v>46.254187116524697</c:v>
                </c:pt>
                <c:pt idx="392">
                  <c:v>46.6735073690608</c:v>
                </c:pt>
                <c:pt idx="393">
                  <c:v>47.088044554978197</c:v>
                </c:pt>
                <c:pt idx="394">
                  <c:v>47.4973532691427</c:v>
                </c:pt>
                <c:pt idx="395">
                  <c:v>47.9010015466216</c:v>
                </c:pt>
                <c:pt idx="396">
                  <c:v>48.298570426203497</c:v>
                </c:pt>
                <c:pt idx="397">
                  <c:v>48.689653481447202</c:v>
                </c:pt>
                <c:pt idx="398">
                  <c:v>49.073856320884801</c:v>
                </c:pt>
                <c:pt idx="399">
                  <c:v>49.450796058904601</c:v>
                </c:pt>
                <c:pt idx="400">
                  <c:v>49.820100758734498</c:v>
                </c:pt>
                <c:pt idx="401">
                  <c:v>50.181408848835702</c:v>
                </c:pt>
                <c:pt idx="402">
                  <c:v>50.534368513901903</c:v>
                </c:pt>
                <c:pt idx="403">
                  <c:v>50.878637061536097</c:v>
                </c:pt>
                <c:pt idx="404">
                  <c:v>51.2138802655559</c:v>
                </c:pt>
                <c:pt idx="405">
                  <c:v>51.539771686744103</c:v>
                </c:pt>
                <c:pt idx="406">
                  <c:v>51.8559919717312</c:v>
                </c:pt>
                <c:pt idx="407">
                  <c:v>52.162228130555903</c:v>
                </c:pt>
                <c:pt idx="408">
                  <c:v>52.458172793307703</c:v>
                </c:pt>
                <c:pt idx="409">
                  <c:v>52.7435234461121</c:v>
                </c:pt>
                <c:pt idx="410">
                  <c:v>53.017981646564103</c:v>
                </c:pt>
                <c:pt idx="411">
                  <c:v>53.281252218565697</c:v>
                </c:pt>
                <c:pt idx="412">
                  <c:v>53.533165345994398</c:v>
                </c:pt>
                <c:pt idx="413">
                  <c:v>53.779595214760697</c:v>
                </c:pt>
                <c:pt idx="414">
                  <c:v>54.023382992420601</c:v>
                </c:pt>
                <c:pt idx="415">
                  <c:v>54.263819371000601</c:v>
                </c:pt>
                <c:pt idx="416">
                  <c:v>54.500208721133397</c:v>
                </c:pt>
                <c:pt idx="417">
                  <c:v>54.731868573184997</c:v>
                </c:pt>
                <c:pt idx="418">
                  <c:v>54.958129001986102</c:v>
                </c:pt>
                <c:pt idx="419">
                  <c:v>55.178331917956498</c:v>
                </c:pt>
                <c:pt idx="420">
                  <c:v>55.391830267176502</c:v>
                </c:pt>
                <c:pt idx="421">
                  <c:v>55.597987142682399</c:v>
                </c:pt>
                <c:pt idx="422">
                  <c:v>55.796174808970001</c:v>
                </c:pt>
                <c:pt idx="423">
                  <c:v>55.985773641345901</c:v>
                </c:pt>
                <c:pt idx="424">
                  <c:v>56.166170981412897</c:v>
                </c:pt>
                <c:pt idx="425">
                  <c:v>56.336759909572997</c:v>
                </c:pt>
                <c:pt idx="426">
                  <c:v>56.496937935013001</c:v>
                </c:pt>
                <c:pt idx="427">
                  <c:v>56.646105603180501</c:v>
                </c:pt>
                <c:pt idx="428">
                  <c:v>56.783665020274697</c:v>
                </c:pt>
                <c:pt idx="429">
                  <c:v>56.909018293760397</c:v>
                </c:pt>
                <c:pt idx="430">
                  <c:v>57.021565887366101</c:v>
                </c:pt>
                <c:pt idx="431">
                  <c:v>57.120704888443598</c:v>
                </c:pt>
                <c:pt idx="432">
                  <c:v>57.205827184953002</c:v>
                </c:pt>
                <c:pt idx="433">
                  <c:v>57.276317548680296</c:v>
                </c:pt>
                <c:pt idx="434">
                  <c:v>57.3315516206018</c:v>
                </c:pt>
                <c:pt idx="435">
                  <c:v>57.370893793572797</c:v>
                </c:pt>
                <c:pt idx="436">
                  <c:v>57.393694986733401</c:v>
                </c:pt>
                <c:pt idx="437">
                  <c:v>57.400398921205301</c:v>
                </c:pt>
                <c:pt idx="438">
                  <c:v>57.403281438048097</c:v>
                </c:pt>
                <c:pt idx="439">
                  <c:v>57.405925684182499</c:v>
                </c:pt>
                <c:pt idx="440">
                  <c:v>57.408342312522102</c:v>
                </c:pt>
                <c:pt idx="441">
                  <c:v>57.410541970321603</c:v>
                </c:pt>
                <c:pt idx="442">
                  <c:v>57.412535299685601</c:v>
                </c:pt>
                <c:pt idx="443">
                  <c:v>57.414332938051999</c:v>
                </c:pt>
                <c:pt idx="444">
                  <c:v>57.415945518652201</c:v>
                </c:pt>
                <c:pt idx="445">
                  <c:v>57.417383670945497</c:v>
                </c:pt>
                <c:pt idx="446">
                  <c:v>57.418658021031099</c:v>
                </c:pt>
                <c:pt idx="447">
                  <c:v>57.419779192033403</c:v>
                </c:pt>
                <c:pt idx="448">
                  <c:v>57.420757804465303</c:v>
                </c:pt>
                <c:pt idx="449">
                  <c:v>57.4216044765653</c:v>
                </c:pt>
                <c:pt idx="450">
                  <c:v>57.422329824611403</c:v>
                </c:pt>
                <c:pt idx="451">
                  <c:v>57.422944463210399</c:v>
                </c:pt>
                <c:pt idx="452">
                  <c:v>57.423459005562997</c:v>
                </c:pt>
                <c:pt idx="453">
                  <c:v>57.4238840637043</c:v>
                </c:pt>
                <c:pt idx="454">
                  <c:v>57.424230248721102</c:v>
                </c:pt>
                <c:pt idx="455">
                  <c:v>57.424508170943</c:v>
                </c:pt>
                <c:pt idx="456">
                  <c:v>57.424728440111402</c:v>
                </c:pt>
                <c:pt idx="457">
                  <c:v>57.424901665523201</c:v>
                </c:pt>
                <c:pt idx="458">
                  <c:v>57.425038456149899</c:v>
                </c:pt>
                <c:pt idx="459">
                  <c:v>57.425149420733099</c:v>
                </c:pt>
                <c:pt idx="460">
                  <c:v>57.425245167856097</c:v>
                </c:pt>
                <c:pt idx="461">
                  <c:v>57.4253363059902</c:v>
                </c:pt>
                <c:pt idx="462">
                  <c:v>57.4254336139687</c:v>
                </c:pt>
                <c:pt idx="463">
                  <c:v>57.425637247440498</c:v>
                </c:pt>
                <c:pt idx="464">
                  <c:v>57.426023399510797</c:v>
                </c:pt>
                <c:pt idx="465">
                  <c:v>57.426588765382199</c:v>
                </c:pt>
                <c:pt idx="466">
                  <c:v>57.427330038317898</c:v>
                </c:pt>
                <c:pt idx="467">
                  <c:v>57.428243909768099</c:v>
                </c:pt>
                <c:pt idx="468">
                  <c:v>57.429327069493098</c:v>
                </c:pt>
                <c:pt idx="469">
                  <c:v>57.430576205685803</c:v>
                </c:pt>
                <c:pt idx="470">
                  <c:v>57.431988005090702</c:v>
                </c:pt>
                <c:pt idx="471">
                  <c:v>57.433559153120697</c:v>
                </c:pt>
                <c:pt idx="472">
                  <c:v>57.435286333972201</c:v>
                </c:pt>
                <c:pt idx="473">
                  <c:v>57.4371662307368</c:v>
                </c:pt>
                <c:pt idx="474">
                  <c:v>57.439195525511998</c:v>
                </c:pt>
                <c:pt idx="475">
                  <c:v>57.441370899507902</c:v>
                </c:pt>
                <c:pt idx="476">
                  <c:v>57.443689033153497</c:v>
                </c:pt>
                <c:pt idx="477">
                  <c:v>57.446146606198802</c:v>
                </c:pt>
                <c:pt idx="478">
                  <c:v>57.448740297815597</c:v>
                </c:pt>
                <c:pt idx="479">
                  <c:v>57.451466786696002</c:v>
                </c:pt>
                <c:pt idx="480">
                  <c:v>57.454322751147998</c:v>
                </c:pt>
                <c:pt idx="481">
                  <c:v>57.457304869188903</c:v>
                </c:pt>
                <c:pt idx="482">
                  <c:v>57.460409818636599</c:v>
                </c:pt>
                <c:pt idx="483">
                  <c:v>57.463634277198302</c:v>
                </c:pt>
                <c:pt idx="484">
                  <c:v>57.466974922557199</c:v>
                </c:pt>
                <c:pt idx="485">
                  <c:v>57.470428432455897</c:v>
                </c:pt>
                <c:pt idx="486">
                  <c:v>57.4739914847789</c:v>
                </c:pt>
                <c:pt idx="487">
                  <c:v>57.477660757631</c:v>
                </c:pt>
                <c:pt idx="488">
                  <c:v>57.481432929415099</c:v>
                </c:pt>
                <c:pt idx="489">
                  <c:v>57.485304678906601</c:v>
                </c:pt>
                <c:pt idx="490">
                  <c:v>57.4892726853246</c:v>
                </c:pt>
                <c:pt idx="491">
                  <c:v>57.493333628403597</c:v>
                </c:pt>
                <c:pt idx="492">
                  <c:v>57.497484188459303</c:v>
                </c:pt>
                <c:pt idx="493">
                  <c:v>57.501721046454399</c:v>
                </c:pt>
                <c:pt idx="494">
                  <c:v>57.506040884061598</c:v>
                </c:pt>
                <c:pt idx="495">
                  <c:v>57.510440383723299</c:v>
                </c:pt>
                <c:pt idx="496">
                  <c:v>57.514916228710298</c:v>
                </c:pt>
                <c:pt idx="497">
                  <c:v>57.519465103176998</c:v>
                </c:pt>
                <c:pt idx="498">
                  <c:v>57.524083692214496</c:v>
                </c:pt>
                <c:pt idx="499">
                  <c:v>57.5287686819022</c:v>
                </c:pt>
                <c:pt idx="500">
                  <c:v>57.533516759355599</c:v>
                </c:pt>
                <c:pt idx="501">
                  <c:v>57.538324612773003</c:v>
                </c:pt>
                <c:pt idx="502">
                  <c:v>57.543188931478802</c:v>
                </c:pt>
                <c:pt idx="503">
                  <c:v>57.548106405965697</c:v>
                </c:pt>
                <c:pt idx="504">
                  <c:v>57.553073727932798</c:v>
                </c:pt>
                <c:pt idx="505">
                  <c:v>57.558087590323296</c:v>
                </c:pt>
                <c:pt idx="506">
                  <c:v>57.563144687358097</c:v>
                </c:pt>
                <c:pt idx="507">
                  <c:v>57.568241714568202</c:v>
                </c:pt>
                <c:pt idx="508">
                  <c:v>57.573375368824301</c:v>
                </c:pt>
                <c:pt idx="509">
                  <c:v>57.578542348364103</c:v>
                </c:pt>
                <c:pt idx="510">
                  <c:v>57.583739352817098</c:v>
                </c:pt>
                <c:pt idx="511">
                  <c:v>57.588963083227299</c:v>
                </c:pt>
                <c:pt idx="512">
                  <c:v>57.594210242073402</c:v>
                </c:pt>
                <c:pt idx="513">
                  <c:v>57.599477533286901</c:v>
                </c:pt>
                <c:pt idx="514">
                  <c:v>57.604761662267002</c:v>
                </c:pt>
                <c:pt idx="515">
                  <c:v>57.610059335894597</c:v>
                </c:pt>
                <c:pt idx="516">
                  <c:v>57.615367262542698</c:v>
                </c:pt>
                <c:pt idx="517">
                  <c:v>57.620682152084903</c:v>
                </c:pt>
                <c:pt idx="518">
                  <c:v>57.626000715901696</c:v>
                </c:pt>
                <c:pt idx="519">
                  <c:v>57.631319666884202</c:v>
                </c:pt>
                <c:pt idx="520">
                  <c:v>57.636635719435802</c:v>
                </c:pt>
                <c:pt idx="521">
                  <c:v>57.6419455894709</c:v>
                </c:pt>
                <c:pt idx="522">
                  <c:v>57.647245994412202</c:v>
                </c:pt>
                <c:pt idx="523">
                  <c:v>57.652533653185003</c:v>
                </c:pt>
                <c:pt idx="524">
                  <c:v>57.657805286209303</c:v>
                </c:pt>
                <c:pt idx="525">
                  <c:v>57.663057615389498</c:v>
                </c:pt>
                <c:pt idx="526">
                  <c:v>57.668287364102298</c:v>
                </c:pt>
                <c:pt idx="527">
                  <c:v>57.673491257181396</c:v>
                </c:pt>
                <c:pt idx="528">
                  <c:v>57.6786660209006</c:v>
                </c:pt>
                <c:pt idx="529">
                  <c:v>57.683808382954297</c:v>
                </c:pt>
                <c:pt idx="530">
                  <c:v>57.688915072435599</c:v>
                </c:pt>
                <c:pt idx="531">
                  <c:v>57.693982819812298</c:v>
                </c:pt>
                <c:pt idx="532">
                  <c:v>57.6990083569004</c:v>
                </c:pt>
                <c:pt idx="533">
                  <c:v>57.703988416835102</c:v>
                </c:pt>
                <c:pt idx="534">
                  <c:v>57.7089197340403</c:v>
                </c:pt>
                <c:pt idx="535">
                  <c:v>57.713799044194701</c:v>
                </c:pt>
                <c:pt idx="536">
                  <c:v>57.718623084196203</c:v>
                </c:pt>
                <c:pt idx="537">
                  <c:v>57.723388592124003</c:v>
                </c:pt>
                <c:pt idx="538">
                  <c:v>57.728092307198303</c:v>
                </c:pt>
                <c:pt idx="539">
                  <c:v>57.732730969737503</c:v>
                </c:pt>
                <c:pt idx="540">
                  <c:v>57.737301321113399</c:v>
                </c:pt>
                <c:pt idx="541">
                  <c:v>57.741800103703802</c:v>
                </c:pt>
                <c:pt idx="542">
                  <c:v>57.746224060843197</c:v>
                </c:pt>
                <c:pt idx="543">
                  <c:v>57.750569936770603</c:v>
                </c:pt>
                <c:pt idx="544">
                  <c:v>57.754834476575702</c:v>
                </c:pt>
                <c:pt idx="545">
                  <c:v>57.759014426141903</c:v>
                </c:pt>
                <c:pt idx="546">
                  <c:v>57.763106532088401</c:v>
                </c:pt>
                <c:pt idx="547">
                  <c:v>57.7671201705882</c:v>
                </c:pt>
                <c:pt idx="548">
                  <c:v>57.771122953801402</c:v>
                </c:pt>
                <c:pt idx="549">
                  <c:v>57.775125389247698</c:v>
                </c:pt>
                <c:pt idx="550">
                  <c:v>57.7791274769545</c:v>
                </c:pt>
                <c:pt idx="551">
                  <c:v>57.783129216949199</c:v>
                </c:pt>
                <c:pt idx="552">
                  <c:v>57.787130609259499</c:v>
                </c:pt>
                <c:pt idx="553">
                  <c:v>57.791131653912601</c:v>
                </c:pt>
                <c:pt idx="554">
                  <c:v>57.7951323509361</c:v>
                </c:pt>
                <c:pt idx="555">
                  <c:v>57.799132700357397</c:v>
                </c:pt>
                <c:pt idx="556">
                  <c:v>57.803132702204003</c:v>
                </c:pt>
                <c:pt idx="557">
                  <c:v>57.807132356503303</c:v>
                </c:pt>
                <c:pt idx="558">
                  <c:v>57.811131663282801</c:v>
                </c:pt>
                <c:pt idx="559">
                  <c:v>57.815130622570003</c:v>
                </c:pt>
                <c:pt idx="560">
                  <c:v>57.8191292343922</c:v>
                </c:pt>
                <c:pt idx="561">
                  <c:v>57.823127498776998</c:v>
                </c:pt>
                <c:pt idx="562">
                  <c:v>57.827125415751702</c:v>
                </c:pt>
                <c:pt idx="563">
                  <c:v>57.831122985343796</c:v>
                </c:pt>
                <c:pt idx="564">
                  <c:v>57.8351202075809</c:v>
                </c:pt>
                <c:pt idx="565">
                  <c:v>57.839117082490198</c:v>
                </c:pt>
                <c:pt idx="566">
                  <c:v>57.843113610099202</c:v>
                </c:pt>
                <c:pt idx="567">
                  <c:v>57.847109790435503</c:v>
                </c:pt>
                <c:pt idx="568">
                  <c:v>57.851105623526301</c:v>
                </c:pt>
                <c:pt idx="569">
                  <c:v>57.855101109399101</c:v>
                </c:pt>
                <c:pt idx="570">
                  <c:v>57.8590962480814</c:v>
                </c:pt>
                <c:pt idx="571">
                  <c:v>57.863091039600597</c:v>
                </c:pt>
                <c:pt idx="572">
                  <c:v>57.867085483984098</c:v>
                </c:pt>
                <c:pt idx="573">
                  <c:v>57.871079581259401</c:v>
                </c:pt>
                <c:pt idx="574">
                  <c:v>57.875073331453798</c:v>
                </c:pt>
                <c:pt idx="575">
                  <c:v>57.879066734594801</c:v>
                </c:pt>
                <c:pt idx="576">
                  <c:v>57.883059790709702</c:v>
                </c:pt>
                <c:pt idx="577">
                  <c:v>57.887052499826197</c:v>
                </c:pt>
                <c:pt idx="578">
                  <c:v>57.891044861971402</c:v>
                </c:pt>
                <c:pt idx="579">
                  <c:v>57.895036877172799</c:v>
                </c:pt>
                <c:pt idx="580">
                  <c:v>57.899028545457902</c:v>
                </c:pt>
                <c:pt idx="581">
                  <c:v>57.903019866854002</c:v>
                </c:pt>
                <c:pt idx="582">
                  <c:v>57.907010841388598</c:v>
                </c:pt>
                <c:pt idx="583">
                  <c:v>57.911001469089001</c:v>
                </c:pt>
                <c:pt idx="584">
                  <c:v>57.914991749982804</c:v>
                </c:pt>
                <c:pt idx="585">
                  <c:v>57.918981684097098</c:v>
                </c:pt>
                <c:pt idx="586">
                  <c:v>57.922971271459502</c:v>
                </c:pt>
                <c:pt idx="587">
                  <c:v>57.926960512097402</c:v>
                </c:pt>
                <c:pt idx="588">
                  <c:v>57.930949406038202</c:v>
                </c:pt>
                <c:pt idx="589">
                  <c:v>57.934937953309102</c:v>
                </c:pt>
                <c:pt idx="590">
                  <c:v>57.9389261539378</c:v>
                </c:pt>
                <c:pt idx="591">
                  <c:v>57.942914007951302</c:v>
                </c:pt>
                <c:pt idx="592">
                  <c:v>57.946901515377398</c:v>
                </c:pt>
                <c:pt idx="593">
                  <c:v>57.950888676243103</c:v>
                </c:pt>
                <c:pt idx="594">
                  <c:v>57.9548754905762</c:v>
                </c:pt>
                <c:pt idx="595">
                  <c:v>57.958861958403602</c:v>
                </c:pt>
                <c:pt idx="596">
                  <c:v>57.962848079753201</c:v>
                </c:pt>
                <c:pt idx="597">
                  <c:v>57.966833854651803</c:v>
                </c:pt>
                <c:pt idx="598">
                  <c:v>57.970819283127298</c:v>
                </c:pt>
                <c:pt idx="599">
                  <c:v>57.974804365206801</c:v>
                </c:pt>
                <c:pt idx="600">
                  <c:v>57.978789100917702</c:v>
                </c:pt>
                <c:pt idx="601">
                  <c:v>57.9827734902873</c:v>
                </c:pt>
                <c:pt idx="602">
                  <c:v>57.986757533343201</c:v>
                </c:pt>
                <c:pt idx="603">
                  <c:v>57.990741230112498</c:v>
                </c:pt>
                <c:pt idx="604">
                  <c:v>57.994724580622901</c:v>
                </c:pt>
                <c:pt idx="605">
                  <c:v>57.998707584901297</c:v>
                </c:pt>
                <c:pt idx="606">
                  <c:v>58.002690242975497</c:v>
                </c:pt>
                <c:pt idx="607">
                  <c:v>58.006672554872402</c:v>
                </c:pt>
                <c:pt idx="608">
                  <c:v>58.010654520619902</c:v>
                </c:pt>
                <c:pt idx="609">
                  <c:v>58.014636140244903</c:v>
                </c:pt>
                <c:pt idx="610">
                  <c:v>58.018617413774997</c:v>
                </c:pt>
                <c:pt idx="611">
                  <c:v>58.022598341237298</c:v>
                </c:pt>
                <c:pt idx="612">
                  <c:v>58.026578922659503</c:v>
                </c:pt>
                <c:pt idx="613">
                  <c:v>58.030559158068698</c:v>
                </c:pt>
                <c:pt idx="614">
                  <c:v>58.034539047492302</c:v>
                </c:pt>
                <c:pt idx="615">
                  <c:v>58.0385185909577</c:v>
                </c:pt>
                <c:pt idx="616">
                  <c:v>58.042497788492099</c:v>
                </c:pt>
                <c:pt idx="617">
                  <c:v>58.046476640122897</c:v>
                </c:pt>
                <c:pt idx="618">
                  <c:v>58.0504551458775</c:v>
                </c:pt>
                <c:pt idx="619">
                  <c:v>58.054433305783199</c:v>
                </c:pt>
                <c:pt idx="620">
                  <c:v>58.058411119867301</c:v>
                </c:pt>
                <c:pt idx="621">
                  <c:v>58.062388588157198</c:v>
                </c:pt>
                <c:pt idx="622">
                  <c:v>58.066365710680103</c:v>
                </c:pt>
                <c:pt idx="623">
                  <c:v>58.0703424874634</c:v>
                </c:pt>
                <c:pt idx="624">
                  <c:v>58.074318918534502</c:v>
                </c:pt>
                <c:pt idx="625">
                  <c:v>58.078295003920601</c:v>
                </c:pt>
                <c:pt idx="626">
                  <c:v>58.082270743649097</c:v>
                </c:pt>
                <c:pt idx="627">
                  <c:v>58.086246137747302</c:v>
                </c:pt>
                <c:pt idx="628">
                  <c:v>58.090221186242502</c:v>
                </c:pt>
                <c:pt idx="629">
                  <c:v>58.094195889162002</c:v>
                </c:pt>
                <c:pt idx="630">
                  <c:v>58.098170246533101</c:v>
                </c:pt>
                <c:pt idx="631">
                  <c:v>58.102144258383099</c:v>
                </c:pt>
                <c:pt idx="632">
                  <c:v>58.106117924739401</c:v>
                </c:pt>
                <c:pt idx="633">
                  <c:v>58.110091245629299</c:v>
                </c:pt>
                <c:pt idx="634">
                  <c:v>58.11406422108</c:v>
                </c:pt>
                <c:pt idx="635">
                  <c:v>58.118036851118902</c:v>
                </c:pt>
                <c:pt idx="636">
                  <c:v>58.122009135773197</c:v>
                </c:pt>
                <c:pt idx="637">
                  <c:v>58.1259810750703</c:v>
                </c:pt>
                <c:pt idx="638">
                  <c:v>58.1299526690375</c:v>
                </c:pt>
                <c:pt idx="639">
                  <c:v>58.1339239177019</c:v>
                </c:pt>
                <c:pt idx="640">
                  <c:v>58.137894821091102</c:v>
                </c:pt>
                <c:pt idx="641">
                  <c:v>58.1418653792322</c:v>
                </c:pt>
                <c:pt idx="642">
                  <c:v>58.145835592152501</c:v>
                </c:pt>
                <c:pt idx="643">
                  <c:v>58.149805459879303</c:v>
                </c:pt>
                <c:pt idx="644">
                  <c:v>58.153774982439899</c:v>
                </c:pt>
                <c:pt idx="645">
                  <c:v>58.157744159861501</c:v>
                </c:pt>
                <c:pt idx="646">
                  <c:v>58.161712992171601</c:v>
                </c:pt>
                <c:pt idx="647">
                  <c:v>58.1656814793973</c:v>
                </c:pt>
                <c:pt idx="648">
                  <c:v>58.169649621565902</c:v>
                </c:pt>
                <c:pt idx="649">
                  <c:v>58.173617418704602</c:v>
                </c:pt>
                <c:pt idx="650">
                  <c:v>58.177584870840803</c:v>
                </c:pt>
                <c:pt idx="651">
                  <c:v>58.181551978001799</c:v>
                </c:pt>
                <c:pt idx="652">
                  <c:v>58.185518740214803</c:v>
                </c:pt>
                <c:pt idx="653">
                  <c:v>58.189485157507001</c:v>
                </c:pt>
                <c:pt idx="654">
                  <c:v>58.193451229905797</c:v>
                </c:pt>
                <c:pt idx="655">
                  <c:v>58.197416957438399</c:v>
                </c:pt>
                <c:pt idx="656">
                  <c:v>58.201382340132</c:v>
                </c:pt>
                <c:pt idx="657">
                  <c:v>58.205347378013997</c:v>
                </c:pt>
                <c:pt idx="658">
                  <c:v>58.209312071111498</c:v>
                </c:pt>
                <c:pt idx="659">
                  <c:v>58.213276419451901</c:v>
                </c:pt>
                <c:pt idx="660">
                  <c:v>58.2172404230624</c:v>
                </c:pt>
                <c:pt idx="661">
                  <c:v>58.2212040819702</c:v>
                </c:pt>
                <c:pt idx="662">
                  <c:v>58.2251673962026</c:v>
                </c:pt>
                <c:pt idx="663">
                  <c:v>58.229130365786801</c:v>
                </c:pt>
                <c:pt idx="664">
                  <c:v>58.233092990750102</c:v>
                </c:pt>
                <c:pt idx="665">
                  <c:v>58.2370552711198</c:v>
                </c:pt>
                <c:pt idx="666">
                  <c:v>58.241017206922997</c:v>
                </c:pt>
                <c:pt idx="667">
                  <c:v>58.244978798186999</c:v>
                </c:pt>
                <c:pt idx="668">
                  <c:v>58.248940044938998</c:v>
                </c:pt>
                <c:pt idx="669">
                  <c:v>58.252900947206399</c:v>
                </c:pt>
                <c:pt idx="670">
                  <c:v>58.256861505016303</c:v>
                </c:pt>
                <c:pt idx="671">
                  <c:v>58.260821718395903</c:v>
                </c:pt>
                <c:pt idx="672">
                  <c:v>58.264781587372497</c:v>
                </c:pt>
                <c:pt idx="673">
                  <c:v>58.268741111973299</c:v>
                </c:pt>
                <c:pt idx="674">
                  <c:v>58.272700292225601</c:v>
                </c:pt>
                <c:pt idx="675">
                  <c:v>58.276659128156503</c:v>
                </c:pt>
                <c:pt idx="676">
                  <c:v>58.280617619793297</c:v>
                </c:pt>
                <c:pt idx="677">
                  <c:v>58.284575767163197</c:v>
                </c:pt>
                <c:pt idx="678">
                  <c:v>58.288533570293502</c:v>
                </c:pt>
                <c:pt idx="679">
                  <c:v>58.292491029211298</c:v>
                </c:pt>
                <c:pt idx="680">
                  <c:v>58.296448143943799</c:v>
                </c:pt>
                <c:pt idx="681">
                  <c:v>58.300404914518303</c:v>
                </c:pt>
                <c:pt idx="682">
                  <c:v>58.304361340961997</c:v>
                </c:pt>
                <c:pt idx="683">
                  <c:v>58.3083174233021</c:v>
                </c:pt>
                <c:pt idx="684">
                  <c:v>58.312273161565798</c:v>
                </c:pt>
                <c:pt idx="685">
                  <c:v>58.316228555780299</c:v>
                </c:pt>
                <c:pt idx="686">
                  <c:v>58.320183605972801</c:v>
                </c:pt>
                <c:pt idx="687">
                  <c:v>58.324138312170497</c:v>
                </c:pt>
                <c:pt idx="688">
                  <c:v>58.328092674400601</c:v>
                </c:pt>
                <c:pt idx="689">
                  <c:v>58.332046692690398</c:v>
                </c:pt>
                <c:pt idx="690">
                  <c:v>58.336000367066902</c:v>
                </c:pt>
                <c:pt idx="691">
                  <c:v>58.339953697557398</c:v>
                </c:pt>
                <c:pt idx="692">
                  <c:v>58.343906684189101</c:v>
                </c:pt>
                <c:pt idx="693">
                  <c:v>58.347859326989202</c:v>
                </c:pt>
                <c:pt idx="694">
                  <c:v>58.351811625984901</c:v>
                </c:pt>
                <c:pt idx="695">
                  <c:v>58.355763581203298</c:v>
                </c:pt>
                <c:pt idx="696">
                  <c:v>58.359715192671601</c:v>
                </c:pt>
                <c:pt idx="697">
                  <c:v>58.3636664604171</c:v>
                </c:pt>
                <c:pt idx="698">
                  <c:v>58.367617384466797</c:v>
                </c:pt>
                <c:pt idx="699">
                  <c:v>58.371567964848097</c:v>
                </c:pt>
                <c:pt idx="700">
                  <c:v>58.375518201588001</c:v>
                </c:pt>
                <c:pt idx="701">
                  <c:v>58.379468094713701</c:v>
                </c:pt>
                <c:pt idx="702">
                  <c:v>58.383417644252397</c:v>
                </c:pt>
                <c:pt idx="703">
                  <c:v>58.387366850231302</c:v>
                </c:pt>
                <c:pt idx="704">
                  <c:v>58.391315712677503</c:v>
                </c:pt>
                <c:pt idx="705">
                  <c:v>58.395264231618199</c:v>
                </c:pt>
                <c:pt idx="706">
                  <c:v>58.399212407080597</c:v>
                </c:pt>
                <c:pt idx="707">
                  <c:v>58.403160239091903</c:v>
                </c:pt>
                <c:pt idx="708">
                  <c:v>58.407107727679097</c:v>
                </c:pt>
                <c:pt idx="709">
                  <c:v>58.411054872869499</c:v>
                </c:pt>
                <c:pt idx="710">
                  <c:v>58.415001674690203</c:v>
                </c:pt>
                <c:pt idx="711">
                  <c:v>58.4189481331683</c:v>
                </c:pt>
                <c:pt idx="712">
                  <c:v>58.422894248331097</c:v>
                </c:pt>
                <c:pt idx="713">
                  <c:v>58.426840020205702</c:v>
                </c:pt>
                <c:pt idx="714">
                  <c:v>58.430785448819101</c:v>
                </c:pt>
                <c:pt idx="715">
                  <c:v>58.4347305341987</c:v>
                </c:pt>
                <c:pt idx="716">
                  <c:v>58.438675276371399</c:v>
                </c:pt>
                <c:pt idx="717">
                  <c:v>58.442619675364497</c:v>
                </c:pt>
                <c:pt idx="718">
                  <c:v>58.446563731205103</c:v>
                </c:pt>
                <c:pt idx="719">
                  <c:v>58.450507443920401</c:v>
                </c:pt>
                <c:pt idx="720">
                  <c:v>58.454450813537399</c:v>
                </c:pt>
                <c:pt idx="721">
                  <c:v>58.458393840083303</c:v>
                </c:pt>
                <c:pt idx="722">
                  <c:v>58.4623365235853</c:v>
                </c:pt>
                <c:pt idx="723">
                  <c:v>58.466278864070397</c:v>
                </c:pt>
                <c:pt idx="724">
                  <c:v>58.470220861565899</c:v>
                </c:pt>
                <c:pt idx="725">
                  <c:v>58.474162516098701</c:v>
                </c:pt>
                <c:pt idx="726">
                  <c:v>58.478103827696202</c:v>
                </c:pt>
                <c:pt idx="727">
                  <c:v>58.482044796385303</c:v>
                </c:pt>
                <c:pt idx="728">
                  <c:v>58.485985422193302</c:v>
                </c:pt>
                <c:pt idx="729">
                  <c:v>58.489925705147101</c:v>
                </c:pt>
                <c:pt idx="730">
                  <c:v>58.493865645273999</c:v>
                </c:pt>
                <c:pt idx="731">
                  <c:v>58.497805242601103</c:v>
                </c:pt>
                <c:pt idx="732">
                  <c:v>58.501744497155499</c:v>
                </c:pt>
                <c:pt idx="733">
                  <c:v>58.505683408964202</c:v>
                </c:pt>
                <c:pt idx="734">
                  <c:v>58.509621978054398</c:v>
                </c:pt>
                <c:pt idx="735">
                  <c:v>58.513560204453299</c:v>
                </c:pt>
                <c:pt idx="736">
                  <c:v>58.517498088187899</c:v>
                </c:pt>
                <c:pt idx="737">
                  <c:v>58.5214356292852</c:v>
                </c:pt>
                <c:pt idx="738">
                  <c:v>58.5253728277726</c:v>
                </c:pt>
                <c:pt idx="739">
                  <c:v>58.5293096836769</c:v>
                </c:pt>
                <c:pt idx="740">
                  <c:v>58.533246197025299</c:v>
                </c:pt>
                <c:pt idx="741">
                  <c:v>58.537182367844999</c:v>
                </c:pt>
                <c:pt idx="742">
                  <c:v>58.541118196162998</c:v>
                </c:pt>
                <c:pt idx="743">
                  <c:v>58.545053682006397</c:v>
                </c:pt>
                <c:pt idx="744">
                  <c:v>58.548988825402297</c:v>
                </c:pt>
                <c:pt idx="745">
                  <c:v>58.552923626377797</c:v>
                </c:pt>
                <c:pt idx="746">
                  <c:v>58.556858084959899</c:v>
                </c:pt>
                <c:pt idx="747">
                  <c:v>58.5607922011759</c:v>
                </c:pt>
                <c:pt idx="748">
                  <c:v>58.564725975052703</c:v>
                </c:pt>
                <c:pt idx="749">
                  <c:v>58.5686594066174</c:v>
                </c:pt>
                <c:pt idx="750">
                  <c:v>58.572592495897098</c:v>
                </c:pt>
                <c:pt idx="751">
                  <c:v>58.576525242918898</c:v>
                </c:pt>
                <c:pt idx="752">
                  <c:v>58.5804576477098</c:v>
                </c:pt>
                <c:pt idx="753">
                  <c:v>58.584389710297003</c:v>
                </c:pt>
                <c:pt idx="754">
                  <c:v>58.588321430707502</c:v>
                </c:pt>
                <c:pt idx="755">
                  <c:v>58.592252808968396</c:v>
                </c:pt>
                <c:pt idx="756">
                  <c:v>58.5961838451068</c:v>
                </c:pt>
                <c:pt idx="757">
                  <c:v>58.600114539149601</c:v>
                </c:pt>
                <c:pt idx="758">
                  <c:v>58.604044891124097</c:v>
                </c:pt>
                <c:pt idx="759">
                  <c:v>58.607974901057098</c:v>
                </c:pt>
                <c:pt idx="760">
                  <c:v>58.611904568975902</c:v>
                </c:pt>
                <c:pt idx="761">
                  <c:v>58.615833894907396</c:v>
                </c:pt>
                <c:pt idx="762">
                  <c:v>58.619762878878802</c:v>
                </c:pt>
                <c:pt idx="763">
                  <c:v>58.623691520916999</c:v>
                </c:pt>
                <c:pt idx="764">
                  <c:v>58.627619821049102</c:v>
                </c:pt>
                <c:pt idx="765">
                  <c:v>58.631547779302203</c:v>
                </c:pt>
                <c:pt idx="766">
                  <c:v>58.635475395703402</c:v>
                </c:pt>
                <c:pt idx="767">
                  <c:v>58.639402670279601</c:v>
                </c:pt>
                <c:pt idx="768">
                  <c:v>58.6433296030579</c:v>
                </c:pt>
                <c:pt idx="769">
                  <c:v>58.647256194065399</c:v>
                </c:pt>
                <c:pt idx="770">
                  <c:v>58.651182443329098</c:v>
                </c:pt>
                <c:pt idx="771">
                  <c:v>58.655108350875999</c:v>
                </c:pt>
                <c:pt idx="772">
                  <c:v>58.6590339167332</c:v>
                </c:pt>
                <c:pt idx="773">
                  <c:v>58.662959140927697</c:v>
                </c:pt>
                <c:pt idx="774">
                  <c:v>58.666884023486503</c:v>
                </c:pt>
                <c:pt idx="775">
                  <c:v>58.670808564436797</c:v>
                </c:pt>
                <c:pt idx="776">
                  <c:v>58.674732763805402</c:v>
                </c:pt>
                <c:pt idx="777">
                  <c:v>58.678656621619503</c:v>
                </c:pt>
                <c:pt idx="778">
                  <c:v>58.682580137906001</c:v>
                </c:pt>
                <c:pt idx="779">
                  <c:v>58.686503312692103</c:v>
                </c:pt>
                <c:pt idx="780">
                  <c:v>58.690426146004597</c:v>
                </c:pt>
                <c:pt idx="781">
                  <c:v>58.694348637870597</c:v>
                </c:pt>
                <c:pt idx="782">
                  <c:v>58.698270788317203</c:v>
                </c:pt>
                <c:pt idx="783">
                  <c:v>58.7021925973714</c:v>
                </c:pt>
                <c:pt idx="784">
                  <c:v>58.706114065060099</c:v>
                </c:pt>
                <c:pt idx="785">
                  <c:v>58.710035191410498</c:v>
                </c:pt>
                <c:pt idx="786">
                  <c:v>58.713955976449398</c:v>
                </c:pt>
                <c:pt idx="787">
                  <c:v>58.717876420204</c:v>
                </c:pt>
                <c:pt idx="788">
                  <c:v>58.721796522701098</c:v>
                </c:pt>
                <c:pt idx="789">
                  <c:v>58.725716283967898</c:v>
                </c:pt>
                <c:pt idx="790">
                  <c:v>58.729635704031203</c:v>
                </c:pt>
                <c:pt idx="791">
                  <c:v>58.733554782918297</c:v>
                </c:pt>
                <c:pt idx="792">
                  <c:v>58.737473520655897</c:v>
                </c:pt>
                <c:pt idx="793">
                  <c:v>58.741391917271201</c:v>
                </c:pt>
                <c:pt idx="794">
                  <c:v>58.745309972790999</c:v>
                </c:pt>
                <c:pt idx="795">
                  <c:v>58.749227687242502</c:v>
                </c:pt>
                <c:pt idx="796">
                  <c:v>58.7531450606525</c:v>
                </c:pt>
                <c:pt idx="797">
                  <c:v>58.757062093048297</c:v>
                </c:pt>
                <c:pt idx="798">
                  <c:v>58.760978784456498</c:v>
                </c:pt>
                <c:pt idx="799">
                  <c:v>58.7648951349043</c:v>
                </c:pt>
                <c:pt idx="800">
                  <c:v>58.768811144418599</c:v>
                </c:pt>
                <c:pt idx="801">
                  <c:v>58.772726813026502</c:v>
                </c:pt>
                <c:pt idx="802">
                  <c:v>58.776642140754802</c:v>
                </c:pt>
                <c:pt idx="803">
                  <c:v>58.780557127630701</c:v>
                </c:pt>
                <c:pt idx="804">
                  <c:v>58.784471773680998</c:v>
                </c:pt>
                <c:pt idx="805">
                  <c:v>58.788386078932803</c:v>
                </c:pt>
                <c:pt idx="806">
                  <c:v>58.792300043412901</c:v>
                </c:pt>
                <c:pt idx="807">
                  <c:v>58.7962136671485</c:v>
                </c:pt>
                <c:pt idx="808">
                  <c:v>58.800126950166302</c:v>
                </c:pt>
                <c:pt idx="809">
                  <c:v>58.804039892493499</c:v>
                </c:pt>
                <c:pt idx="810">
                  <c:v>58.807952494157</c:v>
                </c:pt>
                <c:pt idx="811">
                  <c:v>58.811864755183599</c:v>
                </c:pt>
                <c:pt idx="812">
                  <c:v>58.815776675600503</c:v>
                </c:pt>
                <c:pt idx="813">
                  <c:v>58.819688255434599</c:v>
                </c:pt>
                <c:pt idx="814">
                  <c:v>58.823599494712703</c:v>
                </c:pt>
                <c:pt idx="815">
                  <c:v>58.827510393461999</c:v>
                </c:pt>
                <c:pt idx="816">
                  <c:v>58.831420951709198</c:v>
                </c:pt>
                <c:pt idx="817">
                  <c:v>58.8353311694814</c:v>
                </c:pt>
                <c:pt idx="818">
                  <c:v>58.839241046805498</c:v>
                </c:pt>
                <c:pt idx="819">
                  <c:v>58.8431505837085</c:v>
                </c:pt>
                <c:pt idx="820">
                  <c:v>58.8470597802173</c:v>
                </c:pt>
                <c:pt idx="821">
                  <c:v>58.8509686363589</c:v>
                </c:pt>
                <c:pt idx="822">
                  <c:v>58.8548771521601</c:v>
                </c:pt>
                <c:pt idx="823">
                  <c:v>58.858785327648</c:v>
                </c:pt>
                <c:pt idx="824">
                  <c:v>58.862693162849503</c:v>
                </c:pt>
                <c:pt idx="825">
                  <c:v>58.866600657791501</c:v>
                </c:pt>
                <c:pt idx="826">
                  <c:v>58.870507812500897</c:v>
                </c:pt>
                <c:pt idx="827">
                  <c:v>58.874414627004697</c:v>
                </c:pt>
                <c:pt idx="828">
                  <c:v>58.878321101329803</c:v>
                </c:pt>
                <c:pt idx="829">
                  <c:v>58.882227235503102</c:v>
                </c:pt>
                <c:pt idx="830">
                  <c:v>58.886133029551601</c:v>
                </c:pt>
                <c:pt idx="831">
                  <c:v>58.890038483502202</c:v>
                </c:pt>
                <c:pt idx="832">
                  <c:v>58.8939435973817</c:v>
                </c:pt>
                <c:pt idx="833">
                  <c:v>58.897848371217201</c:v>
                </c:pt>
                <c:pt idx="834">
                  <c:v>58.901752805035599</c:v>
                </c:pt>
                <c:pt idx="835">
                  <c:v>58.905656898863697</c:v>
                </c:pt>
                <c:pt idx="836">
                  <c:v>58.909560652728501</c:v>
                </c:pt>
                <c:pt idx="837">
                  <c:v>58.9134640666568</c:v>
                </c:pt>
                <c:pt idx="838">
                  <c:v>58.917367140675601</c:v>
                </c:pt>
                <c:pt idx="839">
                  <c:v>58.921269874811898</c:v>
                </c:pt>
                <c:pt idx="840">
                  <c:v>58.925172269092499</c:v>
                </c:pt>
                <c:pt idx="841">
                  <c:v>58.929074323544299</c:v>
                </c:pt>
                <c:pt idx="842">
                  <c:v>58.932976038194198</c:v>
                </c:pt>
                <c:pt idx="843">
                  <c:v>58.936877413069098</c:v>
                </c:pt>
                <c:pt idx="844">
                  <c:v>58.9407784481959</c:v>
                </c:pt>
                <c:pt idx="845">
                  <c:v>58.944679143601597</c:v>
                </c:pt>
                <c:pt idx="846">
                  <c:v>58.948579499312999</c:v>
                </c:pt>
                <c:pt idx="847">
                  <c:v>58.952479515356998</c:v>
                </c:pt>
                <c:pt idx="848">
                  <c:v>58.956379191760497</c:v>
                </c:pt>
                <c:pt idx="849">
                  <c:v>58.960278528550297</c:v>
                </c:pt>
                <c:pt idx="850">
                  <c:v>58.964177525753499</c:v>
                </c:pt>
                <c:pt idx="851">
                  <c:v>58.968076183396803</c:v>
                </c:pt>
                <c:pt idx="852">
                  <c:v>58.971974501507098</c:v>
                </c:pt>
                <c:pt idx="853">
                  <c:v>58.975872480111398</c:v>
                </c:pt>
                <c:pt idx="854">
                  <c:v>58.979770119236399</c:v>
                </c:pt>
                <c:pt idx="855">
                  <c:v>58.983667418909199</c:v>
                </c:pt>
                <c:pt idx="856">
                  <c:v>58.987564379156503</c:v>
                </c:pt>
                <c:pt idx="857">
                  <c:v>58.991461000005302</c:v>
                </c:pt>
                <c:pt idx="858">
                  <c:v>58.995357281482299</c:v>
                </c:pt>
                <c:pt idx="859">
                  <c:v>58.999253223614602</c:v>
                </c:pt>
                <c:pt idx="860">
                  <c:v>59.003148826428898</c:v>
                </c:pt>
                <c:pt idx="861">
                  <c:v>59.007044089952103</c:v>
                </c:pt>
                <c:pt idx="862">
                  <c:v>59.010939014210997</c:v>
                </c:pt>
                <c:pt idx="863">
                  <c:v>59.014833599232603</c:v>
                </c:pt>
                <c:pt idx="864">
                  <c:v>59.018727845043799</c:v>
                </c:pt>
                <c:pt idx="865">
                  <c:v>59.022621751671203</c:v>
                </c:pt>
                <c:pt idx="866">
                  <c:v>59.0265153191419</c:v>
                </c:pt>
                <c:pt idx="867">
                  <c:v>59.0304085474827</c:v>
                </c:pt>
                <c:pt idx="868">
                  <c:v>59.034301436720298</c:v>
                </c:pt>
                <c:pt idx="869">
                  <c:v>59.038193986881801</c:v>
                </c:pt>
                <c:pt idx="870">
                  <c:v>59.042086197993903</c:v>
                </c:pt>
                <c:pt idx="871">
                  <c:v>59.0459780700834</c:v>
                </c:pt>
                <c:pt idx="872">
                  <c:v>59.049869603177299</c:v>
                </c:pt>
                <c:pt idx="873">
                  <c:v>59.053760797302303</c:v>
                </c:pt>
                <c:pt idx="874">
                  <c:v>59.057651652485298</c:v>
                </c:pt>
                <c:pt idx="875">
                  <c:v>59.061542168753199</c:v>
                </c:pt>
                <c:pt idx="876">
                  <c:v>59.065432346132802</c:v>
                </c:pt>
                <c:pt idx="877">
                  <c:v>59.069322184650801</c:v>
                </c:pt>
                <c:pt idx="878">
                  <c:v>59.073211684334296</c:v>
                </c:pt>
                <c:pt idx="879">
                  <c:v>59.077100845209898</c:v>
                </c:pt>
                <c:pt idx="880">
                  <c:v>59.0809896673045</c:v>
                </c:pt>
                <c:pt idx="881">
                  <c:v>59.084878150644997</c:v>
                </c:pt>
                <c:pt idx="882">
                  <c:v>59.088766295258097</c:v>
                </c:pt>
                <c:pt idx="883">
                  <c:v>59.092654101170702</c:v>
                </c:pt>
                <c:pt idx="884">
                  <c:v>59.096541568409599</c:v>
                </c:pt>
                <c:pt idx="885">
                  <c:v>59.100428697001703</c:v>
                </c:pt>
                <c:pt idx="886">
                  <c:v>59.104315486973697</c:v>
                </c:pt>
                <c:pt idx="887">
                  <c:v>59.108201938352501</c:v>
                </c:pt>
                <c:pt idx="888">
                  <c:v>59.112088051164903</c:v>
                </c:pt>
                <c:pt idx="889">
                  <c:v>59.115973825437599</c:v>
                </c:pt>
                <c:pt idx="890">
                  <c:v>59.119859261197597</c:v>
                </c:pt>
                <c:pt idx="891">
                  <c:v>59.123744358471598</c:v>
                </c:pt>
                <c:pt idx="892">
                  <c:v>59.127629117286403</c:v>
                </c:pt>
                <c:pt idx="893">
                  <c:v>59.131513537668901</c:v>
                </c:pt>
                <c:pt idx="894">
                  <c:v>59.135397619645801</c:v>
                </c:pt>
                <c:pt idx="895">
                  <c:v>59.139281363243903</c:v>
                </c:pt>
                <c:pt idx="896">
                  <c:v>59.143164768490102</c:v>
                </c:pt>
                <c:pt idx="897">
                  <c:v>59.147047835411101</c:v>
                </c:pt>
                <c:pt idx="898">
                  <c:v>59.1509305640337</c:v>
                </c:pt>
                <c:pt idx="899">
                  <c:v>59.154812954384802</c:v>
                </c:pt>
                <c:pt idx="900">
                  <c:v>59.158695006491001</c:v>
                </c:pt>
              </c:numCache>
            </c:numRef>
          </c:val>
          <c:smooth val="0"/>
        </c:ser>
        <c:dLbls>
          <c:showLegendKey val="0"/>
          <c:showVal val="0"/>
          <c:showCatName val="0"/>
          <c:showSerName val="0"/>
          <c:showPercent val="0"/>
          <c:showBubbleSize val="0"/>
        </c:dLbls>
        <c:smooth val="0"/>
        <c:axId val="507338584"/>
        <c:axId val="507337800"/>
      </c:lineChart>
      <c:catAx>
        <c:axId val="507338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7337800"/>
        <c:crosses val="autoZero"/>
        <c:auto val="1"/>
        <c:lblAlgn val="ctr"/>
        <c:lblOffset val="100"/>
        <c:noMultiLvlLbl val="0"/>
      </c:catAx>
      <c:valAx>
        <c:axId val="5073378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1"/>
                  <a:t>CPR</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73385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Media Effect</a:t>
            </a:r>
            <a:r>
              <a:rPr lang="en-US" b="1" baseline="0" dirty="0"/>
              <a:t> Measures</a:t>
            </a:r>
            <a:endParaRPr lang="en-US" b="1"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Sheet1!$J$1</c:f>
              <c:strCache>
                <c:ptCount val="1"/>
                <c:pt idx="0">
                  <c:v>Media Pct Refi</c:v>
                </c:pt>
              </c:strCache>
            </c:strRef>
          </c:tx>
          <c:spPr>
            <a:ln w="28575" cap="rnd">
              <a:solidFill>
                <a:schemeClr val="accent1"/>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Sheet1!$J$2:$J$261</c:f>
              <c:numCache>
                <c:formatCode>General</c:formatCode>
                <c:ptCount val="260"/>
                <c:pt idx="0">
                  <c:v>4.6676312346608704</c:v>
                </c:pt>
                <c:pt idx="1">
                  <c:v>56.832857148816103</c:v>
                </c:pt>
                <c:pt idx="2">
                  <c:v>57.277908930369598</c:v>
                </c:pt>
                <c:pt idx="3">
                  <c:v>51.274368245549702</c:v>
                </c:pt>
                <c:pt idx="4">
                  <c:v>30.191946363064499</c:v>
                </c:pt>
                <c:pt idx="5">
                  <c:v>15.3586135506734</c:v>
                </c:pt>
                <c:pt idx="6">
                  <c:v>10.6973410212304</c:v>
                </c:pt>
                <c:pt idx="7">
                  <c:v>12.377630415169801</c:v>
                </c:pt>
                <c:pt idx="8">
                  <c:v>9.9157018284863092</c:v>
                </c:pt>
                <c:pt idx="9">
                  <c:v>10.8655656501988</c:v>
                </c:pt>
                <c:pt idx="10">
                  <c:v>9.5564865536119594</c:v>
                </c:pt>
                <c:pt idx="11">
                  <c:v>6.9793843024890503</c:v>
                </c:pt>
                <c:pt idx="12">
                  <c:v>3.7760656357553</c:v>
                </c:pt>
                <c:pt idx="13">
                  <c:v>3.6906179669816201</c:v>
                </c:pt>
                <c:pt idx="14">
                  <c:v>3.9714028498015801</c:v>
                </c:pt>
                <c:pt idx="15">
                  <c:v>8.2382564170072392</c:v>
                </c:pt>
                <c:pt idx="16">
                  <c:v>13.5248886685625</c:v>
                </c:pt>
                <c:pt idx="17">
                  <c:v>15.6421206348588</c:v>
                </c:pt>
                <c:pt idx="18">
                  <c:v>25.948629828764702</c:v>
                </c:pt>
                <c:pt idx="19">
                  <c:v>39.644949723680298</c:v>
                </c:pt>
                <c:pt idx="20">
                  <c:v>38.229501437633502</c:v>
                </c:pt>
                <c:pt idx="21">
                  <c:v>28.7241027938143</c:v>
                </c:pt>
                <c:pt idx="22">
                  <c:v>36.909515907544801</c:v>
                </c:pt>
                <c:pt idx="23">
                  <c:v>40.185420809200203</c:v>
                </c:pt>
                <c:pt idx="24">
                  <c:v>43.108597867321897</c:v>
                </c:pt>
                <c:pt idx="25">
                  <c:v>51.815551832907197</c:v>
                </c:pt>
                <c:pt idx="26">
                  <c:v>57.2688086787863</c:v>
                </c:pt>
                <c:pt idx="27">
                  <c:v>51.1015177877997</c:v>
                </c:pt>
                <c:pt idx="28">
                  <c:v>29.070450838835701</c:v>
                </c:pt>
                <c:pt idx="29">
                  <c:v>21.152289069202698</c:v>
                </c:pt>
                <c:pt idx="30">
                  <c:v>16.962950253623301</c:v>
                </c:pt>
                <c:pt idx="31">
                  <c:v>11.8155194153926</c:v>
                </c:pt>
                <c:pt idx="32">
                  <c:v>13.2036635732407</c:v>
                </c:pt>
                <c:pt idx="33">
                  <c:v>20.549286997553001</c:v>
                </c:pt>
                <c:pt idx="34">
                  <c:v>14.356671831282901</c:v>
                </c:pt>
                <c:pt idx="35">
                  <c:v>24.136598153793901</c:v>
                </c:pt>
                <c:pt idx="36">
                  <c:v>34.663415813032302</c:v>
                </c:pt>
                <c:pt idx="37">
                  <c:v>34.3427020641562</c:v>
                </c:pt>
                <c:pt idx="38">
                  <c:v>26.2198699172557</c:v>
                </c:pt>
                <c:pt idx="39">
                  <c:v>33.095624325631498</c:v>
                </c:pt>
                <c:pt idx="40">
                  <c:v>23.1586289166802</c:v>
                </c:pt>
                <c:pt idx="41">
                  <c:v>15.366586765467201</c:v>
                </c:pt>
                <c:pt idx="42">
                  <c:v>22.2857158807494</c:v>
                </c:pt>
                <c:pt idx="43">
                  <c:v>31.6483263648615</c:v>
                </c:pt>
                <c:pt idx="44">
                  <c:v>39.721656731635697</c:v>
                </c:pt>
                <c:pt idx="45">
                  <c:v>37.934039769677398</c:v>
                </c:pt>
                <c:pt idx="46">
                  <c:v>40.8720568187019</c:v>
                </c:pt>
                <c:pt idx="47">
                  <c:v>47.190930695873199</c:v>
                </c:pt>
                <c:pt idx="48">
                  <c:v>52.022066588846201</c:v>
                </c:pt>
                <c:pt idx="49">
                  <c:v>56.969357634584298</c:v>
                </c:pt>
                <c:pt idx="50">
                  <c:v>66.841934506637301</c:v>
                </c:pt>
                <c:pt idx="51">
                  <c:v>64.202258845966298</c:v>
                </c:pt>
                <c:pt idx="52">
                  <c:v>57.161888173825901</c:v>
                </c:pt>
                <c:pt idx="53">
                  <c:v>54.321791285365997</c:v>
                </c:pt>
                <c:pt idx="54">
                  <c:v>53.9035778390163</c:v>
                </c:pt>
                <c:pt idx="55">
                  <c:v>63.239731191792799</c:v>
                </c:pt>
                <c:pt idx="56">
                  <c:v>63.413170607083302</c:v>
                </c:pt>
                <c:pt idx="57">
                  <c:v>62.672788847807197</c:v>
                </c:pt>
                <c:pt idx="58">
                  <c:v>71.938577886507801</c:v>
                </c:pt>
                <c:pt idx="59">
                  <c:v>70.391272303469506</c:v>
                </c:pt>
                <c:pt idx="60">
                  <c:v>58.696596464175798</c:v>
                </c:pt>
                <c:pt idx="61">
                  <c:v>61.688056398666802</c:v>
                </c:pt>
                <c:pt idx="62">
                  <c:v>57.090594998276202</c:v>
                </c:pt>
                <c:pt idx="63">
                  <c:v>53.344530990885502</c:v>
                </c:pt>
                <c:pt idx="64">
                  <c:v>40.357989943701</c:v>
                </c:pt>
                <c:pt idx="65">
                  <c:v>45.404274993802701</c:v>
                </c:pt>
                <c:pt idx="66">
                  <c:v>31.0038334503732</c:v>
                </c:pt>
                <c:pt idx="67">
                  <c:v>17.291720256011899</c:v>
                </c:pt>
                <c:pt idx="68">
                  <c:v>14.8676286866481</c:v>
                </c:pt>
                <c:pt idx="69">
                  <c:v>9.7525042546896099</c:v>
                </c:pt>
                <c:pt idx="70">
                  <c:v>12.255208808628099</c:v>
                </c:pt>
                <c:pt idx="71">
                  <c:v>10.9623717513642</c:v>
                </c:pt>
                <c:pt idx="72">
                  <c:v>13.983234448811499</c:v>
                </c:pt>
                <c:pt idx="73">
                  <c:v>11.12003566876</c:v>
                </c:pt>
                <c:pt idx="74">
                  <c:v>6.3950143584197896</c:v>
                </c:pt>
                <c:pt idx="75">
                  <c:v>5.3416458783330603</c:v>
                </c:pt>
                <c:pt idx="76">
                  <c:v>6.7742581647206999</c:v>
                </c:pt>
                <c:pt idx="77">
                  <c:v>8.47801955755968</c:v>
                </c:pt>
                <c:pt idx="78">
                  <c:v>4.4229806440586801</c:v>
                </c:pt>
                <c:pt idx="79">
                  <c:v>8.0131211384993808</c:v>
                </c:pt>
                <c:pt idx="80">
                  <c:v>10.878105252649799</c:v>
                </c:pt>
                <c:pt idx="81">
                  <c:v>14.0338262830043</c:v>
                </c:pt>
                <c:pt idx="82">
                  <c:v>17.258323236844799</c:v>
                </c:pt>
                <c:pt idx="83">
                  <c:v>20.147945811259302</c:v>
                </c:pt>
                <c:pt idx="84">
                  <c:v>22.988846109509598</c:v>
                </c:pt>
                <c:pt idx="85">
                  <c:v>38.373048937355001</c:v>
                </c:pt>
                <c:pt idx="86">
                  <c:v>51.554562980856197</c:v>
                </c:pt>
                <c:pt idx="87">
                  <c:v>49.166885090666902</c:v>
                </c:pt>
                <c:pt idx="88">
                  <c:v>53.7435726170824</c:v>
                </c:pt>
                <c:pt idx="89">
                  <c:v>45.022112694538102</c:v>
                </c:pt>
                <c:pt idx="90">
                  <c:v>38.246466165156299</c:v>
                </c:pt>
                <c:pt idx="91">
                  <c:v>37.635124454681403</c:v>
                </c:pt>
                <c:pt idx="92">
                  <c:v>37.713236172345901</c:v>
                </c:pt>
                <c:pt idx="93">
                  <c:v>46.580595340570603</c:v>
                </c:pt>
                <c:pt idx="94">
                  <c:v>51.403941819341597</c:v>
                </c:pt>
                <c:pt idx="95">
                  <c:v>63.081180577571999</c:v>
                </c:pt>
                <c:pt idx="96">
                  <c:v>58.595404967870799</c:v>
                </c:pt>
                <c:pt idx="97">
                  <c:v>34.067127012106397</c:v>
                </c:pt>
                <c:pt idx="98">
                  <c:v>36.196567946357597</c:v>
                </c:pt>
                <c:pt idx="99">
                  <c:v>41.776175005032002</c:v>
                </c:pt>
                <c:pt idx="100">
                  <c:v>30.770884331623598</c:v>
                </c:pt>
                <c:pt idx="101">
                  <c:v>33.381593595497797</c:v>
                </c:pt>
                <c:pt idx="102">
                  <c:v>40.093095435315803</c:v>
                </c:pt>
                <c:pt idx="103">
                  <c:v>53.508825870898498</c:v>
                </c:pt>
                <c:pt idx="104">
                  <c:v>67.950193025532201</c:v>
                </c:pt>
                <c:pt idx="105">
                  <c:v>80.476936672659093</c:v>
                </c:pt>
                <c:pt idx="106">
                  <c:v>89.644033580654394</c:v>
                </c:pt>
                <c:pt idx="107">
                  <c:v>85.039170842489895</c:v>
                </c:pt>
                <c:pt idx="108">
                  <c:v>82.396893273478696</c:v>
                </c:pt>
                <c:pt idx="109">
                  <c:v>79.955167246677505</c:v>
                </c:pt>
                <c:pt idx="110">
                  <c:v>82.128539411402301</c:v>
                </c:pt>
                <c:pt idx="111">
                  <c:v>79.876937388194506</c:v>
                </c:pt>
                <c:pt idx="112">
                  <c:v>78.492181261348094</c:v>
                </c:pt>
                <c:pt idx="113">
                  <c:v>71.096144376273699</c:v>
                </c:pt>
                <c:pt idx="114">
                  <c:v>83.348547638336797</c:v>
                </c:pt>
                <c:pt idx="115">
                  <c:v>93.996964871889006</c:v>
                </c:pt>
                <c:pt idx="116">
                  <c:v>57.954633054770802</c:v>
                </c:pt>
                <c:pt idx="117">
                  <c:v>31.828973916653599</c:v>
                </c:pt>
                <c:pt idx="118">
                  <c:v>35.269011835129</c:v>
                </c:pt>
                <c:pt idx="119">
                  <c:v>39.990631798788499</c:v>
                </c:pt>
                <c:pt idx="120">
                  <c:v>39.075556822982001</c:v>
                </c:pt>
                <c:pt idx="121">
                  <c:v>39.469940192338299</c:v>
                </c:pt>
                <c:pt idx="122">
                  <c:v>43.699245249901701</c:v>
                </c:pt>
                <c:pt idx="123">
                  <c:v>45.541738571934303</c:v>
                </c:pt>
                <c:pt idx="124">
                  <c:v>57.907218046077901</c:v>
                </c:pt>
                <c:pt idx="125">
                  <c:v>33.184936735147197</c:v>
                </c:pt>
                <c:pt idx="126">
                  <c:v>22.315779924373501</c:v>
                </c:pt>
                <c:pt idx="127">
                  <c:v>22.118898036577001</c:v>
                </c:pt>
                <c:pt idx="128">
                  <c:v>28.122987541348099</c:v>
                </c:pt>
                <c:pt idx="129">
                  <c:v>31.866688583943201</c:v>
                </c:pt>
                <c:pt idx="130">
                  <c:v>34.592039394523901</c:v>
                </c:pt>
                <c:pt idx="131">
                  <c:v>36.115105708353802</c:v>
                </c:pt>
                <c:pt idx="132">
                  <c:v>35.327953893314302</c:v>
                </c:pt>
                <c:pt idx="133">
                  <c:v>33.917316400302099</c:v>
                </c:pt>
                <c:pt idx="134">
                  <c:v>34.420860485487999</c:v>
                </c:pt>
                <c:pt idx="135">
                  <c:v>37.148926983711902</c:v>
                </c:pt>
                <c:pt idx="136">
                  <c:v>26.117860785579499</c:v>
                </c:pt>
                <c:pt idx="137">
                  <c:v>27.988574513312798</c:v>
                </c:pt>
                <c:pt idx="138">
                  <c:v>32.2704909539504</c:v>
                </c:pt>
                <c:pt idx="139">
                  <c:v>42.097642104872698</c:v>
                </c:pt>
                <c:pt idx="140">
                  <c:v>32.395353447655602</c:v>
                </c:pt>
                <c:pt idx="141">
                  <c:v>27.693770911399799</c:v>
                </c:pt>
                <c:pt idx="142">
                  <c:v>26.843036447708201</c:v>
                </c:pt>
                <c:pt idx="143">
                  <c:v>18.808835415214499</c:v>
                </c:pt>
                <c:pt idx="144">
                  <c:v>13.528766620394901</c:v>
                </c:pt>
                <c:pt idx="145">
                  <c:v>13.9374634640493</c:v>
                </c:pt>
                <c:pt idx="146">
                  <c:v>16.531132968110299</c:v>
                </c:pt>
                <c:pt idx="147">
                  <c:v>13.9898779085222</c:v>
                </c:pt>
                <c:pt idx="148">
                  <c:v>12.598309657927</c:v>
                </c:pt>
                <c:pt idx="149">
                  <c:v>9.9404001856621207</c:v>
                </c:pt>
                <c:pt idx="150">
                  <c:v>8.5351961327751997</c:v>
                </c:pt>
                <c:pt idx="151">
                  <c:v>7.42190508055723</c:v>
                </c:pt>
                <c:pt idx="152">
                  <c:v>6.8418967262235402</c:v>
                </c:pt>
                <c:pt idx="153">
                  <c:v>12.2167086121036</c:v>
                </c:pt>
                <c:pt idx="154">
                  <c:v>17.5452355744854</c:v>
                </c:pt>
                <c:pt idx="155">
                  <c:v>19.995137719247499</c:v>
                </c:pt>
                <c:pt idx="156">
                  <c:v>27.6704760556139</c:v>
                </c:pt>
                <c:pt idx="157">
                  <c:v>36.432146336397501</c:v>
                </c:pt>
                <c:pt idx="158">
                  <c:v>26.6888088516157</c:v>
                </c:pt>
                <c:pt idx="159">
                  <c:v>25.748359801245101</c:v>
                </c:pt>
                <c:pt idx="160">
                  <c:v>31.094805570452301</c:v>
                </c:pt>
                <c:pt idx="161">
                  <c:v>30.387920788110598</c:v>
                </c:pt>
                <c:pt idx="162">
                  <c:v>24.629540303101201</c:v>
                </c:pt>
                <c:pt idx="163">
                  <c:v>11.957584098290599</c:v>
                </c:pt>
                <c:pt idx="164">
                  <c:v>12.129277583908401</c:v>
                </c:pt>
                <c:pt idx="165">
                  <c:v>15.271486480103199</c:v>
                </c:pt>
                <c:pt idx="166">
                  <c:v>20.371619183509001</c:v>
                </c:pt>
                <c:pt idx="167">
                  <c:v>22.718949100097198</c:v>
                </c:pt>
                <c:pt idx="168">
                  <c:v>35.395785953832402</c:v>
                </c:pt>
                <c:pt idx="169">
                  <c:v>38.268430648794997</c:v>
                </c:pt>
                <c:pt idx="170">
                  <c:v>69.781379649892898</c:v>
                </c:pt>
                <c:pt idx="171">
                  <c:v>53.811817845168598</c:v>
                </c:pt>
                <c:pt idx="172">
                  <c:v>43.979309502406302</c:v>
                </c:pt>
                <c:pt idx="173">
                  <c:v>50.334897125378603</c:v>
                </c:pt>
                <c:pt idx="174">
                  <c:v>39.279037935447001</c:v>
                </c:pt>
                <c:pt idx="175">
                  <c:v>21.747573145879802</c:v>
                </c:pt>
                <c:pt idx="176">
                  <c:v>18.503632886638201</c:v>
                </c:pt>
                <c:pt idx="177">
                  <c:v>17.383315758901801</c:v>
                </c:pt>
                <c:pt idx="178">
                  <c:v>32.861394272768102</c:v>
                </c:pt>
                <c:pt idx="179">
                  <c:v>26.320560835057002</c:v>
                </c:pt>
                <c:pt idx="180">
                  <c:v>30.907750554258001</c:v>
                </c:pt>
                <c:pt idx="181">
                  <c:v>85.361735074723597</c:v>
                </c:pt>
                <c:pt idx="182">
                  <c:v>94.742885545043507</c:v>
                </c:pt>
                <c:pt idx="183">
                  <c:v>90.925023378899894</c:v>
                </c:pt>
                <c:pt idx="184">
                  <c:v>87.758907706983095</c:v>
                </c:pt>
                <c:pt idx="185">
                  <c:v>86.508046809144602</c:v>
                </c:pt>
                <c:pt idx="186">
                  <c:v>82.041384986206793</c:v>
                </c:pt>
                <c:pt idx="187">
                  <c:v>56.976671351495398</c:v>
                </c:pt>
                <c:pt idx="188">
                  <c:v>64.210922062037497</c:v>
                </c:pt>
                <c:pt idx="189">
                  <c:v>62.119571481089601</c:v>
                </c:pt>
                <c:pt idx="190">
                  <c:v>63.769588479555303</c:v>
                </c:pt>
                <c:pt idx="191">
                  <c:v>64.472709384675795</c:v>
                </c:pt>
                <c:pt idx="192">
                  <c:v>66.098935852183303</c:v>
                </c:pt>
                <c:pt idx="193">
                  <c:v>61.428062448805797</c:v>
                </c:pt>
                <c:pt idx="194">
                  <c:v>54.719190095820501</c:v>
                </c:pt>
                <c:pt idx="195">
                  <c:v>55.099513333222198</c:v>
                </c:pt>
                <c:pt idx="196">
                  <c:v>53.391952890231899</c:v>
                </c:pt>
                <c:pt idx="197">
                  <c:v>48.932550491076199</c:v>
                </c:pt>
                <c:pt idx="198">
                  <c:v>54.717794973586003</c:v>
                </c:pt>
                <c:pt idx="199">
                  <c:v>57.572600705900001</c:v>
                </c:pt>
                <c:pt idx="200">
                  <c:v>63.634148009702898</c:v>
                </c:pt>
                <c:pt idx="201">
                  <c:v>71.016030791589401</c:v>
                </c:pt>
                <c:pt idx="202">
                  <c:v>74.416300111077604</c:v>
                </c:pt>
                <c:pt idx="203">
                  <c:v>78.797225018069497</c:v>
                </c:pt>
                <c:pt idx="204">
                  <c:v>68.389613051828803</c:v>
                </c:pt>
                <c:pt idx="205">
                  <c:v>45.564361869546197</c:v>
                </c:pt>
                <c:pt idx="206">
                  <c:v>41.748643476070598</c:v>
                </c:pt>
                <c:pt idx="207">
                  <c:v>36.922787161918102</c:v>
                </c:pt>
                <c:pt idx="208">
                  <c:v>39.0832924195076</c:v>
                </c:pt>
                <c:pt idx="209">
                  <c:v>38.543997757364799</c:v>
                </c:pt>
                <c:pt idx="210">
                  <c:v>45.8853844429904</c:v>
                </c:pt>
                <c:pt idx="211">
                  <c:v>52.7745519972785</c:v>
                </c:pt>
                <c:pt idx="212">
                  <c:v>44.851685470217802</c:v>
                </c:pt>
                <c:pt idx="213">
                  <c:v>61.728408009326799</c:v>
                </c:pt>
                <c:pt idx="214">
                  <c:v>71.417446978463005</c:v>
                </c:pt>
                <c:pt idx="215">
                  <c:v>69.412248652860896</c:v>
                </c:pt>
                <c:pt idx="216">
                  <c:v>73.952600597337593</c:v>
                </c:pt>
                <c:pt idx="217">
                  <c:v>73.068794057810805</c:v>
                </c:pt>
                <c:pt idx="218">
                  <c:v>73.331172766188701</c:v>
                </c:pt>
                <c:pt idx="219">
                  <c:v>73.919649016352807</c:v>
                </c:pt>
                <c:pt idx="220">
                  <c:v>70.843701756245196</c:v>
                </c:pt>
                <c:pt idx="221">
                  <c:v>74.441188341368303</c:v>
                </c:pt>
                <c:pt idx="222">
                  <c:v>78.550081094281794</c:v>
                </c:pt>
                <c:pt idx="223">
                  <c:v>82.281897380697401</c:v>
                </c:pt>
                <c:pt idx="224">
                  <c:v>84.017509650957706</c:v>
                </c:pt>
                <c:pt idx="225">
                  <c:v>80.175812387151694</c:v>
                </c:pt>
                <c:pt idx="226">
                  <c:v>81.746132436931006</c:v>
                </c:pt>
                <c:pt idx="227">
                  <c:v>83.898550750332305</c:v>
                </c:pt>
                <c:pt idx="228">
                  <c:v>82.785813727464301</c:v>
                </c:pt>
                <c:pt idx="229">
                  <c:v>80.536813484728299</c:v>
                </c:pt>
                <c:pt idx="230">
                  <c:v>75.657961433850701</c:v>
                </c:pt>
                <c:pt idx="231">
                  <c:v>68.173325892053995</c:v>
                </c:pt>
                <c:pt idx="232">
                  <c:v>64.4982256114113</c:v>
                </c:pt>
                <c:pt idx="233">
                  <c:v>67.951616678143594</c:v>
                </c:pt>
                <c:pt idx="234">
                  <c:v>62.979771910836703</c:v>
                </c:pt>
                <c:pt idx="235">
                  <c:v>43.162601808569597</c:v>
                </c:pt>
                <c:pt idx="236">
                  <c:v>31.923904078922298</c:v>
                </c:pt>
                <c:pt idx="237">
                  <c:v>24.932297149146201</c:v>
                </c:pt>
                <c:pt idx="238">
                  <c:v>24.033460371645901</c:v>
                </c:pt>
                <c:pt idx="239">
                  <c:v>36.032817984632302</c:v>
                </c:pt>
                <c:pt idx="240">
                  <c:v>34.347879836103203</c:v>
                </c:pt>
                <c:pt idx="241">
                  <c:v>17.9177234248506</c:v>
                </c:pt>
                <c:pt idx="242">
                  <c:v>17.709288684011199</c:v>
                </c:pt>
                <c:pt idx="243">
                  <c:v>22.793509945722601</c:v>
                </c:pt>
                <c:pt idx="244">
                  <c:v>22.685580282533099</c:v>
                </c:pt>
                <c:pt idx="245">
                  <c:v>22.5838660706561</c:v>
                </c:pt>
                <c:pt idx="246">
                  <c:v>28.5019000270132</c:v>
                </c:pt>
                <c:pt idx="247">
                  <c:v>30.7821664315065</c:v>
                </c:pt>
                <c:pt idx="248">
                  <c:v>30.447751347024099</c:v>
                </c:pt>
                <c:pt idx="249">
                  <c:v>29.9979824122689</c:v>
                </c:pt>
                <c:pt idx="250">
                  <c:v>28.9176150192298</c:v>
                </c:pt>
                <c:pt idx="251">
                  <c:v>35.6652225061016</c:v>
                </c:pt>
                <c:pt idx="252">
                  <c:v>38.611097475777903</c:v>
                </c:pt>
                <c:pt idx="253">
                  <c:v>42.678020063638797</c:v>
                </c:pt>
                <c:pt idx="254">
                  <c:v>54.548732369630699</c:v>
                </c:pt>
                <c:pt idx="255">
                  <c:v>53.279053279745597</c:v>
                </c:pt>
                <c:pt idx="256">
                  <c:v>47.991716018976298</c:v>
                </c:pt>
                <c:pt idx="257">
                  <c:v>51.701378220435203</c:v>
                </c:pt>
                <c:pt idx="258">
                  <c:v>41.420991718745697</c:v>
                </c:pt>
                <c:pt idx="259">
                  <c:v>29.985408279796701</c:v>
                </c:pt>
              </c:numCache>
            </c:numRef>
          </c:val>
          <c:smooth val="0"/>
        </c:ser>
        <c:ser>
          <c:idx val="1"/>
          <c:order val="1"/>
          <c:tx>
            <c:strRef>
              <c:f>Sheet1!$K$1</c:f>
              <c:strCache>
                <c:ptCount val="1"/>
                <c:pt idx="0">
                  <c:v>Media Delta PMMS</c:v>
                </c:pt>
              </c:strCache>
            </c:strRef>
          </c:tx>
          <c:spPr>
            <a:ln w="28575" cap="rnd">
              <a:solidFill>
                <a:srgbClr val="C00000"/>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Sheet1!$K$2:$K$261</c:f>
              <c:numCache>
                <c:formatCode>General</c:formatCode>
                <c:ptCount val="260"/>
                <c:pt idx="0">
                  <c:v>91.735698158169996</c:v>
                </c:pt>
                <c:pt idx="1">
                  <c:v>78.649613937266096</c:v>
                </c:pt>
                <c:pt idx="2">
                  <c:v>47.309514687499998</c:v>
                </c:pt>
                <c:pt idx="3">
                  <c:v>30.391249999999999</c:v>
                </c:pt>
                <c:pt idx="4">
                  <c:v>8.9999999999990195</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1.1250000000009901</c:v>
                </c:pt>
                <c:pt idx="27">
                  <c:v>1.1250000000009901</c:v>
                </c:pt>
                <c:pt idx="28">
                  <c:v>1.1250000000009901</c:v>
                </c:pt>
                <c:pt idx="29">
                  <c:v>1.1250000000009901</c:v>
                </c:pt>
                <c:pt idx="30">
                  <c:v>1.1250000000009901</c:v>
                </c:pt>
                <c:pt idx="31">
                  <c:v>1.1250000000009901</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12.849999999999</c:v>
                </c:pt>
                <c:pt idx="51">
                  <c:v>12.849999999999</c:v>
                </c:pt>
                <c:pt idx="52">
                  <c:v>12.849999999999</c:v>
                </c:pt>
                <c:pt idx="53">
                  <c:v>12.849999999999</c:v>
                </c:pt>
                <c:pt idx="54">
                  <c:v>12.849999999999</c:v>
                </c:pt>
                <c:pt idx="55">
                  <c:v>23.175774999999</c:v>
                </c:pt>
                <c:pt idx="56">
                  <c:v>11.933325</c:v>
                </c:pt>
                <c:pt idx="57">
                  <c:v>14.6756914625</c:v>
                </c:pt>
                <c:pt idx="58">
                  <c:v>41.194445113202903</c:v>
                </c:pt>
                <c:pt idx="59">
                  <c:v>44.194827071858903</c:v>
                </c:pt>
                <c:pt idx="60">
                  <c:v>44.194827071859002</c:v>
                </c:pt>
                <c:pt idx="61">
                  <c:v>32.107033506054897</c:v>
                </c:pt>
                <c:pt idx="62">
                  <c:v>28.822070703125</c:v>
                </c:pt>
                <c:pt idx="63">
                  <c:v>25.741406250000001</c:v>
                </c:pt>
                <c:pt idx="64">
                  <c:v>2.125</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0.69999999999998996</c:v>
                </c:pt>
                <c:pt idx="94">
                  <c:v>14.0427499999999</c:v>
                </c:pt>
                <c:pt idx="95">
                  <c:v>38.276834375</c:v>
                </c:pt>
                <c:pt idx="96">
                  <c:v>38.276834375</c:v>
                </c:pt>
                <c:pt idx="97">
                  <c:v>38.2768343749999</c:v>
                </c:pt>
                <c:pt idx="98">
                  <c:v>38.276834375</c:v>
                </c:pt>
                <c:pt idx="99">
                  <c:v>37.315624999999997</c:v>
                </c:pt>
                <c:pt idx="100">
                  <c:v>21.249999999999901</c:v>
                </c:pt>
                <c:pt idx="101">
                  <c:v>0</c:v>
                </c:pt>
                <c:pt idx="102">
                  <c:v>0</c:v>
                </c:pt>
                <c:pt idx="103">
                  <c:v>3</c:v>
                </c:pt>
                <c:pt idx="104">
                  <c:v>21.282499999999999</c:v>
                </c:pt>
                <c:pt idx="105">
                  <c:v>42.203731249999997</c:v>
                </c:pt>
                <c:pt idx="106">
                  <c:v>70.822232164061901</c:v>
                </c:pt>
                <c:pt idx="107">
                  <c:v>70.822232164062001</c:v>
                </c:pt>
                <c:pt idx="108">
                  <c:v>78.722760401650007</c:v>
                </c:pt>
                <c:pt idx="109">
                  <c:v>76.553794862795101</c:v>
                </c:pt>
                <c:pt idx="110">
                  <c:v>68.532030085589895</c:v>
                </c:pt>
                <c:pt idx="111">
                  <c:v>52.684988450676002</c:v>
                </c:pt>
                <c:pt idx="112">
                  <c:v>40.292242249685003</c:v>
                </c:pt>
                <c:pt idx="113">
                  <c:v>40.292242249684897</c:v>
                </c:pt>
                <c:pt idx="114">
                  <c:v>67.747283206074997</c:v>
                </c:pt>
                <c:pt idx="115">
                  <c:v>110.44659165853</c:v>
                </c:pt>
                <c:pt idx="116">
                  <c:v>87.230063753140996</c:v>
                </c:pt>
                <c:pt idx="117">
                  <c:v>76.258003062499995</c:v>
                </c:pt>
                <c:pt idx="118">
                  <c:v>59.690149999999903</c:v>
                </c:pt>
                <c:pt idx="119">
                  <c:v>59.690150000000003</c:v>
                </c:pt>
                <c:pt idx="120">
                  <c:v>27.65</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3.3749999999989901</c:v>
                </c:pt>
                <c:pt idx="170">
                  <c:v>38.4708124999989</c:v>
                </c:pt>
                <c:pt idx="171">
                  <c:v>38.470812499998999</c:v>
                </c:pt>
                <c:pt idx="172">
                  <c:v>38.470812499998999</c:v>
                </c:pt>
                <c:pt idx="173">
                  <c:v>38.4708124999989</c:v>
                </c:pt>
                <c:pt idx="174">
                  <c:v>38.4708124999989</c:v>
                </c:pt>
                <c:pt idx="175">
                  <c:v>33.949999999999903</c:v>
                </c:pt>
                <c:pt idx="176">
                  <c:v>0</c:v>
                </c:pt>
                <c:pt idx="177">
                  <c:v>0</c:v>
                </c:pt>
                <c:pt idx="178">
                  <c:v>0</c:v>
                </c:pt>
                <c:pt idx="179">
                  <c:v>0</c:v>
                </c:pt>
                <c:pt idx="180">
                  <c:v>0</c:v>
                </c:pt>
                <c:pt idx="181">
                  <c:v>40.200000000000998</c:v>
                </c:pt>
                <c:pt idx="182">
                  <c:v>75.214950000000002</c:v>
                </c:pt>
                <c:pt idx="183">
                  <c:v>75.214950000000002</c:v>
                </c:pt>
                <c:pt idx="184">
                  <c:v>82.004529312499997</c:v>
                </c:pt>
                <c:pt idx="185">
                  <c:v>117.95042385171899</c:v>
                </c:pt>
                <c:pt idx="186">
                  <c:v>117.95042385171899</c:v>
                </c:pt>
                <c:pt idx="187">
                  <c:v>55.456793046873997</c:v>
                </c:pt>
                <c:pt idx="188">
                  <c:v>24.3903125</c:v>
                </c:pt>
                <c:pt idx="189">
                  <c:v>24.390312499999901</c:v>
                </c:pt>
                <c:pt idx="190">
                  <c:v>19.75</c:v>
                </c:pt>
                <c:pt idx="191">
                  <c:v>0</c:v>
                </c:pt>
                <c:pt idx="192">
                  <c:v>0</c:v>
                </c:pt>
                <c:pt idx="193">
                  <c:v>0</c:v>
                </c:pt>
                <c:pt idx="194">
                  <c:v>0</c:v>
                </c:pt>
                <c:pt idx="195">
                  <c:v>0</c:v>
                </c:pt>
                <c:pt idx="196">
                  <c:v>0</c:v>
                </c:pt>
                <c:pt idx="197">
                  <c:v>0</c:v>
                </c:pt>
                <c:pt idx="198">
                  <c:v>0</c:v>
                </c:pt>
                <c:pt idx="199">
                  <c:v>9.4000000000010004</c:v>
                </c:pt>
                <c:pt idx="200">
                  <c:v>25.919400000001001</c:v>
                </c:pt>
                <c:pt idx="201">
                  <c:v>42.603720500000001</c:v>
                </c:pt>
                <c:pt idx="202">
                  <c:v>53.512905118249897</c:v>
                </c:pt>
                <c:pt idx="203">
                  <c:v>69.017708535192995</c:v>
                </c:pt>
                <c:pt idx="204">
                  <c:v>69.017708535192995</c:v>
                </c:pt>
                <c:pt idx="205">
                  <c:v>54.495163194874003</c:v>
                </c:pt>
                <c:pt idx="206">
                  <c:v>34.226901124998903</c:v>
                </c:pt>
                <c:pt idx="207">
                  <c:v>18.522649999999999</c:v>
                </c:pt>
                <c:pt idx="208">
                  <c:v>10.0999999999999</c:v>
                </c:pt>
                <c:pt idx="209">
                  <c:v>0</c:v>
                </c:pt>
                <c:pt idx="210">
                  <c:v>0</c:v>
                </c:pt>
                <c:pt idx="211">
                  <c:v>0</c:v>
                </c:pt>
                <c:pt idx="212">
                  <c:v>0</c:v>
                </c:pt>
                <c:pt idx="213">
                  <c:v>0</c:v>
                </c:pt>
                <c:pt idx="214">
                  <c:v>17.25</c:v>
                </c:pt>
                <c:pt idx="215">
                  <c:v>17.249999999999901</c:v>
                </c:pt>
                <c:pt idx="216">
                  <c:v>27.040375000000001</c:v>
                </c:pt>
                <c:pt idx="217">
                  <c:v>32.153750093749998</c:v>
                </c:pt>
                <c:pt idx="218">
                  <c:v>35.622786033710902</c:v>
                </c:pt>
                <c:pt idx="219">
                  <c:v>37.046825287064998</c:v>
                </c:pt>
                <c:pt idx="220">
                  <c:v>16.884285959116902</c:v>
                </c:pt>
                <c:pt idx="221">
                  <c:v>16.971949173586999</c:v>
                </c:pt>
                <c:pt idx="222">
                  <c:v>19.104109760738002</c:v>
                </c:pt>
                <c:pt idx="223">
                  <c:v>30.296060473655</c:v>
                </c:pt>
                <c:pt idx="224">
                  <c:v>42.040163366529903</c:v>
                </c:pt>
                <c:pt idx="225">
                  <c:v>40.564238858515999</c:v>
                </c:pt>
                <c:pt idx="226">
                  <c:v>51.457967370051001</c:v>
                </c:pt>
                <c:pt idx="227">
                  <c:v>66.441068813602996</c:v>
                </c:pt>
                <c:pt idx="228">
                  <c:v>55.427972939237897</c:v>
                </c:pt>
                <c:pt idx="229">
                  <c:v>37.0921158504039</c:v>
                </c:pt>
                <c:pt idx="230">
                  <c:v>22.540438748964998</c:v>
                </c:pt>
                <c:pt idx="231">
                  <c:v>22.540438748964899</c:v>
                </c:pt>
                <c:pt idx="232">
                  <c:v>13.7266252890619</c:v>
                </c:pt>
                <c:pt idx="233">
                  <c:v>3.4113437499999999</c:v>
                </c:pt>
                <c:pt idx="234">
                  <c:v>0.37499999999999301</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numCache>
            </c:numRef>
          </c:val>
          <c:smooth val="0"/>
        </c:ser>
        <c:dLbls>
          <c:showLegendKey val="0"/>
          <c:showVal val="0"/>
          <c:showCatName val="0"/>
          <c:showSerName val="0"/>
          <c:showPercent val="0"/>
          <c:showBubbleSize val="0"/>
        </c:dLbls>
        <c:smooth val="0"/>
        <c:axId val="551558424"/>
        <c:axId val="648395896"/>
      </c:lineChart>
      <c:dateAx>
        <c:axId val="551558424"/>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8395896"/>
        <c:crosses val="autoZero"/>
        <c:auto val="1"/>
        <c:lblOffset val="100"/>
        <c:baseTimeUnit val="months"/>
      </c:dateAx>
      <c:valAx>
        <c:axId val="64839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58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Refinance</a:t>
            </a:r>
            <a:r>
              <a:rPr lang="en-US" b="1" baseline="0" dirty="0"/>
              <a:t> CPR vs Media Effect</a:t>
            </a:r>
            <a:endParaRPr lang="en-US" b="1" dirty="0"/>
          </a:p>
        </c:rich>
      </c:tx>
      <c:layout>
        <c:manualLayout>
          <c:xMode val="edge"/>
          <c:yMode val="edge"/>
          <c:x val="0.32981826627036326"/>
          <c:y val="1.448255099682524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1"/>
          <c:tx>
            <c:strRef>
              <c:f>Sheet1!$O$1</c:f>
              <c:strCache>
                <c:ptCount val="1"/>
                <c:pt idx="0">
                  <c:v>Refinance CPR</c:v>
                </c:pt>
              </c:strCache>
            </c:strRef>
          </c:tx>
          <c:spPr>
            <a:ln w="28575" cap="rnd">
              <a:solidFill>
                <a:schemeClr val="tx1"/>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Sheet1!$O$2:$O$261</c:f>
              <c:numCache>
                <c:formatCode>General</c:formatCode>
                <c:ptCount val="260"/>
                <c:pt idx="0">
                  <c:v>4.9845416510296801E-2</c:v>
                </c:pt>
                <c:pt idx="1">
                  <c:v>23.685042097408701</c:v>
                </c:pt>
                <c:pt idx="2">
                  <c:v>17.811543493215002</c:v>
                </c:pt>
                <c:pt idx="3">
                  <c:v>16.481841290717501</c:v>
                </c:pt>
                <c:pt idx="4">
                  <c:v>9.6895616095252795</c:v>
                </c:pt>
                <c:pt idx="5">
                  <c:v>5.6895989011136603</c:v>
                </c:pt>
                <c:pt idx="6">
                  <c:v>3.0836072494814899</c:v>
                </c:pt>
                <c:pt idx="7">
                  <c:v>1.03362203791426</c:v>
                </c:pt>
                <c:pt idx="8">
                  <c:v>1.15996725089673</c:v>
                </c:pt>
                <c:pt idx="9">
                  <c:v>0.70886948695930696</c:v>
                </c:pt>
                <c:pt idx="10">
                  <c:v>-6.3535854123930605E-2</c:v>
                </c:pt>
                <c:pt idx="11">
                  <c:v>0.28934248585517103</c:v>
                </c:pt>
                <c:pt idx="12">
                  <c:v>0.31643170248755198</c:v>
                </c:pt>
                <c:pt idx="13">
                  <c:v>1.95936173153499E-2</c:v>
                </c:pt>
                <c:pt idx="14">
                  <c:v>-0.57708226121202499</c:v>
                </c:pt>
                <c:pt idx="15">
                  <c:v>-1.2674096999151701</c:v>
                </c:pt>
                <c:pt idx="16">
                  <c:v>-2.4745209338946199</c:v>
                </c:pt>
                <c:pt idx="17">
                  <c:v>-2.12087646481229</c:v>
                </c:pt>
                <c:pt idx="18">
                  <c:v>-1.5004630960807399</c:v>
                </c:pt>
                <c:pt idx="19">
                  <c:v>-0.24374438795680101</c:v>
                </c:pt>
                <c:pt idx="20">
                  <c:v>1.5012626243624501</c:v>
                </c:pt>
                <c:pt idx="21">
                  <c:v>1.03537566145284</c:v>
                </c:pt>
                <c:pt idx="22">
                  <c:v>0.49513063364955401</c:v>
                </c:pt>
                <c:pt idx="23">
                  <c:v>1.4168231935950799</c:v>
                </c:pt>
                <c:pt idx="24">
                  <c:v>1.7841367475619301</c:v>
                </c:pt>
                <c:pt idx="25">
                  <c:v>3.0277177508259601</c:v>
                </c:pt>
                <c:pt idx="26">
                  <c:v>5.9532906119901297</c:v>
                </c:pt>
                <c:pt idx="27">
                  <c:v>6.1736183855161704</c:v>
                </c:pt>
                <c:pt idx="28">
                  <c:v>4.4295844340096702</c:v>
                </c:pt>
                <c:pt idx="29">
                  <c:v>1.8699581739150499</c:v>
                </c:pt>
                <c:pt idx="30">
                  <c:v>-0.180942364307213</c:v>
                </c:pt>
                <c:pt idx="31">
                  <c:v>0.21006993406542701</c:v>
                </c:pt>
                <c:pt idx="32">
                  <c:v>-0.336157825145533</c:v>
                </c:pt>
                <c:pt idx="33">
                  <c:v>-0.76824202238259298</c:v>
                </c:pt>
                <c:pt idx="34">
                  <c:v>-0.30491788349131799</c:v>
                </c:pt>
                <c:pt idx="35">
                  <c:v>-0.65050636486403401</c:v>
                </c:pt>
                <c:pt idx="36">
                  <c:v>0.34425190452869198</c:v>
                </c:pt>
                <c:pt idx="37">
                  <c:v>0.60297790461076906</c:v>
                </c:pt>
                <c:pt idx="38">
                  <c:v>9.2350324981316206E-2</c:v>
                </c:pt>
                <c:pt idx="39">
                  <c:v>0</c:v>
                </c:pt>
                <c:pt idx="40">
                  <c:v>-0.38716092073638497</c:v>
                </c:pt>
                <c:pt idx="41">
                  <c:v>-0.46378753791869198</c:v>
                </c:pt>
                <c:pt idx="42">
                  <c:v>-1.0474376415987099</c:v>
                </c:pt>
                <c:pt idx="43">
                  <c:v>-0.66851861507448695</c:v>
                </c:pt>
                <c:pt idx="44">
                  <c:v>0.36588195698812298</c:v>
                </c:pt>
                <c:pt idx="45">
                  <c:v>2.51763030226663</c:v>
                </c:pt>
                <c:pt idx="46">
                  <c:v>2.2728031611484099</c:v>
                </c:pt>
                <c:pt idx="47">
                  <c:v>4.1918921924551498</c:v>
                </c:pt>
                <c:pt idx="48">
                  <c:v>4.8363790784289096</c:v>
                </c:pt>
                <c:pt idx="49">
                  <c:v>5.94420007372943</c:v>
                </c:pt>
                <c:pt idx="50">
                  <c:v>16.2802114754464</c:v>
                </c:pt>
                <c:pt idx="51">
                  <c:v>20.292276938223701</c:v>
                </c:pt>
                <c:pt idx="52">
                  <c:v>16.460822138269499</c:v>
                </c:pt>
                <c:pt idx="53">
                  <c:v>12.303107588005201</c:v>
                </c:pt>
                <c:pt idx="54">
                  <c:v>10.6321209997246</c:v>
                </c:pt>
                <c:pt idx="55">
                  <c:v>11.1179517133932</c:v>
                </c:pt>
                <c:pt idx="56">
                  <c:v>11.3717260799333</c:v>
                </c:pt>
                <c:pt idx="57">
                  <c:v>12.054085324882299</c:v>
                </c:pt>
                <c:pt idx="58">
                  <c:v>19.3180472800811</c:v>
                </c:pt>
                <c:pt idx="59">
                  <c:v>24.573358536789701</c:v>
                </c:pt>
                <c:pt idx="60">
                  <c:v>23.719413020599401</c:v>
                </c:pt>
                <c:pt idx="61">
                  <c:v>18.1235455165411</c:v>
                </c:pt>
                <c:pt idx="62">
                  <c:v>15.0165340197528</c:v>
                </c:pt>
                <c:pt idx="63">
                  <c:v>13.594811271105799</c:v>
                </c:pt>
                <c:pt idx="64">
                  <c:v>9.7966970437124097</c:v>
                </c:pt>
                <c:pt idx="65">
                  <c:v>6.9883496298468</c:v>
                </c:pt>
                <c:pt idx="66">
                  <c:v>6.6683347108601803</c:v>
                </c:pt>
                <c:pt idx="67">
                  <c:v>4.5738423305280804</c:v>
                </c:pt>
                <c:pt idx="68">
                  <c:v>2.7589641238368201</c:v>
                </c:pt>
                <c:pt idx="69">
                  <c:v>2.3576327453349899</c:v>
                </c:pt>
                <c:pt idx="70">
                  <c:v>0.75758293630195905</c:v>
                </c:pt>
                <c:pt idx="71">
                  <c:v>0.95563876170291495</c:v>
                </c:pt>
                <c:pt idx="72">
                  <c:v>0.45655427179043301</c:v>
                </c:pt>
                <c:pt idx="73">
                  <c:v>0.32113307409176201</c:v>
                </c:pt>
                <c:pt idx="74">
                  <c:v>0.789789938665997</c:v>
                </c:pt>
                <c:pt idx="75">
                  <c:v>0.93175278580008802</c:v>
                </c:pt>
                <c:pt idx="76">
                  <c:v>0.24575091608720601</c:v>
                </c:pt>
                <c:pt idx="77">
                  <c:v>0.56663012655210299</c:v>
                </c:pt>
                <c:pt idx="78">
                  <c:v>1.8427911406527999</c:v>
                </c:pt>
                <c:pt idx="79">
                  <c:v>0.46790239481663298</c:v>
                </c:pt>
                <c:pt idx="80">
                  <c:v>0.50126271712036496</c:v>
                </c:pt>
                <c:pt idx="81">
                  <c:v>0.63710260599602098</c:v>
                </c:pt>
                <c:pt idx="82">
                  <c:v>0.25679656197643602</c:v>
                </c:pt>
                <c:pt idx="83">
                  <c:v>0.97166837128359596</c:v>
                </c:pt>
                <c:pt idx="84">
                  <c:v>0.12902921326694</c:v>
                </c:pt>
                <c:pt idx="85">
                  <c:v>3.2428430091499201</c:v>
                </c:pt>
                <c:pt idx="86">
                  <c:v>9.7075754382306396</c:v>
                </c:pt>
                <c:pt idx="87">
                  <c:v>14.6958946825629</c:v>
                </c:pt>
                <c:pt idx="88">
                  <c:v>15.532813488191</c:v>
                </c:pt>
                <c:pt idx="89">
                  <c:v>17.075972583709401</c:v>
                </c:pt>
                <c:pt idx="90">
                  <c:v>17.156748486945801</c:v>
                </c:pt>
                <c:pt idx="91">
                  <c:v>12.611710732179599</c:v>
                </c:pt>
                <c:pt idx="92">
                  <c:v>13.593001594756</c:v>
                </c:pt>
                <c:pt idx="93">
                  <c:v>10.8743890835232</c:v>
                </c:pt>
                <c:pt idx="94">
                  <c:v>20.990146560083598</c:v>
                </c:pt>
                <c:pt idx="95">
                  <c:v>28.728562484646599</c:v>
                </c:pt>
                <c:pt idx="96">
                  <c:v>31.954701825443902</c:v>
                </c:pt>
                <c:pt idx="97">
                  <c:v>23.050179345977298</c:v>
                </c:pt>
                <c:pt idx="98">
                  <c:v>17.9485633278988</c:v>
                </c:pt>
                <c:pt idx="99">
                  <c:v>17.025988814915198</c:v>
                </c:pt>
                <c:pt idx="100">
                  <c:v>13.086890929095199</c:v>
                </c:pt>
                <c:pt idx="101">
                  <c:v>10.9677717809294</c:v>
                </c:pt>
                <c:pt idx="102">
                  <c:v>10.421820959655699</c:v>
                </c:pt>
                <c:pt idx="103">
                  <c:v>16.420912517243998</c:v>
                </c:pt>
                <c:pt idx="104">
                  <c:v>27.296024015461899</c:v>
                </c:pt>
                <c:pt idx="105">
                  <c:v>33.698222819193099</c:v>
                </c:pt>
                <c:pt idx="106">
                  <c:v>45.0807740526798</c:v>
                </c:pt>
                <c:pt idx="107">
                  <c:v>42.506923840651297</c:v>
                </c:pt>
                <c:pt idx="108">
                  <c:v>42.853865885463101</c:v>
                </c:pt>
                <c:pt idx="109">
                  <c:v>39.786844537952803</c:v>
                </c:pt>
                <c:pt idx="110">
                  <c:v>38.757579697256197</c:v>
                </c:pt>
                <c:pt idx="111">
                  <c:v>41.891651041397999</c:v>
                </c:pt>
                <c:pt idx="112">
                  <c:v>47.844906529227302</c:v>
                </c:pt>
                <c:pt idx="113">
                  <c:v>43.861405085312903</c:v>
                </c:pt>
                <c:pt idx="114">
                  <c:v>48.714838832920798</c:v>
                </c:pt>
                <c:pt idx="115">
                  <c:v>60.760488983451403</c:v>
                </c:pt>
                <c:pt idx="116">
                  <c:v>51.089492643898403</c:v>
                </c:pt>
                <c:pt idx="117">
                  <c:v>35.751570402954698</c:v>
                </c:pt>
                <c:pt idx="118">
                  <c:v>24.357961721955199</c:v>
                </c:pt>
                <c:pt idx="119">
                  <c:v>16.829366973714698</c:v>
                </c:pt>
                <c:pt idx="120">
                  <c:v>16.437604551748102</c:v>
                </c:pt>
                <c:pt idx="121">
                  <c:v>12.9026464260198</c:v>
                </c:pt>
                <c:pt idx="122">
                  <c:v>18.4996859747272</c:v>
                </c:pt>
                <c:pt idx="123">
                  <c:v>25.4770998296454</c:v>
                </c:pt>
                <c:pt idx="124">
                  <c:v>31.119557666966401</c:v>
                </c:pt>
                <c:pt idx="125">
                  <c:v>20.880496926706201</c:v>
                </c:pt>
                <c:pt idx="126">
                  <c:v>15.3134520575259</c:v>
                </c:pt>
                <c:pt idx="127">
                  <c:v>10.5511116948188</c:v>
                </c:pt>
                <c:pt idx="128">
                  <c:v>10.5089018544334</c:v>
                </c:pt>
                <c:pt idx="129">
                  <c:v>10.878175708298301</c:v>
                </c:pt>
                <c:pt idx="130">
                  <c:v>11.293849984396299</c:v>
                </c:pt>
                <c:pt idx="131">
                  <c:v>13.058916378612199</c:v>
                </c:pt>
                <c:pt idx="132">
                  <c:v>13.218652594416101</c:v>
                </c:pt>
                <c:pt idx="133">
                  <c:v>8.8308144561287794</c:v>
                </c:pt>
                <c:pt idx="134">
                  <c:v>9.3672734955229302</c:v>
                </c:pt>
                <c:pt idx="135">
                  <c:v>15.1332557853511</c:v>
                </c:pt>
                <c:pt idx="136">
                  <c:v>9.51216488120021</c:v>
                </c:pt>
                <c:pt idx="137">
                  <c:v>9.4252975668039607</c:v>
                </c:pt>
                <c:pt idx="138">
                  <c:v>12.9568441575456</c:v>
                </c:pt>
                <c:pt idx="139">
                  <c:v>13.8703615676253</c:v>
                </c:pt>
                <c:pt idx="140">
                  <c:v>14.8688639413151</c:v>
                </c:pt>
                <c:pt idx="141">
                  <c:v>10.102115032069699</c:v>
                </c:pt>
                <c:pt idx="142">
                  <c:v>8.9482604319962693</c:v>
                </c:pt>
                <c:pt idx="143">
                  <c:v>6.4092956320480399</c:v>
                </c:pt>
                <c:pt idx="144">
                  <c:v>4.4536343176980697</c:v>
                </c:pt>
                <c:pt idx="145">
                  <c:v>2.3604989443880502</c:v>
                </c:pt>
                <c:pt idx="146">
                  <c:v>2.2550544926287199</c:v>
                </c:pt>
                <c:pt idx="147">
                  <c:v>3.8666485675234701</c:v>
                </c:pt>
                <c:pt idx="148">
                  <c:v>1.50310629843018</c:v>
                </c:pt>
                <c:pt idx="149">
                  <c:v>2.7971330059128898</c:v>
                </c:pt>
                <c:pt idx="150">
                  <c:v>2.51500409270845</c:v>
                </c:pt>
                <c:pt idx="151">
                  <c:v>1.1849938933265001</c:v>
                </c:pt>
                <c:pt idx="152">
                  <c:v>2.3120864640090901</c:v>
                </c:pt>
                <c:pt idx="153">
                  <c:v>1.1214527840383599</c:v>
                </c:pt>
                <c:pt idx="154">
                  <c:v>2.50822256782897</c:v>
                </c:pt>
                <c:pt idx="155">
                  <c:v>2.27606144237958</c:v>
                </c:pt>
                <c:pt idx="156">
                  <c:v>2.9365887521107199</c:v>
                </c:pt>
                <c:pt idx="157">
                  <c:v>3.9930135178385702</c:v>
                </c:pt>
                <c:pt idx="158">
                  <c:v>2.8419249461567202</c:v>
                </c:pt>
                <c:pt idx="159">
                  <c:v>3.0409219929657398</c:v>
                </c:pt>
                <c:pt idx="160">
                  <c:v>2.42364128101815</c:v>
                </c:pt>
                <c:pt idx="161">
                  <c:v>2.5999209010691402</c:v>
                </c:pt>
                <c:pt idx="162">
                  <c:v>1.2874750269681501</c:v>
                </c:pt>
                <c:pt idx="163">
                  <c:v>2.05725452852458</c:v>
                </c:pt>
                <c:pt idx="164">
                  <c:v>1.43075765314272</c:v>
                </c:pt>
                <c:pt idx="165">
                  <c:v>0.27150705704100903</c:v>
                </c:pt>
                <c:pt idx="166">
                  <c:v>1.1497915438177799</c:v>
                </c:pt>
                <c:pt idx="167">
                  <c:v>0.99089954805482405</c:v>
                </c:pt>
                <c:pt idx="168">
                  <c:v>1.7823707239079101</c:v>
                </c:pt>
                <c:pt idx="169">
                  <c:v>4.0386470997842698</c:v>
                </c:pt>
                <c:pt idx="170">
                  <c:v>10.6181349273241</c:v>
                </c:pt>
                <c:pt idx="171">
                  <c:v>7.6255751409642496</c:v>
                </c:pt>
                <c:pt idx="172">
                  <c:v>5.4845476178441501</c:v>
                </c:pt>
                <c:pt idx="173">
                  <c:v>1.7868355111321801</c:v>
                </c:pt>
                <c:pt idx="174">
                  <c:v>-0.188585029316646</c:v>
                </c:pt>
                <c:pt idx="175">
                  <c:v>-0.15298133860195401</c:v>
                </c:pt>
                <c:pt idx="176">
                  <c:v>-1.1380458399673301</c:v>
                </c:pt>
                <c:pt idx="177">
                  <c:v>-0.183678147076027</c:v>
                </c:pt>
                <c:pt idx="178">
                  <c:v>0.66655399584383301</c:v>
                </c:pt>
                <c:pt idx="179">
                  <c:v>-1.24434964099935</c:v>
                </c:pt>
                <c:pt idx="180">
                  <c:v>1.5659769625661599</c:v>
                </c:pt>
                <c:pt idx="181">
                  <c:v>12.0120254090161</c:v>
                </c:pt>
                <c:pt idx="182">
                  <c:v>18.961481305631299</c:v>
                </c:pt>
                <c:pt idx="183">
                  <c:v>17.361729731445699</c:v>
                </c:pt>
                <c:pt idx="184">
                  <c:v>16.441615111695398</c:v>
                </c:pt>
                <c:pt idx="185">
                  <c:v>18.2107257392748</c:v>
                </c:pt>
                <c:pt idx="186">
                  <c:v>16.820960740874298</c:v>
                </c:pt>
                <c:pt idx="187">
                  <c:v>11.741166595987901</c:v>
                </c:pt>
                <c:pt idx="188">
                  <c:v>6.9740911792041702</c:v>
                </c:pt>
                <c:pt idx="189">
                  <c:v>6.13156693003382</c:v>
                </c:pt>
                <c:pt idx="190">
                  <c:v>8.2593050727794104</c:v>
                </c:pt>
                <c:pt idx="191">
                  <c:v>8.7767724150319602</c:v>
                </c:pt>
                <c:pt idx="192">
                  <c:v>11.909301161409999</c:v>
                </c:pt>
                <c:pt idx="193">
                  <c:v>9.4713752441634895</c:v>
                </c:pt>
                <c:pt idx="194">
                  <c:v>22.287811793007599</c:v>
                </c:pt>
                <c:pt idx="195">
                  <c:v>18.004642695866298</c:v>
                </c:pt>
                <c:pt idx="196">
                  <c:v>18.041700167428001</c:v>
                </c:pt>
                <c:pt idx="197">
                  <c:v>16.499563068142201</c:v>
                </c:pt>
                <c:pt idx="198">
                  <c:v>9.3138891839928597</c:v>
                </c:pt>
                <c:pt idx="199">
                  <c:v>11.0972062830637</c:v>
                </c:pt>
                <c:pt idx="200">
                  <c:v>16.634195110110898</c:v>
                </c:pt>
                <c:pt idx="201">
                  <c:v>19.818900564391502</c:v>
                </c:pt>
                <c:pt idx="202">
                  <c:v>20.622821020685301</c:v>
                </c:pt>
                <c:pt idx="203">
                  <c:v>23.2919328761676</c:v>
                </c:pt>
                <c:pt idx="204">
                  <c:v>21.255906503950001</c:v>
                </c:pt>
                <c:pt idx="205">
                  <c:v>14.9283777529121</c:v>
                </c:pt>
                <c:pt idx="206">
                  <c:v>10.7463078445865</c:v>
                </c:pt>
                <c:pt idx="207">
                  <c:v>8.1041308298082004</c:v>
                </c:pt>
                <c:pt idx="208">
                  <c:v>5.3621386949296301</c:v>
                </c:pt>
                <c:pt idx="209">
                  <c:v>4.3252708225840397</c:v>
                </c:pt>
                <c:pt idx="210">
                  <c:v>5.3206160961959004</c:v>
                </c:pt>
                <c:pt idx="211">
                  <c:v>5.59079658637578</c:v>
                </c:pt>
                <c:pt idx="212">
                  <c:v>7.3157366014210696</c:v>
                </c:pt>
                <c:pt idx="213">
                  <c:v>13.679454102167099</c:v>
                </c:pt>
                <c:pt idx="214">
                  <c:v>17.376509619433101</c:v>
                </c:pt>
                <c:pt idx="215">
                  <c:v>18.305238866916</c:v>
                </c:pt>
                <c:pt idx="216">
                  <c:v>16.523335745383999</c:v>
                </c:pt>
                <c:pt idx="217">
                  <c:v>16.3215737712089</c:v>
                </c:pt>
                <c:pt idx="218">
                  <c:v>19.781957995011201</c:v>
                </c:pt>
                <c:pt idx="219">
                  <c:v>19.7881691136682</c:v>
                </c:pt>
                <c:pt idx="220">
                  <c:v>16.910211072226801</c:v>
                </c:pt>
                <c:pt idx="221">
                  <c:v>17.678595033196199</c:v>
                </c:pt>
                <c:pt idx="222">
                  <c:v>17.930613475781801</c:v>
                </c:pt>
                <c:pt idx="223">
                  <c:v>20.759830921359999</c:v>
                </c:pt>
                <c:pt idx="224">
                  <c:v>24.066794659002699</c:v>
                </c:pt>
                <c:pt idx="225">
                  <c:v>21.892882356837401</c:v>
                </c:pt>
                <c:pt idx="226">
                  <c:v>25.369433501861099</c:v>
                </c:pt>
                <c:pt idx="227">
                  <c:v>23.9612237541496</c:v>
                </c:pt>
                <c:pt idx="228">
                  <c:v>24.799491411140099</c:v>
                </c:pt>
                <c:pt idx="229">
                  <c:v>25.148648965366402</c:v>
                </c:pt>
                <c:pt idx="230">
                  <c:v>21.930033834761399</c:v>
                </c:pt>
                <c:pt idx="231">
                  <c:v>20.730975531371001</c:v>
                </c:pt>
                <c:pt idx="232">
                  <c:v>19.861390067094</c:v>
                </c:pt>
                <c:pt idx="233">
                  <c:v>20.048758088725599</c:v>
                </c:pt>
                <c:pt idx="234">
                  <c:v>16.970822089083601</c:v>
                </c:pt>
                <c:pt idx="235">
                  <c:v>15.287920223312501</c:v>
                </c:pt>
                <c:pt idx="236">
                  <c:v>10.511803581812</c:v>
                </c:pt>
                <c:pt idx="237">
                  <c:v>6.6317936560990196</c:v>
                </c:pt>
                <c:pt idx="238">
                  <c:v>5.7118274789007302</c:v>
                </c:pt>
                <c:pt idx="239">
                  <c:v>4.5166258441223199</c:v>
                </c:pt>
                <c:pt idx="240">
                  <c:v>4.5437781744499803</c:v>
                </c:pt>
                <c:pt idx="241">
                  <c:v>3.8606521833570899</c:v>
                </c:pt>
                <c:pt idx="242">
                  <c:v>2.6065774773362498</c:v>
                </c:pt>
                <c:pt idx="243">
                  <c:v>2.21777184960309</c:v>
                </c:pt>
                <c:pt idx="244">
                  <c:v>1.73421775360041</c:v>
                </c:pt>
                <c:pt idx="245">
                  <c:v>1.6687638408207901</c:v>
                </c:pt>
                <c:pt idx="246">
                  <c:v>2.5043637734233601</c:v>
                </c:pt>
                <c:pt idx="247">
                  <c:v>3.0307153527548598</c:v>
                </c:pt>
                <c:pt idx="248">
                  <c:v>2.1477977296530302</c:v>
                </c:pt>
                <c:pt idx="249">
                  <c:v>2.6363570696179899</c:v>
                </c:pt>
                <c:pt idx="250">
                  <c:v>2.90072795372153</c:v>
                </c:pt>
                <c:pt idx="251">
                  <c:v>3.1748988035499401</c:v>
                </c:pt>
                <c:pt idx="252">
                  <c:v>4.8211865699841097</c:v>
                </c:pt>
                <c:pt idx="253">
                  <c:v>4.7863794299866198</c:v>
                </c:pt>
                <c:pt idx="254">
                  <c:v>8.63855388986123</c:v>
                </c:pt>
                <c:pt idx="255">
                  <c:v>10.6290496621339</c:v>
                </c:pt>
                <c:pt idx="256">
                  <c:v>6.9959488079078902</c:v>
                </c:pt>
                <c:pt idx="257">
                  <c:v>6.1295467121314697</c:v>
                </c:pt>
                <c:pt idx="258">
                  <c:v>6.5696408261756796</c:v>
                </c:pt>
                <c:pt idx="259">
                  <c:v>4.7566436371134699</c:v>
                </c:pt>
              </c:numCache>
            </c:numRef>
          </c:val>
          <c:smooth val="0"/>
        </c:ser>
        <c:dLbls>
          <c:showLegendKey val="0"/>
          <c:showVal val="0"/>
          <c:showCatName val="0"/>
          <c:showSerName val="0"/>
          <c:showPercent val="0"/>
          <c:showBubbleSize val="0"/>
        </c:dLbls>
        <c:marker val="1"/>
        <c:smooth val="0"/>
        <c:axId val="179987592"/>
        <c:axId val="655193240"/>
      </c:lineChart>
      <c:lineChart>
        <c:grouping val="standard"/>
        <c:varyColors val="0"/>
        <c:ser>
          <c:idx val="0"/>
          <c:order val="0"/>
          <c:tx>
            <c:strRef>
              <c:f>Sheet1!$L$1</c:f>
              <c:strCache>
                <c:ptCount val="1"/>
                <c:pt idx="0">
                  <c:v>Media Combined</c:v>
                </c:pt>
              </c:strCache>
            </c:strRef>
          </c:tx>
          <c:spPr>
            <a:ln w="28575" cap="rnd">
              <a:solidFill>
                <a:schemeClr val="accent2"/>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Sheet1!$L$2:$L$261</c:f>
              <c:numCache>
                <c:formatCode>General</c:formatCode>
                <c:ptCount val="260"/>
                <c:pt idx="0">
                  <c:v>48.201664696415399</c:v>
                </c:pt>
                <c:pt idx="1">
                  <c:v>67.7412355430411</c:v>
                </c:pt>
                <c:pt idx="2">
                  <c:v>52.293711808934802</c:v>
                </c:pt>
                <c:pt idx="3">
                  <c:v>40.832809122774798</c:v>
                </c:pt>
                <c:pt idx="4">
                  <c:v>19.595973181531701</c:v>
                </c:pt>
                <c:pt idx="5">
                  <c:v>7.6793067753367099</c:v>
                </c:pt>
                <c:pt idx="6">
                  <c:v>5.3486705106152099</c:v>
                </c:pt>
                <c:pt idx="7">
                  <c:v>6.1888152075849296</c:v>
                </c:pt>
                <c:pt idx="8">
                  <c:v>4.9578509142431599</c:v>
                </c:pt>
                <c:pt idx="9">
                  <c:v>5.4327828250994097</c:v>
                </c:pt>
                <c:pt idx="10">
                  <c:v>4.7782432768059797</c:v>
                </c:pt>
                <c:pt idx="11">
                  <c:v>3.4896921512445198</c:v>
                </c:pt>
                <c:pt idx="12">
                  <c:v>1.88803281787765</c:v>
                </c:pt>
                <c:pt idx="13">
                  <c:v>1.8453089834908101</c:v>
                </c:pt>
                <c:pt idx="14">
                  <c:v>1.98570142490079</c:v>
                </c:pt>
                <c:pt idx="15">
                  <c:v>4.1191282085036196</c:v>
                </c:pt>
                <c:pt idx="16">
                  <c:v>6.7624443342812599</c:v>
                </c:pt>
                <c:pt idx="17">
                  <c:v>7.8210603174294198</c:v>
                </c:pt>
                <c:pt idx="18">
                  <c:v>12.974314914382299</c:v>
                </c:pt>
                <c:pt idx="19">
                  <c:v>19.822474861840099</c:v>
                </c:pt>
                <c:pt idx="20">
                  <c:v>19.114750718816801</c:v>
                </c:pt>
                <c:pt idx="21">
                  <c:v>14.3620513969071</c:v>
                </c:pt>
                <c:pt idx="22">
                  <c:v>18.4547579537724</c:v>
                </c:pt>
                <c:pt idx="23">
                  <c:v>20.092710404599998</c:v>
                </c:pt>
                <c:pt idx="24">
                  <c:v>21.554298933660899</c:v>
                </c:pt>
                <c:pt idx="25">
                  <c:v>25.907775916453598</c:v>
                </c:pt>
                <c:pt idx="26">
                  <c:v>29.196904339393601</c:v>
                </c:pt>
                <c:pt idx="27">
                  <c:v>26.113258893900301</c:v>
                </c:pt>
                <c:pt idx="28">
                  <c:v>15.0977254194183</c:v>
                </c:pt>
                <c:pt idx="29">
                  <c:v>11.1386445346018</c:v>
                </c:pt>
                <c:pt idx="30">
                  <c:v>9.0439751268121604</c:v>
                </c:pt>
                <c:pt idx="31">
                  <c:v>6.4702597076968402</c:v>
                </c:pt>
                <c:pt idx="32">
                  <c:v>6.6018317866203597</c:v>
                </c:pt>
                <c:pt idx="33">
                  <c:v>10.2746434987765</c:v>
                </c:pt>
                <c:pt idx="34">
                  <c:v>7.1783359156414601</c:v>
                </c:pt>
                <c:pt idx="35">
                  <c:v>12.068299076896899</c:v>
                </c:pt>
                <c:pt idx="36">
                  <c:v>17.331707906516201</c:v>
                </c:pt>
                <c:pt idx="37">
                  <c:v>17.1713510320781</c:v>
                </c:pt>
                <c:pt idx="38">
                  <c:v>13.1099349586278</c:v>
                </c:pt>
                <c:pt idx="39">
                  <c:v>16.547812162815699</c:v>
                </c:pt>
                <c:pt idx="40">
                  <c:v>11.5793144583401</c:v>
                </c:pt>
                <c:pt idx="41">
                  <c:v>7.6832933827336296</c:v>
                </c:pt>
                <c:pt idx="42">
                  <c:v>11.1428579403747</c:v>
                </c:pt>
                <c:pt idx="43">
                  <c:v>15.8241631824307</c:v>
                </c:pt>
                <c:pt idx="44">
                  <c:v>19.860828365817898</c:v>
                </c:pt>
                <c:pt idx="45">
                  <c:v>18.967019884838699</c:v>
                </c:pt>
                <c:pt idx="46">
                  <c:v>20.4360284093509</c:v>
                </c:pt>
                <c:pt idx="47">
                  <c:v>23.595465347936599</c:v>
                </c:pt>
                <c:pt idx="48">
                  <c:v>26.0110332944231</c:v>
                </c:pt>
                <c:pt idx="49">
                  <c:v>28.484678817292199</c:v>
                </c:pt>
                <c:pt idx="50">
                  <c:v>39.8459672533182</c:v>
                </c:pt>
                <c:pt idx="51">
                  <c:v>38.526129422982599</c:v>
                </c:pt>
                <c:pt idx="52">
                  <c:v>35.0059440869124</c:v>
                </c:pt>
                <c:pt idx="53">
                  <c:v>33.585895642682502</c:v>
                </c:pt>
                <c:pt idx="54">
                  <c:v>33.376788919507597</c:v>
                </c:pt>
                <c:pt idx="55">
                  <c:v>43.207753095895903</c:v>
                </c:pt>
                <c:pt idx="56">
                  <c:v>37.673247803541599</c:v>
                </c:pt>
                <c:pt idx="57">
                  <c:v>38.674240155153498</c:v>
                </c:pt>
                <c:pt idx="58">
                  <c:v>56.566511499855402</c:v>
                </c:pt>
                <c:pt idx="59">
                  <c:v>57.293049687664201</c:v>
                </c:pt>
                <c:pt idx="60">
                  <c:v>51.445711768017397</c:v>
                </c:pt>
                <c:pt idx="61">
                  <c:v>46.897544952360903</c:v>
                </c:pt>
                <c:pt idx="62">
                  <c:v>42.956332850700598</c:v>
                </c:pt>
                <c:pt idx="63">
                  <c:v>39.5429686204427</c:v>
                </c:pt>
                <c:pt idx="64">
                  <c:v>21.2414949718505</c:v>
                </c:pt>
                <c:pt idx="65">
                  <c:v>22.702137496901301</c:v>
                </c:pt>
                <c:pt idx="66">
                  <c:v>15.5019167251866</c:v>
                </c:pt>
                <c:pt idx="67">
                  <c:v>8.6458601280059693</c:v>
                </c:pt>
                <c:pt idx="68">
                  <c:v>7.4338143433240402</c:v>
                </c:pt>
                <c:pt idx="69">
                  <c:v>4.8762521273448103</c:v>
                </c:pt>
                <c:pt idx="70">
                  <c:v>6.1276044043140603</c:v>
                </c:pt>
                <c:pt idx="71">
                  <c:v>5.4811858756821197</c:v>
                </c:pt>
                <c:pt idx="72">
                  <c:v>6.9916172244057497</c:v>
                </c:pt>
                <c:pt idx="73">
                  <c:v>5.5600178343800097</c:v>
                </c:pt>
                <c:pt idx="74">
                  <c:v>3.1975071792098899</c:v>
                </c:pt>
                <c:pt idx="75">
                  <c:v>2.6708229391665301</c:v>
                </c:pt>
                <c:pt idx="76">
                  <c:v>3.3871290823603499</c:v>
                </c:pt>
                <c:pt idx="77">
                  <c:v>4.2390097787798302</c:v>
                </c:pt>
                <c:pt idx="78">
                  <c:v>2.21149032202934</c:v>
                </c:pt>
                <c:pt idx="79">
                  <c:v>4.0065605692496904</c:v>
                </c:pt>
                <c:pt idx="80">
                  <c:v>5.4390526263249397</c:v>
                </c:pt>
                <c:pt idx="81">
                  <c:v>7.0169131415021804</c:v>
                </c:pt>
                <c:pt idx="82">
                  <c:v>8.62916161842241</c:v>
                </c:pt>
                <c:pt idx="83">
                  <c:v>10.073972905629599</c:v>
                </c:pt>
                <c:pt idx="84">
                  <c:v>11.494423054754799</c:v>
                </c:pt>
                <c:pt idx="85">
                  <c:v>19.186524468677501</c:v>
                </c:pt>
                <c:pt idx="86">
                  <c:v>25.777281490428098</c:v>
                </c:pt>
                <c:pt idx="87">
                  <c:v>24.583442545333401</c:v>
                </c:pt>
                <c:pt idx="88">
                  <c:v>26.8717863085412</c:v>
                </c:pt>
                <c:pt idx="89">
                  <c:v>22.511056347269001</c:v>
                </c:pt>
                <c:pt idx="90">
                  <c:v>19.1232330825781</c:v>
                </c:pt>
                <c:pt idx="91">
                  <c:v>18.817562227340701</c:v>
                </c:pt>
                <c:pt idx="92">
                  <c:v>18.856618086172901</c:v>
                </c:pt>
                <c:pt idx="93">
                  <c:v>23.6402976702853</c:v>
                </c:pt>
                <c:pt idx="94">
                  <c:v>32.723345909670797</c:v>
                </c:pt>
                <c:pt idx="95">
                  <c:v>50.679007476285904</c:v>
                </c:pt>
                <c:pt idx="96">
                  <c:v>48.436119671435399</c:v>
                </c:pt>
                <c:pt idx="97">
                  <c:v>36.171980693553202</c:v>
                </c:pt>
                <c:pt idx="98">
                  <c:v>37.236701160678798</c:v>
                </c:pt>
                <c:pt idx="99">
                  <c:v>39.545900002516099</c:v>
                </c:pt>
                <c:pt idx="100">
                  <c:v>26.010442165811799</c:v>
                </c:pt>
                <c:pt idx="101">
                  <c:v>16.690796797748899</c:v>
                </c:pt>
                <c:pt idx="102">
                  <c:v>20.046547717657901</c:v>
                </c:pt>
                <c:pt idx="103">
                  <c:v>28.254412935449299</c:v>
                </c:pt>
                <c:pt idx="104">
                  <c:v>44.6163465127661</c:v>
                </c:pt>
                <c:pt idx="105">
                  <c:v>61.340333961329499</c:v>
                </c:pt>
                <c:pt idx="106">
                  <c:v>80.233132872358198</c:v>
                </c:pt>
                <c:pt idx="107">
                  <c:v>77.930701503275998</c:v>
                </c:pt>
                <c:pt idx="108">
                  <c:v>80.559826837564401</c:v>
                </c:pt>
                <c:pt idx="109">
                  <c:v>78.254481054736104</c:v>
                </c:pt>
                <c:pt idx="110">
                  <c:v>75.330284748496098</c:v>
                </c:pt>
                <c:pt idx="111">
                  <c:v>66.280962919435197</c:v>
                </c:pt>
                <c:pt idx="112">
                  <c:v>59.392211755516499</c:v>
                </c:pt>
                <c:pt idx="113">
                  <c:v>55.694193312979301</c:v>
                </c:pt>
                <c:pt idx="114">
                  <c:v>75.547915422205904</c:v>
                </c:pt>
                <c:pt idx="115">
                  <c:v>102.221778265209</c:v>
                </c:pt>
                <c:pt idx="116">
                  <c:v>72.592348403955896</c:v>
                </c:pt>
                <c:pt idx="117">
                  <c:v>54.043488489576703</c:v>
                </c:pt>
                <c:pt idx="118">
                  <c:v>47.479580917564498</c:v>
                </c:pt>
                <c:pt idx="119">
                  <c:v>49.840390899394201</c:v>
                </c:pt>
                <c:pt idx="120">
                  <c:v>33.362778411491</c:v>
                </c:pt>
                <c:pt idx="121">
                  <c:v>19.7349700961691</c:v>
                </c:pt>
                <c:pt idx="122">
                  <c:v>21.849622624950801</c:v>
                </c:pt>
                <c:pt idx="123">
                  <c:v>22.770869285967098</c:v>
                </c:pt>
                <c:pt idx="124">
                  <c:v>28.953609023038901</c:v>
                </c:pt>
                <c:pt idx="125">
                  <c:v>16.592468367573598</c:v>
                </c:pt>
                <c:pt idx="126">
                  <c:v>11.157889962186699</c:v>
                </c:pt>
                <c:pt idx="127">
                  <c:v>11.0594490182885</c:v>
                </c:pt>
                <c:pt idx="128">
                  <c:v>14.061493770674</c:v>
                </c:pt>
                <c:pt idx="129">
                  <c:v>15.933344291971601</c:v>
                </c:pt>
                <c:pt idx="130">
                  <c:v>17.296019697261901</c:v>
                </c:pt>
                <c:pt idx="131">
                  <c:v>18.057552854176901</c:v>
                </c:pt>
                <c:pt idx="132">
                  <c:v>17.663976946657101</c:v>
                </c:pt>
                <c:pt idx="133">
                  <c:v>16.958658200151</c:v>
                </c:pt>
                <c:pt idx="134">
                  <c:v>17.210430242744</c:v>
                </c:pt>
                <c:pt idx="135">
                  <c:v>18.574463491855902</c:v>
                </c:pt>
                <c:pt idx="136">
                  <c:v>13.0589303927897</c:v>
                </c:pt>
                <c:pt idx="137">
                  <c:v>13.994287256656399</c:v>
                </c:pt>
                <c:pt idx="138">
                  <c:v>16.135245476975101</c:v>
                </c:pt>
                <c:pt idx="139">
                  <c:v>21.048821052436299</c:v>
                </c:pt>
                <c:pt idx="140">
                  <c:v>16.197676723827801</c:v>
                </c:pt>
                <c:pt idx="141">
                  <c:v>13.846885455699899</c:v>
                </c:pt>
                <c:pt idx="142">
                  <c:v>13.4215182238541</c:v>
                </c:pt>
                <c:pt idx="143">
                  <c:v>9.4044177076072408</c:v>
                </c:pt>
                <c:pt idx="144">
                  <c:v>6.7643833101974602</c:v>
                </c:pt>
                <c:pt idx="145">
                  <c:v>6.96873173202464</c:v>
                </c:pt>
                <c:pt idx="146">
                  <c:v>8.2655664840551495</c:v>
                </c:pt>
                <c:pt idx="147">
                  <c:v>6.99493895426113</c:v>
                </c:pt>
                <c:pt idx="148">
                  <c:v>6.2991548289634904</c:v>
                </c:pt>
                <c:pt idx="149">
                  <c:v>4.9702000928310497</c:v>
                </c:pt>
                <c:pt idx="150">
                  <c:v>4.2675980663875999</c:v>
                </c:pt>
                <c:pt idx="151">
                  <c:v>3.7109525402786199</c:v>
                </c:pt>
                <c:pt idx="152">
                  <c:v>3.4209483631117701</c:v>
                </c:pt>
                <c:pt idx="153">
                  <c:v>6.1083543060518197</c:v>
                </c:pt>
                <c:pt idx="154">
                  <c:v>8.77261778724273</c:v>
                </c:pt>
                <c:pt idx="155">
                  <c:v>9.9975688596237706</c:v>
                </c:pt>
                <c:pt idx="156">
                  <c:v>13.8352380278069</c:v>
                </c:pt>
                <c:pt idx="157">
                  <c:v>18.216073168198701</c:v>
                </c:pt>
                <c:pt idx="158">
                  <c:v>13.344404425807801</c:v>
                </c:pt>
                <c:pt idx="159">
                  <c:v>12.874179900622501</c:v>
                </c:pt>
                <c:pt idx="160">
                  <c:v>15.547402785226099</c:v>
                </c:pt>
                <c:pt idx="161">
                  <c:v>15.193960394055299</c:v>
                </c:pt>
                <c:pt idx="162">
                  <c:v>12.314770151550601</c:v>
                </c:pt>
                <c:pt idx="163">
                  <c:v>5.9787920491453201</c:v>
                </c:pt>
                <c:pt idx="164">
                  <c:v>6.06463879195422</c:v>
                </c:pt>
                <c:pt idx="165">
                  <c:v>7.6357432400515997</c:v>
                </c:pt>
                <c:pt idx="166">
                  <c:v>10.1858095917545</c:v>
                </c:pt>
                <c:pt idx="167">
                  <c:v>11.359474550048599</c:v>
                </c:pt>
                <c:pt idx="168">
                  <c:v>17.697892976916201</c:v>
                </c:pt>
                <c:pt idx="169">
                  <c:v>20.821715324397001</c:v>
                </c:pt>
                <c:pt idx="170">
                  <c:v>54.126096074945799</c:v>
                </c:pt>
                <c:pt idx="171">
                  <c:v>46.141315172583802</c:v>
                </c:pt>
                <c:pt idx="172">
                  <c:v>41.225061001202597</c:v>
                </c:pt>
                <c:pt idx="173">
                  <c:v>44.402854812688801</c:v>
                </c:pt>
                <c:pt idx="174">
                  <c:v>38.874925217722897</c:v>
                </c:pt>
                <c:pt idx="175">
                  <c:v>27.8487865729399</c:v>
                </c:pt>
                <c:pt idx="176">
                  <c:v>9.2518164433191199</c:v>
                </c:pt>
                <c:pt idx="177">
                  <c:v>8.6916578794509505</c:v>
                </c:pt>
                <c:pt idx="178">
                  <c:v>16.430697136384001</c:v>
                </c:pt>
                <c:pt idx="179">
                  <c:v>13.160280417528501</c:v>
                </c:pt>
                <c:pt idx="180">
                  <c:v>15.453875277129001</c:v>
                </c:pt>
                <c:pt idx="181">
                  <c:v>62.780867537362298</c:v>
                </c:pt>
                <c:pt idx="182">
                  <c:v>84.978917772521797</c:v>
                </c:pt>
                <c:pt idx="183">
                  <c:v>83.069986689449905</c:v>
                </c:pt>
                <c:pt idx="184">
                  <c:v>84.881718509741603</c:v>
                </c:pt>
                <c:pt idx="185">
                  <c:v>102.229235330431</c:v>
                </c:pt>
                <c:pt idx="186">
                  <c:v>99.995904418962795</c:v>
                </c:pt>
                <c:pt idx="187">
                  <c:v>56.216732199184797</c:v>
                </c:pt>
                <c:pt idx="188">
                  <c:v>44.300617281018702</c:v>
                </c:pt>
                <c:pt idx="189">
                  <c:v>43.2549419905448</c:v>
                </c:pt>
                <c:pt idx="190">
                  <c:v>41.759794239777698</c:v>
                </c:pt>
                <c:pt idx="191">
                  <c:v>32.236354692337798</c:v>
                </c:pt>
                <c:pt idx="192">
                  <c:v>33.049467926091602</c:v>
                </c:pt>
                <c:pt idx="193">
                  <c:v>30.714031224402898</c:v>
                </c:pt>
                <c:pt idx="194">
                  <c:v>27.359595047910201</c:v>
                </c:pt>
                <c:pt idx="195">
                  <c:v>27.549756666611099</c:v>
                </c:pt>
                <c:pt idx="196">
                  <c:v>26.6959764451159</c:v>
                </c:pt>
                <c:pt idx="197">
                  <c:v>24.4662752455381</c:v>
                </c:pt>
                <c:pt idx="198">
                  <c:v>27.358897486793001</c:v>
                </c:pt>
                <c:pt idx="199">
                  <c:v>33.486300352950501</c:v>
                </c:pt>
                <c:pt idx="200">
                  <c:v>44.776774004852001</c:v>
                </c:pt>
                <c:pt idx="201">
                  <c:v>56.809875645794698</c:v>
                </c:pt>
                <c:pt idx="202">
                  <c:v>63.964602614663796</c:v>
                </c:pt>
                <c:pt idx="203">
                  <c:v>73.907466776631296</c:v>
                </c:pt>
                <c:pt idx="204">
                  <c:v>68.703660793510906</c:v>
                </c:pt>
                <c:pt idx="205">
                  <c:v>50.02976253221</c:v>
                </c:pt>
                <c:pt idx="206">
                  <c:v>37.9877723005348</c:v>
                </c:pt>
                <c:pt idx="207">
                  <c:v>27.722718580959</c:v>
                </c:pt>
                <c:pt idx="208">
                  <c:v>24.591646209753801</c:v>
                </c:pt>
                <c:pt idx="209">
                  <c:v>19.2719988786824</c:v>
                </c:pt>
                <c:pt idx="210">
                  <c:v>22.9426922214952</c:v>
                </c:pt>
                <c:pt idx="211">
                  <c:v>26.3872759986392</c:v>
                </c:pt>
                <c:pt idx="212">
                  <c:v>22.425842735108901</c:v>
                </c:pt>
                <c:pt idx="213">
                  <c:v>30.864204004663399</c:v>
                </c:pt>
                <c:pt idx="214">
                  <c:v>44.333723489231502</c:v>
                </c:pt>
                <c:pt idx="215">
                  <c:v>43.331124326430498</c:v>
                </c:pt>
                <c:pt idx="216">
                  <c:v>50.496487798668802</c:v>
                </c:pt>
                <c:pt idx="217">
                  <c:v>52.611272075780498</c:v>
                </c:pt>
                <c:pt idx="218">
                  <c:v>54.476979399949798</c:v>
                </c:pt>
                <c:pt idx="219">
                  <c:v>55.483237151708899</c:v>
                </c:pt>
                <c:pt idx="220">
                  <c:v>43.863993857681102</c:v>
                </c:pt>
                <c:pt idx="221">
                  <c:v>45.706568757477598</c:v>
                </c:pt>
                <c:pt idx="222">
                  <c:v>48.827095427509903</c:v>
                </c:pt>
                <c:pt idx="223">
                  <c:v>56.288978927176203</c:v>
                </c:pt>
                <c:pt idx="224">
                  <c:v>63.028836508743801</c:v>
                </c:pt>
                <c:pt idx="225">
                  <c:v>60.3700256228339</c:v>
                </c:pt>
                <c:pt idx="226">
                  <c:v>66.602049903490993</c:v>
                </c:pt>
                <c:pt idx="227">
                  <c:v>75.1698097819677</c:v>
                </c:pt>
                <c:pt idx="228">
                  <c:v>69.106893333350996</c:v>
                </c:pt>
                <c:pt idx="229">
                  <c:v>58.814464667566099</c:v>
                </c:pt>
                <c:pt idx="230">
                  <c:v>49.099200091407802</c:v>
                </c:pt>
                <c:pt idx="231">
                  <c:v>45.356882320509598</c:v>
                </c:pt>
                <c:pt idx="232">
                  <c:v>39.112425450236699</c:v>
                </c:pt>
                <c:pt idx="233">
                  <c:v>35.681480214071698</c:v>
                </c:pt>
                <c:pt idx="234">
                  <c:v>31.677385955418298</c:v>
                </c:pt>
                <c:pt idx="235">
                  <c:v>21.581300904284699</c:v>
                </c:pt>
                <c:pt idx="236">
                  <c:v>15.961952039461099</c:v>
                </c:pt>
                <c:pt idx="237">
                  <c:v>12.466148574573101</c:v>
                </c:pt>
                <c:pt idx="238">
                  <c:v>12.016730185823</c:v>
                </c:pt>
                <c:pt idx="239">
                  <c:v>18.016408992316101</c:v>
                </c:pt>
                <c:pt idx="240">
                  <c:v>17.173939918051602</c:v>
                </c:pt>
                <c:pt idx="241">
                  <c:v>8.9588617124253496</c:v>
                </c:pt>
                <c:pt idx="242">
                  <c:v>8.8546443420056207</c:v>
                </c:pt>
                <c:pt idx="243">
                  <c:v>11.3967549728613</c:v>
                </c:pt>
                <c:pt idx="244">
                  <c:v>11.3427901412665</c:v>
                </c:pt>
                <c:pt idx="245">
                  <c:v>11.291933035328</c:v>
                </c:pt>
                <c:pt idx="246">
                  <c:v>14.2509500135066</c:v>
                </c:pt>
                <c:pt idx="247">
                  <c:v>15.3910832157532</c:v>
                </c:pt>
                <c:pt idx="248">
                  <c:v>15.223875673512</c:v>
                </c:pt>
                <c:pt idx="249">
                  <c:v>14.9989912061344</c:v>
                </c:pt>
                <c:pt idx="250">
                  <c:v>14.4588075096149</c:v>
                </c:pt>
                <c:pt idx="251">
                  <c:v>17.8326112530508</c:v>
                </c:pt>
                <c:pt idx="252">
                  <c:v>19.305548737889001</c:v>
                </c:pt>
                <c:pt idx="253">
                  <c:v>21.339010031819399</c:v>
                </c:pt>
                <c:pt idx="254">
                  <c:v>27.2743661848153</c:v>
                </c:pt>
                <c:pt idx="255">
                  <c:v>26.639526639872798</c:v>
                </c:pt>
                <c:pt idx="256">
                  <c:v>23.995858009488199</c:v>
                </c:pt>
                <c:pt idx="257">
                  <c:v>25.850689110217601</c:v>
                </c:pt>
                <c:pt idx="258">
                  <c:v>20.710495859372799</c:v>
                </c:pt>
                <c:pt idx="259">
                  <c:v>14.992704139898301</c:v>
                </c:pt>
              </c:numCache>
            </c:numRef>
          </c:val>
          <c:smooth val="0"/>
        </c:ser>
        <c:dLbls>
          <c:showLegendKey val="0"/>
          <c:showVal val="0"/>
          <c:showCatName val="0"/>
          <c:showSerName val="0"/>
          <c:showPercent val="0"/>
          <c:showBubbleSize val="0"/>
        </c:dLbls>
        <c:marker val="1"/>
        <c:smooth val="0"/>
        <c:axId val="551558032"/>
        <c:axId val="551559208"/>
      </c:lineChart>
      <c:dateAx>
        <c:axId val="179987592"/>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5193240"/>
        <c:crosses val="autoZero"/>
        <c:auto val="1"/>
        <c:lblOffset val="100"/>
        <c:baseTimeUnit val="months"/>
      </c:dateAx>
      <c:valAx>
        <c:axId val="655193240"/>
        <c:scaling>
          <c:orientation val="minMax"/>
          <c:max val="6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1"/>
                  <a:t>CPR</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987592"/>
        <c:crosses val="autoZero"/>
        <c:crossBetween val="between"/>
      </c:valAx>
      <c:valAx>
        <c:axId val="551559208"/>
        <c:scaling>
          <c:orientation val="minMax"/>
          <c:max val="11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Media Effect</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58032"/>
        <c:crosses val="max"/>
        <c:crossBetween val="between"/>
      </c:valAx>
      <c:dateAx>
        <c:axId val="551558032"/>
        <c:scaling>
          <c:orientation val="minMax"/>
        </c:scaling>
        <c:delete val="1"/>
        <c:axPos val="b"/>
        <c:numFmt formatCode="m/d/yyyy" sourceLinked="1"/>
        <c:majorTickMark val="out"/>
        <c:minorTickMark val="none"/>
        <c:tickLblPos val="nextTo"/>
        <c:crossAx val="551559208"/>
        <c:crosses val="autoZero"/>
        <c:auto val="1"/>
        <c:lblOffset val="100"/>
        <c:baseTimeUnit val="months"/>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Credit Availability Measures</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1"/>
          <c:tx>
            <c:strRef>
              <c:f>Sheet1!$S$1</c:f>
              <c:strCache>
                <c:ptCount val="1"/>
                <c:pt idx="0">
                  <c:v>CA_HPA</c:v>
                </c:pt>
              </c:strCache>
            </c:strRef>
          </c:tx>
          <c:spPr>
            <a:ln w="28575" cap="rnd">
              <a:solidFill>
                <a:srgbClr val="FFC000"/>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Sheet1!$S$2:$S$261</c:f>
              <c:numCache>
                <c:formatCode>General</c:formatCode>
                <c:ptCount val="260"/>
                <c:pt idx="0">
                  <c:v>115.994179384299</c:v>
                </c:pt>
                <c:pt idx="1">
                  <c:v>115.8286626008</c:v>
                </c:pt>
                <c:pt idx="2">
                  <c:v>115.6963625992</c:v>
                </c:pt>
                <c:pt idx="3">
                  <c:v>116.4252608</c:v>
                </c:pt>
                <c:pt idx="4">
                  <c:v>117.1572140088</c:v>
                </c:pt>
                <c:pt idx="5">
                  <c:v>117.8922286144</c:v>
                </c:pt>
                <c:pt idx="6">
                  <c:v>117.05722208189999</c:v>
                </c:pt>
                <c:pt idx="7">
                  <c:v>116.2261676744</c:v>
                </c:pt>
                <c:pt idx="8">
                  <c:v>115.399056016899</c:v>
                </c:pt>
                <c:pt idx="9">
                  <c:v>114.70732232319899</c:v>
                </c:pt>
                <c:pt idx="10">
                  <c:v>114.01835846229901</c:v>
                </c:pt>
                <c:pt idx="11">
                  <c:v>113.33215887759999</c:v>
                </c:pt>
                <c:pt idx="12">
                  <c:v>113.92016083839999</c:v>
                </c:pt>
                <c:pt idx="13">
                  <c:v>114.47736021809899</c:v>
                </c:pt>
                <c:pt idx="14">
                  <c:v>115.0693132239</c:v>
                </c:pt>
                <c:pt idx="15">
                  <c:v>115.82866260079901</c:v>
                </c:pt>
                <c:pt idx="16">
                  <c:v>116.624581157599</c:v>
                </c:pt>
                <c:pt idx="17">
                  <c:v>117.3907499149</c:v>
                </c:pt>
                <c:pt idx="18">
                  <c:v>118.227339922399</c:v>
                </c:pt>
                <c:pt idx="19">
                  <c:v>119.06789517990001</c:v>
                </c:pt>
                <c:pt idx="20">
                  <c:v>119.9124250624</c:v>
                </c:pt>
                <c:pt idx="21">
                  <c:v>119.8785674367</c:v>
                </c:pt>
                <c:pt idx="22">
                  <c:v>119.84471618480001</c:v>
                </c:pt>
                <c:pt idx="23">
                  <c:v>119.8108713061</c:v>
                </c:pt>
                <c:pt idx="24">
                  <c:v>120.38710140720001</c:v>
                </c:pt>
                <c:pt idx="25">
                  <c:v>120.99923804159999</c:v>
                </c:pt>
                <c:pt idx="26">
                  <c:v>121.579269121699</c:v>
                </c:pt>
                <c:pt idx="27">
                  <c:v>121.0333063393</c:v>
                </c:pt>
                <c:pt idx="28">
                  <c:v>120.4889804721</c:v>
                </c:pt>
                <c:pt idx="29">
                  <c:v>119.980159437599</c:v>
                </c:pt>
                <c:pt idx="30">
                  <c:v>120.0140361883</c:v>
                </c:pt>
                <c:pt idx="31">
                  <c:v>120.047919315199</c:v>
                </c:pt>
                <c:pt idx="32">
                  <c:v>120.115704699999</c:v>
                </c:pt>
                <c:pt idx="33">
                  <c:v>121.135549599999</c:v>
                </c:pt>
                <c:pt idx="34">
                  <c:v>122.195436937099</c:v>
                </c:pt>
                <c:pt idx="35">
                  <c:v>123.26148870479901</c:v>
                </c:pt>
                <c:pt idx="36">
                  <c:v>123.60669431679899</c:v>
                </c:pt>
                <c:pt idx="37">
                  <c:v>123.9871642407</c:v>
                </c:pt>
                <c:pt idx="38">
                  <c:v>124.33372277769899</c:v>
                </c:pt>
                <c:pt idx="39">
                  <c:v>123.3649828125</c:v>
                </c:pt>
                <c:pt idx="40">
                  <c:v>122.4012878873</c:v>
                </c:pt>
                <c:pt idx="41">
                  <c:v>121.4767763</c:v>
                </c:pt>
                <c:pt idx="42">
                  <c:v>121.2719634944</c:v>
                </c:pt>
                <c:pt idx="43">
                  <c:v>121.1014621179</c:v>
                </c:pt>
                <c:pt idx="44">
                  <c:v>120.9311206264</c:v>
                </c:pt>
                <c:pt idx="45">
                  <c:v>121.545098444799</c:v>
                </c:pt>
                <c:pt idx="46">
                  <c:v>122.1611509</c:v>
                </c:pt>
                <c:pt idx="47">
                  <c:v>122.7448863243</c:v>
                </c:pt>
                <c:pt idx="48">
                  <c:v>123.19252479999901</c:v>
                </c:pt>
                <c:pt idx="49">
                  <c:v>123.64125028369899</c:v>
                </c:pt>
                <c:pt idx="50">
                  <c:v>124.091064093599</c:v>
                </c:pt>
                <c:pt idx="51">
                  <c:v>124.993961964799</c:v>
                </c:pt>
                <c:pt idx="52">
                  <c:v>125.9012289592</c:v>
                </c:pt>
                <c:pt idx="53">
                  <c:v>126.81287562239901</c:v>
                </c:pt>
                <c:pt idx="54">
                  <c:v>128.01165487119999</c:v>
                </c:pt>
                <c:pt idx="55">
                  <c:v>129.21796522879899</c:v>
                </c:pt>
                <c:pt idx="56">
                  <c:v>130.431830277599</c:v>
                </c:pt>
                <c:pt idx="57">
                  <c:v>130.96976676209999</c:v>
                </c:pt>
                <c:pt idx="58">
                  <c:v>131.50918028160001</c:v>
                </c:pt>
                <c:pt idx="59">
                  <c:v>132.01396729999999</c:v>
                </c:pt>
                <c:pt idx="60">
                  <c:v>132.3029961352</c:v>
                </c:pt>
                <c:pt idx="61">
                  <c:v>132.592446525599</c:v>
                </c:pt>
                <c:pt idx="62">
                  <c:v>132.882318778399</c:v>
                </c:pt>
                <c:pt idx="63">
                  <c:v>133.57245791970001</c:v>
                </c:pt>
                <c:pt idx="64">
                  <c:v>134.228474279099</c:v>
                </c:pt>
                <c:pt idx="65">
                  <c:v>134.886635064899</c:v>
                </c:pt>
                <c:pt idx="66">
                  <c:v>134.923262499999</c:v>
                </c:pt>
                <c:pt idx="67">
                  <c:v>134.959896565099</c:v>
                </c:pt>
                <c:pt idx="68">
                  <c:v>135.033184587699</c:v>
                </c:pt>
                <c:pt idx="69">
                  <c:v>134.66700965069899</c:v>
                </c:pt>
                <c:pt idx="70">
                  <c:v>134.33801873039999</c:v>
                </c:pt>
                <c:pt idx="71">
                  <c:v>133.973102182399</c:v>
                </c:pt>
                <c:pt idx="72">
                  <c:v>134.5207252319</c:v>
                </c:pt>
                <c:pt idx="73">
                  <c:v>135.10649913750001</c:v>
                </c:pt>
                <c:pt idx="74">
                  <c:v>135.65720429999899</c:v>
                </c:pt>
                <c:pt idx="75">
                  <c:v>136.6522409673</c:v>
                </c:pt>
                <c:pt idx="76">
                  <c:v>137.61501178669999</c:v>
                </c:pt>
                <c:pt idx="77">
                  <c:v>138.61958749999999</c:v>
                </c:pt>
                <c:pt idx="78">
                  <c:v>139.21719222959899</c:v>
                </c:pt>
                <c:pt idx="79">
                  <c:v>139.7790042741</c:v>
                </c:pt>
                <c:pt idx="80">
                  <c:v>140.34232575359999</c:v>
                </c:pt>
                <c:pt idx="81">
                  <c:v>140.8317602329</c:v>
                </c:pt>
                <c:pt idx="82">
                  <c:v>141.3223313048</c:v>
                </c:pt>
                <c:pt idx="83">
                  <c:v>141.851911225599</c:v>
                </c:pt>
                <c:pt idx="84">
                  <c:v>143.83050398719899</c:v>
                </c:pt>
                <c:pt idx="85">
                  <c:v>145.827410399999</c:v>
                </c:pt>
                <c:pt idx="86">
                  <c:v>147.84271482880001</c:v>
                </c:pt>
                <c:pt idx="87">
                  <c:v>148.34942551250001</c:v>
                </c:pt>
                <c:pt idx="88">
                  <c:v>148.85729266320001</c:v>
                </c:pt>
                <c:pt idx="89">
                  <c:v>149.32712069999999</c:v>
                </c:pt>
                <c:pt idx="90">
                  <c:v>149.52317378749899</c:v>
                </c:pt>
                <c:pt idx="91">
                  <c:v>149.71939839999999</c:v>
                </c:pt>
                <c:pt idx="92">
                  <c:v>149.91579461249901</c:v>
                </c:pt>
                <c:pt idx="93">
                  <c:v>150.23038566770001</c:v>
                </c:pt>
                <c:pt idx="94">
                  <c:v>150.54541651809899</c:v>
                </c:pt>
                <c:pt idx="95">
                  <c:v>150.82142952320001</c:v>
                </c:pt>
                <c:pt idx="96">
                  <c:v>150.15169668509901</c:v>
                </c:pt>
                <c:pt idx="97">
                  <c:v>149.44473197369899</c:v>
                </c:pt>
                <c:pt idx="98">
                  <c:v>148.77908392959901</c:v>
                </c:pt>
                <c:pt idx="99">
                  <c:v>148.85729266319899</c:v>
                </c:pt>
                <c:pt idx="100">
                  <c:v>148.93552879999899</c:v>
                </c:pt>
                <c:pt idx="101">
                  <c:v>149.05293439670001</c:v>
                </c:pt>
                <c:pt idx="102">
                  <c:v>149.2879306589</c:v>
                </c:pt>
                <c:pt idx="103">
                  <c:v>149.56240498559899</c:v>
                </c:pt>
                <c:pt idx="104">
                  <c:v>149.7979362888</c:v>
                </c:pt>
                <c:pt idx="105">
                  <c:v>149.60164304529999</c:v>
                </c:pt>
                <c:pt idx="106">
                  <c:v>149.44473197369899</c:v>
                </c:pt>
                <c:pt idx="107">
                  <c:v>149.24874747519999</c:v>
                </c:pt>
                <c:pt idx="108">
                  <c:v>147.41486193409901</c:v>
                </c:pt>
                <c:pt idx="109">
                  <c:v>145.6346020375</c:v>
                </c:pt>
                <c:pt idx="110">
                  <c:v>143.90696889999899</c:v>
                </c:pt>
                <c:pt idx="111">
                  <c:v>143.21975956479901</c:v>
                </c:pt>
                <c:pt idx="112">
                  <c:v>142.57274063749901</c:v>
                </c:pt>
                <c:pt idx="113">
                  <c:v>141.92767332720001</c:v>
                </c:pt>
                <c:pt idx="114">
                  <c:v>141.92767332720001</c:v>
                </c:pt>
                <c:pt idx="115">
                  <c:v>141.88978890529901</c:v>
                </c:pt>
                <c:pt idx="116">
                  <c:v>141.85191122559999</c:v>
                </c:pt>
                <c:pt idx="117">
                  <c:v>144.0982497375</c:v>
                </c:pt>
                <c:pt idx="118">
                  <c:v>146.36817898639899</c:v>
                </c:pt>
                <c:pt idx="119">
                  <c:v>148.6227486528</c:v>
                </c:pt>
                <c:pt idx="120">
                  <c:v>148.77908392959901</c:v>
                </c:pt>
                <c:pt idx="121">
                  <c:v>148.97465714609899</c:v>
                </c:pt>
                <c:pt idx="122">
                  <c:v>149.13123906249899</c:v>
                </c:pt>
                <c:pt idx="123">
                  <c:v>150.23038566770001</c:v>
                </c:pt>
                <c:pt idx="124">
                  <c:v>151.29537919999899</c:v>
                </c:pt>
                <c:pt idx="125">
                  <c:v>152.365394084299</c:v>
                </c:pt>
                <c:pt idx="126">
                  <c:v>155.162975703299</c:v>
                </c:pt>
                <c:pt idx="127">
                  <c:v>157.95390141359999</c:v>
                </c:pt>
                <c:pt idx="128">
                  <c:v>160.778095087499</c:v>
                </c:pt>
                <c:pt idx="129">
                  <c:v>161.892313048799</c:v>
                </c:pt>
                <c:pt idx="130">
                  <c:v>163.01166696089899</c:v>
                </c:pt>
                <c:pt idx="131">
                  <c:v>164.136168633599</c:v>
                </c:pt>
                <c:pt idx="132">
                  <c:v>165.93769827189999</c:v>
                </c:pt>
                <c:pt idx="133">
                  <c:v>167.71001108409899</c:v>
                </c:pt>
                <c:pt idx="134">
                  <c:v>169.49489874669899</c:v>
                </c:pt>
                <c:pt idx="135">
                  <c:v>172.843203600099</c:v>
                </c:pt>
                <c:pt idx="136">
                  <c:v>176.19154985519901</c:v>
                </c:pt>
                <c:pt idx="137">
                  <c:v>179.5828623875</c:v>
                </c:pt>
                <c:pt idx="138">
                  <c:v>182.25540383750001</c:v>
                </c:pt>
                <c:pt idx="139">
                  <c:v>184.909130682399</c:v>
                </c:pt>
                <c:pt idx="140">
                  <c:v>187.58849300369999</c:v>
                </c:pt>
                <c:pt idx="141">
                  <c:v>186.54093909999901</c:v>
                </c:pt>
                <c:pt idx="142">
                  <c:v>185.4972923903</c:v>
                </c:pt>
                <c:pt idx="143">
                  <c:v>184.50267096249999</c:v>
                </c:pt>
                <c:pt idx="144">
                  <c:v>184.592943816299</c:v>
                </c:pt>
                <c:pt idx="145">
                  <c:v>184.6832461109</c:v>
                </c:pt>
                <c:pt idx="146">
                  <c:v>184.72840830000001</c:v>
                </c:pt>
                <c:pt idx="147">
                  <c:v>182.1658947597</c:v>
                </c:pt>
                <c:pt idx="148">
                  <c:v>179.71586483120001</c:v>
                </c:pt>
                <c:pt idx="149">
                  <c:v>177.2879016727</c:v>
                </c:pt>
                <c:pt idx="150">
                  <c:v>172.10972119039999</c:v>
                </c:pt>
                <c:pt idx="151">
                  <c:v>167.16009640319899</c:v>
                </c:pt>
                <c:pt idx="152">
                  <c:v>162.38916890639999</c:v>
                </c:pt>
                <c:pt idx="153">
                  <c:v>160.6134618431</c:v>
                </c:pt>
                <c:pt idx="154">
                  <c:v>158.891593130899</c:v>
                </c:pt>
                <c:pt idx="155">
                  <c:v>157.18207488830001</c:v>
                </c:pt>
                <c:pt idx="156">
                  <c:v>154.19998093769999</c:v>
                </c:pt>
                <c:pt idx="157">
                  <c:v>151.25584552389901</c:v>
                </c:pt>
                <c:pt idx="158">
                  <c:v>148.42748361429901</c:v>
                </c:pt>
                <c:pt idx="159">
                  <c:v>143.71585741249899</c:v>
                </c:pt>
                <c:pt idx="160">
                  <c:v>139.17979171249999</c:v>
                </c:pt>
                <c:pt idx="161">
                  <c:v>134.85001425919901</c:v>
                </c:pt>
                <c:pt idx="162">
                  <c:v>129.43162707920001</c:v>
                </c:pt>
                <c:pt idx="163">
                  <c:v>124.264359475099</c:v>
                </c:pt>
                <c:pt idx="164">
                  <c:v>119.3377118543</c:v>
                </c:pt>
                <c:pt idx="165">
                  <c:v>116.358871183199</c:v>
                </c:pt>
                <c:pt idx="166">
                  <c:v>113.462650699999</c:v>
                </c:pt>
                <c:pt idx="167">
                  <c:v>110.646982360699</c:v>
                </c:pt>
                <c:pt idx="168">
                  <c:v>108.16253596249901</c:v>
                </c:pt>
                <c:pt idx="169">
                  <c:v>105.71556092030001</c:v>
                </c:pt>
                <c:pt idx="170">
                  <c:v>103.336433099999</c:v>
                </c:pt>
                <c:pt idx="171">
                  <c:v>99.760191948799999</c:v>
                </c:pt>
                <c:pt idx="172">
                  <c:v>96.325937337599996</c:v>
                </c:pt>
                <c:pt idx="173">
                  <c:v>92.971417599999995</c:v>
                </c:pt>
                <c:pt idx="174">
                  <c:v>89.361288396799907</c:v>
                </c:pt>
                <c:pt idx="175">
                  <c:v>85.872946262499894</c:v>
                </c:pt>
                <c:pt idx="176">
                  <c:v>82.476587815199906</c:v>
                </c:pt>
                <c:pt idx="177">
                  <c:v>80.929700875899897</c:v>
                </c:pt>
                <c:pt idx="178">
                  <c:v>79.402277600000005</c:v>
                </c:pt>
                <c:pt idx="179">
                  <c:v>77.894194760099893</c:v>
                </c:pt>
                <c:pt idx="180">
                  <c:v>78.173901612799895</c:v>
                </c:pt>
                <c:pt idx="181">
                  <c:v>78.454277256699996</c:v>
                </c:pt>
                <c:pt idx="182">
                  <c:v>78.760905287499895</c:v>
                </c:pt>
                <c:pt idx="183">
                  <c:v>76.731739887499899</c:v>
                </c:pt>
                <c:pt idx="184">
                  <c:v>74.762439097599895</c:v>
                </c:pt>
                <c:pt idx="185">
                  <c:v>72.802843193599998</c:v>
                </c:pt>
                <c:pt idx="186">
                  <c:v>71.667709434900004</c:v>
                </c:pt>
                <c:pt idx="187">
                  <c:v>70.544436680799905</c:v>
                </c:pt>
                <c:pt idx="188">
                  <c:v>69.432962637499998</c:v>
                </c:pt>
                <c:pt idx="189">
                  <c:v>69.127608368799898</c:v>
                </c:pt>
                <c:pt idx="190">
                  <c:v>68.846538699999996</c:v>
                </c:pt>
                <c:pt idx="191">
                  <c:v>68.542907451299897</c:v>
                </c:pt>
                <c:pt idx="192">
                  <c:v>68.193674560799906</c:v>
                </c:pt>
                <c:pt idx="193">
                  <c:v>67.8456299403</c:v>
                </c:pt>
                <c:pt idx="194">
                  <c:v>67.475689801100003</c:v>
                </c:pt>
                <c:pt idx="195">
                  <c:v>68.566231943199995</c:v>
                </c:pt>
                <c:pt idx="196">
                  <c:v>69.692040589599998</c:v>
                </c:pt>
                <c:pt idx="197">
                  <c:v>70.830105594399996</c:v>
                </c:pt>
                <c:pt idx="198">
                  <c:v>73.802801365299899</c:v>
                </c:pt>
                <c:pt idx="199">
                  <c:v>76.907883952800006</c:v>
                </c:pt>
                <c:pt idx="200">
                  <c:v>80.176508899999902</c:v>
                </c:pt>
                <c:pt idx="201">
                  <c:v>80.331956633600001</c:v>
                </c:pt>
                <c:pt idx="202">
                  <c:v>80.461649790100097</c:v>
                </c:pt>
                <c:pt idx="203">
                  <c:v>80.617465744299906</c:v>
                </c:pt>
                <c:pt idx="204">
                  <c:v>77.818027039199904</c:v>
                </c:pt>
                <c:pt idx="205">
                  <c:v>75.108942899999903</c:v>
                </c:pt>
                <c:pt idx="206">
                  <c:v>72.487679808699994</c:v>
                </c:pt>
                <c:pt idx="207">
                  <c:v>73.191988972799905</c:v>
                </c:pt>
                <c:pt idx="208">
                  <c:v>73.925370208799805</c:v>
                </c:pt>
                <c:pt idx="209">
                  <c:v>74.663634124799998</c:v>
                </c:pt>
                <c:pt idx="210">
                  <c:v>77.286242823299901</c:v>
                </c:pt>
                <c:pt idx="211">
                  <c:v>80.021261830399993</c:v>
                </c:pt>
                <c:pt idx="212">
                  <c:v>82.872982145700007</c:v>
                </c:pt>
                <c:pt idx="213">
                  <c:v>83.856180699999996</c:v>
                </c:pt>
                <c:pt idx="214">
                  <c:v>84.874015123199896</c:v>
                </c:pt>
                <c:pt idx="215">
                  <c:v>85.872946262499994</c:v>
                </c:pt>
                <c:pt idx="216">
                  <c:v>86.008535100000003</c:v>
                </c:pt>
                <c:pt idx="217">
                  <c:v>86.171430009600002</c:v>
                </c:pt>
                <c:pt idx="218">
                  <c:v>86.307332776099997</c:v>
                </c:pt>
                <c:pt idx="219">
                  <c:v>86.770470887200005</c:v>
                </c:pt>
                <c:pt idx="220">
                  <c:v>87.235262887499999</c:v>
                </c:pt>
                <c:pt idx="221">
                  <c:v>87.701711724799907</c:v>
                </c:pt>
                <c:pt idx="222">
                  <c:v>87.976868536799998</c:v>
                </c:pt>
                <c:pt idx="223">
                  <c:v>88.252600268800094</c:v>
                </c:pt>
                <c:pt idx="224">
                  <c:v>88.556569922699893</c:v>
                </c:pt>
                <c:pt idx="225">
                  <c:v>89.919097580799999</c:v>
                </c:pt>
                <c:pt idx="226">
                  <c:v>91.295529910100001</c:v>
                </c:pt>
                <c:pt idx="227">
                  <c:v>92.685937499999994</c:v>
                </c:pt>
                <c:pt idx="228">
                  <c:v>95.800205671199905</c:v>
                </c:pt>
                <c:pt idx="229">
                  <c:v>99.043068723199795</c:v>
                </c:pt>
                <c:pt idx="230">
                  <c:v>102.41925120000001</c:v>
                </c:pt>
                <c:pt idx="231">
                  <c:v>105.8712997888</c:v>
                </c:pt>
                <c:pt idx="232">
                  <c:v>109.400057446399</c:v>
                </c:pt>
                <c:pt idx="233">
                  <c:v>113.07147546319899</c:v>
                </c:pt>
                <c:pt idx="234">
                  <c:v>114.0511035392</c:v>
                </c:pt>
                <c:pt idx="235">
                  <c:v>115.00344013329899</c:v>
                </c:pt>
                <c:pt idx="236">
                  <c:v>115.9941793843</c:v>
                </c:pt>
                <c:pt idx="237">
                  <c:v>116.591345312499</c:v>
                </c:pt>
                <c:pt idx="238">
                  <c:v>117.223906918399</c:v>
                </c:pt>
                <c:pt idx="239">
                  <c:v>117.85875235469901</c:v>
                </c:pt>
                <c:pt idx="240">
                  <c:v>120.18351559680001</c:v>
                </c:pt>
                <c:pt idx="241">
                  <c:v>122.57300684080001</c:v>
                </c:pt>
                <c:pt idx="242">
                  <c:v>124.993961964799</c:v>
                </c:pt>
                <c:pt idx="243">
                  <c:v>128.18858056469901</c:v>
                </c:pt>
                <c:pt idx="244">
                  <c:v>131.40117931770001</c:v>
                </c:pt>
                <c:pt idx="245">
                  <c:v>134.70359731839901</c:v>
                </c:pt>
                <c:pt idx="246">
                  <c:v>135.03318458769999</c:v>
                </c:pt>
                <c:pt idx="247">
                  <c:v>135.3633090328</c:v>
                </c:pt>
                <c:pt idx="248">
                  <c:v>135.6939710911</c:v>
                </c:pt>
                <c:pt idx="249">
                  <c:v>135.76752460169899</c:v>
                </c:pt>
                <c:pt idx="250">
                  <c:v>135.87790469759901</c:v>
                </c:pt>
                <c:pt idx="251">
                  <c:v>135.95152465519899</c:v>
                </c:pt>
                <c:pt idx="252">
                  <c:v>136.3938029</c:v>
                </c:pt>
                <c:pt idx="253">
                  <c:v>136.87401897269999</c:v>
                </c:pt>
                <c:pt idx="254">
                  <c:v>137.31829458749999</c:v>
                </c:pt>
                <c:pt idx="255">
                  <c:v>137.65213146240001</c:v>
                </c:pt>
                <c:pt idx="256">
                  <c:v>137.98650896369901</c:v>
                </c:pt>
                <c:pt idx="257">
                  <c:v>138.3214275288</c:v>
                </c:pt>
                <c:pt idx="258">
                  <c:v>136.06200444410001</c:v>
                </c:pt>
                <c:pt idx="259">
                  <c:v>133.86375622609901</c:v>
                </c:pt>
              </c:numCache>
            </c:numRef>
          </c:val>
          <c:smooth val="0"/>
        </c:ser>
        <c:dLbls>
          <c:showLegendKey val="0"/>
          <c:showVal val="0"/>
          <c:showCatName val="0"/>
          <c:showSerName val="0"/>
          <c:showPercent val="0"/>
          <c:showBubbleSize val="0"/>
        </c:dLbls>
        <c:marker val="1"/>
        <c:smooth val="0"/>
        <c:axId val="514642656"/>
        <c:axId val="291173712"/>
      </c:lineChart>
      <c:lineChart>
        <c:grouping val="standard"/>
        <c:varyColors val="0"/>
        <c:ser>
          <c:idx val="0"/>
          <c:order val="0"/>
          <c:tx>
            <c:strRef>
              <c:f>Sheet1!$R$1</c:f>
              <c:strCache>
                <c:ptCount val="1"/>
                <c:pt idx="0">
                  <c:v>CA_Cello</c:v>
                </c:pt>
              </c:strCache>
            </c:strRef>
          </c:tx>
          <c:spPr>
            <a:ln w="28575" cap="rnd">
              <a:solidFill>
                <a:schemeClr val="bg2">
                  <a:lumMod val="50000"/>
                </a:schemeClr>
              </a:solidFill>
              <a:round/>
            </a:ln>
            <a:effectLst/>
          </c:spPr>
          <c:marker>
            <c:symbol val="none"/>
          </c:marker>
          <c:cat>
            <c:numRef>
              <c:f>Sheet1!$A$2:$A$261</c:f>
              <c:numCache>
                <c:formatCode>m/d/yyyy</c:formatCode>
                <c:ptCount val="26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numCache>
            </c:numRef>
          </c:cat>
          <c:val>
            <c:numRef>
              <c:f>Sheet1!$R$2:$R$261</c:f>
              <c:numCache>
                <c:formatCode>General</c:formatCode>
                <c:ptCount val="260"/>
                <c:pt idx="0">
                  <c:v>3.9304820783626355</c:v>
                </c:pt>
                <c:pt idx="1">
                  <c:v>3.9304820783626351</c:v>
                </c:pt>
                <c:pt idx="2">
                  <c:v>3.9304820783626351</c:v>
                </c:pt>
                <c:pt idx="3">
                  <c:v>3.9304820783626355</c:v>
                </c:pt>
                <c:pt idx="4">
                  <c:v>3.9304820783626355</c:v>
                </c:pt>
                <c:pt idx="5">
                  <c:v>3.9304820783626355</c:v>
                </c:pt>
                <c:pt idx="6">
                  <c:v>3.9304820783626351</c:v>
                </c:pt>
                <c:pt idx="7">
                  <c:v>3.9304820783626346</c:v>
                </c:pt>
                <c:pt idx="8">
                  <c:v>3.9304820783626346</c:v>
                </c:pt>
                <c:pt idx="9">
                  <c:v>3.9304820783626351</c:v>
                </c:pt>
                <c:pt idx="10">
                  <c:v>3.9304820783626369</c:v>
                </c:pt>
                <c:pt idx="11">
                  <c:v>3.9304820783626364</c:v>
                </c:pt>
                <c:pt idx="12">
                  <c:v>3.9304820783626333</c:v>
                </c:pt>
                <c:pt idx="13">
                  <c:v>3.9304820783626311</c:v>
                </c:pt>
                <c:pt idx="14">
                  <c:v>3.9304820783626333</c:v>
                </c:pt>
                <c:pt idx="15">
                  <c:v>3.9304820783626404</c:v>
                </c:pt>
                <c:pt idx="16">
                  <c:v>3.930482078362644</c:v>
                </c:pt>
                <c:pt idx="17">
                  <c:v>3.9304820783626346</c:v>
                </c:pt>
                <c:pt idx="18">
                  <c:v>3.9304820783626173</c:v>
                </c:pt>
                <c:pt idx="19">
                  <c:v>3.9304820783626169</c:v>
                </c:pt>
                <c:pt idx="20">
                  <c:v>3.9304820783626471</c:v>
                </c:pt>
                <c:pt idx="21">
                  <c:v>3.9304820783626826</c:v>
                </c:pt>
                <c:pt idx="22">
                  <c:v>3.9304820783626648</c:v>
                </c:pt>
                <c:pt idx="23">
                  <c:v>3.9304820783625778</c:v>
                </c:pt>
                <c:pt idx="24">
                  <c:v>3.9304820783625156</c:v>
                </c:pt>
                <c:pt idx="25">
                  <c:v>3.9304820783626107</c:v>
                </c:pt>
                <c:pt idx="26">
                  <c:v>3.93048207836283</c:v>
                </c:pt>
                <c:pt idx="27">
                  <c:v>3.9304820783628975</c:v>
                </c:pt>
                <c:pt idx="28">
                  <c:v>3.9304820783625551</c:v>
                </c:pt>
                <c:pt idx="29">
                  <c:v>3.9304820783620529</c:v>
                </c:pt>
                <c:pt idx="30">
                  <c:v>3.9304820783621479</c:v>
                </c:pt>
                <c:pt idx="31">
                  <c:v>3.9304820783631791</c:v>
                </c:pt>
                <c:pt idx="32">
                  <c:v>3.9304820783641485</c:v>
                </c:pt>
                <c:pt idx="33">
                  <c:v>3.9304820783632994</c:v>
                </c:pt>
                <c:pt idx="34">
                  <c:v>3.9304820783605048</c:v>
                </c:pt>
                <c:pt idx="35">
                  <c:v>3.9304820783590362</c:v>
                </c:pt>
                <c:pt idx="36">
                  <c:v>3.930482078362719</c:v>
                </c:pt>
                <c:pt idx="37">
                  <c:v>3.9304820783693639</c:v>
                </c:pt>
                <c:pt idx="38">
                  <c:v>3.9304820783699661</c:v>
                </c:pt>
                <c:pt idx="39">
                  <c:v>3.9304820783582062</c:v>
                </c:pt>
                <c:pt idx="40">
                  <c:v>3.9304820783437351</c:v>
                </c:pt>
                <c:pt idx="41">
                  <c:v>3.9304820783502277</c:v>
                </c:pt>
                <c:pt idx="42">
                  <c:v>3.9304820783848151</c:v>
                </c:pt>
                <c:pt idx="43">
                  <c:v>3.9304820784092356</c:v>
                </c:pt>
                <c:pt idx="44">
                  <c:v>3.9304820783735805</c:v>
                </c:pt>
                <c:pt idx="45">
                  <c:v>3.9304820782876422</c:v>
                </c:pt>
                <c:pt idx="46">
                  <c:v>3.9304820782569134</c:v>
                </c:pt>
                <c:pt idx="47">
                  <c:v>3.9304820783891796</c:v>
                </c:pt>
                <c:pt idx="48">
                  <c:v>3.9304820785923411</c:v>
                </c:pt>
                <c:pt idx="49">
                  <c:v>3.930482078555757</c:v>
                </c:pt>
                <c:pt idx="50">
                  <c:v>3.930482078159649</c:v>
                </c:pt>
                <c:pt idx="51">
                  <c:v>3.9304820777720111</c:v>
                </c:pt>
                <c:pt idx="52">
                  <c:v>3.930482078072544</c:v>
                </c:pt>
                <c:pt idx="53">
                  <c:v>3.9304820791827759</c:v>
                </c:pt>
                <c:pt idx="54">
                  <c:v>3.9304820798113078</c:v>
                </c:pt>
                <c:pt idx="55">
                  <c:v>3.9304820783362531</c:v>
                </c:pt>
                <c:pt idx="56">
                  <c:v>3.9304820757830021</c:v>
                </c:pt>
                <c:pt idx="57">
                  <c:v>3.930482075446184</c:v>
                </c:pt>
                <c:pt idx="58">
                  <c:v>3.9304820798757412</c:v>
                </c:pt>
                <c:pt idx="59">
                  <c:v>3.9304820858441674</c:v>
                </c:pt>
                <c:pt idx="60">
                  <c:v>3.9304820835825018</c:v>
                </c:pt>
                <c:pt idx="61">
                  <c:v>3.9304820694859237</c:v>
                </c:pt>
                <c:pt idx="62">
                  <c:v>3.9304820604634951</c:v>
                </c:pt>
                <c:pt idx="63">
                  <c:v>3.9304820734252757</c:v>
                </c:pt>
                <c:pt idx="64">
                  <c:v>3.9304821064530842</c:v>
                </c:pt>
                <c:pt idx="65">
                  <c:v>3.9304821216547285</c:v>
                </c:pt>
                <c:pt idx="66">
                  <c:v>3.9304820700125016</c:v>
                </c:pt>
                <c:pt idx="67">
                  <c:v>3.9304819849064576</c:v>
                </c:pt>
                <c:pt idx="68">
                  <c:v>3.9304820063289241</c:v>
                </c:pt>
                <c:pt idx="69">
                  <c:v>3.9304821511959553</c:v>
                </c:pt>
                <c:pt idx="70">
                  <c:v>3.9304823046199373</c:v>
                </c:pt>
                <c:pt idx="71">
                  <c:v>3.9304822128645953</c:v>
                </c:pt>
                <c:pt idx="72">
                  <c:v>3.9304817601591395</c:v>
                </c:pt>
                <c:pt idx="73">
                  <c:v>3.9304814742701937</c:v>
                </c:pt>
                <c:pt idx="74">
                  <c:v>3.9304821348637238</c:v>
                </c:pt>
                <c:pt idx="75">
                  <c:v>3.9304830203981425</c:v>
                </c:pt>
                <c:pt idx="76">
                  <c:v>3.9304832251638291</c:v>
                </c:pt>
                <c:pt idx="77">
                  <c:v>3.9304816623325451</c:v>
                </c:pt>
                <c:pt idx="78">
                  <c:v>3.9304790439264021</c:v>
                </c:pt>
                <c:pt idx="79">
                  <c:v>3.9304797589365212</c:v>
                </c:pt>
                <c:pt idx="80">
                  <c:v>3.9304860984249044</c:v>
                </c:pt>
                <c:pt idx="81">
                  <c:v>3.9304883336046554</c:v>
                </c:pt>
                <c:pt idx="82">
                  <c:v>3.9304844537579444</c:v>
                </c:pt>
                <c:pt idx="83">
                  <c:v>3.9304722853448446</c:v>
                </c:pt>
                <c:pt idx="84">
                  <c:v>3.93046333348954</c:v>
                </c:pt>
                <c:pt idx="85">
                  <c:v>3.9304840489972404</c:v>
                </c:pt>
                <c:pt idx="86">
                  <c:v>3.9305241353552023</c:v>
                </c:pt>
                <c:pt idx="87">
                  <c:v>3.9305017446831623</c:v>
                </c:pt>
                <c:pt idx="88">
                  <c:v>3.9304611746776774</c:v>
                </c:pt>
                <c:pt idx="89">
                  <c:v>3.930399274866248</c:v>
                </c:pt>
                <c:pt idx="90">
                  <c:v>3.9304096223577094</c:v>
                </c:pt>
                <c:pt idx="91">
                  <c:v>3.9306083420434468</c:v>
                </c:pt>
                <c:pt idx="92">
                  <c:v>3.9307646535029686</c:v>
                </c:pt>
                <c:pt idx="93">
                  <c:v>3.9303674006509239</c:v>
                </c:pt>
                <c:pt idx="94">
                  <c:v>3.9302177546447647</c:v>
                </c:pt>
                <c:pt idx="95">
                  <c:v>3.9300278759976752</c:v>
                </c:pt>
                <c:pt idx="96">
                  <c:v>3.9304717073064785</c:v>
                </c:pt>
                <c:pt idx="97">
                  <c:v>3.9318006601578683</c:v>
                </c:pt>
                <c:pt idx="98">
                  <c:v>3.9317025222600992</c:v>
                </c:pt>
                <c:pt idx="99">
                  <c:v>3.9279838835386567</c:v>
                </c:pt>
                <c:pt idx="100">
                  <c:v>3.9293198786078105</c:v>
                </c:pt>
                <c:pt idx="101">
                  <c:v>3.9288886041151385</c:v>
                </c:pt>
                <c:pt idx="102">
                  <c:v>3.9331346951593003</c:v>
                </c:pt>
                <c:pt idx="103">
                  <c:v>3.9397743772662039</c:v>
                </c:pt>
                <c:pt idx="104">
                  <c:v>3.9311136948734835</c:v>
                </c:pt>
                <c:pt idx="105">
                  <c:v>3.9056720512100056</c:v>
                </c:pt>
                <c:pt idx="106">
                  <c:v>3.9373358490227335</c:v>
                </c:pt>
                <c:pt idx="107">
                  <c:v>3.926300957159103</c:v>
                </c:pt>
                <c:pt idx="108">
                  <c:v>3.9586112414242725</c:v>
                </c:pt>
                <c:pt idx="109">
                  <c:v>3.9796124699076252</c:v>
                </c:pt>
                <c:pt idx="110">
                  <c:v>3.8791496005171631</c:v>
                </c:pt>
                <c:pt idx="111">
                  <c:v>3.7530221892291364</c:v>
                </c:pt>
                <c:pt idx="112">
                  <c:v>4.1273186358991003</c:v>
                </c:pt>
                <c:pt idx="113">
                  <c:v>3.86009160597732</c:v>
                </c:pt>
                <c:pt idx="114">
                  <c:v>4.1524729470152897</c:v>
                </c:pt>
                <c:pt idx="115">
                  <c:v>4.1056198408077398</c:v>
                </c:pt>
                <c:pt idx="116">
                  <c:v>3.2763723841743899</c:v>
                </c:pt>
                <c:pt idx="117">
                  <c:v>2.9962577215009798</c:v>
                </c:pt>
                <c:pt idx="118">
                  <c:v>3.9481375215199499</c:v>
                </c:pt>
                <c:pt idx="119">
                  <c:v>4.0589816924945303</c:v>
                </c:pt>
                <c:pt idx="120">
                  <c:v>6.4153048209471804</c:v>
                </c:pt>
                <c:pt idx="121">
                  <c:v>6.2539623225121499</c:v>
                </c:pt>
                <c:pt idx="122">
                  <c:v>6.4090552101552296</c:v>
                </c:pt>
                <c:pt idx="123">
                  <c:v>6.6291479375848903</c:v>
                </c:pt>
                <c:pt idx="124">
                  <c:v>6.8868485407793196</c:v>
                </c:pt>
                <c:pt idx="125">
                  <c:v>5.8028403379487896</c:v>
                </c:pt>
                <c:pt idx="126">
                  <c:v>5.4146619414904897</c:v>
                </c:pt>
                <c:pt idx="127">
                  <c:v>6.3397998091754504</c:v>
                </c:pt>
                <c:pt idx="128">
                  <c:v>6.8894140053845296</c:v>
                </c:pt>
                <c:pt idx="129">
                  <c:v>6.6777724424054696</c:v>
                </c:pt>
                <c:pt idx="130">
                  <c:v>6.8501793013343004</c:v>
                </c:pt>
                <c:pt idx="131">
                  <c:v>6.4912991546668701</c:v>
                </c:pt>
                <c:pt idx="132">
                  <c:v>7.3173643514217401</c:v>
                </c:pt>
                <c:pt idx="133">
                  <c:v>7.1048383944692901</c:v>
                </c:pt>
                <c:pt idx="134">
                  <c:v>7.0670176314332602</c:v>
                </c:pt>
                <c:pt idx="135">
                  <c:v>7.0995979062495298</c:v>
                </c:pt>
                <c:pt idx="136">
                  <c:v>6.3239020249356699</c:v>
                </c:pt>
                <c:pt idx="137">
                  <c:v>7.0052396687909004</c:v>
                </c:pt>
                <c:pt idx="138">
                  <c:v>7.17307215956113</c:v>
                </c:pt>
                <c:pt idx="139">
                  <c:v>7.3037050406460002</c:v>
                </c:pt>
                <c:pt idx="140">
                  <c:v>6.5521134037947801</c:v>
                </c:pt>
                <c:pt idx="141">
                  <c:v>6.8916976901557696</c:v>
                </c:pt>
                <c:pt idx="142">
                  <c:v>6.9979153666283302</c:v>
                </c:pt>
                <c:pt idx="143">
                  <c:v>6.2007270623867496</c:v>
                </c:pt>
                <c:pt idx="144">
                  <c:v>6.6894357498660701</c:v>
                </c:pt>
                <c:pt idx="145">
                  <c:v>6.9233859787566097</c:v>
                </c:pt>
                <c:pt idx="146">
                  <c:v>7.1400750723630102</c:v>
                </c:pt>
                <c:pt idx="147">
                  <c:v>6.9950487608818301</c:v>
                </c:pt>
                <c:pt idx="148">
                  <c:v>7.0282402898341596</c:v>
                </c:pt>
                <c:pt idx="149">
                  <c:v>6.7826279994879304</c:v>
                </c:pt>
                <c:pt idx="150">
                  <c:v>7.2492897930602496</c:v>
                </c:pt>
                <c:pt idx="151">
                  <c:v>7.4226439630776504</c:v>
                </c:pt>
                <c:pt idx="152">
                  <c:v>8.0946532951435604</c:v>
                </c:pt>
                <c:pt idx="153">
                  <c:v>8.5057477663318597</c:v>
                </c:pt>
                <c:pt idx="154">
                  <c:v>7.9494243473813304</c:v>
                </c:pt>
                <c:pt idx="155">
                  <c:v>8.3358492754637794</c:v>
                </c:pt>
                <c:pt idx="156">
                  <c:v>5.4496657051605002</c:v>
                </c:pt>
                <c:pt idx="157">
                  <c:v>5.3684184628719498</c:v>
                </c:pt>
                <c:pt idx="158">
                  <c:v>5.1926367849731596</c:v>
                </c:pt>
                <c:pt idx="159">
                  <c:v>5.6789277354204302</c:v>
                </c:pt>
                <c:pt idx="160">
                  <c:v>5.6459020362866701</c:v>
                </c:pt>
                <c:pt idx="161">
                  <c:v>5.8169862591925101</c:v>
                </c:pt>
                <c:pt idx="162">
                  <c:v>5.9875863036514403</c:v>
                </c:pt>
                <c:pt idx="163">
                  <c:v>5.1419308670780897</c:v>
                </c:pt>
                <c:pt idx="164">
                  <c:v>5.7594444626793102</c:v>
                </c:pt>
                <c:pt idx="165">
                  <c:v>6.4712981723016902</c:v>
                </c:pt>
                <c:pt idx="166">
                  <c:v>6.3819830264385704</c:v>
                </c:pt>
                <c:pt idx="167">
                  <c:v>6.1902205903061196</c:v>
                </c:pt>
                <c:pt idx="168">
                  <c:v>5.00477226696436</c:v>
                </c:pt>
                <c:pt idx="169">
                  <c:v>4.86054755451151</c:v>
                </c:pt>
                <c:pt idx="170">
                  <c:v>5.2638723607768698</c:v>
                </c:pt>
                <c:pt idx="171">
                  <c:v>4.4834802441795301</c:v>
                </c:pt>
                <c:pt idx="172">
                  <c:v>4.3849532522128296</c:v>
                </c:pt>
                <c:pt idx="173">
                  <c:v>3.9045676677771901</c:v>
                </c:pt>
                <c:pt idx="174">
                  <c:v>3.6207697348763399</c:v>
                </c:pt>
                <c:pt idx="175">
                  <c:v>3.3641606641587001</c:v>
                </c:pt>
                <c:pt idx="176">
                  <c:v>3.42306552562221</c:v>
                </c:pt>
                <c:pt idx="177">
                  <c:v>3.4528971468148701</c:v>
                </c:pt>
                <c:pt idx="178">
                  <c:v>3.9549187516987301</c:v>
                </c:pt>
                <c:pt idx="179">
                  <c:v>3.2505251947218401</c:v>
                </c:pt>
                <c:pt idx="180">
                  <c:v>3.4373363748136398</c:v>
                </c:pt>
                <c:pt idx="181">
                  <c:v>3.61264177501628</c:v>
                </c:pt>
                <c:pt idx="182">
                  <c:v>2.97695298589823</c:v>
                </c:pt>
                <c:pt idx="183">
                  <c:v>2.74271635275778</c:v>
                </c:pt>
                <c:pt idx="184">
                  <c:v>2.9227741587181701</c:v>
                </c:pt>
                <c:pt idx="185">
                  <c:v>2.5792569488536201</c:v>
                </c:pt>
                <c:pt idx="186">
                  <c:v>2.4459632010194001</c:v>
                </c:pt>
                <c:pt idx="187">
                  <c:v>2.1832322950026399</c:v>
                </c:pt>
                <c:pt idx="188">
                  <c:v>2.5616628750235799</c:v>
                </c:pt>
                <c:pt idx="189">
                  <c:v>2.6347311876231601</c:v>
                </c:pt>
                <c:pt idx="190">
                  <c:v>2.7413861494230001</c:v>
                </c:pt>
                <c:pt idx="191">
                  <c:v>2.63627668865298</c:v>
                </c:pt>
                <c:pt idx="192">
                  <c:v>2.4772861020973398</c:v>
                </c:pt>
                <c:pt idx="193">
                  <c:v>2.1438308713372298</c:v>
                </c:pt>
                <c:pt idx="194">
                  <c:v>2.0482850539817199</c:v>
                </c:pt>
                <c:pt idx="195">
                  <c:v>2.1031470618442301</c:v>
                </c:pt>
                <c:pt idx="196">
                  <c:v>2.10133990565383</c:v>
                </c:pt>
                <c:pt idx="197">
                  <c:v>2.0377238569865299</c:v>
                </c:pt>
                <c:pt idx="198">
                  <c:v>2.23336541338309</c:v>
                </c:pt>
                <c:pt idx="199">
                  <c:v>2.2843715418558399</c:v>
                </c:pt>
                <c:pt idx="200">
                  <c:v>2.1788046448065401</c:v>
                </c:pt>
                <c:pt idx="201">
                  <c:v>2.1159219887416501</c:v>
                </c:pt>
                <c:pt idx="202">
                  <c:v>2.0679136462529599</c:v>
                </c:pt>
                <c:pt idx="203">
                  <c:v>2.1082505562575999</c:v>
                </c:pt>
                <c:pt idx="204">
                  <c:v>1.8756270309838099</c:v>
                </c:pt>
                <c:pt idx="205">
                  <c:v>1.6887265032409999</c:v>
                </c:pt>
                <c:pt idx="206">
                  <c:v>1.87158065100152</c:v>
                </c:pt>
                <c:pt idx="207">
                  <c:v>1.8558417016542299</c:v>
                </c:pt>
                <c:pt idx="208">
                  <c:v>2.0256356399235398</c:v>
                </c:pt>
                <c:pt idx="209">
                  <c:v>2.0194972183012299</c:v>
                </c:pt>
                <c:pt idx="210">
                  <c:v>2.1780550470312199</c:v>
                </c:pt>
                <c:pt idx="211">
                  <c:v>2.15601658335274</c:v>
                </c:pt>
                <c:pt idx="212">
                  <c:v>2.1057113897830999</c:v>
                </c:pt>
                <c:pt idx="213">
                  <c:v>2.2979785000519501</c:v>
                </c:pt>
                <c:pt idx="214">
                  <c:v>2.25135689626235</c:v>
                </c:pt>
                <c:pt idx="215">
                  <c:v>2.10962046180709</c:v>
                </c:pt>
                <c:pt idx="216">
                  <c:v>2.06564027422611</c:v>
                </c:pt>
                <c:pt idx="217">
                  <c:v>2.0618585991936098</c:v>
                </c:pt>
                <c:pt idx="218">
                  <c:v>2.0579256368834402</c:v>
                </c:pt>
                <c:pt idx="219">
                  <c:v>2.0260687512975402</c:v>
                </c:pt>
                <c:pt idx="220">
                  <c:v>1.9660481235423799</c:v>
                </c:pt>
                <c:pt idx="221">
                  <c:v>2.0455626947118399</c:v>
                </c:pt>
                <c:pt idx="222">
                  <c:v>2.1021494963304201</c:v>
                </c:pt>
                <c:pt idx="223">
                  <c:v>2.12237189228235</c:v>
                </c:pt>
                <c:pt idx="224">
                  <c:v>2.1579784372326598</c:v>
                </c:pt>
                <c:pt idx="225">
                  <c:v>2.0569370676078398</c:v>
                </c:pt>
                <c:pt idx="226">
                  <c:v>2.1417778786265602</c:v>
                </c:pt>
                <c:pt idx="227">
                  <c:v>2.1453555809185501</c:v>
                </c:pt>
                <c:pt idx="228">
                  <c:v>2.1491384240436</c:v>
                </c:pt>
                <c:pt idx="229">
                  <c:v>2.1312142146345998</c:v>
                </c:pt>
                <c:pt idx="230">
                  <c:v>2.12518712753036</c:v>
                </c:pt>
                <c:pt idx="231">
                  <c:v>2.0932794953264602</c:v>
                </c:pt>
                <c:pt idx="232">
                  <c:v>2.1524497979701702</c:v>
                </c:pt>
                <c:pt idx="233">
                  <c:v>2.27671450219131</c:v>
                </c:pt>
                <c:pt idx="234">
                  <c:v>2.1504738444053402</c:v>
                </c:pt>
                <c:pt idx="235">
                  <c:v>1.89331331660388</c:v>
                </c:pt>
                <c:pt idx="236">
                  <c:v>2.0249315625362798</c:v>
                </c:pt>
                <c:pt idx="237">
                  <c:v>2.21428753641319</c:v>
                </c:pt>
                <c:pt idx="238">
                  <c:v>2.33595455952808</c:v>
                </c:pt>
                <c:pt idx="239">
                  <c:v>2.5635177362591701</c:v>
                </c:pt>
                <c:pt idx="240">
                  <c:v>2.4867928165681898</c:v>
                </c:pt>
                <c:pt idx="241">
                  <c:v>2.35646484113441</c:v>
                </c:pt>
                <c:pt idx="242">
                  <c:v>2.5110772020268599</c:v>
                </c:pt>
                <c:pt idx="243">
                  <c:v>2.6412242757370801</c:v>
                </c:pt>
                <c:pt idx="244">
                  <c:v>2.6017237628630299</c:v>
                </c:pt>
                <c:pt idx="245">
                  <c:v>2.65735889865174</c:v>
                </c:pt>
                <c:pt idx="246">
                  <c:v>2.8047083545685898</c:v>
                </c:pt>
                <c:pt idx="247">
                  <c:v>2.7090892060848799</c:v>
                </c:pt>
                <c:pt idx="248">
                  <c:v>2.7129790670277201</c:v>
                </c:pt>
                <c:pt idx="249">
                  <c:v>2.7597484362158999</c:v>
                </c:pt>
                <c:pt idx="250">
                  <c:v>2.7551812902751101</c:v>
                </c:pt>
                <c:pt idx="251">
                  <c:v>2.8681732551102801</c:v>
                </c:pt>
                <c:pt idx="252">
                  <c:v>2.8154501709573898</c:v>
                </c:pt>
                <c:pt idx="253">
                  <c:v>2.9055851349388999</c:v>
                </c:pt>
                <c:pt idx="254">
                  <c:v>3.0226542638785698</c:v>
                </c:pt>
                <c:pt idx="255">
                  <c:v>2.79974552073852</c:v>
                </c:pt>
                <c:pt idx="256">
                  <c:v>2.7603015241589199</c:v>
                </c:pt>
                <c:pt idx="257">
                  <c:v>2.8438064795132298</c:v>
                </c:pt>
                <c:pt idx="258">
                  <c:v>2.59381606405229</c:v>
                </c:pt>
                <c:pt idx="259">
                  <c:v>2.5328336090739301</c:v>
                </c:pt>
              </c:numCache>
            </c:numRef>
          </c:val>
          <c:smooth val="0"/>
        </c:ser>
        <c:dLbls>
          <c:showLegendKey val="0"/>
          <c:showVal val="0"/>
          <c:showCatName val="0"/>
          <c:showSerName val="0"/>
          <c:showPercent val="0"/>
          <c:showBubbleSize val="0"/>
        </c:dLbls>
        <c:marker val="1"/>
        <c:smooth val="0"/>
        <c:axId val="551141128"/>
        <c:axId val="236340960"/>
      </c:lineChart>
      <c:dateAx>
        <c:axId val="514642656"/>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1173712"/>
        <c:crosses val="autoZero"/>
        <c:auto val="1"/>
        <c:lblOffset val="100"/>
        <c:baseTimeUnit val="months"/>
      </c:dateAx>
      <c:valAx>
        <c:axId val="291173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4642656"/>
        <c:crosses val="autoZero"/>
        <c:crossBetween val="between"/>
      </c:valAx>
      <c:valAx>
        <c:axId val="23634096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141128"/>
        <c:crosses val="max"/>
        <c:crossBetween val="between"/>
      </c:valAx>
      <c:dateAx>
        <c:axId val="551141128"/>
        <c:scaling>
          <c:orientation val="minMax"/>
        </c:scaling>
        <c:delete val="1"/>
        <c:axPos val="b"/>
        <c:numFmt formatCode="m/d/yyyy" sourceLinked="1"/>
        <c:majorTickMark val="out"/>
        <c:minorTickMark val="none"/>
        <c:tickLblPos val="nextTo"/>
        <c:crossAx val="236340960"/>
        <c:crosses val="autoZero"/>
        <c:auto val="1"/>
        <c:lblOffset val="100"/>
        <c:baseTimeUnit val="months"/>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CPR vs Media and Credit Availability Measures</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Sheet5!$P$1</c:f>
              <c:strCache>
                <c:ptCount val="1"/>
                <c:pt idx="0">
                  <c:v>CPR</c:v>
                </c:pt>
              </c:strCache>
            </c:strRef>
          </c:tx>
          <c:spPr>
            <a:ln w="28575" cap="rnd">
              <a:solidFill>
                <a:srgbClr val="000000"/>
              </a:solidFill>
              <a:round/>
            </a:ln>
            <a:effectLst/>
          </c:spPr>
          <c:marker>
            <c:symbol val="none"/>
          </c:marker>
          <c:cat>
            <c:numRef>
              <c:f>Sheet5!$O$4:$O$263</c:f>
              <c:numCache>
                <c:formatCode>m/d/yyyy</c:formatCode>
                <c:ptCount val="260"/>
                <c:pt idx="0">
                  <c:v>42217</c:v>
                </c:pt>
                <c:pt idx="1">
                  <c:v>42186</c:v>
                </c:pt>
                <c:pt idx="2">
                  <c:v>42156</c:v>
                </c:pt>
                <c:pt idx="3">
                  <c:v>42125</c:v>
                </c:pt>
                <c:pt idx="4">
                  <c:v>42095</c:v>
                </c:pt>
                <c:pt idx="5">
                  <c:v>42064</c:v>
                </c:pt>
                <c:pt idx="6">
                  <c:v>42036</c:v>
                </c:pt>
                <c:pt idx="7">
                  <c:v>42005</c:v>
                </c:pt>
                <c:pt idx="8">
                  <c:v>41974</c:v>
                </c:pt>
                <c:pt idx="9">
                  <c:v>41944</c:v>
                </c:pt>
                <c:pt idx="10">
                  <c:v>41913</c:v>
                </c:pt>
                <c:pt idx="11">
                  <c:v>41883</c:v>
                </c:pt>
                <c:pt idx="12">
                  <c:v>41852</c:v>
                </c:pt>
                <c:pt idx="13">
                  <c:v>41821</c:v>
                </c:pt>
                <c:pt idx="14">
                  <c:v>41791</c:v>
                </c:pt>
                <c:pt idx="15">
                  <c:v>41760</c:v>
                </c:pt>
                <c:pt idx="16">
                  <c:v>41730</c:v>
                </c:pt>
                <c:pt idx="17">
                  <c:v>41699</c:v>
                </c:pt>
                <c:pt idx="18">
                  <c:v>41671</c:v>
                </c:pt>
                <c:pt idx="19">
                  <c:v>41640</c:v>
                </c:pt>
                <c:pt idx="20">
                  <c:v>41609</c:v>
                </c:pt>
                <c:pt idx="21">
                  <c:v>41579</c:v>
                </c:pt>
                <c:pt idx="22">
                  <c:v>41548</c:v>
                </c:pt>
                <c:pt idx="23">
                  <c:v>41518</c:v>
                </c:pt>
                <c:pt idx="24">
                  <c:v>41487</c:v>
                </c:pt>
                <c:pt idx="25">
                  <c:v>41456</c:v>
                </c:pt>
                <c:pt idx="26">
                  <c:v>41426</c:v>
                </c:pt>
                <c:pt idx="27">
                  <c:v>41395</c:v>
                </c:pt>
                <c:pt idx="28">
                  <c:v>41365</c:v>
                </c:pt>
                <c:pt idx="29">
                  <c:v>41334</c:v>
                </c:pt>
                <c:pt idx="30">
                  <c:v>41306</c:v>
                </c:pt>
                <c:pt idx="31">
                  <c:v>41275</c:v>
                </c:pt>
                <c:pt idx="32">
                  <c:v>41244</c:v>
                </c:pt>
                <c:pt idx="33">
                  <c:v>41214</c:v>
                </c:pt>
                <c:pt idx="34">
                  <c:v>41183</c:v>
                </c:pt>
                <c:pt idx="35">
                  <c:v>41153</c:v>
                </c:pt>
                <c:pt idx="36">
                  <c:v>41122</c:v>
                </c:pt>
                <c:pt idx="37">
                  <c:v>41091</c:v>
                </c:pt>
                <c:pt idx="38">
                  <c:v>41061</c:v>
                </c:pt>
                <c:pt idx="39">
                  <c:v>41030</c:v>
                </c:pt>
                <c:pt idx="40">
                  <c:v>41000</c:v>
                </c:pt>
                <c:pt idx="41">
                  <c:v>40969</c:v>
                </c:pt>
                <c:pt idx="42">
                  <c:v>40940</c:v>
                </c:pt>
                <c:pt idx="43">
                  <c:v>40909</c:v>
                </c:pt>
                <c:pt idx="44">
                  <c:v>40878</c:v>
                </c:pt>
                <c:pt idx="45">
                  <c:v>40848</c:v>
                </c:pt>
                <c:pt idx="46">
                  <c:v>40817</c:v>
                </c:pt>
                <c:pt idx="47">
                  <c:v>40787</c:v>
                </c:pt>
                <c:pt idx="48">
                  <c:v>40756</c:v>
                </c:pt>
                <c:pt idx="49">
                  <c:v>40725</c:v>
                </c:pt>
                <c:pt idx="50">
                  <c:v>40695</c:v>
                </c:pt>
                <c:pt idx="51">
                  <c:v>40664</c:v>
                </c:pt>
                <c:pt idx="52">
                  <c:v>40634</c:v>
                </c:pt>
                <c:pt idx="53">
                  <c:v>40603</c:v>
                </c:pt>
                <c:pt idx="54">
                  <c:v>40575</c:v>
                </c:pt>
                <c:pt idx="55">
                  <c:v>40544</c:v>
                </c:pt>
                <c:pt idx="56">
                  <c:v>40513</c:v>
                </c:pt>
                <c:pt idx="57">
                  <c:v>40483</c:v>
                </c:pt>
                <c:pt idx="58">
                  <c:v>40452</c:v>
                </c:pt>
                <c:pt idx="59">
                  <c:v>40422</c:v>
                </c:pt>
                <c:pt idx="60">
                  <c:v>40391</c:v>
                </c:pt>
                <c:pt idx="61">
                  <c:v>40360</c:v>
                </c:pt>
                <c:pt idx="62">
                  <c:v>40330</c:v>
                </c:pt>
                <c:pt idx="63">
                  <c:v>40299</c:v>
                </c:pt>
                <c:pt idx="64">
                  <c:v>40269</c:v>
                </c:pt>
                <c:pt idx="65">
                  <c:v>40238</c:v>
                </c:pt>
                <c:pt idx="66">
                  <c:v>40210</c:v>
                </c:pt>
                <c:pt idx="67">
                  <c:v>40179</c:v>
                </c:pt>
                <c:pt idx="68">
                  <c:v>40148</c:v>
                </c:pt>
                <c:pt idx="69">
                  <c:v>40118</c:v>
                </c:pt>
                <c:pt idx="70">
                  <c:v>40087</c:v>
                </c:pt>
                <c:pt idx="71">
                  <c:v>40057</c:v>
                </c:pt>
                <c:pt idx="72">
                  <c:v>40026</c:v>
                </c:pt>
                <c:pt idx="73">
                  <c:v>39995</c:v>
                </c:pt>
                <c:pt idx="74">
                  <c:v>39965</c:v>
                </c:pt>
                <c:pt idx="75">
                  <c:v>39934</c:v>
                </c:pt>
                <c:pt idx="76">
                  <c:v>39904</c:v>
                </c:pt>
                <c:pt idx="77">
                  <c:v>39873</c:v>
                </c:pt>
                <c:pt idx="78">
                  <c:v>39845</c:v>
                </c:pt>
                <c:pt idx="79">
                  <c:v>39814</c:v>
                </c:pt>
                <c:pt idx="80">
                  <c:v>39783</c:v>
                </c:pt>
                <c:pt idx="81">
                  <c:v>39753</c:v>
                </c:pt>
                <c:pt idx="82">
                  <c:v>39722</c:v>
                </c:pt>
                <c:pt idx="83">
                  <c:v>39692</c:v>
                </c:pt>
                <c:pt idx="84">
                  <c:v>39661</c:v>
                </c:pt>
                <c:pt idx="85">
                  <c:v>39630</c:v>
                </c:pt>
                <c:pt idx="86">
                  <c:v>39600</c:v>
                </c:pt>
                <c:pt idx="87">
                  <c:v>39569</c:v>
                </c:pt>
                <c:pt idx="88">
                  <c:v>39539</c:v>
                </c:pt>
                <c:pt idx="89">
                  <c:v>39508</c:v>
                </c:pt>
                <c:pt idx="90">
                  <c:v>39479</c:v>
                </c:pt>
                <c:pt idx="91">
                  <c:v>39448</c:v>
                </c:pt>
                <c:pt idx="92">
                  <c:v>39417</c:v>
                </c:pt>
                <c:pt idx="93">
                  <c:v>39387</c:v>
                </c:pt>
                <c:pt idx="94">
                  <c:v>39356</c:v>
                </c:pt>
                <c:pt idx="95">
                  <c:v>39326</c:v>
                </c:pt>
                <c:pt idx="96">
                  <c:v>39295</c:v>
                </c:pt>
                <c:pt idx="97">
                  <c:v>39264</c:v>
                </c:pt>
                <c:pt idx="98">
                  <c:v>39234</c:v>
                </c:pt>
                <c:pt idx="99">
                  <c:v>39203</c:v>
                </c:pt>
                <c:pt idx="100">
                  <c:v>39173</c:v>
                </c:pt>
                <c:pt idx="101">
                  <c:v>39142</c:v>
                </c:pt>
                <c:pt idx="102">
                  <c:v>39114</c:v>
                </c:pt>
                <c:pt idx="103">
                  <c:v>39083</c:v>
                </c:pt>
                <c:pt idx="104">
                  <c:v>39052</c:v>
                </c:pt>
                <c:pt idx="105">
                  <c:v>39022</c:v>
                </c:pt>
                <c:pt idx="106">
                  <c:v>38991</c:v>
                </c:pt>
                <c:pt idx="107">
                  <c:v>38961</c:v>
                </c:pt>
                <c:pt idx="108">
                  <c:v>38930</c:v>
                </c:pt>
                <c:pt idx="109">
                  <c:v>38899</c:v>
                </c:pt>
                <c:pt idx="110">
                  <c:v>38869</c:v>
                </c:pt>
                <c:pt idx="111">
                  <c:v>38838</c:v>
                </c:pt>
                <c:pt idx="112">
                  <c:v>38808</c:v>
                </c:pt>
                <c:pt idx="113">
                  <c:v>38777</c:v>
                </c:pt>
                <c:pt idx="114">
                  <c:v>38749</c:v>
                </c:pt>
                <c:pt idx="115">
                  <c:v>38718</c:v>
                </c:pt>
                <c:pt idx="116">
                  <c:v>38687</c:v>
                </c:pt>
                <c:pt idx="117">
                  <c:v>38657</c:v>
                </c:pt>
                <c:pt idx="118">
                  <c:v>38626</c:v>
                </c:pt>
                <c:pt idx="119">
                  <c:v>38596</c:v>
                </c:pt>
                <c:pt idx="120">
                  <c:v>38565</c:v>
                </c:pt>
                <c:pt idx="121">
                  <c:v>38534</c:v>
                </c:pt>
                <c:pt idx="122">
                  <c:v>38504</c:v>
                </c:pt>
                <c:pt idx="123">
                  <c:v>38473</c:v>
                </c:pt>
                <c:pt idx="124">
                  <c:v>38443</c:v>
                </c:pt>
                <c:pt idx="125">
                  <c:v>38412</c:v>
                </c:pt>
                <c:pt idx="126">
                  <c:v>38384</c:v>
                </c:pt>
                <c:pt idx="127">
                  <c:v>38353</c:v>
                </c:pt>
                <c:pt idx="128">
                  <c:v>38322</c:v>
                </c:pt>
                <c:pt idx="129">
                  <c:v>38292</c:v>
                </c:pt>
                <c:pt idx="130">
                  <c:v>38261</c:v>
                </c:pt>
                <c:pt idx="131">
                  <c:v>38231</c:v>
                </c:pt>
                <c:pt idx="132">
                  <c:v>38200</c:v>
                </c:pt>
                <c:pt idx="133">
                  <c:v>38169</c:v>
                </c:pt>
                <c:pt idx="134">
                  <c:v>38139</c:v>
                </c:pt>
                <c:pt idx="135">
                  <c:v>38108</c:v>
                </c:pt>
                <c:pt idx="136">
                  <c:v>38078</c:v>
                </c:pt>
                <c:pt idx="137">
                  <c:v>38047</c:v>
                </c:pt>
                <c:pt idx="138">
                  <c:v>38018</c:v>
                </c:pt>
                <c:pt idx="139">
                  <c:v>37987</c:v>
                </c:pt>
                <c:pt idx="140">
                  <c:v>37956</c:v>
                </c:pt>
                <c:pt idx="141">
                  <c:v>37926</c:v>
                </c:pt>
                <c:pt idx="142">
                  <c:v>37895</c:v>
                </c:pt>
                <c:pt idx="143">
                  <c:v>37865</c:v>
                </c:pt>
                <c:pt idx="144">
                  <c:v>37834</c:v>
                </c:pt>
                <c:pt idx="145">
                  <c:v>37803</c:v>
                </c:pt>
                <c:pt idx="146">
                  <c:v>37773</c:v>
                </c:pt>
                <c:pt idx="147">
                  <c:v>37742</c:v>
                </c:pt>
                <c:pt idx="148">
                  <c:v>37712</c:v>
                </c:pt>
                <c:pt idx="149">
                  <c:v>37681</c:v>
                </c:pt>
                <c:pt idx="150">
                  <c:v>37653</c:v>
                </c:pt>
                <c:pt idx="151">
                  <c:v>37622</c:v>
                </c:pt>
                <c:pt idx="152">
                  <c:v>37591</c:v>
                </c:pt>
                <c:pt idx="153">
                  <c:v>37561</c:v>
                </c:pt>
                <c:pt idx="154">
                  <c:v>37530</c:v>
                </c:pt>
                <c:pt idx="155">
                  <c:v>37500</c:v>
                </c:pt>
                <c:pt idx="156">
                  <c:v>37469</c:v>
                </c:pt>
                <c:pt idx="157">
                  <c:v>37438</c:v>
                </c:pt>
                <c:pt idx="158">
                  <c:v>37408</c:v>
                </c:pt>
                <c:pt idx="159">
                  <c:v>37377</c:v>
                </c:pt>
                <c:pt idx="160">
                  <c:v>37347</c:v>
                </c:pt>
                <c:pt idx="161">
                  <c:v>37316</c:v>
                </c:pt>
                <c:pt idx="162">
                  <c:v>37288</c:v>
                </c:pt>
                <c:pt idx="163">
                  <c:v>37257</c:v>
                </c:pt>
                <c:pt idx="164">
                  <c:v>37226</c:v>
                </c:pt>
                <c:pt idx="165">
                  <c:v>37196</c:v>
                </c:pt>
                <c:pt idx="166">
                  <c:v>37165</c:v>
                </c:pt>
                <c:pt idx="167">
                  <c:v>37135</c:v>
                </c:pt>
                <c:pt idx="168">
                  <c:v>37104</c:v>
                </c:pt>
                <c:pt idx="169">
                  <c:v>37073</c:v>
                </c:pt>
                <c:pt idx="170">
                  <c:v>37043</c:v>
                </c:pt>
                <c:pt idx="171">
                  <c:v>37012</c:v>
                </c:pt>
                <c:pt idx="172">
                  <c:v>36982</c:v>
                </c:pt>
                <c:pt idx="173">
                  <c:v>36951</c:v>
                </c:pt>
                <c:pt idx="174">
                  <c:v>36923</c:v>
                </c:pt>
                <c:pt idx="175">
                  <c:v>36892</c:v>
                </c:pt>
                <c:pt idx="176">
                  <c:v>36861</c:v>
                </c:pt>
                <c:pt idx="177">
                  <c:v>36831</c:v>
                </c:pt>
                <c:pt idx="178">
                  <c:v>36800</c:v>
                </c:pt>
                <c:pt idx="179">
                  <c:v>36770</c:v>
                </c:pt>
                <c:pt idx="180">
                  <c:v>36739</c:v>
                </c:pt>
                <c:pt idx="181">
                  <c:v>36708</c:v>
                </c:pt>
                <c:pt idx="182">
                  <c:v>36678</c:v>
                </c:pt>
                <c:pt idx="183">
                  <c:v>36647</c:v>
                </c:pt>
                <c:pt idx="184">
                  <c:v>36617</c:v>
                </c:pt>
                <c:pt idx="185">
                  <c:v>36586</c:v>
                </c:pt>
                <c:pt idx="186">
                  <c:v>36557</c:v>
                </c:pt>
                <c:pt idx="187">
                  <c:v>36526</c:v>
                </c:pt>
                <c:pt idx="188">
                  <c:v>36495</c:v>
                </c:pt>
                <c:pt idx="189">
                  <c:v>36465</c:v>
                </c:pt>
                <c:pt idx="190">
                  <c:v>36434</c:v>
                </c:pt>
                <c:pt idx="191">
                  <c:v>36404</c:v>
                </c:pt>
                <c:pt idx="192">
                  <c:v>36373</c:v>
                </c:pt>
                <c:pt idx="193">
                  <c:v>36342</c:v>
                </c:pt>
                <c:pt idx="194">
                  <c:v>36312</c:v>
                </c:pt>
                <c:pt idx="195">
                  <c:v>36281</c:v>
                </c:pt>
                <c:pt idx="196">
                  <c:v>36251</c:v>
                </c:pt>
                <c:pt idx="197">
                  <c:v>36220</c:v>
                </c:pt>
                <c:pt idx="198">
                  <c:v>36192</c:v>
                </c:pt>
                <c:pt idx="199">
                  <c:v>36161</c:v>
                </c:pt>
                <c:pt idx="200">
                  <c:v>36130</c:v>
                </c:pt>
                <c:pt idx="201">
                  <c:v>36100</c:v>
                </c:pt>
                <c:pt idx="202">
                  <c:v>36069</c:v>
                </c:pt>
                <c:pt idx="203">
                  <c:v>36039</c:v>
                </c:pt>
                <c:pt idx="204">
                  <c:v>36008</c:v>
                </c:pt>
                <c:pt idx="205">
                  <c:v>35977</c:v>
                </c:pt>
                <c:pt idx="206">
                  <c:v>35947</c:v>
                </c:pt>
                <c:pt idx="207">
                  <c:v>35916</c:v>
                </c:pt>
                <c:pt idx="208">
                  <c:v>35886</c:v>
                </c:pt>
                <c:pt idx="209">
                  <c:v>35855</c:v>
                </c:pt>
                <c:pt idx="210">
                  <c:v>35827</c:v>
                </c:pt>
                <c:pt idx="211">
                  <c:v>35796</c:v>
                </c:pt>
                <c:pt idx="212">
                  <c:v>35765</c:v>
                </c:pt>
                <c:pt idx="213">
                  <c:v>35735</c:v>
                </c:pt>
                <c:pt idx="214">
                  <c:v>35704</c:v>
                </c:pt>
                <c:pt idx="215">
                  <c:v>35674</c:v>
                </c:pt>
                <c:pt idx="216">
                  <c:v>35643</c:v>
                </c:pt>
                <c:pt idx="217">
                  <c:v>35612</c:v>
                </c:pt>
                <c:pt idx="218">
                  <c:v>35582</c:v>
                </c:pt>
                <c:pt idx="219">
                  <c:v>35551</c:v>
                </c:pt>
                <c:pt idx="220">
                  <c:v>35521</c:v>
                </c:pt>
                <c:pt idx="221">
                  <c:v>35490</c:v>
                </c:pt>
                <c:pt idx="222">
                  <c:v>35462</c:v>
                </c:pt>
                <c:pt idx="223">
                  <c:v>35431</c:v>
                </c:pt>
                <c:pt idx="224">
                  <c:v>35400</c:v>
                </c:pt>
                <c:pt idx="225">
                  <c:v>35370</c:v>
                </c:pt>
                <c:pt idx="226">
                  <c:v>35339</c:v>
                </c:pt>
                <c:pt idx="227">
                  <c:v>35309</c:v>
                </c:pt>
                <c:pt idx="228">
                  <c:v>35278</c:v>
                </c:pt>
                <c:pt idx="229">
                  <c:v>35247</c:v>
                </c:pt>
                <c:pt idx="230">
                  <c:v>35217</c:v>
                </c:pt>
                <c:pt idx="231">
                  <c:v>35186</c:v>
                </c:pt>
                <c:pt idx="232">
                  <c:v>35156</c:v>
                </c:pt>
                <c:pt idx="233">
                  <c:v>35125</c:v>
                </c:pt>
                <c:pt idx="234">
                  <c:v>35096</c:v>
                </c:pt>
                <c:pt idx="235">
                  <c:v>35065</c:v>
                </c:pt>
                <c:pt idx="236">
                  <c:v>35034</c:v>
                </c:pt>
                <c:pt idx="237">
                  <c:v>35004</c:v>
                </c:pt>
                <c:pt idx="238">
                  <c:v>34973</c:v>
                </c:pt>
                <c:pt idx="239">
                  <c:v>34943</c:v>
                </c:pt>
                <c:pt idx="240">
                  <c:v>34912</c:v>
                </c:pt>
                <c:pt idx="241">
                  <c:v>34881</c:v>
                </c:pt>
                <c:pt idx="242">
                  <c:v>34851</c:v>
                </c:pt>
                <c:pt idx="243">
                  <c:v>34820</c:v>
                </c:pt>
                <c:pt idx="244">
                  <c:v>34790</c:v>
                </c:pt>
                <c:pt idx="245">
                  <c:v>34759</c:v>
                </c:pt>
                <c:pt idx="246">
                  <c:v>34731</c:v>
                </c:pt>
                <c:pt idx="247">
                  <c:v>34700</c:v>
                </c:pt>
                <c:pt idx="248">
                  <c:v>34669</c:v>
                </c:pt>
                <c:pt idx="249">
                  <c:v>34639</c:v>
                </c:pt>
                <c:pt idx="250">
                  <c:v>34608</c:v>
                </c:pt>
                <c:pt idx="251">
                  <c:v>34578</c:v>
                </c:pt>
                <c:pt idx="252">
                  <c:v>34547</c:v>
                </c:pt>
                <c:pt idx="253">
                  <c:v>34516</c:v>
                </c:pt>
                <c:pt idx="254">
                  <c:v>34486</c:v>
                </c:pt>
                <c:pt idx="255">
                  <c:v>34455</c:v>
                </c:pt>
                <c:pt idx="256">
                  <c:v>34425</c:v>
                </c:pt>
                <c:pt idx="257">
                  <c:v>34394</c:v>
                </c:pt>
                <c:pt idx="258">
                  <c:v>34366</c:v>
                </c:pt>
                <c:pt idx="259">
                  <c:v>34335</c:v>
                </c:pt>
              </c:numCache>
            </c:numRef>
          </c:cat>
          <c:val>
            <c:numRef>
              <c:f>Sheet5!$P$4:$P$263</c:f>
              <c:numCache>
                <c:formatCode>General</c:formatCode>
                <c:ptCount val="260"/>
                <c:pt idx="0">
                  <c:v>14.71214194180237</c:v>
                </c:pt>
                <c:pt idx="1">
                  <c:v>16.626275630500309</c:v>
                </c:pt>
                <c:pt idx="2">
                  <c:v>16.299643946786702</c:v>
                </c:pt>
                <c:pt idx="3">
                  <c:v>16.935484602448959</c:v>
                </c:pt>
                <c:pt idx="4">
                  <c:v>19.783095671963792</c:v>
                </c:pt>
                <c:pt idx="5">
                  <c:v>16.047183579889467</c:v>
                </c:pt>
                <c:pt idx="6">
                  <c:v>11.934957842995109</c:v>
                </c:pt>
                <c:pt idx="7">
                  <c:v>13.668313654805253</c:v>
                </c:pt>
                <c:pt idx="8">
                  <c:v>11.80519802152229</c:v>
                </c:pt>
                <c:pt idx="9">
                  <c:v>12.143426916917111</c:v>
                </c:pt>
                <c:pt idx="10">
                  <c:v>11.999689997324392</c:v>
                </c:pt>
                <c:pt idx="11">
                  <c:v>12.248013508615706</c:v>
                </c:pt>
                <c:pt idx="12">
                  <c:v>12.954976012344643</c:v>
                </c:pt>
                <c:pt idx="13">
                  <c:v>12.487044070089958</c:v>
                </c:pt>
                <c:pt idx="14">
                  <c:v>11.243031383781489</c:v>
                </c:pt>
                <c:pt idx="15">
                  <c:v>10.710786388984705</c:v>
                </c:pt>
                <c:pt idx="16">
                  <c:v>10.221561252392132</c:v>
                </c:pt>
                <c:pt idx="17">
                  <c:v>8.6531788996421675</c:v>
                </c:pt>
                <c:pt idx="18">
                  <c:v>9.4939033769276922</c:v>
                </c:pt>
                <c:pt idx="19">
                  <c:v>11.827718364640793</c:v>
                </c:pt>
                <c:pt idx="20">
                  <c:v>11.576367062303937</c:v>
                </c:pt>
                <c:pt idx="21">
                  <c:v>12.957786254480785</c:v>
                </c:pt>
                <c:pt idx="22">
                  <c:v>13.986312421348968</c:v>
                </c:pt>
                <c:pt idx="23">
                  <c:v>18.559313473530349</c:v>
                </c:pt>
                <c:pt idx="24">
                  <c:v>23.331623946829051</c:v>
                </c:pt>
                <c:pt idx="25">
                  <c:v>25.386768015840456</c:v>
                </c:pt>
                <c:pt idx="26">
                  <c:v>27.75045932085667</c:v>
                </c:pt>
                <c:pt idx="27">
                  <c:v>27.09922426774456</c:v>
                </c:pt>
                <c:pt idx="28">
                  <c:v>27.409138831535262</c:v>
                </c:pt>
                <c:pt idx="29">
                  <c:v>27.319989182474004</c:v>
                </c:pt>
                <c:pt idx="30">
                  <c:v>30.275456034776159</c:v>
                </c:pt>
                <c:pt idx="31">
                  <c:v>31.373306558449599</c:v>
                </c:pt>
                <c:pt idx="32">
                  <c:v>30.388810221170971</c:v>
                </c:pt>
                <c:pt idx="33">
                  <c:v>32.323257461853572</c:v>
                </c:pt>
                <c:pt idx="34">
                  <c:v>29.044986304823684</c:v>
                </c:pt>
                <c:pt idx="35">
                  <c:v>32.00814091823537</c:v>
                </c:pt>
                <c:pt idx="36">
                  <c:v>28.672162117538711</c:v>
                </c:pt>
                <c:pt idx="37">
                  <c:v>26.638802557778895</c:v>
                </c:pt>
                <c:pt idx="38">
                  <c:v>25.983523061915037</c:v>
                </c:pt>
                <c:pt idx="39">
                  <c:v>24.958590224543709</c:v>
                </c:pt>
                <c:pt idx="40">
                  <c:v>27.141660917066122</c:v>
                </c:pt>
                <c:pt idx="41">
                  <c:v>25.820063343320566</c:v>
                </c:pt>
                <c:pt idx="42">
                  <c:v>22.491251794460098</c:v>
                </c:pt>
                <c:pt idx="43">
                  <c:v>24.299221225938382</c:v>
                </c:pt>
                <c:pt idx="44">
                  <c:v>25.770038626234783</c:v>
                </c:pt>
                <c:pt idx="45">
                  <c:v>25.123074751133057</c:v>
                </c:pt>
                <c:pt idx="46">
                  <c:v>21.591326429122727</c:v>
                </c:pt>
                <c:pt idx="47">
                  <c:v>16.804469287588265</c:v>
                </c:pt>
                <c:pt idx="48">
                  <c:v>14.882812640868758</c:v>
                </c:pt>
                <c:pt idx="49">
                  <c:v>14.639983144165136</c:v>
                </c:pt>
                <c:pt idx="50">
                  <c:v>12.650417076214204</c:v>
                </c:pt>
                <c:pt idx="51">
                  <c:v>13.228303791305462</c:v>
                </c:pt>
                <c:pt idx="52">
                  <c:v>15.083281215316656</c:v>
                </c:pt>
                <c:pt idx="53">
                  <c:v>16.458613153541346</c:v>
                </c:pt>
                <c:pt idx="54">
                  <c:v>20.348921697708612</c:v>
                </c:pt>
                <c:pt idx="55">
                  <c:v>27.436611119298902</c:v>
                </c:pt>
                <c:pt idx="56">
                  <c:v>29.115277072454017</c:v>
                </c:pt>
                <c:pt idx="57">
                  <c:v>27.303083696302721</c:v>
                </c:pt>
                <c:pt idx="58">
                  <c:v>26.618114919212243</c:v>
                </c:pt>
                <c:pt idx="59">
                  <c:v>24.735794126860878</c:v>
                </c:pt>
                <c:pt idx="60">
                  <c:v>19.165771295588641</c:v>
                </c:pt>
                <c:pt idx="61">
                  <c:v>17.460349476112913</c:v>
                </c:pt>
                <c:pt idx="62">
                  <c:v>22.978840288499136</c:v>
                </c:pt>
                <c:pt idx="63">
                  <c:v>24.326477934154202</c:v>
                </c:pt>
                <c:pt idx="64">
                  <c:v>24.099485767281458</c:v>
                </c:pt>
                <c:pt idx="65">
                  <c:v>27.271135862043781</c:v>
                </c:pt>
                <c:pt idx="66">
                  <c:v>15.114634818001093</c:v>
                </c:pt>
                <c:pt idx="67">
                  <c:v>18.178653751582818</c:v>
                </c:pt>
                <c:pt idx="68">
                  <c:v>14.920556254248062</c:v>
                </c:pt>
                <c:pt idx="69">
                  <c:v>14.811300899289382</c:v>
                </c:pt>
                <c:pt idx="70">
                  <c:v>12.838489735001746</c:v>
                </c:pt>
                <c:pt idx="71">
                  <c:v>14.495644196596169</c:v>
                </c:pt>
                <c:pt idx="72">
                  <c:v>18.953957113239316</c:v>
                </c:pt>
                <c:pt idx="73">
                  <c:v>24.286675822597225</c:v>
                </c:pt>
                <c:pt idx="74">
                  <c:v>25.139157248769315</c:v>
                </c:pt>
                <c:pt idx="75">
                  <c:v>23.46111774260622</c:v>
                </c:pt>
                <c:pt idx="76">
                  <c:v>23.795262236856573</c:v>
                </c:pt>
                <c:pt idx="77">
                  <c:v>24.518372716940995</c:v>
                </c:pt>
                <c:pt idx="78">
                  <c:v>17.743165983467879</c:v>
                </c:pt>
                <c:pt idx="79">
                  <c:v>8.5270833799285572</c:v>
                </c:pt>
                <c:pt idx="80">
                  <c:v>5.5459374093651093</c:v>
                </c:pt>
                <c:pt idx="81">
                  <c:v>7.9891033792503618</c:v>
                </c:pt>
                <c:pt idx="82">
                  <c:v>6.3198340056494935</c:v>
                </c:pt>
                <c:pt idx="83">
                  <c:v>6.5432263695372921</c:v>
                </c:pt>
                <c:pt idx="84">
                  <c:v>7.7001064337581244</c:v>
                </c:pt>
                <c:pt idx="85">
                  <c:v>8.8909949919474087</c:v>
                </c:pt>
                <c:pt idx="86">
                  <c:v>10.506780593052223</c:v>
                </c:pt>
                <c:pt idx="87">
                  <c:v>13.18237722629182</c:v>
                </c:pt>
                <c:pt idx="88">
                  <c:v>14.665434089817264</c:v>
                </c:pt>
                <c:pt idx="89">
                  <c:v>16.196259025722672</c:v>
                </c:pt>
                <c:pt idx="90">
                  <c:v>9.4465789870059709</c:v>
                </c:pt>
                <c:pt idx="91">
                  <c:v>8.8152496242323473</c:v>
                </c:pt>
                <c:pt idx="92">
                  <c:v>7.7631648597212717</c:v>
                </c:pt>
                <c:pt idx="93">
                  <c:v>8.3593549261895319</c:v>
                </c:pt>
                <c:pt idx="94">
                  <c:v>7.2726219195169195</c:v>
                </c:pt>
                <c:pt idx="95">
                  <c:v>9.1460157450394046</c:v>
                </c:pt>
                <c:pt idx="96">
                  <c:v>9.6348865036302911</c:v>
                </c:pt>
                <c:pt idx="97">
                  <c:v>10.74161771941956</c:v>
                </c:pt>
                <c:pt idx="98">
                  <c:v>11.742161837735887</c:v>
                </c:pt>
                <c:pt idx="99">
                  <c:v>11.547817264616434</c:v>
                </c:pt>
                <c:pt idx="100">
                  <c:v>11.435061019812808</c:v>
                </c:pt>
                <c:pt idx="101">
                  <c:v>9.8718381928336036</c:v>
                </c:pt>
                <c:pt idx="102">
                  <c:v>11.036480329488041</c:v>
                </c:pt>
                <c:pt idx="103">
                  <c:v>11.726870586142024</c:v>
                </c:pt>
                <c:pt idx="104">
                  <c:v>10.736945650573249</c:v>
                </c:pt>
                <c:pt idx="105">
                  <c:v>11.307141312222946</c:v>
                </c:pt>
                <c:pt idx="106">
                  <c:v>9.9264016301486624</c:v>
                </c:pt>
                <c:pt idx="107">
                  <c:v>11.196583864186882</c:v>
                </c:pt>
                <c:pt idx="108">
                  <c:v>10.354168207647852</c:v>
                </c:pt>
                <c:pt idx="109">
                  <c:v>11.993743934819134</c:v>
                </c:pt>
                <c:pt idx="110">
                  <c:v>12.131699561027155</c:v>
                </c:pt>
                <c:pt idx="111">
                  <c:v>10.966900832326553</c:v>
                </c:pt>
                <c:pt idx="112">
                  <c:v>12.914071875932509</c:v>
                </c:pt>
                <c:pt idx="113">
                  <c:v>10.643748153849453</c:v>
                </c:pt>
                <c:pt idx="114">
                  <c:v>10.11375185641603</c:v>
                </c:pt>
                <c:pt idx="115">
                  <c:v>13.198322911430992</c:v>
                </c:pt>
                <c:pt idx="116">
                  <c:v>14.947654557751456</c:v>
                </c:pt>
                <c:pt idx="117">
                  <c:v>17.813368497314453</c:v>
                </c:pt>
                <c:pt idx="118">
                  <c:v>18.9554351391231</c:v>
                </c:pt>
                <c:pt idx="119">
                  <c:v>23.573430420146114</c:v>
                </c:pt>
                <c:pt idx="120">
                  <c:v>22.571629619298385</c:v>
                </c:pt>
                <c:pt idx="121">
                  <c:v>21.811244625968829</c:v>
                </c:pt>
                <c:pt idx="122">
                  <c:v>18.503017684404043</c:v>
                </c:pt>
                <c:pt idx="123">
                  <c:v>18.252285090643294</c:v>
                </c:pt>
                <c:pt idx="124">
                  <c:v>23.323311053749187</c:v>
                </c:pt>
                <c:pt idx="125">
                  <c:v>17.171056466567379</c:v>
                </c:pt>
                <c:pt idx="126">
                  <c:v>16.124451644258897</c:v>
                </c:pt>
                <c:pt idx="127">
                  <c:v>21.450791395323165</c:v>
                </c:pt>
                <c:pt idx="128">
                  <c:v>21.099257165778972</c:v>
                </c:pt>
                <c:pt idx="129">
                  <c:v>19.87269877962602</c:v>
                </c:pt>
                <c:pt idx="130">
                  <c:v>19.118554188349744</c:v>
                </c:pt>
                <c:pt idx="131">
                  <c:v>19.111286146271802</c:v>
                </c:pt>
                <c:pt idx="132">
                  <c:v>18.477111474647955</c:v>
                </c:pt>
                <c:pt idx="133">
                  <c:v>22.881578593760143</c:v>
                </c:pt>
                <c:pt idx="134">
                  <c:v>27.935998550840747</c:v>
                </c:pt>
                <c:pt idx="135">
                  <c:v>37.183057148002483</c:v>
                </c:pt>
                <c:pt idx="136">
                  <c:v>31.422370148162958</c:v>
                </c:pt>
                <c:pt idx="137">
                  <c:v>23.794337041793845</c:v>
                </c:pt>
                <c:pt idx="138">
                  <c:v>18.225992220437426</c:v>
                </c:pt>
                <c:pt idx="139">
                  <c:v>23.037604092369655</c:v>
                </c:pt>
                <c:pt idx="140">
                  <c:v>23.179930136543149</c:v>
                </c:pt>
                <c:pt idx="141">
                  <c:v>30.500275971469961</c:v>
                </c:pt>
                <c:pt idx="142">
                  <c:v>40.571610151848873</c:v>
                </c:pt>
                <c:pt idx="143">
                  <c:v>55.522386684199091</c:v>
                </c:pt>
                <c:pt idx="144">
                  <c:v>64.301454157855531</c:v>
                </c:pt>
                <c:pt idx="145">
                  <c:v>54.308043133633397</c:v>
                </c:pt>
                <c:pt idx="146">
                  <c:v>50.512680643166718</c:v>
                </c:pt>
                <c:pt idx="147">
                  <c:v>54.726335283303953</c:v>
                </c:pt>
                <c:pt idx="148">
                  <c:v>48.644918439323668</c:v>
                </c:pt>
                <c:pt idx="149">
                  <c:v>44.619939216485093</c:v>
                </c:pt>
                <c:pt idx="150">
                  <c:v>44.699268984676607</c:v>
                </c:pt>
                <c:pt idx="151">
                  <c:v>48.762525278432591</c:v>
                </c:pt>
                <c:pt idx="152">
                  <c:v>48.406543825839954</c:v>
                </c:pt>
                <c:pt idx="153">
                  <c:v>50.215114548231476</c:v>
                </c:pt>
                <c:pt idx="154">
                  <c:v>40.011259773884454</c:v>
                </c:pt>
                <c:pt idx="155">
                  <c:v>34.680828003485345</c:v>
                </c:pt>
                <c:pt idx="156">
                  <c:v>24.982289990941975</c:v>
                </c:pt>
                <c:pt idx="157">
                  <c:v>19.412986525345588</c:v>
                </c:pt>
                <c:pt idx="158">
                  <c:v>19.684532267470534</c:v>
                </c:pt>
                <c:pt idx="159">
                  <c:v>21.197723100070085</c:v>
                </c:pt>
                <c:pt idx="160">
                  <c:v>24.773322871374837</c:v>
                </c:pt>
                <c:pt idx="161">
                  <c:v>24.039109562960359</c:v>
                </c:pt>
                <c:pt idx="162">
                  <c:v>28.741843887983045</c:v>
                </c:pt>
                <c:pt idx="163">
                  <c:v>38.223267176290655</c:v>
                </c:pt>
                <c:pt idx="164">
                  <c:v>35.427856058144101</c:v>
                </c:pt>
                <c:pt idx="165">
                  <c:v>28.23510529938137</c:v>
                </c:pt>
                <c:pt idx="166">
                  <c:v>19.264401227697768</c:v>
                </c:pt>
                <c:pt idx="167">
                  <c:v>21.664752865269467</c:v>
                </c:pt>
                <c:pt idx="168">
                  <c:v>20.833114096447623</c:v>
                </c:pt>
                <c:pt idx="169">
                  <c:v>25.131199368108515</c:v>
                </c:pt>
                <c:pt idx="170">
                  <c:v>25.076456828145723</c:v>
                </c:pt>
                <c:pt idx="171">
                  <c:v>23.797713549528009</c:v>
                </c:pt>
                <c:pt idx="172">
                  <c:v>22.794490467463323</c:v>
                </c:pt>
                <c:pt idx="173">
                  <c:v>16.847893360773082</c:v>
                </c:pt>
                <c:pt idx="174">
                  <c:v>10.302304475769386</c:v>
                </c:pt>
                <c:pt idx="175">
                  <c:v>8.566465675175138</c:v>
                </c:pt>
                <c:pt idx="176">
                  <c:v>8.7002953124588061</c:v>
                </c:pt>
                <c:pt idx="177">
                  <c:v>8.2690422690532515</c:v>
                </c:pt>
                <c:pt idx="178">
                  <c:v>8.497427947237334</c:v>
                </c:pt>
                <c:pt idx="179">
                  <c:v>9.0412423079956667</c:v>
                </c:pt>
                <c:pt idx="180">
                  <c:v>8.5395382929377543</c:v>
                </c:pt>
                <c:pt idx="181">
                  <c:v>9.4070975008560094</c:v>
                </c:pt>
                <c:pt idx="182">
                  <c:v>8.4910468727334099</c:v>
                </c:pt>
                <c:pt idx="183">
                  <c:v>7.6261880959704094</c:v>
                </c:pt>
                <c:pt idx="184">
                  <c:v>7.3633083747566168</c:v>
                </c:pt>
                <c:pt idx="185">
                  <c:v>6.0544317791058173</c:v>
                </c:pt>
                <c:pt idx="186">
                  <c:v>5.9280871487870535</c:v>
                </c:pt>
                <c:pt idx="187">
                  <c:v>7.8158688281518955</c:v>
                </c:pt>
                <c:pt idx="188">
                  <c:v>7.6528113793099983</c:v>
                </c:pt>
                <c:pt idx="189">
                  <c:v>8.1819881081396808</c:v>
                </c:pt>
                <c:pt idx="190">
                  <c:v>9.2563302126331344</c:v>
                </c:pt>
                <c:pt idx="191">
                  <c:v>10.988691025066</c:v>
                </c:pt>
                <c:pt idx="192">
                  <c:v>12.717674679788637</c:v>
                </c:pt>
                <c:pt idx="193">
                  <c:v>15.424835111297075</c:v>
                </c:pt>
                <c:pt idx="194">
                  <c:v>15.750378525955188</c:v>
                </c:pt>
                <c:pt idx="195">
                  <c:v>17.911868138299891</c:v>
                </c:pt>
                <c:pt idx="196">
                  <c:v>20.80873892741214</c:v>
                </c:pt>
                <c:pt idx="197">
                  <c:v>20.639778809709441</c:v>
                </c:pt>
                <c:pt idx="198">
                  <c:v>23.008749294538799</c:v>
                </c:pt>
                <c:pt idx="199">
                  <c:v>29.747136435777755</c:v>
                </c:pt>
                <c:pt idx="200">
                  <c:v>30.829279097549577</c:v>
                </c:pt>
                <c:pt idx="201">
                  <c:v>26.609784619957399</c:v>
                </c:pt>
                <c:pt idx="202">
                  <c:v>20.045224787466132</c:v>
                </c:pt>
                <c:pt idx="203">
                  <c:v>20.193686407211963</c:v>
                </c:pt>
                <c:pt idx="204">
                  <c:v>19.936070746231504</c:v>
                </c:pt>
                <c:pt idx="205">
                  <c:v>19.549308001035858</c:v>
                </c:pt>
                <c:pt idx="206">
                  <c:v>20.844951378293686</c:v>
                </c:pt>
                <c:pt idx="207">
                  <c:v>24.801492483688691</c:v>
                </c:pt>
                <c:pt idx="208">
                  <c:v>27.714485285850653</c:v>
                </c:pt>
                <c:pt idx="209">
                  <c:v>22.627162841579452</c:v>
                </c:pt>
                <c:pt idx="210">
                  <c:v>12.393821365606739</c:v>
                </c:pt>
                <c:pt idx="211">
                  <c:v>13.258327514732816</c:v>
                </c:pt>
                <c:pt idx="212">
                  <c:v>12.284316705304498</c:v>
                </c:pt>
                <c:pt idx="213">
                  <c:v>11.096684541902347</c:v>
                </c:pt>
                <c:pt idx="214">
                  <c:v>11.054050803403259</c:v>
                </c:pt>
                <c:pt idx="215">
                  <c:v>10.16977020044968</c:v>
                </c:pt>
                <c:pt idx="216">
                  <c:v>9.0587348416150455</c:v>
                </c:pt>
                <c:pt idx="217">
                  <c:v>8.2587180234160016</c:v>
                </c:pt>
                <c:pt idx="218">
                  <c:v>7.8528157881014522</c:v>
                </c:pt>
                <c:pt idx="219">
                  <c:v>8.0526754962546025</c:v>
                </c:pt>
                <c:pt idx="220">
                  <c:v>7.2209471422942766</c:v>
                </c:pt>
                <c:pt idx="221">
                  <c:v>6.3262100613005634</c:v>
                </c:pt>
                <c:pt idx="222">
                  <c:v>6.9653315783993701</c:v>
                </c:pt>
                <c:pt idx="223">
                  <c:v>8.4024828641982801</c:v>
                </c:pt>
                <c:pt idx="224">
                  <c:v>6.7526794078772596</c:v>
                </c:pt>
                <c:pt idx="225">
                  <c:v>6.7642287950775319</c:v>
                </c:pt>
                <c:pt idx="226">
                  <c:v>6.7985065253183041</c:v>
                </c:pt>
                <c:pt idx="227">
                  <c:v>7.6049583148403048</c:v>
                </c:pt>
                <c:pt idx="228">
                  <c:v>8.008390113959706</c:v>
                </c:pt>
                <c:pt idx="229">
                  <c:v>8.3228512545240108</c:v>
                </c:pt>
                <c:pt idx="230">
                  <c:v>10.126833579577921</c:v>
                </c:pt>
                <c:pt idx="231">
                  <c:v>12.315531416439695</c:v>
                </c:pt>
                <c:pt idx="232">
                  <c:v>14.216526571332466</c:v>
                </c:pt>
                <c:pt idx="233">
                  <c:v>12.820679449048257</c:v>
                </c:pt>
                <c:pt idx="234">
                  <c:v>9.5513591754971436</c:v>
                </c:pt>
                <c:pt idx="235">
                  <c:v>9.7536100235021905</c:v>
                </c:pt>
                <c:pt idx="236">
                  <c:v>8.9858737302463521</c:v>
                </c:pt>
                <c:pt idx="237">
                  <c:v>8.6623996081020671</c:v>
                </c:pt>
                <c:pt idx="238">
                  <c:v>9.027747432391763</c:v>
                </c:pt>
                <c:pt idx="239">
                  <c:v>10.805853386922504</c:v>
                </c:pt>
                <c:pt idx="240">
                  <c:v>9.2045642469711595</c:v>
                </c:pt>
                <c:pt idx="241">
                  <c:v>7.4304920027207562</c:v>
                </c:pt>
                <c:pt idx="242">
                  <c:v>5.6951495162979482</c:v>
                </c:pt>
                <c:pt idx="243">
                  <c:v>4.6500362633379648</c:v>
                </c:pt>
                <c:pt idx="244">
                  <c:v>4.4073003559536028</c:v>
                </c:pt>
                <c:pt idx="245">
                  <c:v>3.5288678105409477</c:v>
                </c:pt>
                <c:pt idx="246">
                  <c:v>3.9197824394115677</c:v>
                </c:pt>
                <c:pt idx="247">
                  <c:v>4.9887368655457731</c:v>
                </c:pt>
                <c:pt idx="248">
                  <c:v>5.0878878063285393</c:v>
                </c:pt>
                <c:pt idx="249">
                  <c:v>5.5949674465373018</c:v>
                </c:pt>
                <c:pt idx="250">
                  <c:v>6.5350025257891575</c:v>
                </c:pt>
                <c:pt idx="251">
                  <c:v>7.2662876564468899</c:v>
                </c:pt>
                <c:pt idx="252">
                  <c:v>7.4356159889628177</c:v>
                </c:pt>
                <c:pt idx="253">
                  <c:v>9.096751486840116</c:v>
                </c:pt>
                <c:pt idx="254">
                  <c:v>11.737476766868681</c:v>
                </c:pt>
                <c:pt idx="255">
                  <c:v>15.801369813965904</c:v>
                </c:pt>
                <c:pt idx="256">
                  <c:v>21.789520419297382</c:v>
                </c:pt>
                <c:pt idx="257">
                  <c:v>21.944864964298382</c:v>
                </c:pt>
                <c:pt idx="258">
                  <c:v>27.433339403222668</c:v>
                </c:pt>
                <c:pt idx="259">
                  <c:v>1.8695389221723313</c:v>
                </c:pt>
              </c:numCache>
            </c:numRef>
          </c:val>
          <c:smooth val="0"/>
        </c:ser>
        <c:ser>
          <c:idx val="2"/>
          <c:order val="2"/>
          <c:tx>
            <c:strRef>
              <c:f>Sheet5!$R$1</c:f>
              <c:strCache>
                <c:ptCount val="1"/>
                <c:pt idx="0">
                  <c:v>Media Effect</c:v>
                </c:pt>
              </c:strCache>
            </c:strRef>
          </c:tx>
          <c:spPr>
            <a:ln w="28575" cap="rnd">
              <a:solidFill>
                <a:srgbClr val="8891D5"/>
              </a:solidFill>
              <a:round/>
            </a:ln>
            <a:effectLst/>
          </c:spPr>
          <c:marker>
            <c:symbol val="none"/>
          </c:marker>
          <c:cat>
            <c:numRef>
              <c:f>Sheet5!$O$4:$O$263</c:f>
              <c:numCache>
                <c:formatCode>m/d/yyyy</c:formatCode>
                <c:ptCount val="260"/>
                <c:pt idx="0">
                  <c:v>42217</c:v>
                </c:pt>
                <c:pt idx="1">
                  <c:v>42186</c:v>
                </c:pt>
                <c:pt idx="2">
                  <c:v>42156</c:v>
                </c:pt>
                <c:pt idx="3">
                  <c:v>42125</c:v>
                </c:pt>
                <c:pt idx="4">
                  <c:v>42095</c:v>
                </c:pt>
                <c:pt idx="5">
                  <c:v>42064</c:v>
                </c:pt>
                <c:pt idx="6">
                  <c:v>42036</c:v>
                </c:pt>
                <c:pt idx="7">
                  <c:v>42005</c:v>
                </c:pt>
                <c:pt idx="8">
                  <c:v>41974</c:v>
                </c:pt>
                <c:pt idx="9">
                  <c:v>41944</c:v>
                </c:pt>
                <c:pt idx="10">
                  <c:v>41913</c:v>
                </c:pt>
                <c:pt idx="11">
                  <c:v>41883</c:v>
                </c:pt>
                <c:pt idx="12">
                  <c:v>41852</c:v>
                </c:pt>
                <c:pt idx="13">
                  <c:v>41821</c:v>
                </c:pt>
                <c:pt idx="14">
                  <c:v>41791</c:v>
                </c:pt>
                <c:pt idx="15">
                  <c:v>41760</c:v>
                </c:pt>
                <c:pt idx="16">
                  <c:v>41730</c:v>
                </c:pt>
                <c:pt idx="17">
                  <c:v>41699</c:v>
                </c:pt>
                <c:pt idx="18">
                  <c:v>41671</c:v>
                </c:pt>
                <c:pt idx="19">
                  <c:v>41640</c:v>
                </c:pt>
                <c:pt idx="20">
                  <c:v>41609</c:v>
                </c:pt>
                <c:pt idx="21">
                  <c:v>41579</c:v>
                </c:pt>
                <c:pt idx="22">
                  <c:v>41548</c:v>
                </c:pt>
                <c:pt idx="23">
                  <c:v>41518</c:v>
                </c:pt>
                <c:pt idx="24">
                  <c:v>41487</c:v>
                </c:pt>
                <c:pt idx="25">
                  <c:v>41456</c:v>
                </c:pt>
                <c:pt idx="26">
                  <c:v>41426</c:v>
                </c:pt>
                <c:pt idx="27">
                  <c:v>41395</c:v>
                </c:pt>
                <c:pt idx="28">
                  <c:v>41365</c:v>
                </c:pt>
                <c:pt idx="29">
                  <c:v>41334</c:v>
                </c:pt>
                <c:pt idx="30">
                  <c:v>41306</c:v>
                </c:pt>
                <c:pt idx="31">
                  <c:v>41275</c:v>
                </c:pt>
                <c:pt idx="32">
                  <c:v>41244</c:v>
                </c:pt>
                <c:pt idx="33">
                  <c:v>41214</c:v>
                </c:pt>
                <c:pt idx="34">
                  <c:v>41183</c:v>
                </c:pt>
                <c:pt idx="35">
                  <c:v>41153</c:v>
                </c:pt>
                <c:pt idx="36">
                  <c:v>41122</c:v>
                </c:pt>
                <c:pt idx="37">
                  <c:v>41091</c:v>
                </c:pt>
                <c:pt idx="38">
                  <c:v>41061</c:v>
                </c:pt>
                <c:pt idx="39">
                  <c:v>41030</c:v>
                </c:pt>
                <c:pt idx="40">
                  <c:v>41000</c:v>
                </c:pt>
                <c:pt idx="41">
                  <c:v>40969</c:v>
                </c:pt>
                <c:pt idx="42">
                  <c:v>40940</c:v>
                </c:pt>
                <c:pt idx="43">
                  <c:v>40909</c:v>
                </c:pt>
                <c:pt idx="44">
                  <c:v>40878</c:v>
                </c:pt>
                <c:pt idx="45">
                  <c:v>40848</c:v>
                </c:pt>
                <c:pt idx="46">
                  <c:v>40817</c:v>
                </c:pt>
                <c:pt idx="47">
                  <c:v>40787</c:v>
                </c:pt>
                <c:pt idx="48">
                  <c:v>40756</c:v>
                </c:pt>
                <c:pt idx="49">
                  <c:v>40725</c:v>
                </c:pt>
                <c:pt idx="50">
                  <c:v>40695</c:v>
                </c:pt>
                <c:pt idx="51">
                  <c:v>40664</c:v>
                </c:pt>
                <c:pt idx="52">
                  <c:v>40634</c:v>
                </c:pt>
                <c:pt idx="53">
                  <c:v>40603</c:v>
                </c:pt>
                <c:pt idx="54">
                  <c:v>40575</c:v>
                </c:pt>
                <c:pt idx="55">
                  <c:v>40544</c:v>
                </c:pt>
                <c:pt idx="56">
                  <c:v>40513</c:v>
                </c:pt>
                <c:pt idx="57">
                  <c:v>40483</c:v>
                </c:pt>
                <c:pt idx="58">
                  <c:v>40452</c:v>
                </c:pt>
                <c:pt idx="59">
                  <c:v>40422</c:v>
                </c:pt>
                <c:pt idx="60">
                  <c:v>40391</c:v>
                </c:pt>
                <c:pt idx="61">
                  <c:v>40360</c:v>
                </c:pt>
                <c:pt idx="62">
                  <c:v>40330</c:v>
                </c:pt>
                <c:pt idx="63">
                  <c:v>40299</c:v>
                </c:pt>
                <c:pt idx="64">
                  <c:v>40269</c:v>
                </c:pt>
                <c:pt idx="65">
                  <c:v>40238</c:v>
                </c:pt>
                <c:pt idx="66">
                  <c:v>40210</c:v>
                </c:pt>
                <c:pt idx="67">
                  <c:v>40179</c:v>
                </c:pt>
                <c:pt idx="68">
                  <c:v>40148</c:v>
                </c:pt>
                <c:pt idx="69">
                  <c:v>40118</c:v>
                </c:pt>
                <c:pt idx="70">
                  <c:v>40087</c:v>
                </c:pt>
                <c:pt idx="71">
                  <c:v>40057</c:v>
                </c:pt>
                <c:pt idx="72">
                  <c:v>40026</c:v>
                </c:pt>
                <c:pt idx="73">
                  <c:v>39995</c:v>
                </c:pt>
                <c:pt idx="74">
                  <c:v>39965</c:v>
                </c:pt>
                <c:pt idx="75">
                  <c:v>39934</c:v>
                </c:pt>
                <c:pt idx="76">
                  <c:v>39904</c:v>
                </c:pt>
                <c:pt idx="77">
                  <c:v>39873</c:v>
                </c:pt>
                <c:pt idx="78">
                  <c:v>39845</c:v>
                </c:pt>
                <c:pt idx="79">
                  <c:v>39814</c:v>
                </c:pt>
                <c:pt idx="80">
                  <c:v>39783</c:v>
                </c:pt>
                <c:pt idx="81">
                  <c:v>39753</c:v>
                </c:pt>
                <c:pt idx="82">
                  <c:v>39722</c:v>
                </c:pt>
                <c:pt idx="83">
                  <c:v>39692</c:v>
                </c:pt>
                <c:pt idx="84">
                  <c:v>39661</c:v>
                </c:pt>
                <c:pt idx="85">
                  <c:v>39630</c:v>
                </c:pt>
                <c:pt idx="86">
                  <c:v>39600</c:v>
                </c:pt>
                <c:pt idx="87">
                  <c:v>39569</c:v>
                </c:pt>
                <c:pt idx="88">
                  <c:v>39539</c:v>
                </c:pt>
                <c:pt idx="89">
                  <c:v>39508</c:v>
                </c:pt>
                <c:pt idx="90">
                  <c:v>39479</c:v>
                </c:pt>
                <c:pt idx="91">
                  <c:v>39448</c:v>
                </c:pt>
                <c:pt idx="92">
                  <c:v>39417</c:v>
                </c:pt>
                <c:pt idx="93">
                  <c:v>39387</c:v>
                </c:pt>
                <c:pt idx="94">
                  <c:v>39356</c:v>
                </c:pt>
                <c:pt idx="95">
                  <c:v>39326</c:v>
                </c:pt>
                <c:pt idx="96">
                  <c:v>39295</c:v>
                </c:pt>
                <c:pt idx="97">
                  <c:v>39264</c:v>
                </c:pt>
                <c:pt idx="98">
                  <c:v>39234</c:v>
                </c:pt>
                <c:pt idx="99">
                  <c:v>39203</c:v>
                </c:pt>
                <c:pt idx="100">
                  <c:v>39173</c:v>
                </c:pt>
                <c:pt idx="101">
                  <c:v>39142</c:v>
                </c:pt>
                <c:pt idx="102">
                  <c:v>39114</c:v>
                </c:pt>
                <c:pt idx="103">
                  <c:v>39083</c:v>
                </c:pt>
                <c:pt idx="104">
                  <c:v>39052</c:v>
                </c:pt>
                <c:pt idx="105">
                  <c:v>39022</c:v>
                </c:pt>
                <c:pt idx="106">
                  <c:v>38991</c:v>
                </c:pt>
                <c:pt idx="107">
                  <c:v>38961</c:v>
                </c:pt>
                <c:pt idx="108">
                  <c:v>38930</c:v>
                </c:pt>
                <c:pt idx="109">
                  <c:v>38899</c:v>
                </c:pt>
                <c:pt idx="110">
                  <c:v>38869</c:v>
                </c:pt>
                <c:pt idx="111">
                  <c:v>38838</c:v>
                </c:pt>
                <c:pt idx="112">
                  <c:v>38808</c:v>
                </c:pt>
                <c:pt idx="113">
                  <c:v>38777</c:v>
                </c:pt>
                <c:pt idx="114">
                  <c:v>38749</c:v>
                </c:pt>
                <c:pt idx="115">
                  <c:v>38718</c:v>
                </c:pt>
                <c:pt idx="116">
                  <c:v>38687</c:v>
                </c:pt>
                <c:pt idx="117">
                  <c:v>38657</c:v>
                </c:pt>
                <c:pt idx="118">
                  <c:v>38626</c:v>
                </c:pt>
                <c:pt idx="119">
                  <c:v>38596</c:v>
                </c:pt>
                <c:pt idx="120">
                  <c:v>38565</c:v>
                </c:pt>
                <c:pt idx="121">
                  <c:v>38534</c:v>
                </c:pt>
                <c:pt idx="122">
                  <c:v>38504</c:v>
                </c:pt>
                <c:pt idx="123">
                  <c:v>38473</c:v>
                </c:pt>
                <c:pt idx="124">
                  <c:v>38443</c:v>
                </c:pt>
                <c:pt idx="125">
                  <c:v>38412</c:v>
                </c:pt>
                <c:pt idx="126">
                  <c:v>38384</c:v>
                </c:pt>
                <c:pt idx="127">
                  <c:v>38353</c:v>
                </c:pt>
                <c:pt idx="128">
                  <c:v>38322</c:v>
                </c:pt>
                <c:pt idx="129">
                  <c:v>38292</c:v>
                </c:pt>
                <c:pt idx="130">
                  <c:v>38261</c:v>
                </c:pt>
                <c:pt idx="131">
                  <c:v>38231</c:v>
                </c:pt>
                <c:pt idx="132">
                  <c:v>38200</c:v>
                </c:pt>
                <c:pt idx="133">
                  <c:v>38169</c:v>
                </c:pt>
                <c:pt idx="134">
                  <c:v>38139</c:v>
                </c:pt>
                <c:pt idx="135">
                  <c:v>38108</c:v>
                </c:pt>
                <c:pt idx="136">
                  <c:v>38078</c:v>
                </c:pt>
                <c:pt idx="137">
                  <c:v>38047</c:v>
                </c:pt>
                <c:pt idx="138">
                  <c:v>38018</c:v>
                </c:pt>
                <c:pt idx="139">
                  <c:v>37987</c:v>
                </c:pt>
                <c:pt idx="140">
                  <c:v>37956</c:v>
                </c:pt>
                <c:pt idx="141">
                  <c:v>37926</c:v>
                </c:pt>
                <c:pt idx="142">
                  <c:v>37895</c:v>
                </c:pt>
                <c:pt idx="143">
                  <c:v>37865</c:v>
                </c:pt>
                <c:pt idx="144">
                  <c:v>37834</c:v>
                </c:pt>
                <c:pt idx="145">
                  <c:v>37803</c:v>
                </c:pt>
                <c:pt idx="146">
                  <c:v>37773</c:v>
                </c:pt>
                <c:pt idx="147">
                  <c:v>37742</c:v>
                </c:pt>
                <c:pt idx="148">
                  <c:v>37712</c:v>
                </c:pt>
                <c:pt idx="149">
                  <c:v>37681</c:v>
                </c:pt>
                <c:pt idx="150">
                  <c:v>37653</c:v>
                </c:pt>
                <c:pt idx="151">
                  <c:v>37622</c:v>
                </c:pt>
                <c:pt idx="152">
                  <c:v>37591</c:v>
                </c:pt>
                <c:pt idx="153">
                  <c:v>37561</c:v>
                </c:pt>
                <c:pt idx="154">
                  <c:v>37530</c:v>
                </c:pt>
                <c:pt idx="155">
                  <c:v>37500</c:v>
                </c:pt>
                <c:pt idx="156">
                  <c:v>37469</c:v>
                </c:pt>
                <c:pt idx="157">
                  <c:v>37438</c:v>
                </c:pt>
                <c:pt idx="158">
                  <c:v>37408</c:v>
                </c:pt>
                <c:pt idx="159">
                  <c:v>37377</c:v>
                </c:pt>
                <c:pt idx="160">
                  <c:v>37347</c:v>
                </c:pt>
                <c:pt idx="161">
                  <c:v>37316</c:v>
                </c:pt>
                <c:pt idx="162">
                  <c:v>37288</c:v>
                </c:pt>
                <c:pt idx="163">
                  <c:v>37257</c:v>
                </c:pt>
                <c:pt idx="164">
                  <c:v>37226</c:v>
                </c:pt>
                <c:pt idx="165">
                  <c:v>37196</c:v>
                </c:pt>
                <c:pt idx="166">
                  <c:v>37165</c:v>
                </c:pt>
                <c:pt idx="167">
                  <c:v>37135</c:v>
                </c:pt>
                <c:pt idx="168">
                  <c:v>37104</c:v>
                </c:pt>
                <c:pt idx="169">
                  <c:v>37073</c:v>
                </c:pt>
                <c:pt idx="170">
                  <c:v>37043</c:v>
                </c:pt>
                <c:pt idx="171">
                  <c:v>37012</c:v>
                </c:pt>
                <c:pt idx="172">
                  <c:v>36982</c:v>
                </c:pt>
                <c:pt idx="173">
                  <c:v>36951</c:v>
                </c:pt>
                <c:pt idx="174">
                  <c:v>36923</c:v>
                </c:pt>
                <c:pt idx="175">
                  <c:v>36892</c:v>
                </c:pt>
                <c:pt idx="176">
                  <c:v>36861</c:v>
                </c:pt>
                <c:pt idx="177">
                  <c:v>36831</c:v>
                </c:pt>
                <c:pt idx="178">
                  <c:v>36800</c:v>
                </c:pt>
                <c:pt idx="179">
                  <c:v>36770</c:v>
                </c:pt>
                <c:pt idx="180">
                  <c:v>36739</c:v>
                </c:pt>
                <c:pt idx="181">
                  <c:v>36708</c:v>
                </c:pt>
                <c:pt idx="182">
                  <c:v>36678</c:v>
                </c:pt>
                <c:pt idx="183">
                  <c:v>36647</c:v>
                </c:pt>
                <c:pt idx="184">
                  <c:v>36617</c:v>
                </c:pt>
                <c:pt idx="185">
                  <c:v>36586</c:v>
                </c:pt>
                <c:pt idx="186">
                  <c:v>36557</c:v>
                </c:pt>
                <c:pt idx="187">
                  <c:v>36526</c:v>
                </c:pt>
                <c:pt idx="188">
                  <c:v>36495</c:v>
                </c:pt>
                <c:pt idx="189">
                  <c:v>36465</c:v>
                </c:pt>
                <c:pt idx="190">
                  <c:v>36434</c:v>
                </c:pt>
                <c:pt idx="191">
                  <c:v>36404</c:v>
                </c:pt>
                <c:pt idx="192">
                  <c:v>36373</c:v>
                </c:pt>
                <c:pt idx="193">
                  <c:v>36342</c:v>
                </c:pt>
                <c:pt idx="194">
                  <c:v>36312</c:v>
                </c:pt>
                <c:pt idx="195">
                  <c:v>36281</c:v>
                </c:pt>
                <c:pt idx="196">
                  <c:v>36251</c:v>
                </c:pt>
                <c:pt idx="197">
                  <c:v>36220</c:v>
                </c:pt>
                <c:pt idx="198">
                  <c:v>36192</c:v>
                </c:pt>
                <c:pt idx="199">
                  <c:v>36161</c:v>
                </c:pt>
                <c:pt idx="200">
                  <c:v>36130</c:v>
                </c:pt>
                <c:pt idx="201">
                  <c:v>36100</c:v>
                </c:pt>
                <c:pt idx="202">
                  <c:v>36069</c:v>
                </c:pt>
                <c:pt idx="203">
                  <c:v>36039</c:v>
                </c:pt>
                <c:pt idx="204">
                  <c:v>36008</c:v>
                </c:pt>
                <c:pt idx="205">
                  <c:v>35977</c:v>
                </c:pt>
                <c:pt idx="206">
                  <c:v>35947</c:v>
                </c:pt>
                <c:pt idx="207">
                  <c:v>35916</c:v>
                </c:pt>
                <c:pt idx="208">
                  <c:v>35886</c:v>
                </c:pt>
                <c:pt idx="209">
                  <c:v>35855</c:v>
                </c:pt>
                <c:pt idx="210">
                  <c:v>35827</c:v>
                </c:pt>
                <c:pt idx="211">
                  <c:v>35796</c:v>
                </c:pt>
                <c:pt idx="212">
                  <c:v>35765</c:v>
                </c:pt>
                <c:pt idx="213">
                  <c:v>35735</c:v>
                </c:pt>
                <c:pt idx="214">
                  <c:v>35704</c:v>
                </c:pt>
                <c:pt idx="215">
                  <c:v>35674</c:v>
                </c:pt>
                <c:pt idx="216">
                  <c:v>35643</c:v>
                </c:pt>
                <c:pt idx="217">
                  <c:v>35612</c:v>
                </c:pt>
                <c:pt idx="218">
                  <c:v>35582</c:v>
                </c:pt>
                <c:pt idx="219">
                  <c:v>35551</c:v>
                </c:pt>
                <c:pt idx="220">
                  <c:v>35521</c:v>
                </c:pt>
                <c:pt idx="221">
                  <c:v>35490</c:v>
                </c:pt>
                <c:pt idx="222">
                  <c:v>35462</c:v>
                </c:pt>
                <c:pt idx="223">
                  <c:v>35431</c:v>
                </c:pt>
                <c:pt idx="224">
                  <c:v>35400</c:v>
                </c:pt>
                <c:pt idx="225">
                  <c:v>35370</c:v>
                </c:pt>
                <c:pt idx="226">
                  <c:v>35339</c:v>
                </c:pt>
                <c:pt idx="227">
                  <c:v>35309</c:v>
                </c:pt>
                <c:pt idx="228">
                  <c:v>35278</c:v>
                </c:pt>
                <c:pt idx="229">
                  <c:v>35247</c:v>
                </c:pt>
                <c:pt idx="230">
                  <c:v>35217</c:v>
                </c:pt>
                <c:pt idx="231">
                  <c:v>35186</c:v>
                </c:pt>
                <c:pt idx="232">
                  <c:v>35156</c:v>
                </c:pt>
                <c:pt idx="233">
                  <c:v>35125</c:v>
                </c:pt>
                <c:pt idx="234">
                  <c:v>35096</c:v>
                </c:pt>
                <c:pt idx="235">
                  <c:v>35065</c:v>
                </c:pt>
                <c:pt idx="236">
                  <c:v>35034</c:v>
                </c:pt>
                <c:pt idx="237">
                  <c:v>35004</c:v>
                </c:pt>
                <c:pt idx="238">
                  <c:v>34973</c:v>
                </c:pt>
                <c:pt idx="239">
                  <c:v>34943</c:v>
                </c:pt>
                <c:pt idx="240">
                  <c:v>34912</c:v>
                </c:pt>
                <c:pt idx="241">
                  <c:v>34881</c:v>
                </c:pt>
                <c:pt idx="242">
                  <c:v>34851</c:v>
                </c:pt>
                <c:pt idx="243">
                  <c:v>34820</c:v>
                </c:pt>
                <c:pt idx="244">
                  <c:v>34790</c:v>
                </c:pt>
                <c:pt idx="245">
                  <c:v>34759</c:v>
                </c:pt>
                <c:pt idx="246">
                  <c:v>34731</c:v>
                </c:pt>
                <c:pt idx="247">
                  <c:v>34700</c:v>
                </c:pt>
                <c:pt idx="248">
                  <c:v>34669</c:v>
                </c:pt>
                <c:pt idx="249">
                  <c:v>34639</c:v>
                </c:pt>
                <c:pt idx="250">
                  <c:v>34608</c:v>
                </c:pt>
                <c:pt idx="251">
                  <c:v>34578</c:v>
                </c:pt>
                <c:pt idx="252">
                  <c:v>34547</c:v>
                </c:pt>
                <c:pt idx="253">
                  <c:v>34516</c:v>
                </c:pt>
                <c:pt idx="254">
                  <c:v>34486</c:v>
                </c:pt>
                <c:pt idx="255">
                  <c:v>34455</c:v>
                </c:pt>
                <c:pt idx="256">
                  <c:v>34425</c:v>
                </c:pt>
                <c:pt idx="257">
                  <c:v>34394</c:v>
                </c:pt>
                <c:pt idx="258">
                  <c:v>34366</c:v>
                </c:pt>
                <c:pt idx="259">
                  <c:v>34335</c:v>
                </c:pt>
              </c:numCache>
            </c:numRef>
          </c:cat>
          <c:val>
            <c:numRef>
              <c:f>Sheet5!$R$4:$R$263</c:f>
              <c:numCache>
                <c:formatCode>General</c:formatCode>
                <c:ptCount val="260"/>
                <c:pt idx="0">
                  <c:v>14.99270413989835</c:v>
                </c:pt>
                <c:pt idx="1">
                  <c:v>20.710495859372848</c:v>
                </c:pt>
                <c:pt idx="2">
                  <c:v>25.850689110217601</c:v>
                </c:pt>
                <c:pt idx="3">
                  <c:v>23.995858009488149</c:v>
                </c:pt>
                <c:pt idx="4">
                  <c:v>26.639526639872802</c:v>
                </c:pt>
                <c:pt idx="5">
                  <c:v>27.274366184815353</c:v>
                </c:pt>
                <c:pt idx="6">
                  <c:v>21.339010031819399</c:v>
                </c:pt>
                <c:pt idx="7">
                  <c:v>19.305548737888952</c:v>
                </c:pt>
                <c:pt idx="8">
                  <c:v>17.8326112530508</c:v>
                </c:pt>
                <c:pt idx="9">
                  <c:v>14.458807509614898</c:v>
                </c:pt>
                <c:pt idx="10">
                  <c:v>14.998991206134448</c:v>
                </c:pt>
                <c:pt idx="11">
                  <c:v>15.223875673512049</c:v>
                </c:pt>
                <c:pt idx="12">
                  <c:v>15.391083215753252</c:v>
                </c:pt>
                <c:pt idx="13">
                  <c:v>14.2509500135066</c:v>
                </c:pt>
                <c:pt idx="14">
                  <c:v>11.29193303532805</c:v>
                </c:pt>
                <c:pt idx="15">
                  <c:v>11.342790141266549</c:v>
                </c:pt>
                <c:pt idx="16">
                  <c:v>11.3967549728613</c:v>
                </c:pt>
                <c:pt idx="17">
                  <c:v>8.8546443420056011</c:v>
                </c:pt>
                <c:pt idx="18">
                  <c:v>8.9588617124252998</c:v>
                </c:pt>
                <c:pt idx="19">
                  <c:v>17.173939918051602</c:v>
                </c:pt>
                <c:pt idx="20">
                  <c:v>18.016408992316148</c:v>
                </c:pt>
                <c:pt idx="21">
                  <c:v>12.016730185822951</c:v>
                </c:pt>
                <c:pt idx="22">
                  <c:v>12.466148574573099</c:v>
                </c:pt>
                <c:pt idx="23">
                  <c:v>15.961952039461149</c:v>
                </c:pt>
                <c:pt idx="24">
                  <c:v>21.581300904284799</c:v>
                </c:pt>
                <c:pt idx="25">
                  <c:v>31.677385955418359</c:v>
                </c:pt>
                <c:pt idx="26">
                  <c:v>35.68148021407179</c:v>
                </c:pt>
                <c:pt idx="27">
                  <c:v>39.112425450236898</c:v>
                </c:pt>
                <c:pt idx="28">
                  <c:v>45.356882320509428</c:v>
                </c:pt>
                <c:pt idx="29">
                  <c:v>49.099200091407781</c:v>
                </c:pt>
                <c:pt idx="30">
                  <c:v>58.814464667566355</c:v>
                </c:pt>
                <c:pt idx="31">
                  <c:v>69.106893333351181</c:v>
                </c:pt>
                <c:pt idx="32">
                  <c:v>75.169809781967643</c:v>
                </c:pt>
                <c:pt idx="33">
                  <c:v>66.60204990349078</c:v>
                </c:pt>
                <c:pt idx="34">
                  <c:v>60.370025622833651</c:v>
                </c:pt>
                <c:pt idx="35">
                  <c:v>63.028836508743865</c:v>
                </c:pt>
                <c:pt idx="36">
                  <c:v>56.288978927176174</c:v>
                </c:pt>
                <c:pt idx="37">
                  <c:v>48.827095427509775</c:v>
                </c:pt>
                <c:pt idx="38">
                  <c:v>45.706568757477427</c:v>
                </c:pt>
                <c:pt idx="39">
                  <c:v>43.863993857681216</c:v>
                </c:pt>
                <c:pt idx="40">
                  <c:v>55.483237151708828</c:v>
                </c:pt>
                <c:pt idx="41">
                  <c:v>54.476979399949819</c:v>
                </c:pt>
                <c:pt idx="42">
                  <c:v>52.611272075780384</c:v>
                </c:pt>
                <c:pt idx="43">
                  <c:v>50.496487798668795</c:v>
                </c:pt>
                <c:pt idx="44">
                  <c:v>43.33112432643042</c:v>
                </c:pt>
                <c:pt idx="45">
                  <c:v>44.333723489231467</c:v>
                </c:pt>
                <c:pt idx="46">
                  <c:v>30.864204004663399</c:v>
                </c:pt>
                <c:pt idx="47">
                  <c:v>22.425842735108901</c:v>
                </c:pt>
                <c:pt idx="48">
                  <c:v>26.387275998639247</c:v>
                </c:pt>
                <c:pt idx="49">
                  <c:v>22.9426922214952</c:v>
                </c:pt>
                <c:pt idx="50">
                  <c:v>19.2719988786824</c:v>
                </c:pt>
                <c:pt idx="51">
                  <c:v>24.591646209753797</c:v>
                </c:pt>
                <c:pt idx="52">
                  <c:v>27.722718580959061</c:v>
                </c:pt>
                <c:pt idx="53">
                  <c:v>37.987772300534701</c:v>
                </c:pt>
                <c:pt idx="54">
                  <c:v>50.029762532209958</c:v>
                </c:pt>
                <c:pt idx="55">
                  <c:v>68.703660793511105</c:v>
                </c:pt>
                <c:pt idx="56">
                  <c:v>73.907466776631452</c:v>
                </c:pt>
                <c:pt idx="57">
                  <c:v>63.964602614663875</c:v>
                </c:pt>
                <c:pt idx="58">
                  <c:v>56.809875645794747</c:v>
                </c:pt>
                <c:pt idx="59">
                  <c:v>44.776774004852065</c:v>
                </c:pt>
                <c:pt idx="60">
                  <c:v>33.486300352950508</c:v>
                </c:pt>
                <c:pt idx="61">
                  <c:v>27.358897486792998</c:v>
                </c:pt>
                <c:pt idx="62">
                  <c:v>24.4662752455381</c:v>
                </c:pt>
                <c:pt idx="63">
                  <c:v>26.695976445115949</c:v>
                </c:pt>
                <c:pt idx="64">
                  <c:v>27.549756666611103</c:v>
                </c:pt>
                <c:pt idx="65">
                  <c:v>27.359595047910251</c:v>
                </c:pt>
                <c:pt idx="66">
                  <c:v>30.714031224402898</c:v>
                </c:pt>
                <c:pt idx="67">
                  <c:v>33.049467926091651</c:v>
                </c:pt>
                <c:pt idx="68">
                  <c:v>32.236354692337898</c:v>
                </c:pt>
                <c:pt idx="69">
                  <c:v>41.759794239777634</c:v>
                </c:pt>
                <c:pt idx="70">
                  <c:v>43.254941990544751</c:v>
                </c:pt>
                <c:pt idx="71">
                  <c:v>44.300617281018702</c:v>
                </c:pt>
                <c:pt idx="72">
                  <c:v>56.21673219918457</c:v>
                </c:pt>
                <c:pt idx="73">
                  <c:v>99.995904418962652</c:v>
                </c:pt>
                <c:pt idx="74">
                  <c:v>102.22923533043156</c:v>
                </c:pt>
                <c:pt idx="75">
                  <c:v>84.881718509741475</c:v>
                </c:pt>
                <c:pt idx="76">
                  <c:v>83.069986689449934</c:v>
                </c:pt>
                <c:pt idx="77">
                  <c:v>84.978917772521726</c:v>
                </c:pt>
                <c:pt idx="78">
                  <c:v>62.780867537362298</c:v>
                </c:pt>
                <c:pt idx="79">
                  <c:v>15.453875277129001</c:v>
                </c:pt>
                <c:pt idx="80">
                  <c:v>13.160280417528499</c:v>
                </c:pt>
                <c:pt idx="81">
                  <c:v>16.430697136384051</c:v>
                </c:pt>
                <c:pt idx="82">
                  <c:v>8.691657879450899</c:v>
                </c:pt>
                <c:pt idx="83">
                  <c:v>9.2518164433191004</c:v>
                </c:pt>
                <c:pt idx="84">
                  <c:v>27.848786572939865</c:v>
                </c:pt>
                <c:pt idx="85">
                  <c:v>38.874925217722833</c:v>
                </c:pt>
                <c:pt idx="86">
                  <c:v>44.402854812688631</c:v>
                </c:pt>
                <c:pt idx="87">
                  <c:v>41.225061001202484</c:v>
                </c:pt>
                <c:pt idx="88">
                  <c:v>46.141315172583631</c:v>
                </c:pt>
                <c:pt idx="89">
                  <c:v>54.126096074945778</c:v>
                </c:pt>
                <c:pt idx="90">
                  <c:v>20.821715324397029</c:v>
                </c:pt>
                <c:pt idx="91">
                  <c:v>17.697892976916201</c:v>
                </c:pt>
                <c:pt idx="92">
                  <c:v>11.359474550048599</c:v>
                </c:pt>
                <c:pt idx="93">
                  <c:v>10.185809591754499</c:v>
                </c:pt>
                <c:pt idx="94">
                  <c:v>7.6357432400515997</c:v>
                </c:pt>
                <c:pt idx="95">
                  <c:v>6.0646387919542004</c:v>
                </c:pt>
                <c:pt idx="96">
                  <c:v>5.9787920491452997</c:v>
                </c:pt>
                <c:pt idx="97">
                  <c:v>12.314770151550599</c:v>
                </c:pt>
                <c:pt idx="98">
                  <c:v>15.193960394055301</c:v>
                </c:pt>
                <c:pt idx="99">
                  <c:v>15.547402785226151</c:v>
                </c:pt>
                <c:pt idx="100">
                  <c:v>12.874179900622551</c:v>
                </c:pt>
                <c:pt idx="101">
                  <c:v>13.344404425807848</c:v>
                </c:pt>
                <c:pt idx="102">
                  <c:v>18.216073168198747</c:v>
                </c:pt>
                <c:pt idx="103">
                  <c:v>13.835238027806952</c:v>
                </c:pt>
                <c:pt idx="104">
                  <c:v>9.9975688596237493</c:v>
                </c:pt>
                <c:pt idx="105">
                  <c:v>8.7726177872426998</c:v>
                </c:pt>
                <c:pt idx="106">
                  <c:v>6.1083543060517993</c:v>
                </c:pt>
                <c:pt idx="107">
                  <c:v>3.4209483631117701</c:v>
                </c:pt>
                <c:pt idx="108">
                  <c:v>3.710952540278615</c:v>
                </c:pt>
                <c:pt idx="109">
                  <c:v>4.2675980663875999</c:v>
                </c:pt>
                <c:pt idx="110">
                  <c:v>4.9702000928310595</c:v>
                </c:pt>
                <c:pt idx="111">
                  <c:v>6.2991548289635002</c:v>
                </c:pt>
                <c:pt idx="112">
                  <c:v>6.9949389542610998</c:v>
                </c:pt>
                <c:pt idx="113">
                  <c:v>8.2655664840551495</c:v>
                </c:pt>
                <c:pt idx="114">
                  <c:v>6.9687317320246498</c:v>
                </c:pt>
                <c:pt idx="115">
                  <c:v>6.7643833101974495</c:v>
                </c:pt>
                <c:pt idx="116">
                  <c:v>9.4044177076072497</c:v>
                </c:pt>
                <c:pt idx="117">
                  <c:v>13.4215182238541</c:v>
                </c:pt>
                <c:pt idx="118">
                  <c:v>13.846885455699901</c:v>
                </c:pt>
                <c:pt idx="119">
                  <c:v>16.197676723827801</c:v>
                </c:pt>
                <c:pt idx="120">
                  <c:v>21.048821052436352</c:v>
                </c:pt>
                <c:pt idx="121">
                  <c:v>16.1352454769752</c:v>
                </c:pt>
                <c:pt idx="122">
                  <c:v>13.994287256656401</c:v>
                </c:pt>
                <c:pt idx="123">
                  <c:v>13.058930392789749</c:v>
                </c:pt>
                <c:pt idx="124">
                  <c:v>18.574463491855951</c:v>
                </c:pt>
                <c:pt idx="125">
                  <c:v>17.210430242744</c:v>
                </c:pt>
                <c:pt idx="126">
                  <c:v>16.958658200151049</c:v>
                </c:pt>
                <c:pt idx="127">
                  <c:v>17.663976946657151</c:v>
                </c:pt>
                <c:pt idx="128">
                  <c:v>18.057552854176901</c:v>
                </c:pt>
                <c:pt idx="129">
                  <c:v>17.296019697261951</c:v>
                </c:pt>
                <c:pt idx="130">
                  <c:v>15.933344291971599</c:v>
                </c:pt>
                <c:pt idx="131">
                  <c:v>14.061493770674049</c:v>
                </c:pt>
                <c:pt idx="132">
                  <c:v>11.0594490182885</c:v>
                </c:pt>
                <c:pt idx="133">
                  <c:v>11.157889962186749</c:v>
                </c:pt>
                <c:pt idx="134">
                  <c:v>16.592468367573602</c:v>
                </c:pt>
                <c:pt idx="135">
                  <c:v>28.95360902303895</c:v>
                </c:pt>
                <c:pt idx="136">
                  <c:v>22.770869285967148</c:v>
                </c:pt>
                <c:pt idx="137">
                  <c:v>21.84962262495085</c:v>
                </c:pt>
                <c:pt idx="138">
                  <c:v>19.73497009616915</c:v>
                </c:pt>
                <c:pt idx="139">
                  <c:v>33.362778411491021</c:v>
                </c:pt>
                <c:pt idx="140">
                  <c:v>49.840390899394237</c:v>
                </c:pt>
                <c:pt idx="141">
                  <c:v>47.479580917564491</c:v>
                </c:pt>
                <c:pt idx="142">
                  <c:v>54.043488489576845</c:v>
                </c:pt>
                <c:pt idx="143">
                  <c:v>72.592348403955725</c:v>
                </c:pt>
                <c:pt idx="144">
                  <c:v>102.22177826520952</c:v>
                </c:pt>
                <c:pt idx="145">
                  <c:v>75.547915422205719</c:v>
                </c:pt>
                <c:pt idx="146">
                  <c:v>55.69419331297928</c:v>
                </c:pt>
                <c:pt idx="147">
                  <c:v>59.392211755516485</c:v>
                </c:pt>
                <c:pt idx="148">
                  <c:v>66.280962919435339</c:v>
                </c:pt>
                <c:pt idx="149">
                  <c:v>75.330284748496041</c:v>
                </c:pt>
                <c:pt idx="150">
                  <c:v>78.254481054736488</c:v>
                </c:pt>
                <c:pt idx="151">
                  <c:v>80.559826837564586</c:v>
                </c:pt>
                <c:pt idx="152">
                  <c:v>77.930701503276183</c:v>
                </c:pt>
                <c:pt idx="153">
                  <c:v>80.233132872358439</c:v>
                </c:pt>
                <c:pt idx="154">
                  <c:v>61.340333961329549</c:v>
                </c:pt>
                <c:pt idx="155">
                  <c:v>44.616346512766128</c:v>
                </c:pt>
                <c:pt idx="156">
                  <c:v>28.254412935449267</c:v>
                </c:pt>
                <c:pt idx="157">
                  <c:v>20.046547717657901</c:v>
                </c:pt>
                <c:pt idx="158">
                  <c:v>16.690796797748899</c:v>
                </c:pt>
                <c:pt idx="159">
                  <c:v>26.010442165811817</c:v>
                </c:pt>
                <c:pt idx="160">
                  <c:v>39.545900002515978</c:v>
                </c:pt>
                <c:pt idx="161">
                  <c:v>37.23670116067882</c:v>
                </c:pt>
                <c:pt idx="162">
                  <c:v>36.171980693553223</c:v>
                </c:pt>
                <c:pt idx="163">
                  <c:v>48.436119671435421</c:v>
                </c:pt>
                <c:pt idx="164">
                  <c:v>50.679007476286031</c:v>
                </c:pt>
                <c:pt idx="165">
                  <c:v>32.723345909670797</c:v>
                </c:pt>
                <c:pt idx="166">
                  <c:v>23.640297670285328</c:v>
                </c:pt>
                <c:pt idx="167">
                  <c:v>18.856618086172951</c:v>
                </c:pt>
                <c:pt idx="168">
                  <c:v>18.817562227340701</c:v>
                </c:pt>
                <c:pt idx="169">
                  <c:v>19.12323308257815</c:v>
                </c:pt>
                <c:pt idx="170">
                  <c:v>22.511056347269051</c:v>
                </c:pt>
                <c:pt idx="171">
                  <c:v>26.8717863085412</c:v>
                </c:pt>
                <c:pt idx="172">
                  <c:v>24.583442545333451</c:v>
                </c:pt>
                <c:pt idx="173">
                  <c:v>25.777281490428098</c:v>
                </c:pt>
                <c:pt idx="174">
                  <c:v>19.186524468677497</c:v>
                </c:pt>
                <c:pt idx="175">
                  <c:v>11.494423054754801</c:v>
                </c:pt>
                <c:pt idx="176">
                  <c:v>10.073972905629649</c:v>
                </c:pt>
                <c:pt idx="177">
                  <c:v>8.6291616184223994</c:v>
                </c:pt>
                <c:pt idx="178">
                  <c:v>7.0169131415021502</c:v>
                </c:pt>
                <c:pt idx="179">
                  <c:v>5.4390526263248997</c:v>
                </c:pt>
                <c:pt idx="180">
                  <c:v>4.0065605692496895</c:v>
                </c:pt>
                <c:pt idx="181">
                  <c:v>2.21149032202934</c:v>
                </c:pt>
                <c:pt idx="182">
                  <c:v>4.23900977877984</c:v>
                </c:pt>
                <c:pt idx="183">
                  <c:v>3.3871290823603504</c:v>
                </c:pt>
                <c:pt idx="184">
                  <c:v>2.6708229391665301</c:v>
                </c:pt>
                <c:pt idx="185">
                  <c:v>3.1975071792098948</c:v>
                </c:pt>
                <c:pt idx="186">
                  <c:v>5.56001783438</c:v>
                </c:pt>
                <c:pt idx="187">
                  <c:v>6.9916172244057497</c:v>
                </c:pt>
                <c:pt idx="188">
                  <c:v>5.4811858756821001</c:v>
                </c:pt>
                <c:pt idx="189">
                  <c:v>6.1276044043140496</c:v>
                </c:pt>
                <c:pt idx="190">
                  <c:v>4.876252127344805</c:v>
                </c:pt>
                <c:pt idx="191">
                  <c:v>7.4338143433240491</c:v>
                </c:pt>
                <c:pt idx="192">
                  <c:v>8.6458601280059497</c:v>
                </c:pt>
                <c:pt idx="193">
                  <c:v>15.501916725186602</c:v>
                </c:pt>
                <c:pt idx="194">
                  <c:v>22.702137496901351</c:v>
                </c:pt>
                <c:pt idx="195">
                  <c:v>21.241494971850464</c:v>
                </c:pt>
                <c:pt idx="196">
                  <c:v>39.542968620442721</c:v>
                </c:pt>
                <c:pt idx="197">
                  <c:v>42.956332850700605</c:v>
                </c:pt>
                <c:pt idx="198">
                  <c:v>46.897544952360697</c:v>
                </c:pt>
                <c:pt idx="199">
                  <c:v>51.445711768017247</c:v>
                </c:pt>
                <c:pt idx="200">
                  <c:v>57.293049687664094</c:v>
                </c:pt>
                <c:pt idx="201">
                  <c:v>56.566511499855515</c:v>
                </c:pt>
                <c:pt idx="202">
                  <c:v>38.67424015515364</c:v>
                </c:pt>
                <c:pt idx="203">
                  <c:v>37.673247803541649</c:v>
                </c:pt>
                <c:pt idx="204">
                  <c:v>43.207753095895853</c:v>
                </c:pt>
                <c:pt idx="205">
                  <c:v>33.376788919507611</c:v>
                </c:pt>
                <c:pt idx="206">
                  <c:v>33.585895642682459</c:v>
                </c:pt>
                <c:pt idx="207">
                  <c:v>35.005944086912407</c:v>
                </c:pt>
                <c:pt idx="208">
                  <c:v>38.526129422982606</c:v>
                </c:pt>
                <c:pt idx="209">
                  <c:v>39.845967253318108</c:v>
                </c:pt>
                <c:pt idx="210">
                  <c:v>28.484678817292146</c:v>
                </c:pt>
                <c:pt idx="211">
                  <c:v>26.011033294423104</c:v>
                </c:pt>
                <c:pt idx="212">
                  <c:v>23.595465347936599</c:v>
                </c:pt>
                <c:pt idx="213">
                  <c:v>20.43602840935095</c:v>
                </c:pt>
                <c:pt idx="214">
                  <c:v>18.967019884838702</c:v>
                </c:pt>
                <c:pt idx="215">
                  <c:v>19.860828365817852</c:v>
                </c:pt>
                <c:pt idx="216">
                  <c:v>15.82416318243075</c:v>
                </c:pt>
                <c:pt idx="217">
                  <c:v>11.1428579403747</c:v>
                </c:pt>
                <c:pt idx="218">
                  <c:v>7.6832933827335994</c:v>
                </c:pt>
                <c:pt idx="219">
                  <c:v>11.5793144583401</c:v>
                </c:pt>
                <c:pt idx="220">
                  <c:v>16.547812162815749</c:v>
                </c:pt>
                <c:pt idx="221">
                  <c:v>13.10993495862785</c:v>
                </c:pt>
                <c:pt idx="222">
                  <c:v>17.1713510320781</c:v>
                </c:pt>
                <c:pt idx="223">
                  <c:v>17.331707906516151</c:v>
                </c:pt>
                <c:pt idx="224">
                  <c:v>12.068299076896951</c:v>
                </c:pt>
                <c:pt idx="225">
                  <c:v>7.1783359156414495</c:v>
                </c:pt>
                <c:pt idx="226">
                  <c:v>10.2746434987765</c:v>
                </c:pt>
                <c:pt idx="227">
                  <c:v>6.6018317866203509</c:v>
                </c:pt>
                <c:pt idx="228">
                  <c:v>6.47025970769681</c:v>
                </c:pt>
                <c:pt idx="229">
                  <c:v>9.0439751268121586</c:v>
                </c:pt>
                <c:pt idx="230">
                  <c:v>11.138644534601861</c:v>
                </c:pt>
                <c:pt idx="231">
                  <c:v>15.097725419418358</c:v>
                </c:pt>
                <c:pt idx="232">
                  <c:v>26.113258893900358</c:v>
                </c:pt>
                <c:pt idx="233">
                  <c:v>29.196904339393662</c:v>
                </c:pt>
                <c:pt idx="234">
                  <c:v>25.907775916453602</c:v>
                </c:pt>
                <c:pt idx="235">
                  <c:v>21.554298933660952</c:v>
                </c:pt>
                <c:pt idx="236">
                  <c:v>20.092710404600101</c:v>
                </c:pt>
                <c:pt idx="237">
                  <c:v>18.4547579537724</c:v>
                </c:pt>
                <c:pt idx="238">
                  <c:v>14.36205139690715</c:v>
                </c:pt>
                <c:pt idx="239">
                  <c:v>19.114750718816751</c:v>
                </c:pt>
                <c:pt idx="240">
                  <c:v>19.822474861840149</c:v>
                </c:pt>
                <c:pt idx="241">
                  <c:v>12.974314914382351</c:v>
                </c:pt>
                <c:pt idx="242">
                  <c:v>7.8210603174294002</c:v>
                </c:pt>
                <c:pt idx="243">
                  <c:v>6.762444334281251</c:v>
                </c:pt>
                <c:pt idx="244">
                  <c:v>4.1191282085036205</c:v>
                </c:pt>
                <c:pt idx="245">
                  <c:v>1.98570142490079</c:v>
                </c:pt>
                <c:pt idx="246">
                  <c:v>1.8453089834908101</c:v>
                </c:pt>
                <c:pt idx="247">
                  <c:v>1.88803281787765</c:v>
                </c:pt>
                <c:pt idx="248">
                  <c:v>3.4896921512445251</c:v>
                </c:pt>
                <c:pt idx="249">
                  <c:v>4.7782432768059806</c:v>
                </c:pt>
                <c:pt idx="250">
                  <c:v>5.4327828250993999</c:v>
                </c:pt>
                <c:pt idx="251">
                  <c:v>4.9578509142431555</c:v>
                </c:pt>
                <c:pt idx="252">
                  <c:v>6.1888152075849003</c:v>
                </c:pt>
                <c:pt idx="253">
                  <c:v>5.3486705106152002</c:v>
                </c:pt>
                <c:pt idx="254">
                  <c:v>7.6793067753367001</c:v>
                </c:pt>
                <c:pt idx="255">
                  <c:v>19.595973181531754</c:v>
                </c:pt>
                <c:pt idx="256">
                  <c:v>40.83280912277479</c:v>
                </c:pt>
                <c:pt idx="257">
                  <c:v>52.293711808934717</c:v>
                </c:pt>
                <c:pt idx="258">
                  <c:v>67.741235543040801</c:v>
                </c:pt>
                <c:pt idx="259">
                  <c:v>48.201664696415527</c:v>
                </c:pt>
              </c:numCache>
            </c:numRef>
          </c:val>
          <c:smooth val="0"/>
        </c:ser>
        <c:dLbls>
          <c:showLegendKey val="0"/>
          <c:showVal val="0"/>
          <c:showCatName val="0"/>
          <c:showSerName val="0"/>
          <c:showPercent val="0"/>
          <c:showBubbleSize val="0"/>
        </c:dLbls>
        <c:marker val="1"/>
        <c:smooth val="0"/>
        <c:axId val="179680976"/>
        <c:axId val="179682544"/>
      </c:lineChart>
      <c:lineChart>
        <c:grouping val="standard"/>
        <c:varyColors val="0"/>
        <c:ser>
          <c:idx val="1"/>
          <c:order val="1"/>
          <c:tx>
            <c:strRef>
              <c:f>Sheet5!$Q$1</c:f>
              <c:strCache>
                <c:ptCount val="1"/>
                <c:pt idx="0">
                  <c:v>Credit Availability</c:v>
                </c:pt>
              </c:strCache>
            </c:strRef>
          </c:tx>
          <c:spPr>
            <a:ln w="28575" cap="rnd">
              <a:solidFill>
                <a:srgbClr val="FFC000"/>
              </a:solidFill>
              <a:round/>
            </a:ln>
            <a:effectLst/>
          </c:spPr>
          <c:marker>
            <c:symbol val="none"/>
          </c:marker>
          <c:cat>
            <c:numRef>
              <c:f>Sheet5!$O$4:$O$263</c:f>
              <c:numCache>
                <c:formatCode>m/d/yyyy</c:formatCode>
                <c:ptCount val="260"/>
                <c:pt idx="0">
                  <c:v>42217</c:v>
                </c:pt>
                <c:pt idx="1">
                  <c:v>42186</c:v>
                </c:pt>
                <c:pt idx="2">
                  <c:v>42156</c:v>
                </c:pt>
                <c:pt idx="3">
                  <c:v>42125</c:v>
                </c:pt>
                <c:pt idx="4">
                  <c:v>42095</c:v>
                </c:pt>
                <c:pt idx="5">
                  <c:v>42064</c:v>
                </c:pt>
                <c:pt idx="6">
                  <c:v>42036</c:v>
                </c:pt>
                <c:pt idx="7">
                  <c:v>42005</c:v>
                </c:pt>
                <c:pt idx="8">
                  <c:v>41974</c:v>
                </c:pt>
                <c:pt idx="9">
                  <c:v>41944</c:v>
                </c:pt>
                <c:pt idx="10">
                  <c:v>41913</c:v>
                </c:pt>
                <c:pt idx="11">
                  <c:v>41883</c:v>
                </c:pt>
                <c:pt idx="12">
                  <c:v>41852</c:v>
                </c:pt>
                <c:pt idx="13">
                  <c:v>41821</c:v>
                </c:pt>
                <c:pt idx="14">
                  <c:v>41791</c:v>
                </c:pt>
                <c:pt idx="15">
                  <c:v>41760</c:v>
                </c:pt>
                <c:pt idx="16">
                  <c:v>41730</c:v>
                </c:pt>
                <c:pt idx="17">
                  <c:v>41699</c:v>
                </c:pt>
                <c:pt idx="18">
                  <c:v>41671</c:v>
                </c:pt>
                <c:pt idx="19">
                  <c:v>41640</c:v>
                </c:pt>
                <c:pt idx="20">
                  <c:v>41609</c:v>
                </c:pt>
                <c:pt idx="21">
                  <c:v>41579</c:v>
                </c:pt>
                <c:pt idx="22">
                  <c:v>41548</c:v>
                </c:pt>
                <c:pt idx="23">
                  <c:v>41518</c:v>
                </c:pt>
                <c:pt idx="24">
                  <c:v>41487</c:v>
                </c:pt>
                <c:pt idx="25">
                  <c:v>41456</c:v>
                </c:pt>
                <c:pt idx="26">
                  <c:v>41426</c:v>
                </c:pt>
                <c:pt idx="27">
                  <c:v>41395</c:v>
                </c:pt>
                <c:pt idx="28">
                  <c:v>41365</c:v>
                </c:pt>
                <c:pt idx="29">
                  <c:v>41334</c:v>
                </c:pt>
                <c:pt idx="30">
                  <c:v>41306</c:v>
                </c:pt>
                <c:pt idx="31">
                  <c:v>41275</c:v>
                </c:pt>
                <c:pt idx="32">
                  <c:v>41244</c:v>
                </c:pt>
                <c:pt idx="33">
                  <c:v>41214</c:v>
                </c:pt>
                <c:pt idx="34">
                  <c:v>41183</c:v>
                </c:pt>
                <c:pt idx="35">
                  <c:v>41153</c:v>
                </c:pt>
                <c:pt idx="36">
                  <c:v>41122</c:v>
                </c:pt>
                <c:pt idx="37">
                  <c:v>41091</c:v>
                </c:pt>
                <c:pt idx="38">
                  <c:v>41061</c:v>
                </c:pt>
                <c:pt idx="39">
                  <c:v>41030</c:v>
                </c:pt>
                <c:pt idx="40">
                  <c:v>41000</c:v>
                </c:pt>
                <c:pt idx="41">
                  <c:v>40969</c:v>
                </c:pt>
                <c:pt idx="42">
                  <c:v>40940</c:v>
                </c:pt>
                <c:pt idx="43">
                  <c:v>40909</c:v>
                </c:pt>
                <c:pt idx="44">
                  <c:v>40878</c:v>
                </c:pt>
                <c:pt idx="45">
                  <c:v>40848</c:v>
                </c:pt>
                <c:pt idx="46">
                  <c:v>40817</c:v>
                </c:pt>
                <c:pt idx="47">
                  <c:v>40787</c:v>
                </c:pt>
                <c:pt idx="48">
                  <c:v>40756</c:v>
                </c:pt>
                <c:pt idx="49">
                  <c:v>40725</c:v>
                </c:pt>
                <c:pt idx="50">
                  <c:v>40695</c:v>
                </c:pt>
                <c:pt idx="51">
                  <c:v>40664</c:v>
                </c:pt>
                <c:pt idx="52">
                  <c:v>40634</c:v>
                </c:pt>
                <c:pt idx="53">
                  <c:v>40603</c:v>
                </c:pt>
                <c:pt idx="54">
                  <c:v>40575</c:v>
                </c:pt>
                <c:pt idx="55">
                  <c:v>40544</c:v>
                </c:pt>
                <c:pt idx="56">
                  <c:v>40513</c:v>
                </c:pt>
                <c:pt idx="57">
                  <c:v>40483</c:v>
                </c:pt>
                <c:pt idx="58">
                  <c:v>40452</c:v>
                </c:pt>
                <c:pt idx="59">
                  <c:v>40422</c:v>
                </c:pt>
                <c:pt idx="60">
                  <c:v>40391</c:v>
                </c:pt>
                <c:pt idx="61">
                  <c:v>40360</c:v>
                </c:pt>
                <c:pt idx="62">
                  <c:v>40330</c:v>
                </c:pt>
                <c:pt idx="63">
                  <c:v>40299</c:v>
                </c:pt>
                <c:pt idx="64">
                  <c:v>40269</c:v>
                </c:pt>
                <c:pt idx="65">
                  <c:v>40238</c:v>
                </c:pt>
                <c:pt idx="66">
                  <c:v>40210</c:v>
                </c:pt>
                <c:pt idx="67">
                  <c:v>40179</c:v>
                </c:pt>
                <c:pt idx="68">
                  <c:v>40148</c:v>
                </c:pt>
                <c:pt idx="69">
                  <c:v>40118</c:v>
                </c:pt>
                <c:pt idx="70">
                  <c:v>40087</c:v>
                </c:pt>
                <c:pt idx="71">
                  <c:v>40057</c:v>
                </c:pt>
                <c:pt idx="72">
                  <c:v>40026</c:v>
                </c:pt>
                <c:pt idx="73">
                  <c:v>39995</c:v>
                </c:pt>
                <c:pt idx="74">
                  <c:v>39965</c:v>
                </c:pt>
                <c:pt idx="75">
                  <c:v>39934</c:v>
                </c:pt>
                <c:pt idx="76">
                  <c:v>39904</c:v>
                </c:pt>
                <c:pt idx="77">
                  <c:v>39873</c:v>
                </c:pt>
                <c:pt idx="78">
                  <c:v>39845</c:v>
                </c:pt>
                <c:pt idx="79">
                  <c:v>39814</c:v>
                </c:pt>
                <c:pt idx="80">
                  <c:v>39783</c:v>
                </c:pt>
                <c:pt idx="81">
                  <c:v>39753</c:v>
                </c:pt>
                <c:pt idx="82">
                  <c:v>39722</c:v>
                </c:pt>
                <c:pt idx="83">
                  <c:v>39692</c:v>
                </c:pt>
                <c:pt idx="84">
                  <c:v>39661</c:v>
                </c:pt>
                <c:pt idx="85">
                  <c:v>39630</c:v>
                </c:pt>
                <c:pt idx="86">
                  <c:v>39600</c:v>
                </c:pt>
                <c:pt idx="87">
                  <c:v>39569</c:v>
                </c:pt>
                <c:pt idx="88">
                  <c:v>39539</c:v>
                </c:pt>
                <c:pt idx="89">
                  <c:v>39508</c:v>
                </c:pt>
                <c:pt idx="90">
                  <c:v>39479</c:v>
                </c:pt>
                <c:pt idx="91">
                  <c:v>39448</c:v>
                </c:pt>
                <c:pt idx="92">
                  <c:v>39417</c:v>
                </c:pt>
                <c:pt idx="93">
                  <c:v>39387</c:v>
                </c:pt>
                <c:pt idx="94">
                  <c:v>39356</c:v>
                </c:pt>
                <c:pt idx="95">
                  <c:v>39326</c:v>
                </c:pt>
                <c:pt idx="96">
                  <c:v>39295</c:v>
                </c:pt>
                <c:pt idx="97">
                  <c:v>39264</c:v>
                </c:pt>
                <c:pt idx="98">
                  <c:v>39234</c:v>
                </c:pt>
                <c:pt idx="99">
                  <c:v>39203</c:v>
                </c:pt>
                <c:pt idx="100">
                  <c:v>39173</c:v>
                </c:pt>
                <c:pt idx="101">
                  <c:v>39142</c:v>
                </c:pt>
                <c:pt idx="102">
                  <c:v>39114</c:v>
                </c:pt>
                <c:pt idx="103">
                  <c:v>39083</c:v>
                </c:pt>
                <c:pt idx="104">
                  <c:v>39052</c:v>
                </c:pt>
                <c:pt idx="105">
                  <c:v>39022</c:v>
                </c:pt>
                <c:pt idx="106">
                  <c:v>38991</c:v>
                </c:pt>
                <c:pt idx="107">
                  <c:v>38961</c:v>
                </c:pt>
                <c:pt idx="108">
                  <c:v>38930</c:v>
                </c:pt>
                <c:pt idx="109">
                  <c:v>38899</c:v>
                </c:pt>
                <c:pt idx="110">
                  <c:v>38869</c:v>
                </c:pt>
                <c:pt idx="111">
                  <c:v>38838</c:v>
                </c:pt>
                <c:pt idx="112">
                  <c:v>38808</c:v>
                </c:pt>
                <c:pt idx="113">
                  <c:v>38777</c:v>
                </c:pt>
                <c:pt idx="114">
                  <c:v>38749</c:v>
                </c:pt>
                <c:pt idx="115">
                  <c:v>38718</c:v>
                </c:pt>
                <c:pt idx="116">
                  <c:v>38687</c:v>
                </c:pt>
                <c:pt idx="117">
                  <c:v>38657</c:v>
                </c:pt>
                <c:pt idx="118">
                  <c:v>38626</c:v>
                </c:pt>
                <c:pt idx="119">
                  <c:v>38596</c:v>
                </c:pt>
                <c:pt idx="120">
                  <c:v>38565</c:v>
                </c:pt>
                <c:pt idx="121">
                  <c:v>38534</c:v>
                </c:pt>
                <c:pt idx="122">
                  <c:v>38504</c:v>
                </c:pt>
                <c:pt idx="123">
                  <c:v>38473</c:v>
                </c:pt>
                <c:pt idx="124">
                  <c:v>38443</c:v>
                </c:pt>
                <c:pt idx="125">
                  <c:v>38412</c:v>
                </c:pt>
                <c:pt idx="126">
                  <c:v>38384</c:v>
                </c:pt>
                <c:pt idx="127">
                  <c:v>38353</c:v>
                </c:pt>
                <c:pt idx="128">
                  <c:v>38322</c:v>
                </c:pt>
                <c:pt idx="129">
                  <c:v>38292</c:v>
                </c:pt>
                <c:pt idx="130">
                  <c:v>38261</c:v>
                </c:pt>
                <c:pt idx="131">
                  <c:v>38231</c:v>
                </c:pt>
                <c:pt idx="132">
                  <c:v>38200</c:v>
                </c:pt>
                <c:pt idx="133">
                  <c:v>38169</c:v>
                </c:pt>
                <c:pt idx="134">
                  <c:v>38139</c:v>
                </c:pt>
                <c:pt idx="135">
                  <c:v>38108</c:v>
                </c:pt>
                <c:pt idx="136">
                  <c:v>38078</c:v>
                </c:pt>
                <c:pt idx="137">
                  <c:v>38047</c:v>
                </c:pt>
                <c:pt idx="138">
                  <c:v>38018</c:v>
                </c:pt>
                <c:pt idx="139">
                  <c:v>37987</c:v>
                </c:pt>
                <c:pt idx="140">
                  <c:v>37956</c:v>
                </c:pt>
                <c:pt idx="141">
                  <c:v>37926</c:v>
                </c:pt>
                <c:pt idx="142">
                  <c:v>37895</c:v>
                </c:pt>
                <c:pt idx="143">
                  <c:v>37865</c:v>
                </c:pt>
                <c:pt idx="144">
                  <c:v>37834</c:v>
                </c:pt>
                <c:pt idx="145">
                  <c:v>37803</c:v>
                </c:pt>
                <c:pt idx="146">
                  <c:v>37773</c:v>
                </c:pt>
                <c:pt idx="147">
                  <c:v>37742</c:v>
                </c:pt>
                <c:pt idx="148">
                  <c:v>37712</c:v>
                </c:pt>
                <c:pt idx="149">
                  <c:v>37681</c:v>
                </c:pt>
                <c:pt idx="150">
                  <c:v>37653</c:v>
                </c:pt>
                <c:pt idx="151">
                  <c:v>37622</c:v>
                </c:pt>
                <c:pt idx="152">
                  <c:v>37591</c:v>
                </c:pt>
                <c:pt idx="153">
                  <c:v>37561</c:v>
                </c:pt>
                <c:pt idx="154">
                  <c:v>37530</c:v>
                </c:pt>
                <c:pt idx="155">
                  <c:v>37500</c:v>
                </c:pt>
                <c:pt idx="156">
                  <c:v>37469</c:v>
                </c:pt>
                <c:pt idx="157">
                  <c:v>37438</c:v>
                </c:pt>
                <c:pt idx="158">
                  <c:v>37408</c:v>
                </c:pt>
                <c:pt idx="159">
                  <c:v>37377</c:v>
                </c:pt>
                <c:pt idx="160">
                  <c:v>37347</c:v>
                </c:pt>
                <c:pt idx="161">
                  <c:v>37316</c:v>
                </c:pt>
                <c:pt idx="162">
                  <c:v>37288</c:v>
                </c:pt>
                <c:pt idx="163">
                  <c:v>37257</c:v>
                </c:pt>
                <c:pt idx="164">
                  <c:v>37226</c:v>
                </c:pt>
                <c:pt idx="165">
                  <c:v>37196</c:v>
                </c:pt>
                <c:pt idx="166">
                  <c:v>37165</c:v>
                </c:pt>
                <c:pt idx="167">
                  <c:v>37135</c:v>
                </c:pt>
                <c:pt idx="168">
                  <c:v>37104</c:v>
                </c:pt>
                <c:pt idx="169">
                  <c:v>37073</c:v>
                </c:pt>
                <c:pt idx="170">
                  <c:v>37043</c:v>
                </c:pt>
                <c:pt idx="171">
                  <c:v>37012</c:v>
                </c:pt>
                <c:pt idx="172">
                  <c:v>36982</c:v>
                </c:pt>
                <c:pt idx="173">
                  <c:v>36951</c:v>
                </c:pt>
                <c:pt idx="174">
                  <c:v>36923</c:v>
                </c:pt>
                <c:pt idx="175">
                  <c:v>36892</c:v>
                </c:pt>
                <c:pt idx="176">
                  <c:v>36861</c:v>
                </c:pt>
                <c:pt idx="177">
                  <c:v>36831</c:v>
                </c:pt>
                <c:pt idx="178">
                  <c:v>36800</c:v>
                </c:pt>
                <c:pt idx="179">
                  <c:v>36770</c:v>
                </c:pt>
                <c:pt idx="180">
                  <c:v>36739</c:v>
                </c:pt>
                <c:pt idx="181">
                  <c:v>36708</c:v>
                </c:pt>
                <c:pt idx="182">
                  <c:v>36678</c:v>
                </c:pt>
                <c:pt idx="183">
                  <c:v>36647</c:v>
                </c:pt>
                <c:pt idx="184">
                  <c:v>36617</c:v>
                </c:pt>
                <c:pt idx="185">
                  <c:v>36586</c:v>
                </c:pt>
                <c:pt idx="186">
                  <c:v>36557</c:v>
                </c:pt>
                <c:pt idx="187">
                  <c:v>36526</c:v>
                </c:pt>
                <c:pt idx="188">
                  <c:v>36495</c:v>
                </c:pt>
                <c:pt idx="189">
                  <c:v>36465</c:v>
                </c:pt>
                <c:pt idx="190">
                  <c:v>36434</c:v>
                </c:pt>
                <c:pt idx="191">
                  <c:v>36404</c:v>
                </c:pt>
                <c:pt idx="192">
                  <c:v>36373</c:v>
                </c:pt>
                <c:pt idx="193">
                  <c:v>36342</c:v>
                </c:pt>
                <c:pt idx="194">
                  <c:v>36312</c:v>
                </c:pt>
                <c:pt idx="195">
                  <c:v>36281</c:v>
                </c:pt>
                <c:pt idx="196">
                  <c:v>36251</c:v>
                </c:pt>
                <c:pt idx="197">
                  <c:v>36220</c:v>
                </c:pt>
                <c:pt idx="198">
                  <c:v>36192</c:v>
                </c:pt>
                <c:pt idx="199">
                  <c:v>36161</c:v>
                </c:pt>
                <c:pt idx="200">
                  <c:v>36130</c:v>
                </c:pt>
                <c:pt idx="201">
                  <c:v>36100</c:v>
                </c:pt>
                <c:pt idx="202">
                  <c:v>36069</c:v>
                </c:pt>
                <c:pt idx="203">
                  <c:v>36039</c:v>
                </c:pt>
                <c:pt idx="204">
                  <c:v>36008</c:v>
                </c:pt>
                <c:pt idx="205">
                  <c:v>35977</c:v>
                </c:pt>
                <c:pt idx="206">
                  <c:v>35947</c:v>
                </c:pt>
                <c:pt idx="207">
                  <c:v>35916</c:v>
                </c:pt>
                <c:pt idx="208">
                  <c:v>35886</c:v>
                </c:pt>
                <c:pt idx="209">
                  <c:v>35855</c:v>
                </c:pt>
                <c:pt idx="210">
                  <c:v>35827</c:v>
                </c:pt>
                <c:pt idx="211">
                  <c:v>35796</c:v>
                </c:pt>
                <c:pt idx="212">
                  <c:v>35765</c:v>
                </c:pt>
                <c:pt idx="213">
                  <c:v>35735</c:v>
                </c:pt>
                <c:pt idx="214">
                  <c:v>35704</c:v>
                </c:pt>
                <c:pt idx="215">
                  <c:v>35674</c:v>
                </c:pt>
                <c:pt idx="216">
                  <c:v>35643</c:v>
                </c:pt>
                <c:pt idx="217">
                  <c:v>35612</c:v>
                </c:pt>
                <c:pt idx="218">
                  <c:v>35582</c:v>
                </c:pt>
                <c:pt idx="219">
                  <c:v>35551</c:v>
                </c:pt>
                <c:pt idx="220">
                  <c:v>35521</c:v>
                </c:pt>
                <c:pt idx="221">
                  <c:v>35490</c:v>
                </c:pt>
                <c:pt idx="222">
                  <c:v>35462</c:v>
                </c:pt>
                <c:pt idx="223">
                  <c:v>35431</c:v>
                </c:pt>
                <c:pt idx="224">
                  <c:v>35400</c:v>
                </c:pt>
                <c:pt idx="225">
                  <c:v>35370</c:v>
                </c:pt>
                <c:pt idx="226">
                  <c:v>35339</c:v>
                </c:pt>
                <c:pt idx="227">
                  <c:v>35309</c:v>
                </c:pt>
                <c:pt idx="228">
                  <c:v>35278</c:v>
                </c:pt>
                <c:pt idx="229">
                  <c:v>35247</c:v>
                </c:pt>
                <c:pt idx="230">
                  <c:v>35217</c:v>
                </c:pt>
                <c:pt idx="231">
                  <c:v>35186</c:v>
                </c:pt>
                <c:pt idx="232">
                  <c:v>35156</c:v>
                </c:pt>
                <c:pt idx="233">
                  <c:v>35125</c:v>
                </c:pt>
                <c:pt idx="234">
                  <c:v>35096</c:v>
                </c:pt>
                <c:pt idx="235">
                  <c:v>35065</c:v>
                </c:pt>
                <c:pt idx="236">
                  <c:v>35034</c:v>
                </c:pt>
                <c:pt idx="237">
                  <c:v>35004</c:v>
                </c:pt>
                <c:pt idx="238">
                  <c:v>34973</c:v>
                </c:pt>
                <c:pt idx="239">
                  <c:v>34943</c:v>
                </c:pt>
                <c:pt idx="240">
                  <c:v>34912</c:v>
                </c:pt>
                <c:pt idx="241">
                  <c:v>34881</c:v>
                </c:pt>
                <c:pt idx="242">
                  <c:v>34851</c:v>
                </c:pt>
                <c:pt idx="243">
                  <c:v>34820</c:v>
                </c:pt>
                <c:pt idx="244">
                  <c:v>34790</c:v>
                </c:pt>
                <c:pt idx="245">
                  <c:v>34759</c:v>
                </c:pt>
                <c:pt idx="246">
                  <c:v>34731</c:v>
                </c:pt>
                <c:pt idx="247">
                  <c:v>34700</c:v>
                </c:pt>
                <c:pt idx="248">
                  <c:v>34669</c:v>
                </c:pt>
                <c:pt idx="249">
                  <c:v>34639</c:v>
                </c:pt>
                <c:pt idx="250">
                  <c:v>34608</c:v>
                </c:pt>
                <c:pt idx="251">
                  <c:v>34578</c:v>
                </c:pt>
                <c:pt idx="252">
                  <c:v>34547</c:v>
                </c:pt>
                <c:pt idx="253">
                  <c:v>34516</c:v>
                </c:pt>
                <c:pt idx="254">
                  <c:v>34486</c:v>
                </c:pt>
                <c:pt idx="255">
                  <c:v>34455</c:v>
                </c:pt>
                <c:pt idx="256">
                  <c:v>34425</c:v>
                </c:pt>
                <c:pt idx="257">
                  <c:v>34394</c:v>
                </c:pt>
                <c:pt idx="258">
                  <c:v>34366</c:v>
                </c:pt>
                <c:pt idx="259">
                  <c:v>34335</c:v>
                </c:pt>
              </c:numCache>
            </c:numRef>
          </c:cat>
          <c:val>
            <c:numRef>
              <c:f>Sheet5!$Q$4:$Q$263</c:f>
              <c:numCache>
                <c:formatCode>General</c:formatCode>
                <c:ptCount val="260"/>
                <c:pt idx="0">
                  <c:v>133.86375622609995</c:v>
                </c:pt>
                <c:pt idx="1">
                  <c:v>136.06200444410004</c:v>
                </c:pt>
                <c:pt idx="2">
                  <c:v>138.32142752880003</c:v>
                </c:pt>
                <c:pt idx="3">
                  <c:v>137.9865089637</c:v>
                </c:pt>
                <c:pt idx="4">
                  <c:v>137.65213146240001</c:v>
                </c:pt>
                <c:pt idx="5">
                  <c:v>137.31829458750008</c:v>
                </c:pt>
                <c:pt idx="6">
                  <c:v>136.87401897270001</c:v>
                </c:pt>
                <c:pt idx="7">
                  <c:v>136.3938029</c:v>
                </c:pt>
                <c:pt idx="8">
                  <c:v>135.95152465520005</c:v>
                </c:pt>
                <c:pt idx="9">
                  <c:v>135.87790469760003</c:v>
                </c:pt>
                <c:pt idx="10">
                  <c:v>135.76752460169996</c:v>
                </c:pt>
                <c:pt idx="11">
                  <c:v>135.6939710911</c:v>
                </c:pt>
                <c:pt idx="12">
                  <c:v>135.36330903280003</c:v>
                </c:pt>
                <c:pt idx="13">
                  <c:v>135.03318458769996</c:v>
                </c:pt>
                <c:pt idx="14">
                  <c:v>134.70359731840003</c:v>
                </c:pt>
                <c:pt idx="15">
                  <c:v>131.40117931769996</c:v>
                </c:pt>
                <c:pt idx="16">
                  <c:v>128.1885805647</c:v>
                </c:pt>
                <c:pt idx="17">
                  <c:v>124.99396196479999</c:v>
                </c:pt>
                <c:pt idx="18">
                  <c:v>122.57300684080002</c:v>
                </c:pt>
                <c:pt idx="19">
                  <c:v>120.18351559679996</c:v>
                </c:pt>
                <c:pt idx="20">
                  <c:v>117.8587523547</c:v>
                </c:pt>
                <c:pt idx="21">
                  <c:v>117.22390691839999</c:v>
                </c:pt>
                <c:pt idx="22">
                  <c:v>116.5913453125</c:v>
                </c:pt>
                <c:pt idx="23">
                  <c:v>115.99417938429998</c:v>
                </c:pt>
                <c:pt idx="24">
                  <c:v>115.00344013329995</c:v>
                </c:pt>
                <c:pt idx="25">
                  <c:v>114.05110353919999</c:v>
                </c:pt>
                <c:pt idx="26">
                  <c:v>113.07147546320002</c:v>
                </c:pt>
                <c:pt idx="27">
                  <c:v>109.4000574464</c:v>
                </c:pt>
                <c:pt idx="28">
                  <c:v>105.87129978880003</c:v>
                </c:pt>
                <c:pt idx="29">
                  <c:v>102.41925120000002</c:v>
                </c:pt>
                <c:pt idx="30">
                  <c:v>99.043068723200008</c:v>
                </c:pt>
                <c:pt idx="31">
                  <c:v>95.800205671200004</c:v>
                </c:pt>
                <c:pt idx="32">
                  <c:v>92.685937499999994</c:v>
                </c:pt>
                <c:pt idx="33">
                  <c:v>91.295529910100029</c:v>
                </c:pt>
                <c:pt idx="34">
                  <c:v>89.919097580799985</c:v>
                </c:pt>
                <c:pt idx="35">
                  <c:v>88.556569922700007</c:v>
                </c:pt>
                <c:pt idx="36">
                  <c:v>88.252600268800023</c:v>
                </c:pt>
                <c:pt idx="37">
                  <c:v>87.976868536799984</c:v>
                </c:pt>
                <c:pt idx="38">
                  <c:v>87.701711724799992</c:v>
                </c:pt>
                <c:pt idx="39">
                  <c:v>87.235262887500014</c:v>
                </c:pt>
                <c:pt idx="40">
                  <c:v>86.770470887199991</c:v>
                </c:pt>
                <c:pt idx="41">
                  <c:v>86.307332776099983</c:v>
                </c:pt>
                <c:pt idx="42">
                  <c:v>86.171430009600002</c:v>
                </c:pt>
                <c:pt idx="43">
                  <c:v>86.008535099999989</c:v>
                </c:pt>
                <c:pt idx="44">
                  <c:v>85.872946262500008</c:v>
                </c:pt>
                <c:pt idx="45">
                  <c:v>84.874015123200024</c:v>
                </c:pt>
                <c:pt idx="46">
                  <c:v>83.856180699999996</c:v>
                </c:pt>
                <c:pt idx="47">
                  <c:v>82.872982145700007</c:v>
                </c:pt>
                <c:pt idx="48">
                  <c:v>80.021261830400007</c:v>
                </c:pt>
                <c:pt idx="49">
                  <c:v>77.286242823299986</c:v>
                </c:pt>
                <c:pt idx="50">
                  <c:v>74.663634124799998</c:v>
                </c:pt>
                <c:pt idx="51">
                  <c:v>73.925370208800004</c:v>
                </c:pt>
                <c:pt idx="52">
                  <c:v>73.191988972800004</c:v>
                </c:pt>
                <c:pt idx="53">
                  <c:v>72.487679808699994</c:v>
                </c:pt>
                <c:pt idx="54">
                  <c:v>75.108942900000002</c:v>
                </c:pt>
                <c:pt idx="55">
                  <c:v>77.818027039200004</c:v>
                </c:pt>
                <c:pt idx="56">
                  <c:v>80.617465744299992</c:v>
                </c:pt>
                <c:pt idx="57">
                  <c:v>80.461649790100012</c:v>
                </c:pt>
                <c:pt idx="58">
                  <c:v>80.331956633600001</c:v>
                </c:pt>
                <c:pt idx="59">
                  <c:v>80.176508900000016</c:v>
                </c:pt>
                <c:pt idx="60">
                  <c:v>76.907883952800006</c:v>
                </c:pt>
                <c:pt idx="61">
                  <c:v>73.802801365300013</c:v>
                </c:pt>
                <c:pt idx="62">
                  <c:v>70.830105594399996</c:v>
                </c:pt>
                <c:pt idx="63">
                  <c:v>69.692040589599983</c:v>
                </c:pt>
                <c:pt idx="64">
                  <c:v>68.566231943200009</c:v>
                </c:pt>
                <c:pt idx="65">
                  <c:v>67.475689801099989</c:v>
                </c:pt>
                <c:pt idx="66">
                  <c:v>67.845629940300014</c:v>
                </c:pt>
                <c:pt idx="67">
                  <c:v>68.193674560800005</c:v>
                </c:pt>
                <c:pt idx="68">
                  <c:v>68.54290745130001</c:v>
                </c:pt>
                <c:pt idx="69">
                  <c:v>68.846538699999996</c:v>
                </c:pt>
                <c:pt idx="70">
                  <c:v>69.127608368799997</c:v>
                </c:pt>
                <c:pt idx="71">
                  <c:v>69.432962637499983</c:v>
                </c:pt>
                <c:pt idx="72">
                  <c:v>70.544436680800004</c:v>
                </c:pt>
                <c:pt idx="73">
                  <c:v>71.66770943489999</c:v>
                </c:pt>
                <c:pt idx="74">
                  <c:v>72.802843193599983</c:v>
                </c:pt>
                <c:pt idx="75">
                  <c:v>74.762439097600023</c:v>
                </c:pt>
                <c:pt idx="76">
                  <c:v>76.731739887499998</c:v>
                </c:pt>
                <c:pt idx="77">
                  <c:v>78.760905287499995</c:v>
                </c:pt>
                <c:pt idx="78">
                  <c:v>78.454277256699996</c:v>
                </c:pt>
                <c:pt idx="79">
                  <c:v>78.173901612799995</c:v>
                </c:pt>
                <c:pt idx="80">
                  <c:v>77.894194760100007</c:v>
                </c:pt>
                <c:pt idx="81">
                  <c:v>79.402277599999977</c:v>
                </c:pt>
                <c:pt idx="82">
                  <c:v>80.929700875899982</c:v>
                </c:pt>
                <c:pt idx="83">
                  <c:v>82.476587815199991</c:v>
                </c:pt>
                <c:pt idx="84">
                  <c:v>85.872946262500008</c:v>
                </c:pt>
                <c:pt idx="85">
                  <c:v>89.361288396799978</c:v>
                </c:pt>
                <c:pt idx="86">
                  <c:v>92.971417599999995</c:v>
                </c:pt>
                <c:pt idx="87">
                  <c:v>96.32593733760001</c:v>
                </c:pt>
                <c:pt idx="88">
                  <c:v>99.760191948799985</c:v>
                </c:pt>
                <c:pt idx="89">
                  <c:v>103.33643309999998</c:v>
                </c:pt>
                <c:pt idx="90">
                  <c:v>105.71556092029996</c:v>
                </c:pt>
                <c:pt idx="91">
                  <c:v>108.16253596249999</c:v>
                </c:pt>
                <c:pt idx="92">
                  <c:v>110.64698236069998</c:v>
                </c:pt>
                <c:pt idx="93">
                  <c:v>113.46265069999997</c:v>
                </c:pt>
                <c:pt idx="94">
                  <c:v>116.35887118320002</c:v>
                </c:pt>
                <c:pt idx="95">
                  <c:v>119.33771185429998</c:v>
                </c:pt>
                <c:pt idx="96">
                  <c:v>124.26435947509999</c:v>
                </c:pt>
                <c:pt idx="97">
                  <c:v>129.43162707920004</c:v>
                </c:pt>
                <c:pt idx="98">
                  <c:v>134.85001425920001</c:v>
                </c:pt>
                <c:pt idx="99">
                  <c:v>139.17979171250002</c:v>
                </c:pt>
                <c:pt idx="100">
                  <c:v>143.71585741249993</c:v>
                </c:pt>
                <c:pt idx="101">
                  <c:v>148.42748361429994</c:v>
                </c:pt>
                <c:pt idx="102">
                  <c:v>151.25584552390006</c:v>
                </c:pt>
                <c:pt idx="103">
                  <c:v>154.19998093769999</c:v>
                </c:pt>
                <c:pt idx="104">
                  <c:v>157.18207488830001</c:v>
                </c:pt>
                <c:pt idx="105">
                  <c:v>158.89159313090002</c:v>
                </c:pt>
                <c:pt idx="106">
                  <c:v>160.61346184310003</c:v>
                </c:pt>
                <c:pt idx="107">
                  <c:v>162.38916890640002</c:v>
                </c:pt>
                <c:pt idx="108">
                  <c:v>167.16009640320004</c:v>
                </c:pt>
                <c:pt idx="109">
                  <c:v>172.10972119040008</c:v>
                </c:pt>
                <c:pt idx="110">
                  <c:v>177.28790167269997</c:v>
                </c:pt>
                <c:pt idx="111">
                  <c:v>179.71586483119998</c:v>
                </c:pt>
                <c:pt idx="112">
                  <c:v>182.16589475970002</c:v>
                </c:pt>
                <c:pt idx="113">
                  <c:v>184.72840830000004</c:v>
                </c:pt>
                <c:pt idx="114">
                  <c:v>184.68324611089994</c:v>
                </c:pt>
                <c:pt idx="115">
                  <c:v>184.59294381630005</c:v>
                </c:pt>
                <c:pt idx="116">
                  <c:v>184.50267096250005</c:v>
                </c:pt>
                <c:pt idx="117">
                  <c:v>185.49729239030006</c:v>
                </c:pt>
                <c:pt idx="118">
                  <c:v>186.54093909999995</c:v>
                </c:pt>
                <c:pt idx="119">
                  <c:v>187.58849300370005</c:v>
                </c:pt>
                <c:pt idx="120">
                  <c:v>184.90913068240002</c:v>
                </c:pt>
                <c:pt idx="121">
                  <c:v>182.25540383750001</c:v>
                </c:pt>
                <c:pt idx="122">
                  <c:v>179.5828623875</c:v>
                </c:pt>
                <c:pt idx="123">
                  <c:v>176.19154985520001</c:v>
                </c:pt>
                <c:pt idx="124">
                  <c:v>172.84320360009997</c:v>
                </c:pt>
                <c:pt idx="125">
                  <c:v>169.49489874670007</c:v>
                </c:pt>
                <c:pt idx="126">
                  <c:v>167.71001108409996</c:v>
                </c:pt>
                <c:pt idx="127">
                  <c:v>165.93769827189996</c:v>
                </c:pt>
                <c:pt idx="128">
                  <c:v>164.13616863359999</c:v>
                </c:pt>
                <c:pt idx="129">
                  <c:v>163.01166696090004</c:v>
                </c:pt>
                <c:pt idx="130">
                  <c:v>161.89231304879996</c:v>
                </c:pt>
                <c:pt idx="131">
                  <c:v>160.77809508749999</c:v>
                </c:pt>
                <c:pt idx="132">
                  <c:v>157.95390141359997</c:v>
                </c:pt>
                <c:pt idx="133">
                  <c:v>155.16297570329996</c:v>
                </c:pt>
                <c:pt idx="134">
                  <c:v>152.36539408429991</c:v>
                </c:pt>
                <c:pt idx="135">
                  <c:v>151.29537919999996</c:v>
                </c:pt>
                <c:pt idx="136">
                  <c:v>150.23038566770001</c:v>
                </c:pt>
                <c:pt idx="137">
                  <c:v>149.13123906250004</c:v>
                </c:pt>
                <c:pt idx="138">
                  <c:v>148.97465714609996</c:v>
                </c:pt>
                <c:pt idx="139">
                  <c:v>148.77908392960001</c:v>
                </c:pt>
                <c:pt idx="140">
                  <c:v>148.6227486528</c:v>
                </c:pt>
                <c:pt idx="141">
                  <c:v>146.36817898640001</c:v>
                </c:pt>
                <c:pt idx="142">
                  <c:v>144.0982497375</c:v>
                </c:pt>
                <c:pt idx="143">
                  <c:v>141.85191122559996</c:v>
                </c:pt>
                <c:pt idx="144">
                  <c:v>141.88978890530007</c:v>
                </c:pt>
                <c:pt idx="145">
                  <c:v>141.92767332719995</c:v>
                </c:pt>
                <c:pt idx="146">
                  <c:v>141.92767332719995</c:v>
                </c:pt>
                <c:pt idx="147">
                  <c:v>142.57274063749998</c:v>
                </c:pt>
                <c:pt idx="148">
                  <c:v>143.2197595648</c:v>
                </c:pt>
                <c:pt idx="149">
                  <c:v>143.90696889999998</c:v>
                </c:pt>
                <c:pt idx="150">
                  <c:v>145.63460203749997</c:v>
                </c:pt>
                <c:pt idx="151">
                  <c:v>147.41486193410006</c:v>
                </c:pt>
                <c:pt idx="152">
                  <c:v>149.24874747520002</c:v>
                </c:pt>
                <c:pt idx="153">
                  <c:v>149.44473197369999</c:v>
                </c:pt>
                <c:pt idx="154">
                  <c:v>149.60164304529997</c:v>
                </c:pt>
                <c:pt idx="155">
                  <c:v>149.79793628880003</c:v>
                </c:pt>
                <c:pt idx="156">
                  <c:v>149.56240498559998</c:v>
                </c:pt>
                <c:pt idx="157">
                  <c:v>149.28793065890002</c:v>
                </c:pt>
                <c:pt idx="158">
                  <c:v>149.05293439670001</c:v>
                </c:pt>
                <c:pt idx="159">
                  <c:v>148.93552880000004</c:v>
                </c:pt>
                <c:pt idx="160">
                  <c:v>148.85729266320004</c:v>
                </c:pt>
                <c:pt idx="161">
                  <c:v>148.77908392960001</c:v>
                </c:pt>
                <c:pt idx="162">
                  <c:v>149.44473197369999</c:v>
                </c:pt>
                <c:pt idx="163">
                  <c:v>150.15169668510001</c:v>
                </c:pt>
                <c:pt idx="164">
                  <c:v>150.82142952320001</c:v>
                </c:pt>
                <c:pt idx="165">
                  <c:v>150.54541651809996</c:v>
                </c:pt>
                <c:pt idx="166">
                  <c:v>150.23038566770001</c:v>
                </c:pt>
                <c:pt idx="167">
                  <c:v>149.91579461250004</c:v>
                </c:pt>
                <c:pt idx="168">
                  <c:v>149.71939840000005</c:v>
                </c:pt>
                <c:pt idx="169">
                  <c:v>149.52317378749999</c:v>
                </c:pt>
                <c:pt idx="170">
                  <c:v>149.32712069999999</c:v>
                </c:pt>
                <c:pt idx="171">
                  <c:v>148.85729266320004</c:v>
                </c:pt>
                <c:pt idx="172">
                  <c:v>148.34942551250003</c:v>
                </c:pt>
                <c:pt idx="173">
                  <c:v>147.84271482879998</c:v>
                </c:pt>
                <c:pt idx="174">
                  <c:v>145.82741040000005</c:v>
                </c:pt>
                <c:pt idx="175">
                  <c:v>143.83050398720002</c:v>
                </c:pt>
                <c:pt idx="176">
                  <c:v>141.85191122559996</c:v>
                </c:pt>
                <c:pt idx="177">
                  <c:v>141.32233130480003</c:v>
                </c:pt>
                <c:pt idx="178">
                  <c:v>140.8317602329</c:v>
                </c:pt>
                <c:pt idx="179">
                  <c:v>140.34232575359997</c:v>
                </c:pt>
                <c:pt idx="180">
                  <c:v>139.77900427410003</c:v>
                </c:pt>
                <c:pt idx="181">
                  <c:v>139.21719222960002</c:v>
                </c:pt>
                <c:pt idx="182">
                  <c:v>138.61958749999999</c:v>
                </c:pt>
                <c:pt idx="183">
                  <c:v>137.61501178670002</c:v>
                </c:pt>
                <c:pt idx="184">
                  <c:v>136.65224096729997</c:v>
                </c:pt>
                <c:pt idx="185">
                  <c:v>135.65720429999999</c:v>
                </c:pt>
                <c:pt idx="186">
                  <c:v>135.10649913749998</c:v>
                </c:pt>
                <c:pt idx="187">
                  <c:v>134.52072523190003</c:v>
                </c:pt>
                <c:pt idx="188">
                  <c:v>133.9731021824</c:v>
                </c:pt>
                <c:pt idx="189">
                  <c:v>134.33801873039997</c:v>
                </c:pt>
                <c:pt idx="190">
                  <c:v>134.66700965070001</c:v>
                </c:pt>
                <c:pt idx="191">
                  <c:v>135.03318458769996</c:v>
                </c:pt>
                <c:pt idx="192">
                  <c:v>134.9598965651</c:v>
                </c:pt>
                <c:pt idx="193">
                  <c:v>134.92326249999999</c:v>
                </c:pt>
                <c:pt idx="194">
                  <c:v>134.88663506489999</c:v>
                </c:pt>
                <c:pt idx="195">
                  <c:v>134.2284742791</c:v>
                </c:pt>
                <c:pt idx="196">
                  <c:v>133.57245791969996</c:v>
                </c:pt>
                <c:pt idx="197">
                  <c:v>132.88231877839996</c:v>
                </c:pt>
                <c:pt idx="198">
                  <c:v>132.5924465256</c:v>
                </c:pt>
                <c:pt idx="199">
                  <c:v>132.30299613520003</c:v>
                </c:pt>
                <c:pt idx="200">
                  <c:v>132.01396729999999</c:v>
                </c:pt>
                <c:pt idx="201">
                  <c:v>131.50918028160007</c:v>
                </c:pt>
                <c:pt idx="202">
                  <c:v>130.96976676210005</c:v>
                </c:pt>
                <c:pt idx="203">
                  <c:v>130.4318302776</c:v>
                </c:pt>
                <c:pt idx="204">
                  <c:v>129.21796522879998</c:v>
                </c:pt>
                <c:pt idx="205">
                  <c:v>128.01165487119997</c:v>
                </c:pt>
                <c:pt idx="206">
                  <c:v>126.8128756224</c:v>
                </c:pt>
                <c:pt idx="207">
                  <c:v>125.90122895920001</c:v>
                </c:pt>
                <c:pt idx="208">
                  <c:v>124.99396196479999</c:v>
                </c:pt>
                <c:pt idx="209">
                  <c:v>124.0910640936</c:v>
                </c:pt>
                <c:pt idx="210">
                  <c:v>123.64125028369999</c:v>
                </c:pt>
                <c:pt idx="211">
                  <c:v>123.19252480000003</c:v>
                </c:pt>
                <c:pt idx="212">
                  <c:v>122.74488632429998</c:v>
                </c:pt>
                <c:pt idx="213">
                  <c:v>122.1611509</c:v>
                </c:pt>
                <c:pt idx="214">
                  <c:v>121.54509844479998</c:v>
                </c:pt>
                <c:pt idx="215">
                  <c:v>120.93112062640003</c:v>
                </c:pt>
                <c:pt idx="216">
                  <c:v>121.10146211790003</c:v>
                </c:pt>
                <c:pt idx="217">
                  <c:v>121.2719634944</c:v>
                </c:pt>
                <c:pt idx="218">
                  <c:v>121.47677629999998</c:v>
                </c:pt>
                <c:pt idx="219">
                  <c:v>122.40128788730003</c:v>
                </c:pt>
                <c:pt idx="220">
                  <c:v>123.36498281249999</c:v>
                </c:pt>
                <c:pt idx="221">
                  <c:v>124.33372277769996</c:v>
                </c:pt>
                <c:pt idx="222">
                  <c:v>123.98716424070003</c:v>
                </c:pt>
                <c:pt idx="223">
                  <c:v>123.60669431679997</c:v>
                </c:pt>
                <c:pt idx="224">
                  <c:v>123.2614887048</c:v>
                </c:pt>
                <c:pt idx="225">
                  <c:v>122.19543693709997</c:v>
                </c:pt>
                <c:pt idx="226">
                  <c:v>121.13554959999995</c:v>
                </c:pt>
                <c:pt idx="227">
                  <c:v>120.11570469999997</c:v>
                </c:pt>
                <c:pt idx="228">
                  <c:v>120.04791931520001</c:v>
                </c:pt>
                <c:pt idx="229">
                  <c:v>120.01403618829998</c:v>
                </c:pt>
                <c:pt idx="230">
                  <c:v>119.98015943759998</c:v>
                </c:pt>
                <c:pt idx="231">
                  <c:v>120.48898047210001</c:v>
                </c:pt>
                <c:pt idx="232">
                  <c:v>121.03330633929994</c:v>
                </c:pt>
                <c:pt idx="233">
                  <c:v>121.57926912170005</c:v>
                </c:pt>
                <c:pt idx="234">
                  <c:v>120.99923804160002</c:v>
                </c:pt>
                <c:pt idx="235">
                  <c:v>120.38710140719995</c:v>
                </c:pt>
                <c:pt idx="236">
                  <c:v>119.81087130610003</c:v>
                </c:pt>
                <c:pt idx="237">
                  <c:v>119.84471618480002</c:v>
                </c:pt>
                <c:pt idx="238">
                  <c:v>119.8785674367</c:v>
                </c:pt>
                <c:pt idx="239">
                  <c:v>119.9124250624</c:v>
                </c:pt>
                <c:pt idx="240">
                  <c:v>119.06789517989995</c:v>
                </c:pt>
                <c:pt idx="241">
                  <c:v>118.22733992239995</c:v>
                </c:pt>
                <c:pt idx="242">
                  <c:v>117.3907499149</c:v>
                </c:pt>
                <c:pt idx="243">
                  <c:v>116.62458115759999</c:v>
                </c:pt>
                <c:pt idx="244">
                  <c:v>115.8286626008</c:v>
                </c:pt>
                <c:pt idx="245">
                  <c:v>115.06931322390001</c:v>
                </c:pt>
                <c:pt idx="246">
                  <c:v>114.4773602181</c:v>
                </c:pt>
                <c:pt idx="247">
                  <c:v>113.92016083839999</c:v>
                </c:pt>
                <c:pt idx="248">
                  <c:v>113.33215887759999</c:v>
                </c:pt>
                <c:pt idx="249">
                  <c:v>114.0183584623</c:v>
                </c:pt>
                <c:pt idx="250">
                  <c:v>114.70732232320006</c:v>
                </c:pt>
                <c:pt idx="251">
                  <c:v>115.39905601689999</c:v>
                </c:pt>
                <c:pt idx="252">
                  <c:v>116.22616767440005</c:v>
                </c:pt>
                <c:pt idx="253">
                  <c:v>117.05722208190001</c:v>
                </c:pt>
                <c:pt idx="254">
                  <c:v>117.89222861439998</c:v>
                </c:pt>
                <c:pt idx="255">
                  <c:v>117.15721400880001</c:v>
                </c:pt>
                <c:pt idx="256">
                  <c:v>116.42526080000002</c:v>
                </c:pt>
                <c:pt idx="257">
                  <c:v>115.69636259920001</c:v>
                </c:pt>
                <c:pt idx="258">
                  <c:v>115.8286626008</c:v>
                </c:pt>
                <c:pt idx="259">
                  <c:v>115.99417938429998</c:v>
                </c:pt>
              </c:numCache>
            </c:numRef>
          </c:val>
          <c:smooth val="0"/>
        </c:ser>
        <c:dLbls>
          <c:showLegendKey val="0"/>
          <c:showVal val="0"/>
          <c:showCatName val="0"/>
          <c:showSerName val="0"/>
          <c:showPercent val="0"/>
          <c:showBubbleSize val="0"/>
        </c:dLbls>
        <c:marker val="1"/>
        <c:smooth val="0"/>
        <c:axId val="185516960"/>
        <c:axId val="179682152"/>
      </c:lineChart>
      <c:dateAx>
        <c:axId val="179680976"/>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682544"/>
        <c:crosses val="autoZero"/>
        <c:auto val="1"/>
        <c:lblOffset val="100"/>
        <c:baseTimeUnit val="months"/>
      </c:dateAx>
      <c:valAx>
        <c:axId val="1796825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1"/>
                  <a:t>CPR</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680976"/>
        <c:crosses val="autoZero"/>
        <c:crossBetween val="between"/>
      </c:valAx>
      <c:valAx>
        <c:axId val="179682152"/>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Credit</a:t>
                </a:r>
                <a:r>
                  <a:rPr lang="en-US" b="1" baseline="0"/>
                  <a:t> Availability</a:t>
                </a:r>
                <a:endParaRPr lang="en-US" b="1"/>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16960"/>
        <c:crosses val="max"/>
        <c:crossBetween val="between"/>
      </c:valAx>
      <c:dateAx>
        <c:axId val="185516960"/>
        <c:scaling>
          <c:orientation val="minMax"/>
        </c:scaling>
        <c:delete val="1"/>
        <c:axPos val="b"/>
        <c:numFmt formatCode="m/d/yyyy" sourceLinked="1"/>
        <c:majorTickMark val="out"/>
        <c:minorTickMark val="none"/>
        <c:tickLblPos val="nextTo"/>
        <c:crossAx val="179682152"/>
        <c:crosses val="autoZero"/>
        <c:auto val="1"/>
        <c:lblOffset val="100"/>
        <c:baseTimeUnit val="months"/>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3"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defTabSz="921506">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algn="r" defTabSz="921506">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3"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defTabSz="921506">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algn="r" defTabSz="921506">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3"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defTabSz="921506">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algn="r" defTabSz="921506">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4" y="4416438"/>
            <a:ext cx="5607678" cy="4181463"/>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3"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defTabSz="921506">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algn="r" defTabSz="921506">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15"/>
            <a:fld id="{1FE077EC-684A-4FD9-A6C3-9AE90D8B81D6}" type="slidenum">
              <a:rPr lang="en-US" smtClean="0"/>
              <a:pPr defTabSz="919915"/>
              <a:t>1</a:t>
            </a:fld>
            <a:endParaRPr lang="en-US" dirty="0" smtClean="0"/>
          </a:p>
        </p:txBody>
      </p:sp>
    </p:spTree>
    <p:extLst>
      <p:ext uri="{BB962C8B-B14F-4D97-AF65-F5344CB8AC3E}">
        <p14:creationId xmlns:p14="http://schemas.microsoft.com/office/powerpoint/2010/main" val="361754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7" y="6084608"/>
            <a:ext cx="6147109"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Agency Prepayment: </a:t>
            </a:r>
            <a:r>
              <a:rPr lang="en-US" sz="3100" dirty="0" smtClean="0">
                <a:solidFill>
                  <a:srgbClr val="968880"/>
                </a:solidFill>
                <a:latin typeface="Calibri" pitchFamily="34" charset="0"/>
              </a:rPr>
              <a:t>Refinance</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September </a:t>
            </a:r>
            <a:r>
              <a:rPr lang="en-US" dirty="0" smtClean="0">
                <a:solidFill>
                  <a:schemeClr val="tx2"/>
                </a:solidFill>
                <a:latin typeface="Calibri" pitchFamily="34" charset="0"/>
              </a:rPr>
              <a:t>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Outline</a:t>
            </a:r>
            <a:endParaRPr lang="en-US" sz="2400" b="0" dirty="0">
              <a:solidFill>
                <a:schemeClr val="tx1"/>
              </a:solidFill>
            </a:endParaRPr>
          </a:p>
        </p:txBody>
      </p:sp>
      <p:sp>
        <p:nvSpPr>
          <p:cNvPr id="5" name="Subtitle 4"/>
          <p:cNvSpPr>
            <a:spLocks noGrp="1"/>
          </p:cNvSpPr>
          <p:nvPr>
            <p:ph type="subTitle" idx="1"/>
          </p:nvPr>
        </p:nvSpPr>
        <p:spPr>
          <a:xfrm>
            <a:off x="1508760" y="2059512"/>
            <a:ext cx="7040880" cy="4893549"/>
          </a:xfrm>
        </p:spPr>
        <p:txBody>
          <a:bodyPr/>
          <a:lstStyle/>
          <a:p>
            <a:pPr marL="171450" indent="-171450" algn="l">
              <a:buFont typeface="Arial" panose="020B0604020202020204" pitchFamily="34" charset="0"/>
              <a:buChar char="•"/>
            </a:pPr>
            <a:r>
              <a:rPr lang="en-US" sz="1800" dirty="0" smtClean="0"/>
              <a:t>Introduction to </a:t>
            </a:r>
            <a:r>
              <a:rPr lang="en-US" sz="1800" dirty="0" smtClean="0"/>
              <a:t>Refinance</a:t>
            </a:r>
            <a:endParaRPr lang="en-US" sz="1800" dirty="0" smtClean="0"/>
          </a:p>
          <a:p>
            <a:pPr marL="171450" indent="-171450" algn="l">
              <a:buFont typeface="Arial" panose="020B0604020202020204" pitchFamily="34" charset="0"/>
              <a:buChar char="•"/>
            </a:pPr>
            <a:r>
              <a:rPr lang="en-US" sz="1800" dirty="0" smtClean="0"/>
              <a:t>Description of Data</a:t>
            </a:r>
          </a:p>
          <a:p>
            <a:pPr marL="171450" indent="-171450" algn="l">
              <a:buFont typeface="Arial" panose="020B0604020202020204" pitchFamily="34" charset="0"/>
              <a:buChar char="•"/>
            </a:pPr>
            <a:r>
              <a:rPr lang="en-US" sz="1800" dirty="0" smtClean="0"/>
              <a:t>Empirical Observations and Comparisons</a:t>
            </a:r>
            <a:endParaRPr lang="en-US" sz="1800" dirty="0"/>
          </a:p>
          <a:p>
            <a:pPr marL="171450" indent="-171450" algn="l">
              <a:buFont typeface="Arial" panose="020B0604020202020204" pitchFamily="34" charset="0"/>
              <a:buChar char="•"/>
            </a:pPr>
            <a:r>
              <a:rPr lang="en-US" sz="1800" dirty="0" smtClean="0"/>
              <a:t>Description of Framework</a:t>
            </a:r>
            <a:endParaRPr lang="en-US" sz="1800" dirty="0"/>
          </a:p>
          <a:p>
            <a:pPr marL="171450" indent="-171450" algn="l">
              <a:buFont typeface="Arial" panose="020B0604020202020204" pitchFamily="34" charset="0"/>
              <a:buChar char="•"/>
            </a:pPr>
            <a:r>
              <a:rPr lang="en-US" sz="1800" dirty="0" smtClean="0"/>
              <a:t>Results</a:t>
            </a:r>
          </a:p>
          <a:p>
            <a:pPr marL="680685" lvl="1" indent="-171450" algn="l">
              <a:buFont typeface="Arial" panose="020B0604020202020204" pitchFamily="34" charset="0"/>
              <a:buChar char="•"/>
            </a:pPr>
            <a:r>
              <a:rPr lang="en-US" sz="1800" dirty="0" smtClean="0"/>
              <a:t>Spline </a:t>
            </a:r>
            <a:r>
              <a:rPr lang="en-US" sz="1800" dirty="0" smtClean="0"/>
              <a:t>Results</a:t>
            </a:r>
          </a:p>
          <a:p>
            <a:pPr marL="171450" indent="-171450" algn="l">
              <a:buFont typeface="Arial" panose="020B0604020202020204" pitchFamily="34" charset="0"/>
              <a:buChar char="•"/>
            </a:pPr>
            <a:r>
              <a:rPr lang="en-US" sz="1800" dirty="0" smtClean="0"/>
              <a:t>Tracking</a:t>
            </a:r>
            <a:endParaRPr lang="en-US" sz="1800" dirty="0"/>
          </a:p>
          <a:p>
            <a:pPr marL="171450" indent="-171450" algn="l">
              <a:buFont typeface="Arial" panose="020B0604020202020204" pitchFamily="34" charset="0"/>
              <a:buChar char="•"/>
            </a:pPr>
            <a:r>
              <a:rPr lang="en-US" sz="1800" dirty="0" smtClean="0"/>
              <a:t>Going Forward</a:t>
            </a:r>
            <a:endParaRPr lang="en-US" dirty="0"/>
          </a:p>
          <a:p>
            <a:pPr marL="680685" lvl="1" indent="-171450" algn="l">
              <a:buFont typeface="Arial" panose="020B0604020202020204" pitchFamily="34" charset="0"/>
              <a:buChar char="•"/>
            </a:pPr>
            <a:r>
              <a:rPr lang="en-US" sz="1800" dirty="0" smtClean="0"/>
              <a:t>Improved Credit Availability</a:t>
            </a:r>
          </a:p>
          <a:p>
            <a:pPr marL="680685" lvl="1" indent="-171450" algn="l">
              <a:buFont typeface="Arial" panose="020B0604020202020204" pitchFamily="34" charset="0"/>
              <a:buChar char="•"/>
            </a:pPr>
            <a:r>
              <a:rPr lang="en-US" sz="1800" dirty="0" smtClean="0"/>
              <a:t>Burnout</a:t>
            </a:r>
            <a:endParaRPr lang="en-US" sz="1800" dirty="0" smtClean="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67380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Introduction to </a:t>
            </a:r>
            <a:r>
              <a:rPr lang="en-US" sz="2400" b="0" dirty="0" smtClean="0">
                <a:solidFill>
                  <a:schemeClr val="tx1"/>
                </a:solidFill>
              </a:rPr>
              <a:t>Refinance</a:t>
            </a:r>
            <a:endParaRPr lang="en-US" sz="2400" b="0" dirty="0">
              <a:solidFill>
                <a:schemeClr val="tx1"/>
              </a:solidFill>
            </a:endParaRPr>
          </a:p>
        </p:txBody>
      </p:sp>
      <p:sp>
        <p:nvSpPr>
          <p:cNvPr id="5" name="Subtitle 4"/>
          <p:cNvSpPr>
            <a:spLocks noGrp="1"/>
          </p:cNvSpPr>
          <p:nvPr>
            <p:ph type="subTitle" idx="1"/>
          </p:nvPr>
        </p:nvSpPr>
        <p:spPr>
          <a:xfrm>
            <a:off x="970059" y="1836882"/>
            <a:ext cx="7579581" cy="5335196"/>
          </a:xfrm>
        </p:spPr>
        <p:txBody>
          <a:bodyPr/>
          <a:lstStyle/>
          <a:p>
            <a:pPr marL="285750" indent="-285750" algn="l">
              <a:buFont typeface="Arial" panose="020B0604020202020204" pitchFamily="34" charset="0"/>
              <a:buChar char="•"/>
            </a:pPr>
            <a:r>
              <a:rPr lang="en-US" sz="1400" b="1" dirty="0" smtClean="0"/>
              <a:t>Refinance Definition</a:t>
            </a:r>
            <a:endParaRPr lang="en-US" sz="1400" b="1" dirty="0" smtClean="0"/>
          </a:p>
          <a:p>
            <a:pPr marL="794985" lvl="1" indent="-285750" algn="l">
              <a:buFont typeface="Arial" panose="020B0604020202020204" pitchFamily="34" charset="0"/>
              <a:buChar char="•"/>
            </a:pPr>
            <a:r>
              <a:rPr lang="en-US" sz="1400" dirty="0" smtClean="0"/>
              <a:t>Refinance rate is </a:t>
            </a:r>
            <a:r>
              <a:rPr lang="en-US" sz="1400" dirty="0" smtClean="0"/>
              <a:t>the measure of the rate at which borrowers </a:t>
            </a:r>
            <a:r>
              <a:rPr lang="en-US" sz="1400" dirty="0" smtClean="0"/>
              <a:t>get a new loan with a lower interest rate. </a:t>
            </a:r>
            <a:r>
              <a:rPr lang="en-US" sz="1400" dirty="0" smtClean="0"/>
              <a:t>It does not include </a:t>
            </a:r>
            <a:r>
              <a:rPr lang="en-US" sz="1400" dirty="0" smtClean="0"/>
              <a:t>Turnover, </a:t>
            </a:r>
            <a:r>
              <a:rPr lang="en-US" sz="1400" dirty="0" smtClean="0"/>
              <a:t>Defaults or Curtailments.</a:t>
            </a:r>
          </a:p>
          <a:p>
            <a:pPr marL="285750" indent="-285750" algn="l">
              <a:buFont typeface="Arial" panose="020B0604020202020204" pitchFamily="34" charset="0"/>
              <a:buChar char="•"/>
            </a:pPr>
            <a:r>
              <a:rPr lang="en-US" sz="1400" b="1" dirty="0" smtClean="0"/>
              <a:t>Refinance Estimation</a:t>
            </a:r>
            <a:endParaRPr lang="en-US" sz="1400" b="1" dirty="0" smtClean="0"/>
          </a:p>
          <a:p>
            <a:pPr marL="794985" lvl="1" indent="-285750" algn="l">
              <a:buFont typeface="Arial" panose="020B0604020202020204" pitchFamily="34" charset="0"/>
              <a:buChar char="•"/>
            </a:pPr>
            <a:r>
              <a:rPr lang="en-US" sz="1400" dirty="0" smtClean="0"/>
              <a:t>We split Refinance rates into 2 categories: media effect periods and non media effect periods</a:t>
            </a:r>
          </a:p>
          <a:p>
            <a:pPr marL="794985" lvl="1" indent="-285750" algn="l">
              <a:buFont typeface="Arial" panose="020B0604020202020204" pitchFamily="34" charset="0"/>
              <a:buChar char="•"/>
            </a:pPr>
            <a:r>
              <a:rPr lang="en-US" sz="1400" dirty="0" smtClean="0"/>
              <a:t>Media Effect periods are somewhat arbitrary to define, but largely these periods can be determined fairly easily by graphing the historical refinance rates over time. Periods with large spikes in refinance rates are media effect periods</a:t>
            </a:r>
            <a:endParaRPr lang="en-US" sz="1400" dirty="0" smtClean="0"/>
          </a:p>
          <a:p>
            <a:pPr marL="794985" lvl="1" indent="-285750" algn="l">
              <a:buFont typeface="Arial" panose="020B0604020202020204" pitchFamily="34" charset="0"/>
              <a:buChar char="•"/>
            </a:pPr>
            <a:r>
              <a:rPr lang="en-US" sz="1400" dirty="0" smtClean="0"/>
              <a:t>Non Media </a:t>
            </a:r>
            <a:r>
              <a:rPr lang="en-US" sz="1400" dirty="0" smtClean="0"/>
              <a:t>Effect periods are periods where refinance rates don’t exhibit the same volatile and large spikes in refinance rates</a:t>
            </a:r>
          </a:p>
          <a:p>
            <a:pPr marL="794985" lvl="1" indent="-285750" algn="l">
              <a:buFont typeface="Arial" panose="020B0604020202020204" pitchFamily="34" charset="0"/>
              <a:buChar char="•"/>
            </a:pPr>
            <a:r>
              <a:rPr lang="en-US" sz="1400" dirty="0" smtClean="0"/>
              <a:t>Additionally our first estimates will rely on data prior to 2007, as we don’t want to include the mortgage crisis in step 1 of our estimation process</a:t>
            </a:r>
            <a:endParaRPr lang="en-US" sz="1400" dirty="0" smtClean="0"/>
          </a:p>
          <a:p>
            <a:pPr marL="285750" indent="-285750" algn="l">
              <a:buFont typeface="Arial" panose="020B0604020202020204" pitchFamily="34" charset="0"/>
              <a:buChar char="•"/>
            </a:pPr>
            <a:r>
              <a:rPr lang="en-US" sz="1400" b="1" dirty="0" smtClean="0"/>
              <a:t>Refinance </a:t>
            </a:r>
            <a:r>
              <a:rPr lang="en-US" sz="1400" b="1" dirty="0" smtClean="0"/>
              <a:t>Incentive</a:t>
            </a:r>
          </a:p>
          <a:p>
            <a:pPr marL="794985" lvl="1" indent="-285750" algn="l">
              <a:buFont typeface="Arial" panose="020B0604020202020204" pitchFamily="34" charset="0"/>
              <a:buChar char="•"/>
            </a:pPr>
            <a:r>
              <a:rPr lang="en-US" sz="1400" dirty="0" smtClean="0"/>
              <a:t>An accurate measure of refinance incentive is important for the analysis of </a:t>
            </a:r>
            <a:r>
              <a:rPr lang="en-US" sz="1400" dirty="0" smtClean="0"/>
              <a:t>refinance rates</a:t>
            </a:r>
          </a:p>
          <a:p>
            <a:pPr marL="794985" lvl="1" indent="-285750" algn="l">
              <a:buFont typeface="Arial" panose="020B0604020202020204" pitchFamily="34" charset="0"/>
              <a:buChar char="•"/>
            </a:pPr>
            <a:r>
              <a:rPr lang="en-US" sz="1400" dirty="0" smtClean="0"/>
              <a:t>We </a:t>
            </a:r>
            <a:r>
              <a:rPr lang="en-US" sz="1400" dirty="0" smtClean="0"/>
              <a:t>are using the Freddie Survey Rate with </a:t>
            </a:r>
            <a:r>
              <a:rPr lang="en-US" sz="1400" dirty="0" smtClean="0"/>
              <a:t>adjustments </a:t>
            </a:r>
            <a:r>
              <a:rPr lang="en-US" sz="1400" dirty="0" smtClean="0"/>
              <a:t>for PMI and LLPA</a:t>
            </a: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1616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Description of </a:t>
            </a:r>
            <a:r>
              <a:rPr lang="en-US" sz="2400" b="0" dirty="0" smtClean="0">
                <a:solidFill>
                  <a:schemeClr val="tx1"/>
                </a:solidFill>
              </a:rPr>
              <a:t>Refinance Data</a:t>
            </a:r>
            <a:endParaRPr lang="en-US" sz="2400" b="0" dirty="0">
              <a:solidFill>
                <a:schemeClr val="tx1"/>
              </a:solidFill>
            </a:endParaRPr>
          </a:p>
        </p:txBody>
      </p:sp>
      <p:sp>
        <p:nvSpPr>
          <p:cNvPr id="5" name="Subtitle 4"/>
          <p:cNvSpPr>
            <a:spLocks noGrp="1"/>
          </p:cNvSpPr>
          <p:nvPr>
            <p:ph type="subTitle" idx="1"/>
          </p:nvPr>
        </p:nvSpPr>
        <p:spPr>
          <a:xfrm>
            <a:off x="970059" y="1836881"/>
            <a:ext cx="7579581" cy="4583373"/>
          </a:xfrm>
        </p:spPr>
        <p:txBody>
          <a:bodyPr/>
          <a:lstStyle/>
          <a:p>
            <a:pPr marL="285750" indent="-285750" algn="l">
              <a:buFont typeface="Arial" panose="020B0604020202020204" pitchFamily="34" charset="0"/>
              <a:buChar char="•"/>
            </a:pPr>
            <a:r>
              <a:rPr lang="en-US" sz="1400" b="1" dirty="0" smtClean="0"/>
              <a:t>Prepay Data</a:t>
            </a:r>
          </a:p>
          <a:p>
            <a:pPr marL="794985" lvl="1" indent="-285750" algn="l">
              <a:buFont typeface="Arial" panose="020B0604020202020204" pitchFamily="34" charset="0"/>
              <a:buChar char="•"/>
            </a:pPr>
            <a:r>
              <a:rPr lang="en-US" sz="1400" dirty="0" smtClean="0"/>
              <a:t>Pool Level</a:t>
            </a:r>
          </a:p>
          <a:p>
            <a:pPr marL="1304222" lvl="2" indent="-285750" algn="l">
              <a:buFont typeface="Arial" panose="020B0604020202020204" pitchFamily="34" charset="0"/>
              <a:buChar char="•"/>
            </a:pPr>
            <a:r>
              <a:rPr lang="en-US" sz="1400" dirty="0" smtClean="0"/>
              <a:t>Prepayment information available </a:t>
            </a:r>
            <a:r>
              <a:rPr lang="en-US" sz="1400" dirty="0" smtClean="0"/>
              <a:t>for Fannie and Freddie pools</a:t>
            </a:r>
          </a:p>
          <a:p>
            <a:pPr marL="1304222" lvl="2" indent="-285750" algn="l">
              <a:buFont typeface="Arial" panose="020B0604020202020204" pitchFamily="34" charset="0"/>
              <a:buChar char="•"/>
            </a:pPr>
            <a:r>
              <a:rPr lang="en-US" sz="1400" dirty="0"/>
              <a:t>~ </a:t>
            </a:r>
            <a:r>
              <a:rPr lang="en-US" sz="1400" dirty="0" smtClean="0"/>
              <a:t>750K </a:t>
            </a:r>
            <a:r>
              <a:rPr lang="en-US" sz="1400" dirty="0" smtClean="0"/>
              <a:t>pools </a:t>
            </a:r>
            <a:r>
              <a:rPr lang="en-US" sz="1400" dirty="0"/>
              <a:t>with data as far back as </a:t>
            </a:r>
            <a:r>
              <a:rPr lang="en-US" sz="1400" dirty="0" smtClean="0"/>
              <a:t>1994</a:t>
            </a:r>
            <a:endParaRPr lang="en-US" sz="1400" dirty="0"/>
          </a:p>
          <a:p>
            <a:pPr marL="794985" lvl="1" indent="-285750" algn="l">
              <a:buFont typeface="Arial" panose="020B0604020202020204" pitchFamily="34" charset="0"/>
              <a:buChar char="•"/>
            </a:pPr>
            <a:r>
              <a:rPr lang="en-US" sz="1400" dirty="0" smtClean="0"/>
              <a:t>Loan Level</a:t>
            </a:r>
          </a:p>
          <a:p>
            <a:pPr marL="1304222" lvl="2" indent="-285750" algn="l">
              <a:buFont typeface="Arial" panose="020B0604020202020204" pitchFamily="34" charset="0"/>
              <a:buChar char="•"/>
            </a:pPr>
            <a:r>
              <a:rPr lang="en-US" sz="1400" dirty="0" smtClean="0"/>
              <a:t>Refinance information </a:t>
            </a:r>
            <a:r>
              <a:rPr lang="en-US" sz="1400" dirty="0"/>
              <a:t>available </a:t>
            </a:r>
            <a:r>
              <a:rPr lang="en-US" sz="1400" dirty="0" smtClean="0"/>
              <a:t>for Fannie and </a:t>
            </a:r>
            <a:r>
              <a:rPr lang="en-US" sz="1400" dirty="0" smtClean="0"/>
              <a:t>Freddie loans</a:t>
            </a:r>
            <a:endParaRPr lang="en-US" sz="1400" dirty="0"/>
          </a:p>
          <a:p>
            <a:pPr marL="1304222" lvl="2" indent="-285750" algn="l">
              <a:buFont typeface="Arial" panose="020B0604020202020204" pitchFamily="34" charset="0"/>
              <a:buChar char="•"/>
            </a:pPr>
            <a:r>
              <a:rPr lang="en-US" sz="1400" dirty="0"/>
              <a:t>~ </a:t>
            </a:r>
            <a:r>
              <a:rPr lang="en-US" sz="1400" dirty="0" smtClean="0"/>
              <a:t>26M </a:t>
            </a:r>
            <a:r>
              <a:rPr lang="en-US" sz="1400" dirty="0" smtClean="0"/>
              <a:t>loans with </a:t>
            </a:r>
            <a:r>
              <a:rPr lang="en-US" sz="1400" dirty="0"/>
              <a:t>data as far back as </a:t>
            </a:r>
            <a:r>
              <a:rPr lang="en-US" sz="1400" dirty="0" smtClean="0"/>
              <a:t>2006</a:t>
            </a:r>
          </a:p>
          <a:p>
            <a:pPr marL="285750" indent="-285750" algn="l">
              <a:buFont typeface="Arial" panose="020B0604020202020204" pitchFamily="34" charset="0"/>
              <a:buChar char="•"/>
            </a:pPr>
            <a:r>
              <a:rPr lang="en-US" sz="1400" b="1" dirty="0" smtClean="0"/>
              <a:t>Credit Data</a:t>
            </a:r>
          </a:p>
          <a:p>
            <a:pPr marL="794985" lvl="1" indent="-285750" algn="l">
              <a:buFont typeface="Arial" panose="020B0604020202020204" pitchFamily="34" charset="0"/>
              <a:buChar char="•"/>
            </a:pPr>
            <a:r>
              <a:rPr lang="en-US" sz="1400" dirty="0" smtClean="0"/>
              <a:t>Prepayment i</a:t>
            </a:r>
            <a:r>
              <a:rPr lang="en-US" sz="1400" dirty="0" smtClean="0"/>
              <a:t>nformation </a:t>
            </a:r>
            <a:r>
              <a:rPr lang="en-US" sz="1400" dirty="0" smtClean="0"/>
              <a:t>available </a:t>
            </a:r>
            <a:r>
              <a:rPr lang="en-US" sz="1400" dirty="0"/>
              <a:t>for </a:t>
            </a:r>
            <a:r>
              <a:rPr lang="en-US" sz="1400" dirty="0" smtClean="0"/>
              <a:t>Fannie and Freddie loans</a:t>
            </a:r>
          </a:p>
          <a:p>
            <a:pPr marL="794985" lvl="1" indent="-285750" algn="l">
              <a:buFont typeface="Arial" panose="020B0604020202020204" pitchFamily="34" charset="0"/>
              <a:buChar char="•"/>
            </a:pPr>
            <a:r>
              <a:rPr lang="en-US" sz="1400" dirty="0" smtClean="0"/>
              <a:t>~ </a:t>
            </a:r>
            <a:r>
              <a:rPr lang="en-US" sz="1400" dirty="0" smtClean="0"/>
              <a:t>36M </a:t>
            </a:r>
            <a:r>
              <a:rPr lang="en-US" sz="1400" dirty="0" smtClean="0"/>
              <a:t>loans with data as far back as 1999</a:t>
            </a:r>
          </a:p>
          <a:p>
            <a:pPr marL="794985" lvl="1" indent="-285750" algn="l">
              <a:buFont typeface="Arial" panose="020B0604020202020204" pitchFamily="34" charset="0"/>
              <a:buChar char="•"/>
            </a:pPr>
            <a:r>
              <a:rPr lang="en-US" sz="1400" dirty="0" smtClean="0"/>
              <a:t>Has indicators for Prepayment, and Default</a:t>
            </a:r>
          </a:p>
          <a:p>
            <a:pPr marL="794985" lvl="1" indent="-285750" algn="l">
              <a:buFont typeface="Arial" panose="020B0604020202020204" pitchFamily="34" charset="0"/>
              <a:buChar char="•"/>
            </a:pPr>
            <a:r>
              <a:rPr lang="en-US" sz="1400" dirty="0" smtClean="0"/>
              <a:t>Excellent coverage for FICO, DTI, CLTV (</a:t>
            </a:r>
            <a:r>
              <a:rPr lang="en-US" sz="1400" dirty="0" err="1" smtClean="0"/>
              <a:t>msa</a:t>
            </a:r>
            <a:r>
              <a:rPr lang="en-US" sz="1400" dirty="0" smtClean="0"/>
              <a:t> level), Occupancy, etc.</a:t>
            </a: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1969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hart 5"/>
          <p:cNvGraphicFramePr>
            <a:graphicFrameLocks/>
          </p:cNvGraphicFramePr>
          <p:nvPr>
            <p:extLst>
              <p:ext uri="{D42A27DB-BD31-4B8C-83A1-F6EECF244321}">
                <p14:modId xmlns:p14="http://schemas.microsoft.com/office/powerpoint/2010/main" val="3761825044"/>
              </p:ext>
            </p:extLst>
          </p:nvPr>
        </p:nvGraphicFramePr>
        <p:xfrm>
          <a:off x="688063" y="1865010"/>
          <a:ext cx="8615957" cy="52685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631139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hart 4"/>
          <p:cNvGraphicFramePr>
            <a:graphicFrameLocks/>
          </p:cNvGraphicFramePr>
          <p:nvPr>
            <p:extLst>
              <p:ext uri="{D42A27DB-BD31-4B8C-83A1-F6EECF244321}">
                <p14:modId xmlns:p14="http://schemas.microsoft.com/office/powerpoint/2010/main" val="395911600"/>
              </p:ext>
            </p:extLst>
          </p:nvPr>
        </p:nvGraphicFramePr>
        <p:xfrm>
          <a:off x="688063" y="1865010"/>
          <a:ext cx="8615957" cy="52615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91752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a:solidFill>
                  <a:schemeClr val="tx1"/>
                </a:solidFill>
              </a:rPr>
              <a:t>Empirical Observations and Comparisons</a:t>
            </a:r>
            <a:endParaRPr lang="en-US" sz="2400" b="0" dirty="0">
              <a:solidFill>
                <a:schemeClr val="tx1"/>
              </a:solidFill>
            </a:endParaRPr>
          </a:p>
        </p:txBody>
      </p:sp>
      <p:sp>
        <p:nvSpPr>
          <p:cNvPr id="5" name="Subtitle 4"/>
          <p:cNvSpPr>
            <a:spLocks noGrp="1"/>
          </p:cNvSpPr>
          <p:nvPr>
            <p:ph type="subTitle" idx="1"/>
          </p:nvPr>
        </p:nvSpPr>
        <p:spPr>
          <a:xfrm>
            <a:off x="970059" y="1836881"/>
            <a:ext cx="7579581" cy="4583373"/>
          </a:xfrm>
        </p:spPr>
        <p:txBody>
          <a:bodyPr/>
          <a:lstStyle/>
          <a:p>
            <a:pPr marL="285750" indent="-285750" algn="l">
              <a:buFont typeface="Arial" panose="020B0604020202020204" pitchFamily="34" charset="0"/>
              <a:buChar char="•"/>
            </a:pPr>
            <a:r>
              <a:rPr lang="en-US" sz="1400" b="1" dirty="0" smtClean="0"/>
              <a:t>Media Effect Measures</a:t>
            </a:r>
            <a:endParaRPr lang="en-US" sz="1400" b="1" dirty="0"/>
          </a:p>
          <a:p>
            <a:pPr marL="794985" lvl="1" indent="-285750" algn="l">
              <a:buFont typeface="Arial" panose="020B0604020202020204" pitchFamily="34" charset="0"/>
              <a:buChar char="•"/>
            </a:pPr>
            <a:r>
              <a:rPr lang="en-US" sz="1400" dirty="0" smtClean="0"/>
              <a:t>Refinanceable Universe</a:t>
            </a:r>
            <a:endParaRPr lang="en-US" sz="1400" dirty="0"/>
          </a:p>
          <a:p>
            <a:pPr marL="1304222" lvl="2" indent="-285750" algn="l">
              <a:buFont typeface="Arial" panose="020B0604020202020204" pitchFamily="34" charset="0"/>
              <a:buChar char="•"/>
            </a:pPr>
            <a:r>
              <a:rPr lang="en-US" sz="1400" dirty="0" smtClean="0"/>
              <a:t>The percent of the universe that is 50bp in the money (ITM)</a:t>
            </a:r>
          </a:p>
          <a:p>
            <a:pPr marL="1304222" lvl="2" indent="-285750" algn="l">
              <a:buFont typeface="Arial" panose="020B0604020202020204" pitchFamily="34" charset="0"/>
              <a:buChar char="•"/>
            </a:pPr>
            <a:r>
              <a:rPr lang="en-US" sz="1400" dirty="0" smtClean="0"/>
              <a:t>Periods of high refinanceable percentage should see higher refinance rates</a:t>
            </a:r>
          </a:p>
          <a:p>
            <a:pPr marL="794985" lvl="1" indent="-285750" algn="l">
              <a:buFont typeface="Arial" panose="020B0604020202020204" pitchFamily="34" charset="0"/>
              <a:buChar char="•"/>
            </a:pPr>
            <a:r>
              <a:rPr lang="en-US" sz="1400" dirty="0" smtClean="0"/>
              <a:t>Delta PMMS</a:t>
            </a:r>
          </a:p>
          <a:p>
            <a:pPr marL="1304222" lvl="2" indent="-285750" algn="l">
              <a:buFont typeface="Arial" panose="020B0604020202020204" pitchFamily="34" charset="0"/>
              <a:buChar char="•"/>
            </a:pPr>
            <a:r>
              <a:rPr lang="en-US" sz="1400" dirty="0" smtClean="0"/>
              <a:t>A lookback over historical interest rates to see if the current rate is at a 2 year low</a:t>
            </a:r>
          </a:p>
          <a:p>
            <a:pPr marL="1304222" lvl="2" indent="-285750" algn="l">
              <a:buFont typeface="Arial" panose="020B0604020202020204" pitchFamily="34" charset="0"/>
              <a:buChar char="•"/>
            </a:pPr>
            <a:r>
              <a:rPr lang="en-US" sz="1400" dirty="0" smtClean="0"/>
              <a:t>Periods where rates are reaching 2 year lows should see higher refinance rates</a:t>
            </a:r>
          </a:p>
          <a:p>
            <a:pPr marL="285750" indent="-285750" algn="l">
              <a:buFont typeface="Arial" panose="020B0604020202020204" pitchFamily="34" charset="0"/>
              <a:buChar char="•"/>
            </a:pPr>
            <a:r>
              <a:rPr lang="en-US" sz="1400" b="1" dirty="0" smtClean="0"/>
              <a:t>Credit Availability Measures</a:t>
            </a:r>
          </a:p>
          <a:p>
            <a:pPr marL="794985" lvl="1" indent="-285750" algn="l">
              <a:buFont typeface="Arial" panose="020B0604020202020204" pitchFamily="34" charset="0"/>
              <a:buChar char="•"/>
            </a:pPr>
            <a:r>
              <a:rPr lang="en-US" sz="1400" dirty="0" smtClean="0"/>
              <a:t>2 Year Moving Average of HPA</a:t>
            </a:r>
          </a:p>
          <a:p>
            <a:pPr marL="1304222" lvl="2" indent="-285750" algn="l">
              <a:buFont typeface="Arial" panose="020B0604020202020204" pitchFamily="34" charset="0"/>
              <a:buChar char="•"/>
            </a:pPr>
            <a:r>
              <a:rPr lang="en-US" sz="1400" dirty="0" smtClean="0"/>
              <a:t>A 2 year moving average of HPA </a:t>
            </a:r>
          </a:p>
          <a:p>
            <a:pPr marL="1304222" lvl="2" indent="-285750" algn="l">
              <a:buFont typeface="Arial" panose="020B0604020202020204" pitchFamily="34" charset="0"/>
              <a:buChar char="•"/>
            </a:pPr>
            <a:r>
              <a:rPr lang="en-US" sz="1400" dirty="0" smtClean="0"/>
              <a:t>Periods where HPA is positive over a 2 year time frame will have access to more credit which will allow for higher refinance rates</a:t>
            </a:r>
          </a:p>
          <a:p>
            <a:pPr marL="794985" lvl="1" indent="-285750" algn="l">
              <a:buFont typeface="Arial" panose="020B0604020202020204" pitchFamily="34" charset="0"/>
              <a:buChar char="•"/>
            </a:pPr>
            <a:r>
              <a:rPr lang="en-US" sz="1400" dirty="0" smtClean="0"/>
              <a:t>Cello Credit Availability Measure</a:t>
            </a:r>
          </a:p>
          <a:p>
            <a:pPr marL="1304222" lvl="2" indent="-285750" algn="l">
              <a:buFont typeface="Arial" panose="020B0604020202020204" pitchFamily="34" charset="0"/>
              <a:buChar char="•"/>
            </a:pPr>
            <a:r>
              <a:rPr lang="en-US" sz="1400" dirty="0" smtClean="0"/>
              <a:t>Issue: can we forecast?</a:t>
            </a:r>
            <a:endParaRPr lang="en-US" sz="1400" dirty="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615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hart 5"/>
          <p:cNvGraphicFramePr>
            <a:graphicFrameLocks/>
          </p:cNvGraphicFramePr>
          <p:nvPr>
            <p:extLst>
              <p:ext uri="{D42A27DB-BD31-4B8C-83A1-F6EECF244321}">
                <p14:modId xmlns:p14="http://schemas.microsoft.com/office/powerpoint/2010/main" val="146867126"/>
              </p:ext>
            </p:extLst>
          </p:nvPr>
        </p:nvGraphicFramePr>
        <p:xfrm>
          <a:off x="688063" y="1865010"/>
          <a:ext cx="8615957" cy="52469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82761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hart 4"/>
          <p:cNvGraphicFramePr>
            <a:graphicFrameLocks/>
          </p:cNvGraphicFramePr>
          <p:nvPr>
            <p:extLst>
              <p:ext uri="{D42A27DB-BD31-4B8C-83A1-F6EECF244321}">
                <p14:modId xmlns:p14="http://schemas.microsoft.com/office/powerpoint/2010/main" val="3223253438"/>
              </p:ext>
            </p:extLst>
          </p:nvPr>
        </p:nvGraphicFramePr>
        <p:xfrm>
          <a:off x="688062" y="1865010"/>
          <a:ext cx="8615957" cy="52615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773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hart 5"/>
          <p:cNvGraphicFramePr>
            <a:graphicFrameLocks/>
          </p:cNvGraphicFramePr>
          <p:nvPr>
            <p:extLst>
              <p:ext uri="{D42A27DB-BD31-4B8C-83A1-F6EECF244321}">
                <p14:modId xmlns:p14="http://schemas.microsoft.com/office/powerpoint/2010/main" val="1053174834"/>
              </p:ext>
            </p:extLst>
          </p:nvPr>
        </p:nvGraphicFramePr>
        <p:xfrm>
          <a:off x="688063" y="1865009"/>
          <a:ext cx="8615957" cy="52905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438352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Empirical Observations and Comparisons</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Chart 6"/>
          <p:cNvGraphicFramePr>
            <a:graphicFrameLocks/>
          </p:cNvGraphicFramePr>
          <p:nvPr>
            <p:extLst>
              <p:ext uri="{D42A27DB-BD31-4B8C-83A1-F6EECF244321}">
                <p14:modId xmlns:p14="http://schemas.microsoft.com/office/powerpoint/2010/main" val="3871816332"/>
              </p:ext>
            </p:extLst>
          </p:nvPr>
        </p:nvGraphicFramePr>
        <p:xfrm>
          <a:off x="688062" y="1865009"/>
          <a:ext cx="8615957" cy="52687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870788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Description of Framework</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ubtitle 4"/>
          <p:cNvSpPr>
            <a:spLocks noGrp="1"/>
          </p:cNvSpPr>
          <p:nvPr>
            <p:ph type="subTitle" idx="1"/>
          </p:nvPr>
        </p:nvSpPr>
        <p:spPr>
          <a:xfrm>
            <a:off x="970059" y="1836882"/>
            <a:ext cx="7579581" cy="5335196"/>
          </a:xfrm>
        </p:spPr>
        <p:txBody>
          <a:bodyPr/>
          <a:lstStyle/>
          <a:p>
            <a:pPr marL="285750" indent="-285750" algn="l">
              <a:buFont typeface="Arial" panose="020B0604020202020204" pitchFamily="34" charset="0"/>
              <a:buChar char="•"/>
            </a:pPr>
            <a:r>
              <a:rPr lang="en-US" sz="1400" b="1" dirty="0" smtClean="0"/>
              <a:t>Overview</a:t>
            </a:r>
          </a:p>
          <a:p>
            <a:pPr marL="794985" lvl="1" indent="-285750" algn="l">
              <a:buFont typeface="Arial" panose="020B0604020202020204" pitchFamily="34" charset="0"/>
              <a:buChar char="•"/>
            </a:pPr>
            <a:r>
              <a:rPr lang="en-US" sz="1400" dirty="0" smtClean="0"/>
              <a:t>After removing </a:t>
            </a:r>
            <a:r>
              <a:rPr lang="en-US" sz="1400" dirty="0" smtClean="0"/>
              <a:t>turnover, defaults </a:t>
            </a:r>
            <a:r>
              <a:rPr lang="en-US" sz="1400" dirty="0" smtClean="0"/>
              <a:t>and curtailments, all </a:t>
            </a:r>
            <a:r>
              <a:rPr lang="en-US" sz="1400" dirty="0" smtClean="0"/>
              <a:t>prepayments </a:t>
            </a:r>
            <a:r>
              <a:rPr lang="en-US" sz="1400" dirty="0" smtClean="0"/>
              <a:t>correspond to </a:t>
            </a:r>
            <a:r>
              <a:rPr lang="en-US" sz="1400" dirty="0" smtClean="0"/>
              <a:t>refinancing. </a:t>
            </a:r>
            <a:r>
              <a:rPr lang="en-US" sz="1400" dirty="0"/>
              <a:t>The modeling strategy is </a:t>
            </a:r>
            <a:r>
              <a:rPr lang="en-US" sz="1400" dirty="0" smtClean="0"/>
              <a:t>to:</a:t>
            </a:r>
          </a:p>
          <a:p>
            <a:pPr marL="1304222" lvl="2" indent="-285750" algn="l">
              <a:buFont typeface="Arial" panose="020B0604020202020204" pitchFamily="34" charset="0"/>
              <a:buChar char="•"/>
            </a:pPr>
            <a:r>
              <a:rPr lang="en-US" sz="1400" dirty="0" smtClean="0"/>
              <a:t>1)</a:t>
            </a:r>
            <a:r>
              <a:rPr lang="en-US" sz="1400" dirty="0" smtClean="0"/>
              <a:t> Fit an initial S-Curve based on non-media effect periods prior to 2007</a:t>
            </a:r>
          </a:p>
          <a:p>
            <a:pPr marL="1304222" lvl="2" indent="-285750" algn="l">
              <a:buFont typeface="Arial" panose="020B0604020202020204" pitchFamily="34" charset="0"/>
              <a:buChar char="•"/>
            </a:pPr>
            <a:r>
              <a:rPr lang="en-US" sz="1400" dirty="0" smtClean="0"/>
              <a:t>2) Fit a media effect multiplier on all periods prior to 2007</a:t>
            </a:r>
          </a:p>
          <a:p>
            <a:pPr marL="1304222" lvl="2" indent="-285750" algn="l">
              <a:buFont typeface="Arial" panose="020B0604020202020204" pitchFamily="34" charset="0"/>
              <a:buChar char="•"/>
            </a:pPr>
            <a:r>
              <a:rPr lang="en-US" sz="1400" dirty="0" smtClean="0"/>
              <a:t>3) Fit a credit availability multiplier on all periods available</a:t>
            </a:r>
          </a:p>
          <a:p>
            <a:pPr marL="1304222" lvl="2" indent="-285750" algn="l">
              <a:buFont typeface="Arial" panose="020B0604020202020204" pitchFamily="34" charset="0"/>
              <a:buChar char="•"/>
            </a:pPr>
            <a:r>
              <a:rPr lang="en-US" sz="1400" dirty="0" smtClean="0"/>
              <a:t>4) Layer in other effects: WALA Ramp, Burnout, Loan Size, Occupancy Type, </a:t>
            </a:r>
            <a:r>
              <a:rPr lang="en-US" sz="1400" dirty="0" err="1" smtClean="0"/>
              <a:t>etc</a:t>
            </a:r>
            <a:endParaRPr lang="en-US" sz="1400" dirty="0" smtClean="0"/>
          </a:p>
          <a:p>
            <a:pPr marL="285750" indent="-285750" algn="l">
              <a:buFont typeface="Arial" panose="020B0604020202020204" pitchFamily="34" charset="0"/>
              <a:buChar char="•"/>
            </a:pPr>
            <a:r>
              <a:rPr lang="en-US" sz="1400" b="1" dirty="0" smtClean="0"/>
              <a:t>Data</a:t>
            </a:r>
          </a:p>
          <a:p>
            <a:pPr marL="794985" lvl="1" indent="-285750" algn="l">
              <a:buFont typeface="Arial" panose="020B0604020202020204" pitchFamily="34" charset="0"/>
              <a:buChar char="•"/>
            </a:pPr>
            <a:r>
              <a:rPr lang="en-US" sz="1400" dirty="0" smtClean="0"/>
              <a:t>Query the pool and loan level data from </a:t>
            </a:r>
            <a:r>
              <a:rPr lang="en-US" sz="1400" dirty="0" smtClean="0"/>
              <a:t>IQ</a:t>
            </a:r>
            <a:endParaRPr lang="en-US" sz="1400" dirty="0" smtClean="0"/>
          </a:p>
          <a:p>
            <a:pPr marL="794985" lvl="1" indent="-285750" algn="l">
              <a:buFont typeface="Arial" panose="020B0604020202020204" pitchFamily="34" charset="0"/>
              <a:buChar char="•"/>
            </a:pPr>
            <a:r>
              <a:rPr lang="en-US" sz="1400" dirty="0" smtClean="0"/>
              <a:t>Aggregate the </a:t>
            </a:r>
            <a:r>
              <a:rPr lang="en-US" sz="1400" dirty="0" smtClean="0"/>
              <a:t>Refinance data </a:t>
            </a:r>
            <a:r>
              <a:rPr lang="en-US" sz="1400" dirty="0" smtClean="0"/>
              <a:t>by loan </a:t>
            </a:r>
            <a:r>
              <a:rPr lang="en-US" sz="1400" dirty="0" smtClean="0"/>
              <a:t>characteristics:</a:t>
            </a:r>
            <a:endParaRPr lang="en-US" sz="1400" dirty="0" smtClean="0"/>
          </a:p>
          <a:p>
            <a:pPr marL="1304222" lvl="2" indent="-285750" algn="l">
              <a:buFont typeface="Arial" panose="020B0604020202020204" pitchFamily="34" charset="0"/>
              <a:buChar char="•"/>
            </a:pPr>
            <a:r>
              <a:rPr lang="en-US" sz="1400" dirty="0" smtClean="0"/>
              <a:t>Incentive, Media Measure, Credit Availability, WALA</a:t>
            </a:r>
            <a:r>
              <a:rPr lang="en-US" sz="1400" dirty="0" smtClean="0"/>
              <a:t>, </a:t>
            </a:r>
            <a:r>
              <a:rPr lang="en-US" sz="1400" dirty="0" smtClean="0"/>
              <a:t>etc.</a:t>
            </a:r>
          </a:p>
          <a:p>
            <a:pPr marL="285750" indent="-285750" algn="l">
              <a:buFont typeface="Arial" panose="020B0604020202020204" pitchFamily="34" charset="0"/>
              <a:buChar char="•"/>
            </a:pPr>
            <a:r>
              <a:rPr lang="en-US" sz="1400" dirty="0" smtClean="0"/>
              <a:t> </a:t>
            </a:r>
            <a:r>
              <a:rPr lang="en-US" sz="1400" b="1" dirty="0" smtClean="0"/>
              <a:t>R </a:t>
            </a:r>
            <a:r>
              <a:rPr lang="en-US" sz="1400" b="1" dirty="0" smtClean="0"/>
              <a:t>Program</a:t>
            </a:r>
          </a:p>
          <a:p>
            <a:pPr marL="794985" lvl="1" indent="-285750" algn="l">
              <a:buFont typeface="Arial" panose="020B0604020202020204" pitchFamily="34" charset="0"/>
              <a:buChar char="•"/>
            </a:pPr>
            <a:r>
              <a:rPr lang="en-US" sz="1400" dirty="0" smtClean="0"/>
              <a:t>Estimate initial S-Curve, followed by Media Effect, then Credit Availability</a:t>
            </a:r>
            <a:endParaRPr lang="en-US" sz="1400" dirty="0" smtClean="0"/>
          </a:p>
          <a:p>
            <a:pPr marL="794985" lvl="1" indent="-285750" algn="l">
              <a:buFont typeface="Arial" panose="020B0604020202020204" pitchFamily="34" charset="0"/>
              <a:buChar char="•"/>
            </a:pPr>
            <a:r>
              <a:rPr lang="en-US" sz="1400" dirty="0" smtClean="0"/>
              <a:t>Layer in other loan effects: WALA, Loan Size, </a:t>
            </a:r>
            <a:r>
              <a:rPr lang="en-US" sz="1400" dirty="0" err="1" smtClean="0"/>
              <a:t>etc</a:t>
            </a:r>
            <a:endParaRPr lang="en-US" sz="1400" dirty="0" smtClean="0"/>
          </a:p>
          <a:p>
            <a:pPr marL="285750" indent="-285750" algn="l">
              <a:buFont typeface="Arial" panose="020B0604020202020204" pitchFamily="34" charset="0"/>
              <a:buChar char="•"/>
            </a:pPr>
            <a:r>
              <a:rPr lang="en-US" sz="1400" b="1" dirty="0" smtClean="0"/>
              <a:t>Output</a:t>
            </a:r>
          </a:p>
          <a:p>
            <a:pPr marL="794985" lvl="1" indent="-285750" algn="l">
              <a:buFont typeface="Arial" panose="020B0604020202020204" pitchFamily="34" charset="0"/>
              <a:buChar char="•"/>
            </a:pPr>
            <a:r>
              <a:rPr lang="en-US" sz="1400" dirty="0" smtClean="0"/>
              <a:t>S-Curve Spline + Media Effect and Credit Availability multipliers + Loan Characteristic multipliers, </a:t>
            </a:r>
            <a:r>
              <a:rPr lang="en-US" sz="1400" dirty="0" smtClean="0"/>
              <a:t>which allow us to calculate an SMM given a set of loan characteristics</a:t>
            </a:r>
          </a:p>
        </p:txBody>
      </p:sp>
    </p:spTree>
    <p:extLst>
      <p:ext uri="{BB962C8B-B14F-4D97-AF65-F5344CB8AC3E}">
        <p14:creationId xmlns:p14="http://schemas.microsoft.com/office/powerpoint/2010/main" val="30645557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Initial S-Curve</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63" y="1804302"/>
            <a:ext cx="4359926" cy="5365755"/>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7989" y="1821791"/>
            <a:ext cx="4256031" cy="5348266"/>
          </a:xfrm>
          <a:prstGeom prst="rect">
            <a:avLst/>
          </a:prstGeom>
        </p:spPr>
      </p:pic>
      <p:pic>
        <p:nvPicPr>
          <p:cNvPr id="11" name="Picture 10"/>
          <p:cNvPicPr>
            <a:picLocks noChangeAspect="1"/>
          </p:cNvPicPr>
          <p:nvPr/>
        </p:nvPicPr>
        <p:blipFill>
          <a:blip r:embed="rId4"/>
          <a:stretch>
            <a:fillRect/>
          </a:stretch>
        </p:blipFill>
        <p:spPr>
          <a:xfrm>
            <a:off x="556396" y="3526970"/>
            <a:ext cx="537649" cy="1651907"/>
          </a:xfrm>
          <a:prstGeom prst="rect">
            <a:avLst/>
          </a:prstGeom>
        </p:spPr>
      </p:pic>
    </p:spTree>
    <p:extLst>
      <p:ext uri="{BB962C8B-B14F-4D97-AF65-F5344CB8AC3E}">
        <p14:creationId xmlns:p14="http://schemas.microsoft.com/office/powerpoint/2010/main" val="35404682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Media Effect Multiplier</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63" y="1828800"/>
            <a:ext cx="4359926" cy="5341257"/>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7989" y="1828799"/>
            <a:ext cx="4256031" cy="5341258"/>
          </a:xfrm>
          <a:prstGeom prst="rect">
            <a:avLst/>
          </a:prstGeom>
        </p:spPr>
      </p:pic>
    </p:spTree>
    <p:extLst>
      <p:ext uri="{BB962C8B-B14F-4D97-AF65-F5344CB8AC3E}">
        <p14:creationId xmlns:p14="http://schemas.microsoft.com/office/powerpoint/2010/main" val="13361191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Credit Availability Multiplier</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47989" y="1804301"/>
            <a:ext cx="4256031" cy="5336728"/>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063" y="1804302"/>
            <a:ext cx="4359926" cy="5336727"/>
          </a:xfrm>
          <a:prstGeom prst="rect">
            <a:avLst/>
          </a:prstGeom>
        </p:spPr>
      </p:pic>
    </p:spTree>
    <p:extLst>
      <p:ext uri="{BB962C8B-B14F-4D97-AF65-F5344CB8AC3E}">
        <p14:creationId xmlns:p14="http://schemas.microsoft.com/office/powerpoint/2010/main" val="16521828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err="1" smtClean="0">
                <a:solidFill>
                  <a:schemeClr val="tx1"/>
                </a:solidFill>
              </a:rPr>
              <a:t>Wala</a:t>
            </a:r>
            <a:r>
              <a:rPr lang="en-US" sz="2400" b="0" dirty="0" smtClean="0">
                <a:solidFill>
                  <a:schemeClr val="tx1"/>
                </a:solidFill>
              </a:rPr>
              <a:t> Ramp Multiplier</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63" y="1828800"/>
            <a:ext cx="4359926" cy="5334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7989" y="1828800"/>
            <a:ext cx="4256031" cy="5334000"/>
          </a:xfrm>
          <a:prstGeom prst="rect">
            <a:avLst/>
          </a:prstGeom>
        </p:spPr>
      </p:pic>
    </p:spTree>
    <p:extLst>
      <p:ext uri="{BB962C8B-B14F-4D97-AF65-F5344CB8AC3E}">
        <p14:creationId xmlns:p14="http://schemas.microsoft.com/office/powerpoint/2010/main" val="21102204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Tracking: Multiplicative Regression Model</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63" y="1865010"/>
            <a:ext cx="8615957" cy="5305047"/>
          </a:xfrm>
          <a:prstGeom prst="rect">
            <a:avLst/>
          </a:prstGeom>
        </p:spPr>
      </p:pic>
    </p:spTree>
    <p:extLst>
      <p:ext uri="{BB962C8B-B14F-4D97-AF65-F5344CB8AC3E}">
        <p14:creationId xmlns:p14="http://schemas.microsoft.com/office/powerpoint/2010/main" val="29964832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Alternative Specification: Alpha Estimate</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Subtitle 4"/>
              <p:cNvSpPr>
                <a:spLocks noGrp="1"/>
              </p:cNvSpPr>
              <p:nvPr>
                <p:ph type="subTitle" idx="1"/>
              </p:nvPr>
            </p:nvSpPr>
            <p:spPr>
              <a:xfrm>
                <a:off x="970059" y="1836882"/>
                <a:ext cx="7579581" cy="5335196"/>
              </a:xfrm>
            </p:spPr>
            <p:txBody>
              <a:bodyPr/>
              <a:lstStyle/>
              <a:p>
                <a:pPr marL="285750" indent="-285750" algn="l">
                  <a:buFont typeface="Arial" panose="020B0604020202020204" pitchFamily="34" charset="0"/>
                  <a:buChar char="•"/>
                </a:pPr>
                <a:r>
                  <a:rPr lang="en-US" sz="1400" b="1" dirty="0" smtClean="0"/>
                  <a:t>Overview</a:t>
                </a:r>
              </a:p>
              <a:p>
                <a:pPr marL="794985" lvl="1" indent="-285750" algn="l">
                  <a:buFont typeface="Arial" panose="020B0604020202020204" pitchFamily="34" charset="0"/>
                  <a:buChar char="•"/>
                </a:pPr>
                <a:r>
                  <a:rPr lang="en-US" sz="1400" dirty="0" smtClean="0"/>
                  <a:t>After removing </a:t>
                </a:r>
                <a:r>
                  <a:rPr lang="en-US" sz="1400" dirty="0" smtClean="0"/>
                  <a:t>turnover, defaults </a:t>
                </a:r>
                <a:r>
                  <a:rPr lang="en-US" sz="1400" dirty="0" smtClean="0"/>
                  <a:t>and curtailments, all </a:t>
                </a:r>
                <a:r>
                  <a:rPr lang="en-US" sz="1400" dirty="0" smtClean="0"/>
                  <a:t>prepayments </a:t>
                </a:r>
                <a:r>
                  <a:rPr lang="en-US" sz="1400" dirty="0" smtClean="0"/>
                  <a:t>correspond to </a:t>
                </a:r>
                <a:r>
                  <a:rPr lang="en-US" sz="1400" dirty="0" smtClean="0"/>
                  <a:t>refinancing. </a:t>
                </a:r>
                <a:r>
                  <a:rPr lang="en-US" sz="1400" dirty="0"/>
                  <a:t>The modeling strategy is </a:t>
                </a:r>
                <a:r>
                  <a:rPr lang="en-US" sz="1400" dirty="0" smtClean="0"/>
                  <a:t>to:</a:t>
                </a:r>
              </a:p>
              <a:p>
                <a:pPr marL="1304222" lvl="2" indent="-285750" algn="l">
                  <a:buFont typeface="Arial" panose="020B0604020202020204" pitchFamily="34" charset="0"/>
                  <a:buChar char="•"/>
                </a:pPr>
                <a:r>
                  <a:rPr lang="en-US" sz="1400" dirty="0" smtClean="0"/>
                  <a:t>1)</a:t>
                </a:r>
                <a:r>
                  <a:rPr lang="en-US" sz="1400" dirty="0" smtClean="0"/>
                  <a:t> Fit an initial S-Curve based on non-media effect periods prior to 2007</a:t>
                </a:r>
              </a:p>
              <a:p>
                <a:pPr marL="1304222" lvl="2" indent="-285750" algn="l">
                  <a:buFont typeface="Arial" panose="020B0604020202020204" pitchFamily="34" charset="0"/>
                  <a:buChar char="•"/>
                </a:pPr>
                <a:r>
                  <a:rPr lang="en-US" sz="1400" dirty="0" smtClean="0"/>
                  <a:t>2) Fit a high media effect S-Curve prior to 2007</a:t>
                </a:r>
              </a:p>
              <a:p>
                <a:pPr marL="1304222" lvl="2" indent="-285750" algn="l">
                  <a:buFont typeface="Arial" panose="020B0604020202020204" pitchFamily="34" charset="0"/>
                  <a:buChar char="•"/>
                </a:pPr>
                <a:r>
                  <a:rPr lang="en-US" sz="1400" dirty="0" smtClean="0"/>
                  <a:t>3) Estimate alpha which will add appropriate weight to the two S-Curves based on a media effect measure:</a:t>
                </a:r>
              </a:p>
              <a:p>
                <a:pPr marL="1813459" lvl="3" indent="-285750" algn="l">
                  <a:buFont typeface="Arial" panose="020B0604020202020204" pitchFamily="34" charset="0"/>
                  <a:buChar char="•"/>
                </a:pPr>
                <a:r>
                  <a:rPr lang="en-US" sz="1400" dirty="0" smtClean="0">
                    <a:latin typeface="+mn-lt"/>
                  </a:rPr>
                  <a:t>(1 - </a:t>
                </a:r>
                <a14:m>
                  <m:oMath xmlns:m="http://schemas.openxmlformats.org/officeDocument/2006/math">
                    <m:r>
                      <a:rPr lang="el-GR" sz="1400" i="1">
                        <a:latin typeface="Cambria Math" panose="02040503050406030204" pitchFamily="18" charset="0"/>
                      </a:rPr>
                      <m:t>𝛼</m:t>
                    </m:r>
                  </m:oMath>
                </a14:m>
                <a:r>
                  <a:rPr lang="en-US" sz="1400" dirty="0">
                    <a:latin typeface="+mn-lt"/>
                  </a:rPr>
                  <a:t>) * Base S-Curve + </a:t>
                </a:r>
                <a14:m>
                  <m:oMath xmlns:m="http://schemas.openxmlformats.org/officeDocument/2006/math">
                    <m:r>
                      <a:rPr lang="el-GR" sz="1400" i="1">
                        <a:latin typeface="Cambria Math" panose="02040503050406030204" pitchFamily="18" charset="0"/>
                      </a:rPr>
                      <m:t>𝛼</m:t>
                    </m:r>
                    <m:r>
                      <a:rPr lang="el-GR" sz="1400" i="1">
                        <a:latin typeface="Cambria Math" panose="02040503050406030204" pitchFamily="18" charset="0"/>
                      </a:rPr>
                      <m:t> </m:t>
                    </m:r>
                  </m:oMath>
                </a14:m>
                <a:r>
                  <a:rPr lang="en-US" sz="1400" dirty="0">
                    <a:latin typeface="+mn-lt"/>
                  </a:rPr>
                  <a:t>* Media S-Curve</a:t>
                </a:r>
              </a:p>
              <a:p>
                <a:pPr marL="1304222" lvl="2" indent="-285750" algn="l">
                  <a:buFont typeface="Arial" panose="020B0604020202020204" pitchFamily="34" charset="0"/>
                  <a:buChar char="•"/>
                </a:pPr>
                <a:r>
                  <a:rPr lang="en-US" sz="1400" dirty="0"/>
                  <a:t>4</a:t>
                </a:r>
                <a:r>
                  <a:rPr lang="en-US" sz="1400" dirty="0" smtClean="0"/>
                  <a:t>) Fit a credit availability multiplier + loan effects</a:t>
                </a:r>
              </a:p>
              <a:p>
                <a:pPr marL="285750" indent="-285750" algn="l">
                  <a:buFont typeface="Arial" panose="020B0604020202020204" pitchFamily="34" charset="0"/>
                  <a:buChar char="•"/>
                </a:pPr>
                <a:r>
                  <a:rPr lang="en-US" sz="1400" b="1" dirty="0" smtClean="0"/>
                  <a:t>R </a:t>
                </a:r>
                <a:r>
                  <a:rPr lang="en-US" sz="1400" b="1" dirty="0" smtClean="0"/>
                  <a:t>Program</a:t>
                </a:r>
              </a:p>
              <a:p>
                <a:pPr marL="794985" lvl="1" indent="-285750" algn="l">
                  <a:buFont typeface="Arial" panose="020B0604020202020204" pitchFamily="34" charset="0"/>
                  <a:buChar char="•"/>
                </a:pPr>
                <a:r>
                  <a:rPr lang="en-US" sz="1400" dirty="0" smtClean="0"/>
                  <a:t>Estimate initial S-Curve and Media Effect S-Curve</a:t>
                </a:r>
              </a:p>
              <a:p>
                <a:pPr marL="794985" lvl="1" indent="-285750" algn="l">
                  <a:buFont typeface="Arial" panose="020B0604020202020204" pitchFamily="34" charset="0"/>
                  <a:buChar char="•"/>
                </a:pPr>
                <a:r>
                  <a:rPr lang="en-US" sz="1400" dirty="0" smtClean="0"/>
                  <a:t>Estimate the functional form of alpha</a:t>
                </a:r>
              </a:p>
              <a:p>
                <a:pPr marL="794985" lvl="1" indent="-285750" algn="l">
                  <a:buFont typeface="Arial" panose="020B0604020202020204" pitchFamily="34" charset="0"/>
                  <a:buChar char="•"/>
                </a:pPr>
                <a:r>
                  <a:rPr lang="en-US" sz="1400" dirty="0" smtClean="0"/>
                  <a:t>Layer in the Credit Availability + other loan effects: WALA, Loan Size, </a:t>
                </a:r>
                <a:r>
                  <a:rPr lang="en-US" sz="1400" dirty="0" err="1" smtClean="0"/>
                  <a:t>etc</a:t>
                </a:r>
                <a:endParaRPr lang="en-US" sz="1400" dirty="0" smtClean="0"/>
              </a:p>
              <a:p>
                <a:pPr marL="285750" indent="-285750" algn="l">
                  <a:buFont typeface="Arial" panose="020B0604020202020204" pitchFamily="34" charset="0"/>
                  <a:buChar char="•"/>
                </a:pPr>
                <a:r>
                  <a:rPr lang="en-US" sz="1400" b="1" dirty="0" smtClean="0"/>
                  <a:t>Output</a:t>
                </a:r>
              </a:p>
              <a:p>
                <a:pPr marL="794985" lvl="1" indent="-285750" algn="l">
                  <a:buFont typeface="Arial" panose="020B0604020202020204" pitchFamily="34" charset="0"/>
                  <a:buChar char="•"/>
                </a:pPr>
                <a:r>
                  <a:rPr lang="en-US" sz="1400" dirty="0" smtClean="0"/>
                  <a:t>S-Curve Spline + Media Effect and Credit Availability multipliers + Loan Characteristic multipliers, </a:t>
                </a:r>
                <a:r>
                  <a:rPr lang="en-US" sz="1400" dirty="0" smtClean="0"/>
                  <a:t>which allow us to calculate an SMM given a set of loan characteristics</a:t>
                </a:r>
              </a:p>
            </p:txBody>
          </p:sp>
        </mc:Choice>
        <mc:Fallback>
          <p:sp>
            <p:nvSpPr>
              <p:cNvPr id="6" name="Subtitle 4"/>
              <p:cNvSpPr>
                <a:spLocks noGrp="1" noRot="1" noChangeAspect="1" noMove="1" noResize="1" noEditPoints="1" noAdjustHandles="1" noChangeArrowheads="1" noChangeShapeType="1" noTextEdit="1"/>
              </p:cNvSpPr>
              <p:nvPr>
                <p:ph type="subTitle" idx="1"/>
              </p:nvPr>
            </p:nvSpPr>
            <p:spPr>
              <a:xfrm>
                <a:off x="970059" y="1836882"/>
                <a:ext cx="7579581" cy="5335196"/>
              </a:xfrm>
              <a:blipFill rotWithShape="0">
                <a:blip r:embed="rId2"/>
                <a:stretch>
                  <a:fillRect t="-114" r="-322"/>
                </a:stretch>
              </a:blipFill>
            </p:spPr>
            <p:txBody>
              <a:bodyPr/>
              <a:lstStyle/>
              <a:p>
                <a:r>
                  <a:rPr lang="en-US">
                    <a:noFill/>
                  </a:rPr>
                  <a:t> </a:t>
                </a:r>
              </a:p>
            </p:txBody>
          </p:sp>
        </mc:Fallback>
      </mc:AlternateContent>
    </p:spTree>
    <p:extLst>
      <p:ext uri="{BB962C8B-B14F-4D97-AF65-F5344CB8AC3E}">
        <p14:creationId xmlns:p14="http://schemas.microsoft.com/office/powerpoint/2010/main" val="32812423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Non Media </a:t>
            </a:r>
            <a:r>
              <a:rPr lang="en-US" sz="2400" b="0" dirty="0" smtClean="0">
                <a:solidFill>
                  <a:schemeClr val="tx1"/>
                </a:solidFill>
              </a:rPr>
              <a:t>S-Curve</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63" y="1804302"/>
            <a:ext cx="4359926" cy="5365755"/>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7989" y="1821791"/>
            <a:ext cx="4256031" cy="5348266"/>
          </a:xfrm>
          <a:prstGeom prst="rect">
            <a:avLst/>
          </a:prstGeom>
        </p:spPr>
      </p:pic>
      <p:pic>
        <p:nvPicPr>
          <p:cNvPr id="11" name="Picture 10"/>
          <p:cNvPicPr>
            <a:picLocks noChangeAspect="1"/>
          </p:cNvPicPr>
          <p:nvPr/>
        </p:nvPicPr>
        <p:blipFill>
          <a:blip r:embed="rId4"/>
          <a:stretch>
            <a:fillRect/>
          </a:stretch>
        </p:blipFill>
        <p:spPr>
          <a:xfrm>
            <a:off x="556396" y="3526970"/>
            <a:ext cx="537649" cy="1651907"/>
          </a:xfrm>
          <a:prstGeom prst="rect">
            <a:avLst/>
          </a:prstGeom>
        </p:spPr>
      </p:pic>
    </p:spTree>
    <p:extLst>
      <p:ext uri="{BB962C8B-B14F-4D97-AF65-F5344CB8AC3E}">
        <p14:creationId xmlns:p14="http://schemas.microsoft.com/office/powerpoint/2010/main" val="15560781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High Media S-Curve</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556396" y="3526970"/>
            <a:ext cx="537649" cy="1651907"/>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063" y="1828800"/>
            <a:ext cx="4359926" cy="5319486"/>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7989" y="1828800"/>
            <a:ext cx="4256031" cy="5319486"/>
          </a:xfrm>
          <a:prstGeom prst="rect">
            <a:avLst/>
          </a:prstGeom>
        </p:spPr>
      </p:pic>
    </p:spTree>
    <p:extLst>
      <p:ext uri="{BB962C8B-B14F-4D97-AF65-F5344CB8AC3E}">
        <p14:creationId xmlns:p14="http://schemas.microsoft.com/office/powerpoint/2010/main" val="21353776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Results: </a:t>
            </a:r>
            <a:r>
              <a:rPr lang="en-US" sz="2400" b="0" dirty="0" smtClean="0">
                <a:solidFill>
                  <a:schemeClr val="tx1"/>
                </a:solidFill>
              </a:rPr>
              <a:t>Alpha Estimate</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47989" y="1672225"/>
            <a:ext cx="0" cy="15657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63" y="1828800"/>
            <a:ext cx="4359926" cy="5319486"/>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7989" y="1828800"/>
            <a:ext cx="4256031" cy="5319486"/>
          </a:xfrm>
          <a:prstGeom prst="rect">
            <a:avLst/>
          </a:prstGeom>
        </p:spPr>
      </p:pic>
      <p:pic>
        <p:nvPicPr>
          <p:cNvPr id="7" name="Picture 6"/>
          <p:cNvPicPr>
            <a:picLocks noChangeAspect="1"/>
          </p:cNvPicPr>
          <p:nvPr/>
        </p:nvPicPr>
        <p:blipFill>
          <a:blip r:embed="rId4"/>
          <a:stretch>
            <a:fillRect/>
          </a:stretch>
        </p:blipFill>
        <p:spPr>
          <a:xfrm>
            <a:off x="2875283" y="2249034"/>
            <a:ext cx="624621" cy="261938"/>
          </a:xfrm>
          <a:prstGeom prst="rect">
            <a:avLst/>
          </a:prstGeom>
        </p:spPr>
      </p:pic>
      <p:sp>
        <p:nvSpPr>
          <p:cNvPr id="10" name="Rectangle 9"/>
          <p:cNvSpPr/>
          <p:nvPr/>
        </p:nvSpPr>
        <p:spPr>
          <a:xfrm>
            <a:off x="3499904" y="2249033"/>
            <a:ext cx="1246267" cy="3345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67578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Tracking: Alpha Regression Model</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63" y="1865010"/>
            <a:ext cx="8615957" cy="5297790"/>
          </a:xfrm>
          <a:prstGeom prst="rect">
            <a:avLst/>
          </a:prstGeom>
        </p:spPr>
      </p:pic>
    </p:spTree>
    <p:extLst>
      <p:ext uri="{BB962C8B-B14F-4D97-AF65-F5344CB8AC3E}">
        <p14:creationId xmlns:p14="http://schemas.microsoft.com/office/powerpoint/2010/main" val="4181603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Going </a:t>
            </a:r>
            <a:r>
              <a:rPr lang="en-US" sz="2400" b="0" dirty="0" smtClean="0">
                <a:solidFill>
                  <a:schemeClr val="tx1"/>
                </a:solidFill>
              </a:rPr>
              <a:t>Forward</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ubtitle 4"/>
          <p:cNvSpPr>
            <a:spLocks noGrp="1"/>
          </p:cNvSpPr>
          <p:nvPr>
            <p:ph type="subTitle" idx="1"/>
          </p:nvPr>
        </p:nvSpPr>
        <p:spPr>
          <a:xfrm>
            <a:off x="970059" y="1836882"/>
            <a:ext cx="7579581" cy="5335196"/>
          </a:xfrm>
        </p:spPr>
        <p:txBody>
          <a:bodyPr/>
          <a:lstStyle/>
          <a:p>
            <a:pPr marL="285750" indent="-285750" algn="l">
              <a:buFont typeface="Arial" panose="020B0604020202020204" pitchFamily="34" charset="0"/>
              <a:buChar char="•"/>
            </a:pPr>
            <a:r>
              <a:rPr lang="en-US" sz="1400" b="1" dirty="0" smtClean="0"/>
              <a:t>Add Additional Effects for Loan Characteristics</a:t>
            </a:r>
          </a:p>
          <a:p>
            <a:pPr marL="794985" lvl="1" indent="-285750" algn="l">
              <a:buFont typeface="Arial" panose="020B0604020202020204" pitchFamily="34" charset="0"/>
              <a:buChar char="•"/>
            </a:pPr>
            <a:r>
              <a:rPr lang="en-US" sz="1400" b="1" dirty="0" smtClean="0"/>
              <a:t>Burnout</a:t>
            </a:r>
          </a:p>
          <a:p>
            <a:pPr marL="794985" lvl="1" indent="-285750" algn="l">
              <a:buFont typeface="Arial" panose="020B0604020202020204" pitchFamily="34" charset="0"/>
              <a:buChar char="•"/>
            </a:pPr>
            <a:r>
              <a:rPr lang="en-US" sz="1400" b="1" dirty="0" smtClean="0"/>
              <a:t>Loan Size</a:t>
            </a:r>
          </a:p>
          <a:p>
            <a:pPr marL="794985" lvl="1" indent="-285750" algn="l">
              <a:buFont typeface="Arial" panose="020B0604020202020204" pitchFamily="34" charset="0"/>
              <a:buChar char="•"/>
            </a:pPr>
            <a:r>
              <a:rPr lang="en-US" sz="1400" b="1" dirty="0" smtClean="0"/>
              <a:t>Occupancy</a:t>
            </a:r>
            <a:endParaRPr lang="en-US" sz="1400" dirty="0" smtClean="0"/>
          </a:p>
        </p:txBody>
      </p:sp>
    </p:spTree>
    <p:extLst>
      <p:ext uri="{BB962C8B-B14F-4D97-AF65-F5344CB8AC3E}">
        <p14:creationId xmlns:p14="http://schemas.microsoft.com/office/powerpoint/2010/main" val="591320736"/>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95079</TotalTime>
  <Words>835</Words>
  <Application>Microsoft Office PowerPoint</Application>
  <PresentationFormat>Custom</PresentationFormat>
  <Paragraphs>114</Paragraphs>
  <Slides>23</Slides>
  <Notes>1</Notes>
  <HiddenSlides>0</HiddenSlides>
  <MMClips>0</MMClips>
  <ScaleCrop>false</ScaleCrop>
  <HeadingPairs>
    <vt:vector size="6" baseType="variant">
      <vt:variant>
        <vt:lpstr>Fonts Used</vt:lpstr>
      </vt:variant>
      <vt:variant>
        <vt:i4>6</vt:i4>
      </vt:variant>
      <vt:variant>
        <vt:lpstr>Theme</vt:lpstr>
      </vt:variant>
      <vt:variant>
        <vt:i4>15</vt:i4>
      </vt:variant>
      <vt:variant>
        <vt:lpstr>Slide Titles</vt:lpstr>
      </vt:variant>
      <vt:variant>
        <vt:i4>23</vt:i4>
      </vt:variant>
    </vt:vector>
  </HeadingPairs>
  <TitlesOfParts>
    <vt:vector size="44" baseType="lpstr">
      <vt:lpstr>Arial</vt:lpstr>
      <vt:lpstr>Calibri</vt:lpstr>
      <vt:lpstr>Calisto MT</vt:lpstr>
      <vt:lpstr>Cambria</vt:lpstr>
      <vt:lpstr>Cambria Math</vt:lpstr>
      <vt:lpstr>Times</vt: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Outline</vt:lpstr>
      <vt:lpstr>Introduction to Refinance</vt:lpstr>
      <vt:lpstr>Description of Refinance Data</vt:lpstr>
      <vt:lpstr>Empirical Observations and Comparisons</vt:lpstr>
      <vt:lpstr>Empirical Observations and Comparisons</vt:lpstr>
      <vt:lpstr>Empirical Observations and Comparisons</vt:lpstr>
      <vt:lpstr>Empirical Observations and Comparisons</vt:lpstr>
      <vt:lpstr>Empirical Observations and Comparisons</vt:lpstr>
      <vt:lpstr>Empirical Observations and Comparisons</vt:lpstr>
      <vt:lpstr>Empirical Observations and Comparisons</vt:lpstr>
      <vt:lpstr>Description of Framework</vt:lpstr>
      <vt:lpstr>Results: Initial S-Curve</vt:lpstr>
      <vt:lpstr>Results: Media Effect Multiplier</vt:lpstr>
      <vt:lpstr>Results: Credit Availability Multiplier</vt:lpstr>
      <vt:lpstr>Results: Wala Ramp Multiplier</vt:lpstr>
      <vt:lpstr>Tracking: Multiplicative Regression Model</vt:lpstr>
      <vt:lpstr>Alternative Specification: Alpha Estimate</vt:lpstr>
      <vt:lpstr>Results: Non Media S-Curve</vt:lpstr>
      <vt:lpstr>Results: High Media S-Curve</vt:lpstr>
      <vt:lpstr>Results: Alpha Estimate</vt:lpstr>
      <vt:lpstr>Tracking: Alpha Regression Model</vt:lpstr>
      <vt:lpstr>Going Forward</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Robert Morris</cp:lastModifiedBy>
  <cp:revision>1930</cp:revision>
  <cp:lastPrinted>2015-07-21T20:38:21Z</cp:lastPrinted>
  <dcterms:created xsi:type="dcterms:W3CDTF">2011-07-07T12:37:32Z</dcterms:created>
  <dcterms:modified xsi:type="dcterms:W3CDTF">2015-09-21T19:57:43Z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