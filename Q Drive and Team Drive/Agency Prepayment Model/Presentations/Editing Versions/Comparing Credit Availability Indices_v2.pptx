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theme/theme4.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slideLayouts/slideLayout13.xml" ContentType="application/vnd.openxmlformats-officedocument.presentationml.slideLayout+xml"/>
  <Override PartName="/ppt/theme/theme9.xml" ContentType="application/vnd.openxmlformats-officedocument.theme+xml"/>
  <Override PartName="/ppt/slideLayouts/slideLayout14.xml" ContentType="application/vnd.openxmlformats-officedocument.presentationml.slideLayout+xml"/>
  <Override PartName="/ppt/theme/theme10.xml" ContentType="application/vnd.openxmlformats-officedocument.theme+xml"/>
  <Override PartName="/ppt/slideLayouts/slideLayout15.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14.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drawings/drawing1.xml" ContentType="application/vnd.openxmlformats-officedocument.drawingml.chartshapes+xml"/>
  <Override PartName="/ppt/charts/chart9.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4" r:id="rId2"/>
    <p:sldMasterId id="2147483656" r:id="rId3"/>
    <p:sldMasterId id="2147483653" r:id="rId4"/>
    <p:sldMasterId id="2147483659" r:id="rId5"/>
    <p:sldMasterId id="2147483657" r:id="rId6"/>
    <p:sldMasterId id="2147483658" r:id="rId7"/>
    <p:sldMasterId id="2147483655" r:id="rId8"/>
    <p:sldMasterId id="2147483749" r:id="rId9"/>
    <p:sldMasterId id="2147483761" r:id="rId10"/>
    <p:sldMasterId id="2147483773" r:id="rId11"/>
    <p:sldMasterId id="2147483834" r:id="rId12"/>
    <p:sldMasterId id="2147483846" r:id="rId13"/>
    <p:sldMasterId id="2147483847" r:id="rId14"/>
    <p:sldMasterId id="2147483853" r:id="rId15"/>
  </p:sldMasterIdLst>
  <p:notesMasterIdLst>
    <p:notesMasterId r:id="rId29"/>
  </p:notesMasterIdLst>
  <p:handoutMasterIdLst>
    <p:handoutMasterId r:id="rId30"/>
  </p:handoutMasterIdLst>
  <p:sldIdLst>
    <p:sldId id="633" r:id="rId16"/>
    <p:sldId id="634" r:id="rId17"/>
    <p:sldId id="632" r:id="rId18"/>
    <p:sldId id="635" r:id="rId19"/>
    <p:sldId id="636" r:id="rId20"/>
    <p:sldId id="637" r:id="rId21"/>
    <p:sldId id="638" r:id="rId22"/>
    <p:sldId id="640" r:id="rId23"/>
    <p:sldId id="641" r:id="rId24"/>
    <p:sldId id="642" r:id="rId25"/>
    <p:sldId id="643" r:id="rId26"/>
    <p:sldId id="644" r:id="rId27"/>
    <p:sldId id="645" r:id="rId28"/>
  </p:sldIdLst>
  <p:sldSz cx="10058400" cy="7772400"/>
  <p:notesSz cx="6934200" cy="9220200"/>
  <p:defaultTextStyle>
    <a:defPPr>
      <a:defRPr lang="en-US"/>
    </a:defPPr>
    <a:lvl1pPr algn="l" rtl="0" fontAlgn="base">
      <a:spcBef>
        <a:spcPct val="0"/>
      </a:spcBef>
      <a:spcAft>
        <a:spcPct val="0"/>
      </a:spcAft>
      <a:defRPr kern="1200">
        <a:solidFill>
          <a:schemeClr val="tx1"/>
        </a:solidFill>
        <a:latin typeface="Cambria" pitchFamily="18" charset="0"/>
        <a:ea typeface="+mn-ea"/>
        <a:cs typeface="+mn-cs"/>
      </a:defRPr>
    </a:lvl1pPr>
    <a:lvl2pPr marL="507526" indent="1769" algn="l" rtl="0" fontAlgn="base">
      <a:spcBef>
        <a:spcPct val="0"/>
      </a:spcBef>
      <a:spcAft>
        <a:spcPct val="0"/>
      </a:spcAft>
      <a:defRPr kern="1200">
        <a:solidFill>
          <a:schemeClr val="tx1"/>
        </a:solidFill>
        <a:latin typeface="Cambria" pitchFamily="18" charset="0"/>
        <a:ea typeface="+mn-ea"/>
        <a:cs typeface="+mn-cs"/>
      </a:defRPr>
    </a:lvl2pPr>
    <a:lvl3pPr marL="1016818" indent="1769" algn="l" rtl="0" fontAlgn="base">
      <a:spcBef>
        <a:spcPct val="0"/>
      </a:spcBef>
      <a:spcAft>
        <a:spcPct val="0"/>
      </a:spcAft>
      <a:defRPr kern="1200">
        <a:solidFill>
          <a:schemeClr val="tx1"/>
        </a:solidFill>
        <a:latin typeface="Cambria" pitchFamily="18" charset="0"/>
        <a:ea typeface="+mn-ea"/>
        <a:cs typeface="+mn-cs"/>
      </a:defRPr>
    </a:lvl3pPr>
    <a:lvl4pPr marL="1526111" indent="1769" algn="l" rtl="0" fontAlgn="base">
      <a:spcBef>
        <a:spcPct val="0"/>
      </a:spcBef>
      <a:spcAft>
        <a:spcPct val="0"/>
      </a:spcAft>
      <a:defRPr kern="1200">
        <a:solidFill>
          <a:schemeClr val="tx1"/>
        </a:solidFill>
        <a:latin typeface="Cambria" pitchFamily="18" charset="0"/>
        <a:ea typeface="+mn-ea"/>
        <a:cs typeface="+mn-cs"/>
      </a:defRPr>
    </a:lvl4pPr>
    <a:lvl5pPr marL="2035405" indent="1769" algn="l" rtl="0" fontAlgn="base">
      <a:spcBef>
        <a:spcPct val="0"/>
      </a:spcBef>
      <a:spcAft>
        <a:spcPct val="0"/>
      </a:spcAft>
      <a:defRPr kern="1200">
        <a:solidFill>
          <a:schemeClr val="tx1"/>
        </a:solidFill>
        <a:latin typeface="Cambria" pitchFamily="18" charset="0"/>
        <a:ea typeface="+mn-ea"/>
        <a:cs typeface="+mn-cs"/>
      </a:defRPr>
    </a:lvl5pPr>
    <a:lvl6pPr marL="2546466" algn="l" defTabSz="1018586" rtl="0" eaLnBrk="1" latinLnBrk="0" hangingPunct="1">
      <a:defRPr kern="1200">
        <a:solidFill>
          <a:schemeClr val="tx1"/>
        </a:solidFill>
        <a:latin typeface="Cambria" pitchFamily="18" charset="0"/>
        <a:ea typeface="+mn-ea"/>
        <a:cs typeface="+mn-cs"/>
      </a:defRPr>
    </a:lvl6pPr>
    <a:lvl7pPr marL="3055758" algn="l" defTabSz="1018586" rtl="0" eaLnBrk="1" latinLnBrk="0" hangingPunct="1">
      <a:defRPr kern="1200">
        <a:solidFill>
          <a:schemeClr val="tx1"/>
        </a:solidFill>
        <a:latin typeface="Cambria" pitchFamily="18" charset="0"/>
        <a:ea typeface="+mn-ea"/>
        <a:cs typeface="+mn-cs"/>
      </a:defRPr>
    </a:lvl7pPr>
    <a:lvl8pPr marL="3565052" algn="l" defTabSz="1018586" rtl="0" eaLnBrk="1" latinLnBrk="0" hangingPunct="1">
      <a:defRPr kern="1200">
        <a:solidFill>
          <a:schemeClr val="tx1"/>
        </a:solidFill>
        <a:latin typeface="Cambria" pitchFamily="18" charset="0"/>
        <a:ea typeface="+mn-ea"/>
        <a:cs typeface="+mn-cs"/>
      </a:defRPr>
    </a:lvl8pPr>
    <a:lvl9pPr marL="4074344" algn="l" defTabSz="1018586" rtl="0" eaLnBrk="1" latinLnBrk="0" hangingPunct="1">
      <a:defRPr kern="1200">
        <a:solidFill>
          <a:schemeClr val="tx1"/>
        </a:solidFill>
        <a:latin typeface="Cambria"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8A60"/>
    <a:srgbClr val="AD275C"/>
    <a:srgbClr val="F6D6E3"/>
    <a:srgbClr val="968880"/>
    <a:srgbClr val="8C2B18"/>
    <a:srgbClr val="2E398A"/>
    <a:srgbClr val="C3EBD9"/>
    <a:srgbClr val="CDD1EF"/>
    <a:srgbClr val="996633"/>
    <a:srgbClr val="533D2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horzBarState="maximized">
    <p:restoredLeft sz="11695" autoAdjust="0"/>
    <p:restoredTop sz="95014" autoAdjust="0"/>
  </p:normalViewPr>
  <p:slideViewPr>
    <p:cSldViewPr snapToGrid="0" snapToObjects="1">
      <p:cViewPr>
        <p:scale>
          <a:sx n="125" d="100"/>
          <a:sy n="125" d="100"/>
        </p:scale>
        <p:origin x="-774" y="-846"/>
      </p:cViewPr>
      <p:guideLst>
        <p:guide orient="horz" pos="3872"/>
        <p:guide orient="horz" pos="1976"/>
        <p:guide orient="horz" pos="797"/>
        <p:guide orient="horz" pos="981"/>
        <p:guide orient="horz" pos="4327"/>
        <p:guide orient="horz" pos="145"/>
        <p:guide pos="5282"/>
        <p:guide pos="2736"/>
        <p:guide pos="5046"/>
        <p:guide pos="1973"/>
        <p:guide pos="3396"/>
        <p:guide pos="3165"/>
        <p:guide pos="1575"/>
        <p:guide pos="1055"/>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66" d="100"/>
        <a:sy n="66" d="100"/>
      </p:scale>
      <p:origin x="0" y="252"/>
    </p:cViewPr>
  </p:sorterViewPr>
  <p:notesViewPr>
    <p:cSldViewPr snapToGrid="0" snapToObjects="1">
      <p:cViewPr varScale="1">
        <p:scale>
          <a:sx n="79" d="100"/>
          <a:sy n="79" d="100"/>
        </p:scale>
        <p:origin x="-1956" y="-90"/>
      </p:cViewPr>
      <p:guideLst>
        <p:guide orient="horz" pos="2905"/>
        <p:guide pos="2185"/>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Master" Target="slideMasters/slideMaster13.xml"/><Relationship Id="rId18" Type="http://schemas.openxmlformats.org/officeDocument/2006/relationships/slide" Target="slides/slide3.xml"/><Relationship Id="rId26" Type="http://schemas.openxmlformats.org/officeDocument/2006/relationships/slide" Target="slides/slide11.xml"/><Relationship Id="rId3" Type="http://schemas.openxmlformats.org/officeDocument/2006/relationships/slideMaster" Target="slideMasters/slideMaster3.xml"/><Relationship Id="rId21" Type="http://schemas.openxmlformats.org/officeDocument/2006/relationships/slide" Target="slides/slide6.xml"/><Relationship Id="rId34" Type="http://schemas.openxmlformats.org/officeDocument/2006/relationships/tableStyles" Target="tableStyles.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2.xml"/><Relationship Id="rId25" Type="http://schemas.openxmlformats.org/officeDocument/2006/relationships/slide" Target="slides/slide10.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xml"/><Relationship Id="rId20" Type="http://schemas.openxmlformats.org/officeDocument/2006/relationships/slide" Target="slides/slide5.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9.xml"/><Relationship Id="rId32"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8.xml"/><Relationship Id="rId28" Type="http://schemas.openxmlformats.org/officeDocument/2006/relationships/slide" Target="slides/slide13.xml"/><Relationship Id="rId10" Type="http://schemas.openxmlformats.org/officeDocument/2006/relationships/slideMaster" Target="slideMasters/slideMaster10.xml"/><Relationship Id="rId19" Type="http://schemas.openxmlformats.org/officeDocument/2006/relationships/slide" Target="slides/slide4.xml"/><Relationship Id="rId31"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7.xml"/><Relationship Id="rId27" Type="http://schemas.openxmlformats.org/officeDocument/2006/relationships/slide" Target="slides/slide12.xml"/><Relationship Id="rId30"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1"/>
          <c:order val="1"/>
          <c:tx>
            <c:strRef>
              <c:f>Sheet1!$C$1</c:f>
              <c:strCache>
                <c:ptCount val="1"/>
                <c:pt idx="0">
                  <c:v>MCAI-Universe</c:v>
                </c:pt>
              </c:strCache>
            </c:strRef>
          </c:tx>
          <c:spPr>
            <a:ln>
              <a:solidFill>
                <a:schemeClr val="accent1"/>
              </a:solidFill>
            </a:ln>
          </c:spPr>
          <c:marker>
            <c:symbol val="none"/>
          </c:marker>
          <c:cat>
            <c:numRef>
              <c:f>Sheet1!$A$2:$A$154</c:f>
              <c:numCache>
                <c:formatCode>m/d/yyyy</c:formatCode>
                <c:ptCount val="153"/>
                <c:pt idx="0">
                  <c:v>37742</c:v>
                </c:pt>
                <c:pt idx="1">
                  <c:v>37773</c:v>
                </c:pt>
                <c:pt idx="2">
                  <c:v>37803</c:v>
                </c:pt>
                <c:pt idx="3">
                  <c:v>37834</c:v>
                </c:pt>
                <c:pt idx="4">
                  <c:v>37865</c:v>
                </c:pt>
                <c:pt idx="5">
                  <c:v>37895</c:v>
                </c:pt>
                <c:pt idx="6">
                  <c:v>37926</c:v>
                </c:pt>
                <c:pt idx="7">
                  <c:v>37956</c:v>
                </c:pt>
                <c:pt idx="8">
                  <c:v>37987</c:v>
                </c:pt>
                <c:pt idx="9">
                  <c:v>38018</c:v>
                </c:pt>
                <c:pt idx="10">
                  <c:v>38047</c:v>
                </c:pt>
                <c:pt idx="11">
                  <c:v>38078</c:v>
                </c:pt>
                <c:pt idx="12">
                  <c:v>38108</c:v>
                </c:pt>
                <c:pt idx="13">
                  <c:v>38139</c:v>
                </c:pt>
                <c:pt idx="14">
                  <c:v>38169</c:v>
                </c:pt>
                <c:pt idx="15">
                  <c:v>38200</c:v>
                </c:pt>
                <c:pt idx="16">
                  <c:v>38231</c:v>
                </c:pt>
                <c:pt idx="17">
                  <c:v>38261</c:v>
                </c:pt>
                <c:pt idx="18">
                  <c:v>38292</c:v>
                </c:pt>
                <c:pt idx="19">
                  <c:v>38322</c:v>
                </c:pt>
                <c:pt idx="20">
                  <c:v>38353</c:v>
                </c:pt>
                <c:pt idx="21">
                  <c:v>38384</c:v>
                </c:pt>
                <c:pt idx="22">
                  <c:v>38412</c:v>
                </c:pt>
                <c:pt idx="23">
                  <c:v>38443</c:v>
                </c:pt>
                <c:pt idx="24">
                  <c:v>38473</c:v>
                </c:pt>
                <c:pt idx="25">
                  <c:v>38504</c:v>
                </c:pt>
                <c:pt idx="26">
                  <c:v>38534</c:v>
                </c:pt>
                <c:pt idx="27">
                  <c:v>38565</c:v>
                </c:pt>
                <c:pt idx="28">
                  <c:v>38596</c:v>
                </c:pt>
                <c:pt idx="29">
                  <c:v>38626</c:v>
                </c:pt>
                <c:pt idx="30">
                  <c:v>38657</c:v>
                </c:pt>
                <c:pt idx="31">
                  <c:v>38687</c:v>
                </c:pt>
                <c:pt idx="32">
                  <c:v>38718</c:v>
                </c:pt>
                <c:pt idx="33">
                  <c:v>38749</c:v>
                </c:pt>
                <c:pt idx="34">
                  <c:v>38777</c:v>
                </c:pt>
                <c:pt idx="35">
                  <c:v>38808</c:v>
                </c:pt>
                <c:pt idx="36">
                  <c:v>38838</c:v>
                </c:pt>
                <c:pt idx="37">
                  <c:v>38869</c:v>
                </c:pt>
                <c:pt idx="38">
                  <c:v>38899</c:v>
                </c:pt>
                <c:pt idx="39">
                  <c:v>38930</c:v>
                </c:pt>
                <c:pt idx="40">
                  <c:v>38961</c:v>
                </c:pt>
                <c:pt idx="41">
                  <c:v>38991</c:v>
                </c:pt>
                <c:pt idx="42">
                  <c:v>39022</c:v>
                </c:pt>
                <c:pt idx="43">
                  <c:v>39052</c:v>
                </c:pt>
                <c:pt idx="44">
                  <c:v>39083</c:v>
                </c:pt>
                <c:pt idx="45">
                  <c:v>39114</c:v>
                </c:pt>
                <c:pt idx="46">
                  <c:v>39142</c:v>
                </c:pt>
                <c:pt idx="47">
                  <c:v>39173</c:v>
                </c:pt>
                <c:pt idx="48">
                  <c:v>39203</c:v>
                </c:pt>
                <c:pt idx="49">
                  <c:v>39234</c:v>
                </c:pt>
                <c:pt idx="50">
                  <c:v>39264</c:v>
                </c:pt>
                <c:pt idx="51">
                  <c:v>39295</c:v>
                </c:pt>
                <c:pt idx="52">
                  <c:v>39326</c:v>
                </c:pt>
                <c:pt idx="53">
                  <c:v>39356</c:v>
                </c:pt>
                <c:pt idx="54">
                  <c:v>39387</c:v>
                </c:pt>
                <c:pt idx="55">
                  <c:v>39417</c:v>
                </c:pt>
                <c:pt idx="56">
                  <c:v>39448</c:v>
                </c:pt>
                <c:pt idx="57">
                  <c:v>39479</c:v>
                </c:pt>
                <c:pt idx="58">
                  <c:v>39508</c:v>
                </c:pt>
                <c:pt idx="59">
                  <c:v>39539</c:v>
                </c:pt>
                <c:pt idx="60">
                  <c:v>39569</c:v>
                </c:pt>
                <c:pt idx="61">
                  <c:v>39600</c:v>
                </c:pt>
                <c:pt idx="62">
                  <c:v>39630</c:v>
                </c:pt>
                <c:pt idx="63">
                  <c:v>39661</c:v>
                </c:pt>
                <c:pt idx="64">
                  <c:v>39692</c:v>
                </c:pt>
                <c:pt idx="65">
                  <c:v>39722</c:v>
                </c:pt>
                <c:pt idx="66">
                  <c:v>39753</c:v>
                </c:pt>
                <c:pt idx="67">
                  <c:v>39783</c:v>
                </c:pt>
                <c:pt idx="68">
                  <c:v>39814</c:v>
                </c:pt>
                <c:pt idx="69">
                  <c:v>39845</c:v>
                </c:pt>
                <c:pt idx="70">
                  <c:v>39873</c:v>
                </c:pt>
                <c:pt idx="71">
                  <c:v>39904</c:v>
                </c:pt>
                <c:pt idx="72">
                  <c:v>39934</c:v>
                </c:pt>
                <c:pt idx="73">
                  <c:v>39965</c:v>
                </c:pt>
                <c:pt idx="74">
                  <c:v>39995</c:v>
                </c:pt>
                <c:pt idx="75">
                  <c:v>40026</c:v>
                </c:pt>
                <c:pt idx="76">
                  <c:v>40057</c:v>
                </c:pt>
                <c:pt idx="77">
                  <c:v>40087</c:v>
                </c:pt>
                <c:pt idx="78">
                  <c:v>40118</c:v>
                </c:pt>
                <c:pt idx="79">
                  <c:v>40148</c:v>
                </c:pt>
                <c:pt idx="80">
                  <c:v>40179</c:v>
                </c:pt>
                <c:pt idx="81">
                  <c:v>40210</c:v>
                </c:pt>
                <c:pt idx="82">
                  <c:v>40238</c:v>
                </c:pt>
                <c:pt idx="83">
                  <c:v>40269</c:v>
                </c:pt>
                <c:pt idx="84">
                  <c:v>40299</c:v>
                </c:pt>
                <c:pt idx="85">
                  <c:v>40330</c:v>
                </c:pt>
                <c:pt idx="86">
                  <c:v>40360</c:v>
                </c:pt>
                <c:pt idx="87">
                  <c:v>40391</c:v>
                </c:pt>
                <c:pt idx="88">
                  <c:v>40422</c:v>
                </c:pt>
                <c:pt idx="89">
                  <c:v>40452</c:v>
                </c:pt>
                <c:pt idx="90">
                  <c:v>40483</c:v>
                </c:pt>
                <c:pt idx="91">
                  <c:v>40513</c:v>
                </c:pt>
                <c:pt idx="92">
                  <c:v>40544</c:v>
                </c:pt>
                <c:pt idx="93">
                  <c:v>40575</c:v>
                </c:pt>
                <c:pt idx="94">
                  <c:v>40603</c:v>
                </c:pt>
                <c:pt idx="95">
                  <c:v>40634</c:v>
                </c:pt>
                <c:pt idx="96">
                  <c:v>40664</c:v>
                </c:pt>
                <c:pt idx="97">
                  <c:v>40695</c:v>
                </c:pt>
                <c:pt idx="98">
                  <c:v>40725</c:v>
                </c:pt>
                <c:pt idx="99">
                  <c:v>40756</c:v>
                </c:pt>
                <c:pt idx="100">
                  <c:v>40787</c:v>
                </c:pt>
                <c:pt idx="101">
                  <c:v>40817</c:v>
                </c:pt>
                <c:pt idx="102">
                  <c:v>40848</c:v>
                </c:pt>
                <c:pt idx="103">
                  <c:v>40878</c:v>
                </c:pt>
                <c:pt idx="104">
                  <c:v>40909</c:v>
                </c:pt>
                <c:pt idx="105">
                  <c:v>40940</c:v>
                </c:pt>
                <c:pt idx="106">
                  <c:v>40969</c:v>
                </c:pt>
                <c:pt idx="107">
                  <c:v>41000</c:v>
                </c:pt>
                <c:pt idx="108">
                  <c:v>41030</c:v>
                </c:pt>
                <c:pt idx="109">
                  <c:v>41061</c:v>
                </c:pt>
                <c:pt idx="110">
                  <c:v>41091</c:v>
                </c:pt>
                <c:pt idx="111">
                  <c:v>41122</c:v>
                </c:pt>
                <c:pt idx="112">
                  <c:v>41153</c:v>
                </c:pt>
                <c:pt idx="113">
                  <c:v>41183</c:v>
                </c:pt>
                <c:pt idx="114">
                  <c:v>41214</c:v>
                </c:pt>
                <c:pt idx="115">
                  <c:v>41244</c:v>
                </c:pt>
                <c:pt idx="116">
                  <c:v>41275</c:v>
                </c:pt>
                <c:pt idx="117">
                  <c:v>41306</c:v>
                </c:pt>
                <c:pt idx="118">
                  <c:v>41334</c:v>
                </c:pt>
                <c:pt idx="119">
                  <c:v>41365</c:v>
                </c:pt>
                <c:pt idx="120">
                  <c:v>41395</c:v>
                </c:pt>
                <c:pt idx="121">
                  <c:v>41426</c:v>
                </c:pt>
                <c:pt idx="122">
                  <c:v>41456</c:v>
                </c:pt>
                <c:pt idx="123">
                  <c:v>41487</c:v>
                </c:pt>
                <c:pt idx="124">
                  <c:v>41518</c:v>
                </c:pt>
                <c:pt idx="125">
                  <c:v>41548</c:v>
                </c:pt>
                <c:pt idx="126">
                  <c:v>41579</c:v>
                </c:pt>
                <c:pt idx="127">
                  <c:v>41609</c:v>
                </c:pt>
                <c:pt idx="128">
                  <c:v>41640</c:v>
                </c:pt>
                <c:pt idx="129">
                  <c:v>41671</c:v>
                </c:pt>
                <c:pt idx="130">
                  <c:v>41699</c:v>
                </c:pt>
                <c:pt idx="131">
                  <c:v>41730</c:v>
                </c:pt>
                <c:pt idx="132">
                  <c:v>41760</c:v>
                </c:pt>
                <c:pt idx="133">
                  <c:v>41791</c:v>
                </c:pt>
                <c:pt idx="134">
                  <c:v>41821</c:v>
                </c:pt>
                <c:pt idx="135">
                  <c:v>41852</c:v>
                </c:pt>
                <c:pt idx="136">
                  <c:v>41883</c:v>
                </c:pt>
                <c:pt idx="137">
                  <c:v>41913</c:v>
                </c:pt>
                <c:pt idx="138">
                  <c:v>41944</c:v>
                </c:pt>
                <c:pt idx="139">
                  <c:v>41974</c:v>
                </c:pt>
                <c:pt idx="140">
                  <c:v>42005</c:v>
                </c:pt>
                <c:pt idx="141">
                  <c:v>42036</c:v>
                </c:pt>
                <c:pt idx="142">
                  <c:v>42064</c:v>
                </c:pt>
                <c:pt idx="143">
                  <c:v>42095</c:v>
                </c:pt>
                <c:pt idx="144">
                  <c:v>42125</c:v>
                </c:pt>
                <c:pt idx="145">
                  <c:v>42156</c:v>
                </c:pt>
                <c:pt idx="146">
                  <c:v>42186</c:v>
                </c:pt>
                <c:pt idx="147">
                  <c:v>42217</c:v>
                </c:pt>
                <c:pt idx="148">
                  <c:v>42248</c:v>
                </c:pt>
                <c:pt idx="149">
                  <c:v>42278</c:v>
                </c:pt>
                <c:pt idx="150">
                  <c:v>42309</c:v>
                </c:pt>
                <c:pt idx="151">
                  <c:v>42339</c:v>
                </c:pt>
                <c:pt idx="152">
                  <c:v>42370</c:v>
                </c:pt>
              </c:numCache>
            </c:numRef>
          </c:cat>
          <c:val>
            <c:numRef>
              <c:f>Sheet1!$C$2:$C$154</c:f>
              <c:numCache>
                <c:formatCode>0%</c:formatCode>
                <c:ptCount val="153"/>
                <c:pt idx="0">
                  <c:v>3.1505553453999857E-2</c:v>
                </c:pt>
                <c:pt idx="1">
                  <c:v>2.941113568576784E-2</c:v>
                </c:pt>
                <c:pt idx="2">
                  <c:v>3.1692185122533308E-2</c:v>
                </c:pt>
                <c:pt idx="3">
                  <c:v>3.1405847846093869E-2</c:v>
                </c:pt>
                <c:pt idx="4">
                  <c:v>2.484674310474241E-2</c:v>
                </c:pt>
                <c:pt idx="5">
                  <c:v>2.2551663314892036E-2</c:v>
                </c:pt>
                <c:pt idx="6">
                  <c:v>3.0090776365059635E-2</c:v>
                </c:pt>
                <c:pt idx="7">
                  <c:v>3.1031237139204783E-2</c:v>
                </c:pt>
                <c:pt idx="8">
                  <c:v>5.1273918922529832E-2</c:v>
                </c:pt>
                <c:pt idx="9">
                  <c:v>5.0524334606170077E-2</c:v>
                </c:pt>
                <c:pt idx="10">
                  <c:v>5.1459234907319074E-2</c:v>
                </c:pt>
                <c:pt idx="11">
                  <c:v>5.3398071458674534E-2</c:v>
                </c:pt>
                <c:pt idx="12">
                  <c:v>5.5833945054499429E-2</c:v>
                </c:pt>
                <c:pt idx="13">
                  <c:v>4.6486909157875608E-2</c:v>
                </c:pt>
                <c:pt idx="14">
                  <c:v>4.3236855419818074E-2</c:v>
                </c:pt>
                <c:pt idx="15">
                  <c:v>5.064994480301778E-2</c:v>
                </c:pt>
                <c:pt idx="16">
                  <c:v>5.5267950396253408E-2</c:v>
                </c:pt>
                <c:pt idx="17">
                  <c:v>5.3382000663502641E-2</c:v>
                </c:pt>
                <c:pt idx="18">
                  <c:v>5.4919324593134249E-2</c:v>
                </c:pt>
                <c:pt idx="19">
                  <c:v>5.2246834494736979E-2</c:v>
                </c:pt>
                <c:pt idx="20">
                  <c:v>5.8879965570994591E-2</c:v>
                </c:pt>
                <c:pt idx="21">
                  <c:v>5.7210385485708483E-2</c:v>
                </c:pt>
                <c:pt idx="22">
                  <c:v>5.7237223873002771E-2</c:v>
                </c:pt>
                <c:pt idx="23">
                  <c:v>5.7535857913621688E-2</c:v>
                </c:pt>
                <c:pt idx="24">
                  <c:v>5.0773849629879478E-2</c:v>
                </c:pt>
                <c:pt idx="25">
                  <c:v>5.6714358430414252E-2</c:v>
                </c:pt>
                <c:pt idx="26">
                  <c:v>5.7919480634164446E-2</c:v>
                </c:pt>
                <c:pt idx="27">
                  <c:v>5.9594279667824393E-2</c:v>
                </c:pt>
                <c:pt idx="28">
                  <c:v>5.3047415231788152E-2</c:v>
                </c:pt>
                <c:pt idx="29">
                  <c:v>5.6080161964855081E-2</c:v>
                </c:pt>
                <c:pt idx="30">
                  <c:v>5.7139926878147916E-2</c:v>
                </c:pt>
                <c:pt idx="31">
                  <c:v>5.1508629714844767E-2</c:v>
                </c:pt>
                <c:pt idx="32">
                  <c:v>5.5999784047774545E-2</c:v>
                </c:pt>
                <c:pt idx="33">
                  <c:v>5.8120424698011111E-2</c:v>
                </c:pt>
                <c:pt idx="34">
                  <c:v>6.0419452359080784E-2</c:v>
                </c:pt>
                <c:pt idx="35">
                  <c:v>5.9025947640834631E-2</c:v>
                </c:pt>
                <c:pt idx="36">
                  <c:v>5.9418985447238643E-2</c:v>
                </c:pt>
                <c:pt idx="37">
                  <c:v>5.7020872702753023E-2</c:v>
                </c:pt>
                <c:pt idx="38">
                  <c:v>6.0986823147290301E-2</c:v>
                </c:pt>
                <c:pt idx="39">
                  <c:v>6.2638741808589582E-2</c:v>
                </c:pt>
                <c:pt idx="40">
                  <c:v>6.8768065734841011E-2</c:v>
                </c:pt>
                <c:pt idx="41">
                  <c:v>7.2782687000032834E-2</c:v>
                </c:pt>
                <c:pt idx="42">
                  <c:v>6.7539530922792385E-2</c:v>
                </c:pt>
                <c:pt idx="43">
                  <c:v>7.1577977268320894E-2</c:v>
                </c:pt>
                <c:pt idx="44">
                  <c:v>4.7287089606283937E-2</c:v>
                </c:pt>
                <c:pt idx="45">
                  <c:v>4.6395496385672877E-2</c:v>
                </c:pt>
                <c:pt idx="46">
                  <c:v>4.4713940536751345E-2</c:v>
                </c:pt>
                <c:pt idx="47">
                  <c:v>4.8832001637943503E-2</c:v>
                </c:pt>
                <c:pt idx="48">
                  <c:v>4.8954380594343205E-2</c:v>
                </c:pt>
                <c:pt idx="49">
                  <c:v>4.9756465677550377E-2</c:v>
                </c:pt>
                <c:pt idx="50">
                  <c:v>5.182897047814522E-2</c:v>
                </c:pt>
                <c:pt idx="51">
                  <c:v>4.4770478290258646E-2</c:v>
                </c:pt>
                <c:pt idx="52">
                  <c:v>5.0103643015246946E-2</c:v>
                </c:pt>
                <c:pt idx="53">
                  <c:v>5.6863193413411929E-2</c:v>
                </c:pt>
                <c:pt idx="54">
                  <c:v>5.6172147833547653E-2</c:v>
                </c:pt>
                <c:pt idx="55">
                  <c:v>5.4545795763712268E-2</c:v>
                </c:pt>
                <c:pt idx="56">
                  <c:v>4.4248670622532481E-2</c:v>
                </c:pt>
                <c:pt idx="57">
                  <c:v>4.2593614908776653E-2</c:v>
                </c:pt>
                <c:pt idx="58">
                  <c:v>4.6114677566286975E-2</c:v>
                </c:pt>
                <c:pt idx="59">
                  <c:v>3.8736601076070958E-2</c:v>
                </c:pt>
                <c:pt idx="60">
                  <c:v>3.8284468815649682E-2</c:v>
                </c:pt>
                <c:pt idx="61">
                  <c:v>3.39271974431547E-2</c:v>
                </c:pt>
                <c:pt idx="62">
                  <c:v>3.1419257290814913E-2</c:v>
                </c:pt>
                <c:pt idx="63">
                  <c:v>2.9265942147220742E-2</c:v>
                </c:pt>
                <c:pt idx="64">
                  <c:v>2.968936964167895E-2</c:v>
                </c:pt>
                <c:pt idx="65">
                  <c:v>3.0075968888288767E-2</c:v>
                </c:pt>
                <c:pt idx="66">
                  <c:v>3.5064013061024669E-2</c:v>
                </c:pt>
                <c:pt idx="67">
                  <c:v>2.8324050479201043E-2</c:v>
                </c:pt>
                <c:pt idx="68">
                  <c:v>3.0473524878505985E-2</c:v>
                </c:pt>
                <c:pt idx="69">
                  <c:v>3.2760058186938487E-2</c:v>
                </c:pt>
                <c:pt idx="70">
                  <c:v>2.6698224503658483E-2</c:v>
                </c:pt>
                <c:pt idx="71">
                  <c:v>2.438670968042864E-2</c:v>
                </c:pt>
                <c:pt idx="72">
                  <c:v>2.5964891051157575E-2</c:v>
                </c:pt>
                <c:pt idx="73">
                  <c:v>2.2819351794300492E-2</c:v>
                </c:pt>
                <c:pt idx="74">
                  <c:v>2.156612867348761E-2</c:v>
                </c:pt>
                <c:pt idx="75">
                  <c:v>1.9159165398478371E-2</c:v>
                </c:pt>
                <c:pt idx="76">
                  <c:v>2.2688658844794044E-2</c:v>
                </c:pt>
                <c:pt idx="77">
                  <c:v>2.3457781167206305E-2</c:v>
                </c:pt>
                <c:pt idx="78">
                  <c:v>2.444250413125262E-2</c:v>
                </c:pt>
                <c:pt idx="79">
                  <c:v>2.3361149755491691E-2</c:v>
                </c:pt>
                <c:pt idx="80">
                  <c:v>2.1968466505643481E-2</c:v>
                </c:pt>
                <c:pt idx="81">
                  <c:v>1.9028224950805406E-2</c:v>
                </c:pt>
                <c:pt idx="82">
                  <c:v>1.8153236850950587E-2</c:v>
                </c:pt>
                <c:pt idx="83">
                  <c:v>1.8584225296346537E-2</c:v>
                </c:pt>
                <c:pt idx="84">
                  <c:v>1.8508370017022577E-2</c:v>
                </c:pt>
                <c:pt idx="85">
                  <c:v>1.788322969503086E-2</c:v>
                </c:pt>
                <c:pt idx="86">
                  <c:v>1.9687852742639015E-2</c:v>
                </c:pt>
                <c:pt idx="87">
                  <c:v>2.0226541785790416E-2</c:v>
                </c:pt>
                <c:pt idx="88">
                  <c:v>1.9292180299449433E-2</c:v>
                </c:pt>
                <c:pt idx="89">
                  <c:v>1.8666996860846621E-2</c:v>
                </c:pt>
                <c:pt idx="90">
                  <c:v>1.8174961136070752E-2</c:v>
                </c:pt>
                <c:pt idx="91">
                  <c:v>1.8569794784052487E-2</c:v>
                </c:pt>
                <c:pt idx="92">
                  <c:v>1.6491684629313073E-2</c:v>
                </c:pt>
                <c:pt idx="93">
                  <c:v>1.4826195254621493E-2</c:v>
                </c:pt>
                <c:pt idx="94">
                  <c:v>1.6617978926176113E-2</c:v>
                </c:pt>
                <c:pt idx="95">
                  <c:v>1.6477786006875644E-2</c:v>
                </c:pt>
                <c:pt idx="96">
                  <c:v>1.8098143897761092E-2</c:v>
                </c:pt>
                <c:pt idx="97">
                  <c:v>1.7893182097442287E-2</c:v>
                </c:pt>
                <c:pt idx="98">
                  <c:v>1.9328781431477263E-2</c:v>
                </c:pt>
                <c:pt idx="99">
                  <c:v>1.913504436666567E-2</c:v>
                </c:pt>
                <c:pt idx="100">
                  <c:v>1.8588348404513459E-2</c:v>
                </c:pt>
                <c:pt idx="101">
                  <c:v>2.0419862794120225E-2</c:v>
                </c:pt>
                <c:pt idx="102">
                  <c:v>1.9967118717797529E-2</c:v>
                </c:pt>
                <c:pt idx="103">
                  <c:v>1.8597707440269777E-2</c:v>
                </c:pt>
                <c:pt idx="104">
                  <c:v>1.82958682078933E-2</c:v>
                </c:pt>
                <c:pt idx="105">
                  <c:v>1.8218513465454226E-2</c:v>
                </c:pt>
                <c:pt idx="106">
                  <c:v>1.8163919629769213E-2</c:v>
                </c:pt>
                <c:pt idx="107">
                  <c:v>1.7827059100058676E-2</c:v>
                </c:pt>
                <c:pt idx="108">
                  <c:v>1.7252240546026358E-2</c:v>
                </c:pt>
                <c:pt idx="109">
                  <c:v>1.8063085410597462E-2</c:v>
                </c:pt>
                <c:pt idx="110">
                  <c:v>1.8561438889717518E-2</c:v>
                </c:pt>
                <c:pt idx="111">
                  <c:v>1.8779817658657792E-2</c:v>
                </c:pt>
                <c:pt idx="112">
                  <c:v>1.9241320777932485E-2</c:v>
                </c:pt>
                <c:pt idx="113">
                  <c:v>1.877594152712404E-2</c:v>
                </c:pt>
                <c:pt idx="114">
                  <c:v>1.9637213437199475E-2</c:v>
                </c:pt>
                <c:pt idx="115">
                  <c:v>1.9682033865423314E-2</c:v>
                </c:pt>
                <c:pt idx="116">
                  <c:v>1.9128413529500742E-2</c:v>
                </c:pt>
                <c:pt idx="117">
                  <c:v>1.9057199407032689E-2</c:v>
                </c:pt>
                <c:pt idx="118">
                  <c:v>1.9255466423227879E-2</c:v>
                </c:pt>
                <c:pt idx="119">
                  <c:v>1.9359494200197919E-2</c:v>
                </c:pt>
                <c:pt idx="120">
                  <c:v>2.0040365891215259E-2</c:v>
                </c:pt>
                <c:pt idx="121">
                  <c:v>2.1272557381952155E-2</c:v>
                </c:pt>
                <c:pt idx="122">
                  <c:v>1.9887623005286775E-2</c:v>
                </c:pt>
                <c:pt idx="123">
                  <c:v>1.7477369242045009E-2</c:v>
                </c:pt>
                <c:pt idx="124">
                  <c:v>1.901504796960676E-2</c:v>
                </c:pt>
                <c:pt idx="125">
                  <c:v>2.1043413420695913E-2</c:v>
                </c:pt>
                <c:pt idx="126">
                  <c:v>2.2322413460325208E-2</c:v>
                </c:pt>
                <c:pt idx="127">
                  <c:v>2.46107873960449E-2</c:v>
                </c:pt>
                <c:pt idx="128">
                  <c:v>2.3724672095344485E-2</c:v>
                </c:pt>
                <c:pt idx="129">
                  <c:v>2.249241790241022E-2</c:v>
                </c:pt>
                <c:pt idx="130">
                  <c:v>2.4232831138146244E-2</c:v>
                </c:pt>
                <c:pt idx="131">
                  <c:v>2.5346413627390135E-2</c:v>
                </c:pt>
                <c:pt idx="132">
                  <c:v>2.4845412643709808E-2</c:v>
                </c:pt>
                <c:pt idx="133">
                  <c:v>2.5343342278196831E-2</c:v>
                </c:pt>
                <c:pt idx="134">
                  <c:v>2.6838166984538524E-2</c:v>
                </c:pt>
                <c:pt idx="135">
                  <c:v>2.5949391730973499E-2</c:v>
                </c:pt>
                <c:pt idx="136">
                  <c:v>2.6031549357250813E-2</c:v>
                </c:pt>
                <c:pt idx="137">
                  <c:v>2.6627065648873245E-2</c:v>
                </c:pt>
                <c:pt idx="138">
                  <c:v>2.6582155092484447E-2</c:v>
                </c:pt>
                <c:pt idx="139">
                  <c:v>2.7795107951965114E-2</c:v>
                </c:pt>
                <c:pt idx="140">
                  <c:v>2.7292557933428666E-2</c:v>
                </c:pt>
                <c:pt idx="141">
                  <c:v>2.8280103063860199E-2</c:v>
                </c:pt>
                <c:pt idx="142">
                  <c:v>2.9453719206017949E-2</c:v>
                </c:pt>
                <c:pt idx="143">
                  <c:v>2.6831001208132567E-2</c:v>
                </c:pt>
                <c:pt idx="144">
                  <c:v>2.6512767987565716E-2</c:v>
                </c:pt>
                <c:pt idx="145">
                  <c:v>2.7364721936929577E-2</c:v>
                </c:pt>
                <c:pt idx="146">
                  <c:v>2.4820968026983335E-2</c:v>
                </c:pt>
                <c:pt idx="147">
                  <c:v>2.4483324071397188E-2</c:v>
                </c:pt>
                <c:pt idx="148">
                  <c:v>2.5481926957230998E-2</c:v>
                </c:pt>
                <c:pt idx="149">
                  <c:v>2.6812715702531357E-2</c:v>
                </c:pt>
                <c:pt idx="150">
                  <c:v>2.6780190866197668E-2</c:v>
                </c:pt>
                <c:pt idx="151">
                  <c:v>2.7633029832483745E-2</c:v>
                </c:pt>
                <c:pt idx="152">
                  <c:v>2.494279606702934E-2</c:v>
                </c:pt>
              </c:numCache>
            </c:numRef>
          </c:val>
          <c:smooth val="0"/>
        </c:ser>
        <c:dLbls>
          <c:showLegendKey val="0"/>
          <c:showVal val="0"/>
          <c:showCatName val="0"/>
          <c:showSerName val="0"/>
          <c:showPercent val="0"/>
          <c:showBubbleSize val="0"/>
        </c:dLbls>
        <c:marker val="1"/>
        <c:smooth val="0"/>
        <c:axId val="195296256"/>
        <c:axId val="195298048"/>
      </c:lineChart>
      <c:lineChart>
        <c:grouping val="standard"/>
        <c:varyColors val="0"/>
        <c:ser>
          <c:idx val="0"/>
          <c:order val="0"/>
          <c:tx>
            <c:strRef>
              <c:f>Sheet1!$B$1</c:f>
              <c:strCache>
                <c:ptCount val="1"/>
                <c:pt idx="0">
                  <c:v>HPA2Yr</c:v>
                </c:pt>
              </c:strCache>
            </c:strRef>
          </c:tx>
          <c:spPr>
            <a:ln>
              <a:solidFill>
                <a:srgbClr val="C00000"/>
              </a:solidFill>
            </a:ln>
          </c:spPr>
          <c:marker>
            <c:symbol val="none"/>
          </c:marker>
          <c:cat>
            <c:numRef>
              <c:f>Sheet1!$A$2:$A$154</c:f>
              <c:numCache>
                <c:formatCode>m/d/yyyy</c:formatCode>
                <c:ptCount val="153"/>
                <c:pt idx="0">
                  <c:v>37742</c:v>
                </c:pt>
                <c:pt idx="1">
                  <c:v>37773</c:v>
                </c:pt>
                <c:pt idx="2">
                  <c:v>37803</c:v>
                </c:pt>
                <c:pt idx="3">
                  <c:v>37834</c:v>
                </c:pt>
                <c:pt idx="4">
                  <c:v>37865</c:v>
                </c:pt>
                <c:pt idx="5">
                  <c:v>37895</c:v>
                </c:pt>
                <c:pt idx="6">
                  <c:v>37926</c:v>
                </c:pt>
                <c:pt idx="7">
                  <c:v>37956</c:v>
                </c:pt>
                <c:pt idx="8">
                  <c:v>37987</c:v>
                </c:pt>
                <c:pt idx="9">
                  <c:v>38018</c:v>
                </c:pt>
                <c:pt idx="10">
                  <c:v>38047</c:v>
                </c:pt>
                <c:pt idx="11">
                  <c:v>38078</c:v>
                </c:pt>
                <c:pt idx="12">
                  <c:v>38108</c:v>
                </c:pt>
                <c:pt idx="13">
                  <c:v>38139</c:v>
                </c:pt>
                <c:pt idx="14">
                  <c:v>38169</c:v>
                </c:pt>
                <c:pt idx="15">
                  <c:v>38200</c:v>
                </c:pt>
                <c:pt idx="16">
                  <c:v>38231</c:v>
                </c:pt>
                <c:pt idx="17">
                  <c:v>38261</c:v>
                </c:pt>
                <c:pt idx="18">
                  <c:v>38292</c:v>
                </c:pt>
                <c:pt idx="19">
                  <c:v>38322</c:v>
                </c:pt>
                <c:pt idx="20">
                  <c:v>38353</c:v>
                </c:pt>
                <c:pt idx="21">
                  <c:v>38384</c:v>
                </c:pt>
                <c:pt idx="22">
                  <c:v>38412</c:v>
                </c:pt>
                <c:pt idx="23">
                  <c:v>38443</c:v>
                </c:pt>
                <c:pt idx="24">
                  <c:v>38473</c:v>
                </c:pt>
                <c:pt idx="25">
                  <c:v>38504</c:v>
                </c:pt>
                <c:pt idx="26">
                  <c:v>38534</c:v>
                </c:pt>
                <c:pt idx="27">
                  <c:v>38565</c:v>
                </c:pt>
                <c:pt idx="28">
                  <c:v>38596</c:v>
                </c:pt>
                <c:pt idx="29">
                  <c:v>38626</c:v>
                </c:pt>
                <c:pt idx="30">
                  <c:v>38657</c:v>
                </c:pt>
                <c:pt idx="31">
                  <c:v>38687</c:v>
                </c:pt>
                <c:pt idx="32">
                  <c:v>38718</c:v>
                </c:pt>
                <c:pt idx="33">
                  <c:v>38749</c:v>
                </c:pt>
                <c:pt idx="34">
                  <c:v>38777</c:v>
                </c:pt>
                <c:pt idx="35">
                  <c:v>38808</c:v>
                </c:pt>
                <c:pt idx="36">
                  <c:v>38838</c:v>
                </c:pt>
                <c:pt idx="37">
                  <c:v>38869</c:v>
                </c:pt>
                <c:pt idx="38">
                  <c:v>38899</c:v>
                </c:pt>
                <c:pt idx="39">
                  <c:v>38930</c:v>
                </c:pt>
                <c:pt idx="40">
                  <c:v>38961</c:v>
                </c:pt>
                <c:pt idx="41">
                  <c:v>38991</c:v>
                </c:pt>
                <c:pt idx="42">
                  <c:v>39022</c:v>
                </c:pt>
                <c:pt idx="43">
                  <c:v>39052</c:v>
                </c:pt>
                <c:pt idx="44">
                  <c:v>39083</c:v>
                </c:pt>
                <c:pt idx="45">
                  <c:v>39114</c:v>
                </c:pt>
                <c:pt idx="46">
                  <c:v>39142</c:v>
                </c:pt>
                <c:pt idx="47">
                  <c:v>39173</c:v>
                </c:pt>
                <c:pt idx="48">
                  <c:v>39203</c:v>
                </c:pt>
                <c:pt idx="49">
                  <c:v>39234</c:v>
                </c:pt>
                <c:pt idx="50">
                  <c:v>39264</c:v>
                </c:pt>
                <c:pt idx="51">
                  <c:v>39295</c:v>
                </c:pt>
                <c:pt idx="52">
                  <c:v>39326</c:v>
                </c:pt>
                <c:pt idx="53">
                  <c:v>39356</c:v>
                </c:pt>
                <c:pt idx="54">
                  <c:v>39387</c:v>
                </c:pt>
                <c:pt idx="55">
                  <c:v>39417</c:v>
                </c:pt>
                <c:pt idx="56">
                  <c:v>39448</c:v>
                </c:pt>
                <c:pt idx="57">
                  <c:v>39479</c:v>
                </c:pt>
                <c:pt idx="58">
                  <c:v>39508</c:v>
                </c:pt>
                <c:pt idx="59">
                  <c:v>39539</c:v>
                </c:pt>
                <c:pt idx="60">
                  <c:v>39569</c:v>
                </c:pt>
                <c:pt idx="61">
                  <c:v>39600</c:v>
                </c:pt>
                <c:pt idx="62">
                  <c:v>39630</c:v>
                </c:pt>
                <c:pt idx="63">
                  <c:v>39661</c:v>
                </c:pt>
                <c:pt idx="64">
                  <c:v>39692</c:v>
                </c:pt>
                <c:pt idx="65">
                  <c:v>39722</c:v>
                </c:pt>
                <c:pt idx="66">
                  <c:v>39753</c:v>
                </c:pt>
                <c:pt idx="67">
                  <c:v>39783</c:v>
                </c:pt>
                <c:pt idx="68">
                  <c:v>39814</c:v>
                </c:pt>
                <c:pt idx="69">
                  <c:v>39845</c:v>
                </c:pt>
                <c:pt idx="70">
                  <c:v>39873</c:v>
                </c:pt>
                <c:pt idx="71">
                  <c:v>39904</c:v>
                </c:pt>
                <c:pt idx="72">
                  <c:v>39934</c:v>
                </c:pt>
                <c:pt idx="73">
                  <c:v>39965</c:v>
                </c:pt>
                <c:pt idx="74">
                  <c:v>39995</c:v>
                </c:pt>
                <c:pt idx="75">
                  <c:v>40026</c:v>
                </c:pt>
                <c:pt idx="76">
                  <c:v>40057</c:v>
                </c:pt>
                <c:pt idx="77">
                  <c:v>40087</c:v>
                </c:pt>
                <c:pt idx="78">
                  <c:v>40118</c:v>
                </c:pt>
                <c:pt idx="79">
                  <c:v>40148</c:v>
                </c:pt>
                <c:pt idx="80">
                  <c:v>40179</c:v>
                </c:pt>
                <c:pt idx="81">
                  <c:v>40210</c:v>
                </c:pt>
                <c:pt idx="82">
                  <c:v>40238</c:v>
                </c:pt>
                <c:pt idx="83">
                  <c:v>40269</c:v>
                </c:pt>
                <c:pt idx="84">
                  <c:v>40299</c:v>
                </c:pt>
                <c:pt idx="85">
                  <c:v>40330</c:v>
                </c:pt>
                <c:pt idx="86">
                  <c:v>40360</c:v>
                </c:pt>
                <c:pt idx="87">
                  <c:v>40391</c:v>
                </c:pt>
                <c:pt idx="88">
                  <c:v>40422</c:v>
                </c:pt>
                <c:pt idx="89">
                  <c:v>40452</c:v>
                </c:pt>
                <c:pt idx="90">
                  <c:v>40483</c:v>
                </c:pt>
                <c:pt idx="91">
                  <c:v>40513</c:v>
                </c:pt>
                <c:pt idx="92">
                  <c:v>40544</c:v>
                </c:pt>
                <c:pt idx="93">
                  <c:v>40575</c:v>
                </c:pt>
                <c:pt idx="94">
                  <c:v>40603</c:v>
                </c:pt>
                <c:pt idx="95">
                  <c:v>40634</c:v>
                </c:pt>
                <c:pt idx="96">
                  <c:v>40664</c:v>
                </c:pt>
                <c:pt idx="97">
                  <c:v>40695</c:v>
                </c:pt>
                <c:pt idx="98">
                  <c:v>40725</c:v>
                </c:pt>
                <c:pt idx="99">
                  <c:v>40756</c:v>
                </c:pt>
                <c:pt idx="100">
                  <c:v>40787</c:v>
                </c:pt>
                <c:pt idx="101">
                  <c:v>40817</c:v>
                </c:pt>
                <c:pt idx="102">
                  <c:v>40848</c:v>
                </c:pt>
                <c:pt idx="103">
                  <c:v>40878</c:v>
                </c:pt>
                <c:pt idx="104">
                  <c:v>40909</c:v>
                </c:pt>
                <c:pt idx="105">
                  <c:v>40940</c:v>
                </c:pt>
                <c:pt idx="106">
                  <c:v>40969</c:v>
                </c:pt>
                <c:pt idx="107">
                  <c:v>41000</c:v>
                </c:pt>
                <c:pt idx="108">
                  <c:v>41030</c:v>
                </c:pt>
                <c:pt idx="109">
                  <c:v>41061</c:v>
                </c:pt>
                <c:pt idx="110">
                  <c:v>41091</c:v>
                </c:pt>
                <c:pt idx="111">
                  <c:v>41122</c:v>
                </c:pt>
                <c:pt idx="112">
                  <c:v>41153</c:v>
                </c:pt>
                <c:pt idx="113">
                  <c:v>41183</c:v>
                </c:pt>
                <c:pt idx="114">
                  <c:v>41214</c:v>
                </c:pt>
                <c:pt idx="115">
                  <c:v>41244</c:v>
                </c:pt>
                <c:pt idx="116">
                  <c:v>41275</c:v>
                </c:pt>
                <c:pt idx="117">
                  <c:v>41306</c:v>
                </c:pt>
                <c:pt idx="118">
                  <c:v>41334</c:v>
                </c:pt>
                <c:pt idx="119">
                  <c:v>41365</c:v>
                </c:pt>
                <c:pt idx="120">
                  <c:v>41395</c:v>
                </c:pt>
                <c:pt idx="121">
                  <c:v>41426</c:v>
                </c:pt>
                <c:pt idx="122">
                  <c:v>41456</c:v>
                </c:pt>
                <c:pt idx="123">
                  <c:v>41487</c:v>
                </c:pt>
                <c:pt idx="124">
                  <c:v>41518</c:v>
                </c:pt>
                <c:pt idx="125">
                  <c:v>41548</c:v>
                </c:pt>
                <c:pt idx="126">
                  <c:v>41579</c:v>
                </c:pt>
                <c:pt idx="127">
                  <c:v>41609</c:v>
                </c:pt>
                <c:pt idx="128">
                  <c:v>41640</c:v>
                </c:pt>
                <c:pt idx="129">
                  <c:v>41671</c:v>
                </c:pt>
                <c:pt idx="130">
                  <c:v>41699</c:v>
                </c:pt>
                <c:pt idx="131">
                  <c:v>41730</c:v>
                </c:pt>
                <c:pt idx="132">
                  <c:v>41760</c:v>
                </c:pt>
                <c:pt idx="133">
                  <c:v>41791</c:v>
                </c:pt>
                <c:pt idx="134">
                  <c:v>41821</c:v>
                </c:pt>
                <c:pt idx="135">
                  <c:v>41852</c:v>
                </c:pt>
                <c:pt idx="136">
                  <c:v>41883</c:v>
                </c:pt>
                <c:pt idx="137">
                  <c:v>41913</c:v>
                </c:pt>
                <c:pt idx="138">
                  <c:v>41944</c:v>
                </c:pt>
                <c:pt idx="139">
                  <c:v>41974</c:v>
                </c:pt>
                <c:pt idx="140">
                  <c:v>42005</c:v>
                </c:pt>
                <c:pt idx="141">
                  <c:v>42036</c:v>
                </c:pt>
                <c:pt idx="142">
                  <c:v>42064</c:v>
                </c:pt>
                <c:pt idx="143">
                  <c:v>42095</c:v>
                </c:pt>
                <c:pt idx="144">
                  <c:v>42125</c:v>
                </c:pt>
                <c:pt idx="145">
                  <c:v>42156</c:v>
                </c:pt>
                <c:pt idx="146">
                  <c:v>42186</c:v>
                </c:pt>
                <c:pt idx="147">
                  <c:v>42217</c:v>
                </c:pt>
                <c:pt idx="148">
                  <c:v>42248</c:v>
                </c:pt>
                <c:pt idx="149">
                  <c:v>42278</c:v>
                </c:pt>
                <c:pt idx="150">
                  <c:v>42309</c:v>
                </c:pt>
                <c:pt idx="151">
                  <c:v>42339</c:v>
                </c:pt>
                <c:pt idx="152">
                  <c:v>42370</c:v>
                </c:pt>
              </c:numCache>
            </c:numRef>
          </c:cat>
          <c:val>
            <c:numRef>
              <c:f>Sheet1!$B$2:$B$154</c:f>
              <c:numCache>
                <c:formatCode>General</c:formatCode>
                <c:ptCount val="153"/>
                <c:pt idx="0">
                  <c:v>112.55</c:v>
                </c:pt>
                <c:pt idx="1">
                  <c:v>112.38</c:v>
                </c:pt>
                <c:pt idx="2">
                  <c:v>112.37</c:v>
                </c:pt>
                <c:pt idx="3">
                  <c:v>112.37</c:v>
                </c:pt>
                <c:pt idx="4">
                  <c:v>112.36</c:v>
                </c:pt>
                <c:pt idx="5">
                  <c:v>112.95</c:v>
                </c:pt>
                <c:pt idx="6">
                  <c:v>113.54</c:v>
                </c:pt>
                <c:pt idx="7">
                  <c:v>114.12</c:v>
                </c:pt>
                <c:pt idx="8">
                  <c:v>114.16</c:v>
                </c:pt>
                <c:pt idx="9">
                  <c:v>114.21</c:v>
                </c:pt>
                <c:pt idx="10">
                  <c:v>114.25</c:v>
                </c:pt>
                <c:pt idx="11">
                  <c:v>114.53</c:v>
                </c:pt>
                <c:pt idx="12">
                  <c:v>114.8</c:v>
                </c:pt>
                <c:pt idx="13">
                  <c:v>115.07</c:v>
                </c:pt>
                <c:pt idx="14">
                  <c:v>115.77</c:v>
                </c:pt>
                <c:pt idx="15">
                  <c:v>116.46</c:v>
                </c:pt>
                <c:pt idx="16">
                  <c:v>117.15</c:v>
                </c:pt>
                <c:pt idx="17">
                  <c:v>117.42</c:v>
                </c:pt>
                <c:pt idx="18">
                  <c:v>117.69</c:v>
                </c:pt>
                <c:pt idx="19">
                  <c:v>117.96</c:v>
                </c:pt>
                <c:pt idx="20">
                  <c:v>118.39</c:v>
                </c:pt>
                <c:pt idx="21">
                  <c:v>118.81</c:v>
                </c:pt>
                <c:pt idx="22">
                  <c:v>119.23</c:v>
                </c:pt>
                <c:pt idx="23">
                  <c:v>120.01</c:v>
                </c:pt>
                <c:pt idx="24">
                  <c:v>120.79</c:v>
                </c:pt>
                <c:pt idx="25">
                  <c:v>121.56</c:v>
                </c:pt>
                <c:pt idx="26">
                  <c:v>122.15</c:v>
                </c:pt>
                <c:pt idx="27">
                  <c:v>122.75</c:v>
                </c:pt>
                <c:pt idx="28">
                  <c:v>123.33</c:v>
                </c:pt>
                <c:pt idx="29">
                  <c:v>123.1</c:v>
                </c:pt>
                <c:pt idx="30">
                  <c:v>122.88</c:v>
                </c:pt>
                <c:pt idx="31">
                  <c:v>122.66</c:v>
                </c:pt>
                <c:pt idx="32">
                  <c:v>122.67</c:v>
                </c:pt>
                <c:pt idx="33">
                  <c:v>122.69</c:v>
                </c:pt>
                <c:pt idx="34">
                  <c:v>122.7</c:v>
                </c:pt>
                <c:pt idx="35">
                  <c:v>122.13</c:v>
                </c:pt>
                <c:pt idx="36">
                  <c:v>121.57</c:v>
                </c:pt>
                <c:pt idx="37">
                  <c:v>121.02</c:v>
                </c:pt>
                <c:pt idx="38">
                  <c:v>119.83</c:v>
                </c:pt>
                <c:pt idx="39">
                  <c:v>118.67</c:v>
                </c:pt>
                <c:pt idx="40">
                  <c:v>117.54</c:v>
                </c:pt>
                <c:pt idx="41">
                  <c:v>117.11</c:v>
                </c:pt>
                <c:pt idx="42">
                  <c:v>116.68</c:v>
                </c:pt>
                <c:pt idx="43">
                  <c:v>116.26</c:v>
                </c:pt>
                <c:pt idx="44">
                  <c:v>115.52</c:v>
                </c:pt>
                <c:pt idx="45">
                  <c:v>114.78</c:v>
                </c:pt>
                <c:pt idx="46">
                  <c:v>114.06</c:v>
                </c:pt>
                <c:pt idx="47">
                  <c:v>112.84</c:v>
                </c:pt>
                <c:pt idx="48">
                  <c:v>111.64</c:v>
                </c:pt>
                <c:pt idx="49">
                  <c:v>110.46</c:v>
                </c:pt>
                <c:pt idx="50">
                  <c:v>108.96</c:v>
                </c:pt>
                <c:pt idx="51">
                  <c:v>107.49</c:v>
                </c:pt>
                <c:pt idx="52">
                  <c:v>106.05</c:v>
                </c:pt>
                <c:pt idx="53">
                  <c:v>105.16</c:v>
                </c:pt>
                <c:pt idx="54">
                  <c:v>104.28</c:v>
                </c:pt>
                <c:pt idx="55">
                  <c:v>103.41</c:v>
                </c:pt>
                <c:pt idx="56">
                  <c:v>102.62</c:v>
                </c:pt>
                <c:pt idx="57">
                  <c:v>101.84</c:v>
                </c:pt>
                <c:pt idx="58">
                  <c:v>101.07</c:v>
                </c:pt>
                <c:pt idx="59">
                  <c:v>99.89</c:v>
                </c:pt>
                <c:pt idx="60">
                  <c:v>98.73</c:v>
                </c:pt>
                <c:pt idx="61">
                  <c:v>97.57</c:v>
                </c:pt>
                <c:pt idx="62">
                  <c:v>96.28</c:v>
                </c:pt>
                <c:pt idx="63">
                  <c:v>95.01</c:v>
                </c:pt>
                <c:pt idx="64">
                  <c:v>93.74</c:v>
                </c:pt>
                <c:pt idx="65">
                  <c:v>93.15</c:v>
                </c:pt>
                <c:pt idx="66">
                  <c:v>92.55</c:v>
                </c:pt>
                <c:pt idx="67">
                  <c:v>91.97</c:v>
                </c:pt>
                <c:pt idx="68">
                  <c:v>92.08</c:v>
                </c:pt>
                <c:pt idx="69">
                  <c:v>92.19</c:v>
                </c:pt>
                <c:pt idx="70">
                  <c:v>92.31</c:v>
                </c:pt>
                <c:pt idx="71">
                  <c:v>91.51</c:v>
                </c:pt>
                <c:pt idx="72">
                  <c:v>90.71</c:v>
                </c:pt>
                <c:pt idx="73">
                  <c:v>89.92</c:v>
                </c:pt>
                <c:pt idx="74">
                  <c:v>89.45</c:v>
                </c:pt>
                <c:pt idx="75">
                  <c:v>88.99</c:v>
                </c:pt>
                <c:pt idx="76">
                  <c:v>88.52</c:v>
                </c:pt>
                <c:pt idx="77">
                  <c:v>88.39</c:v>
                </c:pt>
                <c:pt idx="78">
                  <c:v>88.26</c:v>
                </c:pt>
                <c:pt idx="79">
                  <c:v>88.13</c:v>
                </c:pt>
                <c:pt idx="80">
                  <c:v>87.98</c:v>
                </c:pt>
                <c:pt idx="81">
                  <c:v>87.84</c:v>
                </c:pt>
                <c:pt idx="82">
                  <c:v>87.69</c:v>
                </c:pt>
                <c:pt idx="83">
                  <c:v>88.16</c:v>
                </c:pt>
                <c:pt idx="84">
                  <c:v>88.63</c:v>
                </c:pt>
                <c:pt idx="85">
                  <c:v>89.12</c:v>
                </c:pt>
                <c:pt idx="86">
                  <c:v>90.35</c:v>
                </c:pt>
                <c:pt idx="87">
                  <c:v>91.6</c:v>
                </c:pt>
                <c:pt idx="88">
                  <c:v>92.88</c:v>
                </c:pt>
                <c:pt idx="89">
                  <c:v>92.93</c:v>
                </c:pt>
                <c:pt idx="90">
                  <c:v>92.99</c:v>
                </c:pt>
                <c:pt idx="91">
                  <c:v>93.04</c:v>
                </c:pt>
                <c:pt idx="92">
                  <c:v>91.96</c:v>
                </c:pt>
                <c:pt idx="93">
                  <c:v>90.88</c:v>
                </c:pt>
                <c:pt idx="94">
                  <c:v>89.81</c:v>
                </c:pt>
                <c:pt idx="95">
                  <c:v>90.1</c:v>
                </c:pt>
                <c:pt idx="96">
                  <c:v>90.4</c:v>
                </c:pt>
                <c:pt idx="97">
                  <c:v>90.7</c:v>
                </c:pt>
                <c:pt idx="98">
                  <c:v>91.74</c:v>
                </c:pt>
                <c:pt idx="99">
                  <c:v>92.81</c:v>
                </c:pt>
                <c:pt idx="100">
                  <c:v>93.89</c:v>
                </c:pt>
                <c:pt idx="101">
                  <c:v>94.26</c:v>
                </c:pt>
                <c:pt idx="102">
                  <c:v>94.63</c:v>
                </c:pt>
                <c:pt idx="103">
                  <c:v>95.01</c:v>
                </c:pt>
                <c:pt idx="104">
                  <c:v>95.06</c:v>
                </c:pt>
                <c:pt idx="105">
                  <c:v>95.12</c:v>
                </c:pt>
                <c:pt idx="106">
                  <c:v>95.17</c:v>
                </c:pt>
                <c:pt idx="107">
                  <c:v>95.34</c:v>
                </c:pt>
                <c:pt idx="108">
                  <c:v>95.5</c:v>
                </c:pt>
                <c:pt idx="109">
                  <c:v>95.67</c:v>
                </c:pt>
                <c:pt idx="110">
                  <c:v>95.77</c:v>
                </c:pt>
                <c:pt idx="111">
                  <c:v>95.88</c:v>
                </c:pt>
                <c:pt idx="112">
                  <c:v>95.98</c:v>
                </c:pt>
                <c:pt idx="113">
                  <c:v>96.47</c:v>
                </c:pt>
                <c:pt idx="114">
                  <c:v>96.97</c:v>
                </c:pt>
                <c:pt idx="115">
                  <c:v>97.47</c:v>
                </c:pt>
                <c:pt idx="116">
                  <c:v>98.55</c:v>
                </c:pt>
                <c:pt idx="117">
                  <c:v>99.64</c:v>
                </c:pt>
                <c:pt idx="118">
                  <c:v>100.76</c:v>
                </c:pt>
                <c:pt idx="119">
                  <c:v>101.88</c:v>
                </c:pt>
                <c:pt idx="120">
                  <c:v>103</c:v>
                </c:pt>
                <c:pt idx="121">
                  <c:v>104.14</c:v>
                </c:pt>
                <c:pt idx="122">
                  <c:v>104.44</c:v>
                </c:pt>
                <c:pt idx="123">
                  <c:v>104.74</c:v>
                </c:pt>
                <c:pt idx="124">
                  <c:v>105.03</c:v>
                </c:pt>
                <c:pt idx="125">
                  <c:v>105.2</c:v>
                </c:pt>
                <c:pt idx="126">
                  <c:v>105.38</c:v>
                </c:pt>
                <c:pt idx="127">
                  <c:v>105.55</c:v>
                </c:pt>
                <c:pt idx="128">
                  <c:v>106.24</c:v>
                </c:pt>
                <c:pt idx="129">
                  <c:v>106.93</c:v>
                </c:pt>
                <c:pt idx="130">
                  <c:v>107.63</c:v>
                </c:pt>
                <c:pt idx="131">
                  <c:v>108.51</c:v>
                </c:pt>
                <c:pt idx="132">
                  <c:v>109.39</c:v>
                </c:pt>
                <c:pt idx="133">
                  <c:v>110.28</c:v>
                </c:pt>
                <c:pt idx="134">
                  <c:v>110.37</c:v>
                </c:pt>
                <c:pt idx="135">
                  <c:v>110.47</c:v>
                </c:pt>
                <c:pt idx="136">
                  <c:v>110.56</c:v>
                </c:pt>
                <c:pt idx="137">
                  <c:v>110.58</c:v>
                </c:pt>
                <c:pt idx="138">
                  <c:v>110.61</c:v>
                </c:pt>
                <c:pt idx="139">
                  <c:v>110.63</c:v>
                </c:pt>
                <c:pt idx="140">
                  <c:v>110.78</c:v>
                </c:pt>
                <c:pt idx="141">
                  <c:v>110.93</c:v>
                </c:pt>
                <c:pt idx="142">
                  <c:v>111.08</c:v>
                </c:pt>
                <c:pt idx="143">
                  <c:v>111.22</c:v>
                </c:pt>
                <c:pt idx="144">
                  <c:v>111.36</c:v>
                </c:pt>
                <c:pt idx="145">
                  <c:v>111.49</c:v>
                </c:pt>
                <c:pt idx="146">
                  <c:v>111.53</c:v>
                </c:pt>
                <c:pt idx="147">
                  <c:v>111.56</c:v>
                </c:pt>
                <c:pt idx="148">
                  <c:v>111.6</c:v>
                </c:pt>
                <c:pt idx="149">
                  <c:v>111.52</c:v>
                </c:pt>
                <c:pt idx="150">
                  <c:v>111.45</c:v>
                </c:pt>
                <c:pt idx="151">
                  <c:v>111.37</c:v>
                </c:pt>
                <c:pt idx="152">
                  <c:v>111.31</c:v>
                </c:pt>
              </c:numCache>
            </c:numRef>
          </c:val>
          <c:smooth val="0"/>
        </c:ser>
        <c:dLbls>
          <c:showLegendKey val="0"/>
          <c:showVal val="0"/>
          <c:showCatName val="0"/>
          <c:showSerName val="0"/>
          <c:showPercent val="0"/>
          <c:showBubbleSize val="0"/>
        </c:dLbls>
        <c:marker val="1"/>
        <c:smooth val="0"/>
        <c:axId val="195306240"/>
        <c:axId val="195299968"/>
      </c:lineChart>
      <c:dateAx>
        <c:axId val="195296256"/>
        <c:scaling>
          <c:orientation val="minMax"/>
        </c:scaling>
        <c:delete val="0"/>
        <c:axPos val="b"/>
        <c:numFmt formatCode="m/yyyy" sourceLinked="0"/>
        <c:majorTickMark val="out"/>
        <c:minorTickMark val="none"/>
        <c:tickLblPos val="nextTo"/>
        <c:crossAx val="195298048"/>
        <c:crosses val="autoZero"/>
        <c:auto val="1"/>
        <c:lblOffset val="100"/>
        <c:baseTimeUnit val="months"/>
        <c:majorUnit val="12"/>
        <c:majorTimeUnit val="months"/>
      </c:dateAx>
      <c:valAx>
        <c:axId val="195298048"/>
        <c:scaling>
          <c:orientation val="minMax"/>
        </c:scaling>
        <c:delete val="0"/>
        <c:axPos val="l"/>
        <c:title>
          <c:tx>
            <c:rich>
              <a:bodyPr rot="-5400000" vert="horz"/>
              <a:lstStyle/>
              <a:p>
                <a:pPr>
                  <a:defRPr/>
                </a:pPr>
                <a:r>
                  <a:rPr lang="en-US" dirty="0" smtClean="0"/>
                  <a:t>MCAI</a:t>
                </a:r>
                <a:endParaRPr lang="en-US" dirty="0"/>
              </a:p>
            </c:rich>
          </c:tx>
          <c:layout/>
          <c:overlay val="0"/>
        </c:title>
        <c:numFmt formatCode="0%" sourceLinked="1"/>
        <c:majorTickMark val="out"/>
        <c:minorTickMark val="none"/>
        <c:tickLblPos val="nextTo"/>
        <c:crossAx val="195296256"/>
        <c:crosses val="autoZero"/>
        <c:crossBetween val="between"/>
      </c:valAx>
      <c:valAx>
        <c:axId val="195299968"/>
        <c:scaling>
          <c:orientation val="minMax"/>
          <c:min val="80"/>
        </c:scaling>
        <c:delete val="0"/>
        <c:axPos val="r"/>
        <c:title>
          <c:tx>
            <c:rich>
              <a:bodyPr rot="-5400000" vert="horz"/>
              <a:lstStyle/>
              <a:p>
                <a:pPr>
                  <a:defRPr/>
                </a:pPr>
                <a:r>
                  <a:rPr lang="en-US" dirty="0" smtClean="0"/>
                  <a:t>HPA2Yr</a:t>
                </a:r>
                <a:endParaRPr lang="en-US" dirty="0"/>
              </a:p>
            </c:rich>
          </c:tx>
          <c:layout/>
          <c:overlay val="0"/>
        </c:title>
        <c:numFmt formatCode="General" sourceLinked="1"/>
        <c:majorTickMark val="out"/>
        <c:minorTickMark val="none"/>
        <c:tickLblPos val="nextTo"/>
        <c:crossAx val="195306240"/>
        <c:crosses val="max"/>
        <c:crossBetween val="between"/>
      </c:valAx>
      <c:dateAx>
        <c:axId val="195306240"/>
        <c:scaling>
          <c:orientation val="minMax"/>
        </c:scaling>
        <c:delete val="1"/>
        <c:axPos val="b"/>
        <c:numFmt formatCode="m/d/yyyy" sourceLinked="1"/>
        <c:majorTickMark val="out"/>
        <c:minorTickMark val="none"/>
        <c:tickLblPos val="nextTo"/>
        <c:crossAx val="195299968"/>
        <c:crosses val="autoZero"/>
        <c:auto val="1"/>
        <c:lblOffset val="100"/>
        <c:baseTimeUnit val="months"/>
      </c:dateAx>
    </c:plotArea>
    <c:legend>
      <c:legendPos val="b"/>
      <c:layout/>
      <c:overlay val="0"/>
    </c:legend>
    <c:plotVisOnly val="1"/>
    <c:dispBlanksAs val="gap"/>
    <c:showDLblsOverMax val="0"/>
  </c:chart>
  <c:txPr>
    <a:bodyPr/>
    <a:lstStyle/>
    <a:p>
      <a:pPr>
        <a:defRPr sz="10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Model Tracking Error-ma</c:v>
                </c:pt>
              </c:strCache>
            </c:strRef>
          </c:tx>
          <c:spPr>
            <a:ln>
              <a:solidFill>
                <a:srgbClr val="C00000"/>
              </a:solidFill>
            </a:ln>
          </c:spPr>
          <c:marker>
            <c:symbol val="none"/>
          </c:marker>
          <c:cat>
            <c:numRef>
              <c:f>Sheet1!$A$2:$A$141</c:f>
              <c:numCache>
                <c:formatCode>m/d/yyyy</c:formatCode>
                <c:ptCount val="140"/>
                <c:pt idx="0">
                  <c:v>37895</c:v>
                </c:pt>
                <c:pt idx="1">
                  <c:v>37926</c:v>
                </c:pt>
                <c:pt idx="2">
                  <c:v>37956</c:v>
                </c:pt>
                <c:pt idx="3">
                  <c:v>37987</c:v>
                </c:pt>
                <c:pt idx="4">
                  <c:v>38018</c:v>
                </c:pt>
                <c:pt idx="5">
                  <c:v>38047</c:v>
                </c:pt>
                <c:pt idx="6">
                  <c:v>38078</c:v>
                </c:pt>
                <c:pt idx="7">
                  <c:v>38200</c:v>
                </c:pt>
                <c:pt idx="8">
                  <c:v>38231</c:v>
                </c:pt>
                <c:pt idx="9">
                  <c:v>38261</c:v>
                </c:pt>
                <c:pt idx="10">
                  <c:v>38292</c:v>
                </c:pt>
                <c:pt idx="11">
                  <c:v>38322</c:v>
                </c:pt>
                <c:pt idx="12">
                  <c:v>38353</c:v>
                </c:pt>
                <c:pt idx="13">
                  <c:v>38384</c:v>
                </c:pt>
                <c:pt idx="14">
                  <c:v>38412</c:v>
                </c:pt>
                <c:pt idx="15">
                  <c:v>38443</c:v>
                </c:pt>
                <c:pt idx="16">
                  <c:v>38473</c:v>
                </c:pt>
                <c:pt idx="17">
                  <c:v>38504</c:v>
                </c:pt>
                <c:pt idx="18">
                  <c:v>38534</c:v>
                </c:pt>
                <c:pt idx="19">
                  <c:v>38565</c:v>
                </c:pt>
                <c:pt idx="20">
                  <c:v>38596</c:v>
                </c:pt>
                <c:pt idx="21">
                  <c:v>38626</c:v>
                </c:pt>
                <c:pt idx="22">
                  <c:v>38657</c:v>
                </c:pt>
                <c:pt idx="23">
                  <c:v>38687</c:v>
                </c:pt>
                <c:pt idx="24">
                  <c:v>38718</c:v>
                </c:pt>
                <c:pt idx="25">
                  <c:v>38749</c:v>
                </c:pt>
                <c:pt idx="26">
                  <c:v>38777</c:v>
                </c:pt>
                <c:pt idx="27">
                  <c:v>38808</c:v>
                </c:pt>
                <c:pt idx="28">
                  <c:v>38838</c:v>
                </c:pt>
                <c:pt idx="29">
                  <c:v>38869</c:v>
                </c:pt>
                <c:pt idx="30">
                  <c:v>38899</c:v>
                </c:pt>
                <c:pt idx="31">
                  <c:v>38930</c:v>
                </c:pt>
                <c:pt idx="32">
                  <c:v>38961</c:v>
                </c:pt>
                <c:pt idx="33">
                  <c:v>38991</c:v>
                </c:pt>
                <c:pt idx="34">
                  <c:v>39022</c:v>
                </c:pt>
                <c:pt idx="35">
                  <c:v>39052</c:v>
                </c:pt>
                <c:pt idx="36">
                  <c:v>39083</c:v>
                </c:pt>
                <c:pt idx="37">
                  <c:v>39114</c:v>
                </c:pt>
                <c:pt idx="38">
                  <c:v>39142</c:v>
                </c:pt>
                <c:pt idx="39">
                  <c:v>39173</c:v>
                </c:pt>
                <c:pt idx="40">
                  <c:v>39203</c:v>
                </c:pt>
                <c:pt idx="41">
                  <c:v>39234</c:v>
                </c:pt>
                <c:pt idx="42">
                  <c:v>39264</c:v>
                </c:pt>
                <c:pt idx="43">
                  <c:v>39295</c:v>
                </c:pt>
                <c:pt idx="44">
                  <c:v>39326</c:v>
                </c:pt>
                <c:pt idx="45">
                  <c:v>39356</c:v>
                </c:pt>
                <c:pt idx="46">
                  <c:v>39387</c:v>
                </c:pt>
                <c:pt idx="47">
                  <c:v>39417</c:v>
                </c:pt>
                <c:pt idx="48">
                  <c:v>39448</c:v>
                </c:pt>
                <c:pt idx="49">
                  <c:v>39479</c:v>
                </c:pt>
                <c:pt idx="50">
                  <c:v>39508</c:v>
                </c:pt>
                <c:pt idx="51">
                  <c:v>39539</c:v>
                </c:pt>
                <c:pt idx="52">
                  <c:v>39569</c:v>
                </c:pt>
                <c:pt idx="53">
                  <c:v>39600</c:v>
                </c:pt>
                <c:pt idx="54">
                  <c:v>39630</c:v>
                </c:pt>
                <c:pt idx="55">
                  <c:v>39661</c:v>
                </c:pt>
                <c:pt idx="56">
                  <c:v>39692</c:v>
                </c:pt>
                <c:pt idx="57">
                  <c:v>39722</c:v>
                </c:pt>
                <c:pt idx="58">
                  <c:v>39753</c:v>
                </c:pt>
                <c:pt idx="59">
                  <c:v>39783</c:v>
                </c:pt>
                <c:pt idx="60">
                  <c:v>39814</c:v>
                </c:pt>
                <c:pt idx="61">
                  <c:v>39845</c:v>
                </c:pt>
                <c:pt idx="62">
                  <c:v>39873</c:v>
                </c:pt>
                <c:pt idx="63">
                  <c:v>39904</c:v>
                </c:pt>
                <c:pt idx="64">
                  <c:v>39934</c:v>
                </c:pt>
                <c:pt idx="65">
                  <c:v>39965</c:v>
                </c:pt>
                <c:pt idx="66">
                  <c:v>39995</c:v>
                </c:pt>
                <c:pt idx="67">
                  <c:v>40026</c:v>
                </c:pt>
                <c:pt idx="68">
                  <c:v>40057</c:v>
                </c:pt>
                <c:pt idx="69">
                  <c:v>40087</c:v>
                </c:pt>
                <c:pt idx="70">
                  <c:v>40118</c:v>
                </c:pt>
                <c:pt idx="71">
                  <c:v>40148</c:v>
                </c:pt>
                <c:pt idx="72">
                  <c:v>40179</c:v>
                </c:pt>
                <c:pt idx="73">
                  <c:v>40210</c:v>
                </c:pt>
                <c:pt idx="74">
                  <c:v>40238</c:v>
                </c:pt>
                <c:pt idx="75">
                  <c:v>40269</c:v>
                </c:pt>
                <c:pt idx="76">
                  <c:v>40299</c:v>
                </c:pt>
                <c:pt idx="77">
                  <c:v>40330</c:v>
                </c:pt>
                <c:pt idx="78">
                  <c:v>40360</c:v>
                </c:pt>
                <c:pt idx="79">
                  <c:v>40544</c:v>
                </c:pt>
                <c:pt idx="80">
                  <c:v>40575</c:v>
                </c:pt>
                <c:pt idx="81">
                  <c:v>40603</c:v>
                </c:pt>
                <c:pt idx="82">
                  <c:v>40634</c:v>
                </c:pt>
                <c:pt idx="83">
                  <c:v>40664</c:v>
                </c:pt>
                <c:pt idx="84">
                  <c:v>40695</c:v>
                </c:pt>
                <c:pt idx="85">
                  <c:v>40725</c:v>
                </c:pt>
                <c:pt idx="86">
                  <c:v>40756</c:v>
                </c:pt>
                <c:pt idx="87">
                  <c:v>40787</c:v>
                </c:pt>
                <c:pt idx="88">
                  <c:v>40817</c:v>
                </c:pt>
                <c:pt idx="89">
                  <c:v>40848</c:v>
                </c:pt>
                <c:pt idx="90">
                  <c:v>40878</c:v>
                </c:pt>
                <c:pt idx="91">
                  <c:v>40909</c:v>
                </c:pt>
                <c:pt idx="92">
                  <c:v>40940</c:v>
                </c:pt>
                <c:pt idx="93">
                  <c:v>40969</c:v>
                </c:pt>
                <c:pt idx="94">
                  <c:v>41000</c:v>
                </c:pt>
                <c:pt idx="95">
                  <c:v>41030</c:v>
                </c:pt>
                <c:pt idx="96">
                  <c:v>41061</c:v>
                </c:pt>
                <c:pt idx="97">
                  <c:v>41091</c:v>
                </c:pt>
                <c:pt idx="98">
                  <c:v>41122</c:v>
                </c:pt>
                <c:pt idx="99">
                  <c:v>41153</c:v>
                </c:pt>
                <c:pt idx="100">
                  <c:v>41183</c:v>
                </c:pt>
                <c:pt idx="101">
                  <c:v>41214</c:v>
                </c:pt>
                <c:pt idx="102">
                  <c:v>41244</c:v>
                </c:pt>
                <c:pt idx="103">
                  <c:v>41275</c:v>
                </c:pt>
                <c:pt idx="104">
                  <c:v>41306</c:v>
                </c:pt>
                <c:pt idx="105">
                  <c:v>41334</c:v>
                </c:pt>
                <c:pt idx="106">
                  <c:v>41365</c:v>
                </c:pt>
                <c:pt idx="107">
                  <c:v>41395</c:v>
                </c:pt>
                <c:pt idx="108">
                  <c:v>41426</c:v>
                </c:pt>
                <c:pt idx="109">
                  <c:v>41456</c:v>
                </c:pt>
                <c:pt idx="110">
                  <c:v>41487</c:v>
                </c:pt>
                <c:pt idx="111">
                  <c:v>41518</c:v>
                </c:pt>
                <c:pt idx="112">
                  <c:v>41548</c:v>
                </c:pt>
                <c:pt idx="113">
                  <c:v>41579</c:v>
                </c:pt>
                <c:pt idx="114">
                  <c:v>41609</c:v>
                </c:pt>
                <c:pt idx="115">
                  <c:v>41640</c:v>
                </c:pt>
                <c:pt idx="116">
                  <c:v>41671</c:v>
                </c:pt>
                <c:pt idx="117">
                  <c:v>41699</c:v>
                </c:pt>
                <c:pt idx="118">
                  <c:v>41730</c:v>
                </c:pt>
                <c:pt idx="119">
                  <c:v>41760</c:v>
                </c:pt>
                <c:pt idx="120">
                  <c:v>41791</c:v>
                </c:pt>
                <c:pt idx="121">
                  <c:v>41821</c:v>
                </c:pt>
                <c:pt idx="122">
                  <c:v>41852</c:v>
                </c:pt>
                <c:pt idx="123">
                  <c:v>41883</c:v>
                </c:pt>
                <c:pt idx="124">
                  <c:v>41913</c:v>
                </c:pt>
                <c:pt idx="125">
                  <c:v>41944</c:v>
                </c:pt>
                <c:pt idx="126">
                  <c:v>41974</c:v>
                </c:pt>
                <c:pt idx="127">
                  <c:v>42005</c:v>
                </c:pt>
                <c:pt idx="128">
                  <c:v>42036</c:v>
                </c:pt>
                <c:pt idx="129">
                  <c:v>42064</c:v>
                </c:pt>
                <c:pt idx="130">
                  <c:v>42095</c:v>
                </c:pt>
                <c:pt idx="131">
                  <c:v>42125</c:v>
                </c:pt>
                <c:pt idx="132">
                  <c:v>42156</c:v>
                </c:pt>
                <c:pt idx="133">
                  <c:v>42186</c:v>
                </c:pt>
                <c:pt idx="134">
                  <c:v>42217</c:v>
                </c:pt>
                <c:pt idx="135">
                  <c:v>42248</c:v>
                </c:pt>
                <c:pt idx="136">
                  <c:v>42278</c:v>
                </c:pt>
                <c:pt idx="137">
                  <c:v>42309</c:v>
                </c:pt>
                <c:pt idx="138">
                  <c:v>42339</c:v>
                </c:pt>
                <c:pt idx="139">
                  <c:v>42370</c:v>
                </c:pt>
              </c:numCache>
            </c:numRef>
          </c:cat>
          <c:val>
            <c:numRef>
              <c:f>Sheet1!$B$2:$B$141</c:f>
              <c:numCache>
                <c:formatCode>General</c:formatCode>
                <c:ptCount val="140"/>
                <c:pt idx="0">
                  <c:v>-0.31728596525216335</c:v>
                </c:pt>
                <c:pt idx="1">
                  <c:v>-0.59394187912888163</c:v>
                </c:pt>
                <c:pt idx="2">
                  <c:v>-1.0233888462536684</c:v>
                </c:pt>
                <c:pt idx="3">
                  <c:v>-1.2177003246725031</c:v>
                </c:pt>
                <c:pt idx="4">
                  <c:v>-1.0907421671697433</c:v>
                </c:pt>
                <c:pt idx="5">
                  <c:v>-0.16023211711856331</c:v>
                </c:pt>
                <c:pt idx="6">
                  <c:v>6.7271499136836679E-2</c:v>
                </c:pt>
                <c:pt idx="7">
                  <c:v>2.5237183096983675E-3</c:v>
                </c:pt>
                <c:pt idx="8">
                  <c:v>-0.11541585636516838</c:v>
                </c:pt>
                <c:pt idx="9">
                  <c:v>-4.1974625355050067E-2</c:v>
                </c:pt>
                <c:pt idx="10">
                  <c:v>-0.13320242133643015</c:v>
                </c:pt>
                <c:pt idx="11">
                  <c:v>-0.20291375859256666</c:v>
                </c:pt>
                <c:pt idx="12">
                  <c:v>-0.20941604456160171</c:v>
                </c:pt>
                <c:pt idx="13">
                  <c:v>-0.11379342343833176</c:v>
                </c:pt>
                <c:pt idx="14">
                  <c:v>-6.274357148166991E-2</c:v>
                </c:pt>
                <c:pt idx="15">
                  <c:v>-0.11758814218022495</c:v>
                </c:pt>
                <c:pt idx="16">
                  <c:v>-9.1150826846932986E-3</c:v>
                </c:pt>
                <c:pt idx="17">
                  <c:v>0.22988808077506842</c:v>
                </c:pt>
                <c:pt idx="18">
                  <c:v>0.44608119115507855</c:v>
                </c:pt>
                <c:pt idx="19">
                  <c:v>0.46878739054664847</c:v>
                </c:pt>
                <c:pt idx="20">
                  <c:v>0.51972827161112656</c:v>
                </c:pt>
                <c:pt idx="21">
                  <c:v>0.55718289589521142</c:v>
                </c:pt>
                <c:pt idx="22">
                  <c:v>0.38239861013024984</c:v>
                </c:pt>
                <c:pt idx="23">
                  <c:v>6.2935819758076342E-2</c:v>
                </c:pt>
                <c:pt idx="24">
                  <c:v>-0.28013984235851863</c:v>
                </c:pt>
                <c:pt idx="25">
                  <c:v>-0.30393333787802695</c:v>
                </c:pt>
                <c:pt idx="26">
                  <c:v>-0.36733502855006012</c:v>
                </c:pt>
                <c:pt idx="27">
                  <c:v>-0.19740622038198494</c:v>
                </c:pt>
                <c:pt idx="28">
                  <c:v>-6.6589842221141726E-2</c:v>
                </c:pt>
                <c:pt idx="29">
                  <c:v>0.20080908004330814</c:v>
                </c:pt>
                <c:pt idx="30">
                  <c:v>0.45052386384203819</c:v>
                </c:pt>
                <c:pt idx="31">
                  <c:v>0.45425817851361189</c:v>
                </c:pt>
                <c:pt idx="32">
                  <c:v>0.68789117174178205</c:v>
                </c:pt>
                <c:pt idx="33">
                  <c:v>0.51787646082362848</c:v>
                </c:pt>
                <c:pt idx="34">
                  <c:v>0.50442261624078688</c:v>
                </c:pt>
                <c:pt idx="35">
                  <c:v>0.44984190255982526</c:v>
                </c:pt>
                <c:pt idx="36">
                  <c:v>0.24190363093452674</c:v>
                </c:pt>
                <c:pt idx="37">
                  <c:v>0.14047277605903652</c:v>
                </c:pt>
                <c:pt idx="38">
                  <c:v>-6.1100781743718656E-2</c:v>
                </c:pt>
                <c:pt idx="39">
                  <c:v>1.4654882556001336E-2</c:v>
                </c:pt>
                <c:pt idx="40">
                  <c:v>-1.9160252993912035E-2</c:v>
                </c:pt>
                <c:pt idx="41">
                  <c:v>-7.6323234582558477E-2</c:v>
                </c:pt>
                <c:pt idx="42">
                  <c:v>-0.29252867644933334</c:v>
                </c:pt>
                <c:pt idx="43">
                  <c:v>-0.4650134949297467</c:v>
                </c:pt>
                <c:pt idx="44">
                  <c:v>-0.52099478524588505</c:v>
                </c:pt>
                <c:pt idx="45">
                  <c:v>-0.7912208570458733</c:v>
                </c:pt>
                <c:pt idx="46">
                  <c:v>-0.91212098485055326</c:v>
                </c:pt>
                <c:pt idx="47">
                  <c:v>-0.93525497738841834</c:v>
                </c:pt>
                <c:pt idx="48">
                  <c:v>-0.74893557739163008</c:v>
                </c:pt>
                <c:pt idx="49">
                  <c:v>-0.66760738457882673</c:v>
                </c:pt>
                <c:pt idx="50">
                  <c:v>-0.81020809148589512</c:v>
                </c:pt>
                <c:pt idx="51">
                  <c:v>-0.85063315986513677</c:v>
                </c:pt>
                <c:pt idx="52">
                  <c:v>-0.74830386283719008</c:v>
                </c:pt>
                <c:pt idx="53">
                  <c:v>-0.72154419287379168</c:v>
                </c:pt>
                <c:pt idx="54">
                  <c:v>-0.74647715826639682</c:v>
                </c:pt>
                <c:pt idx="55">
                  <c:v>-0.55359962912056193</c:v>
                </c:pt>
                <c:pt idx="56">
                  <c:v>-0.4059320092563235</c:v>
                </c:pt>
                <c:pt idx="57">
                  <c:v>-0.22051383740874675</c:v>
                </c:pt>
                <c:pt idx="58">
                  <c:v>-9.9140774845078328E-2</c:v>
                </c:pt>
                <c:pt idx="59">
                  <c:v>-0.19310137283892673</c:v>
                </c:pt>
                <c:pt idx="60">
                  <c:v>-1.9895102316691633E-2</c:v>
                </c:pt>
                <c:pt idx="61">
                  <c:v>-8.3083646063881592E-2</c:v>
                </c:pt>
                <c:pt idx="62">
                  <c:v>-6.8029168415824917E-2</c:v>
                </c:pt>
                <c:pt idx="63">
                  <c:v>-7.3615464728638544E-2</c:v>
                </c:pt>
                <c:pt idx="64">
                  <c:v>-4.8467462107350721E-2</c:v>
                </c:pt>
                <c:pt idx="65">
                  <c:v>0.17600596818961645</c:v>
                </c:pt>
                <c:pt idx="66">
                  <c:v>1.0927382901839755E-2</c:v>
                </c:pt>
                <c:pt idx="67">
                  <c:v>0.13355630893595977</c:v>
                </c:pt>
                <c:pt idx="68">
                  <c:v>0.28170492630575478</c:v>
                </c:pt>
                <c:pt idx="69">
                  <c:v>0.40634482208625161</c:v>
                </c:pt>
                <c:pt idx="70">
                  <c:v>0.43375371848459049</c:v>
                </c:pt>
                <c:pt idx="71">
                  <c:v>0.45158997381525839</c:v>
                </c:pt>
                <c:pt idx="72">
                  <c:v>0.65703354597666674</c:v>
                </c:pt>
                <c:pt idx="73">
                  <c:v>0.70960707171196347</c:v>
                </c:pt>
                <c:pt idx="74">
                  <c:v>0.78880874000412504</c:v>
                </c:pt>
                <c:pt idx="75">
                  <c:v>0.90016628412171507</c:v>
                </c:pt>
                <c:pt idx="76">
                  <c:v>0.93366230490800994</c:v>
                </c:pt>
                <c:pt idx="77">
                  <c:v>0.99957693715571161</c:v>
                </c:pt>
                <c:pt idx="78">
                  <c:v>1.0980750951134099</c:v>
                </c:pt>
                <c:pt idx="79">
                  <c:v>0.86756513390322254</c:v>
                </c:pt>
                <c:pt idx="80">
                  <c:v>0.70070708083949074</c:v>
                </c:pt>
                <c:pt idx="81">
                  <c:v>0.56085774947652256</c:v>
                </c:pt>
                <c:pt idx="82">
                  <c:v>0.5177205567519958</c:v>
                </c:pt>
                <c:pt idx="83">
                  <c:v>0.41826931247052085</c:v>
                </c:pt>
                <c:pt idx="84">
                  <c:v>0.24673039787928089</c:v>
                </c:pt>
                <c:pt idx="85">
                  <c:v>0.42073579196826677</c:v>
                </c:pt>
                <c:pt idx="86">
                  <c:v>0.53305835603400509</c:v>
                </c:pt>
                <c:pt idx="87">
                  <c:v>0.36931122763419832</c:v>
                </c:pt>
                <c:pt idx="88">
                  <c:v>5.5900445198560002E-2</c:v>
                </c:pt>
                <c:pt idx="89">
                  <c:v>-4.7390724215048384E-2</c:v>
                </c:pt>
                <c:pt idx="90">
                  <c:v>3.0937426807716755E-2</c:v>
                </c:pt>
                <c:pt idx="91">
                  <c:v>-0.10076131386711822</c:v>
                </c:pt>
                <c:pt idx="92">
                  <c:v>-0.26893781328711502</c:v>
                </c:pt>
                <c:pt idx="93">
                  <c:v>-0.34867488539003216</c:v>
                </c:pt>
                <c:pt idx="94">
                  <c:v>-0.21852759881835152</c:v>
                </c:pt>
                <c:pt idx="95">
                  <c:v>-0.34068469657677669</c:v>
                </c:pt>
                <c:pt idx="96">
                  <c:v>-0.60420044351273594</c:v>
                </c:pt>
                <c:pt idx="97">
                  <c:v>-0.6642827419162517</c:v>
                </c:pt>
                <c:pt idx="98">
                  <c:v>-0.75338893133965834</c:v>
                </c:pt>
                <c:pt idx="99">
                  <c:v>-0.68269419089088146</c:v>
                </c:pt>
                <c:pt idx="100">
                  <c:v>-0.71046661908745257</c:v>
                </c:pt>
                <c:pt idx="101">
                  <c:v>-0.68332689465247742</c:v>
                </c:pt>
                <c:pt idx="102">
                  <c:v>-0.64854227443003165</c:v>
                </c:pt>
                <c:pt idx="103">
                  <c:v>-0.58512907614387</c:v>
                </c:pt>
                <c:pt idx="104">
                  <c:v>-0.4633985494064185</c:v>
                </c:pt>
                <c:pt idx="105">
                  <c:v>-0.43786526138479731</c:v>
                </c:pt>
                <c:pt idx="106">
                  <c:v>-0.44132407243612409</c:v>
                </c:pt>
                <c:pt idx="107">
                  <c:v>-0.48924093265778829</c:v>
                </c:pt>
                <c:pt idx="108">
                  <c:v>-0.48475261671392533</c:v>
                </c:pt>
                <c:pt idx="109">
                  <c:v>-0.55377421627174817</c:v>
                </c:pt>
                <c:pt idx="110">
                  <c:v>-0.57795274560341114</c:v>
                </c:pt>
                <c:pt idx="111">
                  <c:v>-0.52810672891559862</c:v>
                </c:pt>
                <c:pt idx="112">
                  <c:v>-0.41982110619554319</c:v>
                </c:pt>
                <c:pt idx="113">
                  <c:v>-0.17955010570262905</c:v>
                </c:pt>
                <c:pt idx="114">
                  <c:v>2.9583840159854935E-2</c:v>
                </c:pt>
                <c:pt idx="115">
                  <c:v>0.28022290309963988</c:v>
                </c:pt>
                <c:pt idx="116">
                  <c:v>0.50079218038540829</c:v>
                </c:pt>
                <c:pt idx="117">
                  <c:v>0.74363343026032835</c:v>
                </c:pt>
                <c:pt idx="118">
                  <c:v>1.02642777077562</c:v>
                </c:pt>
                <c:pt idx="119">
                  <c:v>1.2153610381241335</c:v>
                </c:pt>
                <c:pt idx="120">
                  <c:v>1.4954904963526732</c:v>
                </c:pt>
                <c:pt idx="121">
                  <c:v>1.7621557718878984</c:v>
                </c:pt>
                <c:pt idx="122">
                  <c:v>2.120877387459343</c:v>
                </c:pt>
                <c:pt idx="123">
                  <c:v>2.3236351106925897</c:v>
                </c:pt>
                <c:pt idx="124">
                  <c:v>2.4325239671926333</c:v>
                </c:pt>
                <c:pt idx="125">
                  <c:v>2.6104164076129917</c:v>
                </c:pt>
                <c:pt idx="126">
                  <c:v>2.649153878896958</c:v>
                </c:pt>
                <c:pt idx="127">
                  <c:v>2.4873520386763417</c:v>
                </c:pt>
                <c:pt idx="128">
                  <c:v>2.0209404984634545</c:v>
                </c:pt>
                <c:pt idx="129">
                  <c:v>1.6372018448624563</c:v>
                </c:pt>
                <c:pt idx="130">
                  <c:v>1.3062406716453678</c:v>
                </c:pt>
                <c:pt idx="131">
                  <c:v>0.89686767878177287</c:v>
                </c:pt>
                <c:pt idx="132">
                  <c:v>0.55206629175842592</c:v>
                </c:pt>
                <c:pt idx="133">
                  <c:v>0.65214003645435759</c:v>
                </c:pt>
                <c:pt idx="134">
                  <c:v>1.0766607912170434</c:v>
                </c:pt>
                <c:pt idx="135">
                  <c:v>1.3337159794653735</c:v>
                </c:pt>
                <c:pt idx="136">
                  <c:v>1.5105962638491068</c:v>
                </c:pt>
                <c:pt idx="137">
                  <c:v>1.5581081162101686</c:v>
                </c:pt>
                <c:pt idx="138">
                  <c:v>1.8913521944357969</c:v>
                </c:pt>
                <c:pt idx="139">
                  <c:v>1.8900507743432602</c:v>
                </c:pt>
              </c:numCache>
            </c:numRef>
          </c:val>
          <c:smooth val="0"/>
        </c:ser>
        <c:dLbls>
          <c:showLegendKey val="0"/>
          <c:showVal val="0"/>
          <c:showCatName val="0"/>
          <c:showSerName val="0"/>
          <c:showPercent val="0"/>
          <c:showBubbleSize val="0"/>
        </c:dLbls>
        <c:marker val="1"/>
        <c:smooth val="0"/>
        <c:axId val="195355008"/>
        <c:axId val="195356544"/>
      </c:lineChart>
      <c:dateAx>
        <c:axId val="195355008"/>
        <c:scaling>
          <c:orientation val="minMax"/>
        </c:scaling>
        <c:delete val="0"/>
        <c:axPos val="b"/>
        <c:numFmt formatCode="m/yyyy" sourceLinked="0"/>
        <c:majorTickMark val="out"/>
        <c:minorTickMark val="none"/>
        <c:tickLblPos val="low"/>
        <c:crossAx val="195356544"/>
        <c:crosses val="autoZero"/>
        <c:auto val="1"/>
        <c:lblOffset val="100"/>
        <c:baseTimeUnit val="months"/>
        <c:majorUnit val="12"/>
        <c:majorTimeUnit val="months"/>
      </c:dateAx>
      <c:valAx>
        <c:axId val="195356544"/>
        <c:scaling>
          <c:orientation val="minMax"/>
        </c:scaling>
        <c:delete val="0"/>
        <c:axPos val="l"/>
        <c:title>
          <c:tx>
            <c:rich>
              <a:bodyPr rot="-5400000" vert="horz"/>
              <a:lstStyle/>
              <a:p>
                <a:pPr>
                  <a:defRPr/>
                </a:pPr>
                <a:r>
                  <a:rPr lang="en-US" dirty="0" smtClean="0"/>
                  <a:t>Model Tracking Error</a:t>
                </a:r>
                <a:endParaRPr lang="en-US" dirty="0"/>
              </a:p>
            </c:rich>
          </c:tx>
          <c:layout/>
          <c:overlay val="0"/>
        </c:title>
        <c:numFmt formatCode="General" sourceLinked="1"/>
        <c:majorTickMark val="out"/>
        <c:minorTickMark val="none"/>
        <c:tickLblPos val="nextTo"/>
        <c:crossAx val="195355008"/>
        <c:crosses val="autoZero"/>
        <c:crossBetween val="between"/>
      </c:valAx>
    </c:plotArea>
    <c:legend>
      <c:legendPos val="b"/>
      <c:layout/>
      <c:overlay val="0"/>
    </c:legend>
    <c:plotVisOnly val="1"/>
    <c:dispBlanksAs val="gap"/>
    <c:showDLblsOverMax val="0"/>
  </c:chart>
  <c:txPr>
    <a:bodyPr/>
    <a:lstStyle/>
    <a:p>
      <a:pPr>
        <a:defRPr sz="10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1"/>
          <c:order val="1"/>
          <c:tx>
            <c:strRef>
              <c:f>Sheet1!$C$1</c:f>
              <c:strCache>
                <c:ptCount val="1"/>
                <c:pt idx="0">
                  <c:v>HPA 2Yr</c:v>
                </c:pt>
              </c:strCache>
            </c:strRef>
          </c:tx>
          <c:spPr>
            <a:ln>
              <a:solidFill>
                <a:schemeClr val="accent1"/>
              </a:solidFill>
            </a:ln>
          </c:spPr>
          <c:marker>
            <c:symbol val="none"/>
          </c:marker>
          <c:cat>
            <c:numRef>
              <c:f>Sheet1!$A$2:$A$322</c:f>
              <c:numCache>
                <c:formatCode>m/d/yyyy</c:formatCode>
                <c:ptCount val="321"/>
                <c:pt idx="0">
                  <c:v>32874</c:v>
                </c:pt>
                <c:pt idx="1">
                  <c:v>32905</c:v>
                </c:pt>
                <c:pt idx="2">
                  <c:v>32933</c:v>
                </c:pt>
                <c:pt idx="3">
                  <c:v>32964</c:v>
                </c:pt>
                <c:pt idx="4">
                  <c:v>32994</c:v>
                </c:pt>
                <c:pt idx="5">
                  <c:v>33025</c:v>
                </c:pt>
                <c:pt idx="6">
                  <c:v>33055</c:v>
                </c:pt>
                <c:pt idx="7">
                  <c:v>33086</c:v>
                </c:pt>
                <c:pt idx="8">
                  <c:v>33117</c:v>
                </c:pt>
                <c:pt idx="9">
                  <c:v>33147</c:v>
                </c:pt>
                <c:pt idx="10">
                  <c:v>33178</c:v>
                </c:pt>
                <c:pt idx="11">
                  <c:v>33208</c:v>
                </c:pt>
                <c:pt idx="12">
                  <c:v>33239</c:v>
                </c:pt>
                <c:pt idx="13">
                  <c:v>33270</c:v>
                </c:pt>
                <c:pt idx="14">
                  <c:v>33298</c:v>
                </c:pt>
                <c:pt idx="15">
                  <c:v>33329</c:v>
                </c:pt>
                <c:pt idx="16">
                  <c:v>33359</c:v>
                </c:pt>
                <c:pt idx="17">
                  <c:v>33390</c:v>
                </c:pt>
                <c:pt idx="18">
                  <c:v>33420</c:v>
                </c:pt>
                <c:pt idx="19">
                  <c:v>33451</c:v>
                </c:pt>
                <c:pt idx="20">
                  <c:v>33482</c:v>
                </c:pt>
                <c:pt idx="21">
                  <c:v>33512</c:v>
                </c:pt>
                <c:pt idx="22">
                  <c:v>33543</c:v>
                </c:pt>
                <c:pt idx="23">
                  <c:v>33573</c:v>
                </c:pt>
                <c:pt idx="24">
                  <c:v>33604</c:v>
                </c:pt>
                <c:pt idx="25">
                  <c:v>33635</c:v>
                </c:pt>
                <c:pt idx="26">
                  <c:v>33664</c:v>
                </c:pt>
                <c:pt idx="27">
                  <c:v>33695</c:v>
                </c:pt>
                <c:pt idx="28">
                  <c:v>33725</c:v>
                </c:pt>
                <c:pt idx="29">
                  <c:v>33756</c:v>
                </c:pt>
                <c:pt idx="30">
                  <c:v>33786</c:v>
                </c:pt>
                <c:pt idx="31">
                  <c:v>33817</c:v>
                </c:pt>
                <c:pt idx="32">
                  <c:v>33848</c:v>
                </c:pt>
                <c:pt idx="33">
                  <c:v>33878</c:v>
                </c:pt>
                <c:pt idx="34">
                  <c:v>33909</c:v>
                </c:pt>
                <c:pt idx="35">
                  <c:v>33939</c:v>
                </c:pt>
                <c:pt idx="36">
                  <c:v>33970</c:v>
                </c:pt>
                <c:pt idx="37">
                  <c:v>34001</c:v>
                </c:pt>
                <c:pt idx="38">
                  <c:v>34029</c:v>
                </c:pt>
                <c:pt idx="39">
                  <c:v>34060</c:v>
                </c:pt>
                <c:pt idx="40">
                  <c:v>34090</c:v>
                </c:pt>
                <c:pt idx="41">
                  <c:v>34121</c:v>
                </c:pt>
                <c:pt idx="42">
                  <c:v>34151</c:v>
                </c:pt>
                <c:pt idx="43">
                  <c:v>34182</c:v>
                </c:pt>
                <c:pt idx="44">
                  <c:v>34213</c:v>
                </c:pt>
                <c:pt idx="45">
                  <c:v>34243</c:v>
                </c:pt>
                <c:pt idx="46">
                  <c:v>34274</c:v>
                </c:pt>
                <c:pt idx="47">
                  <c:v>34304</c:v>
                </c:pt>
                <c:pt idx="48">
                  <c:v>34335</c:v>
                </c:pt>
                <c:pt idx="49">
                  <c:v>34366</c:v>
                </c:pt>
                <c:pt idx="50">
                  <c:v>34394</c:v>
                </c:pt>
                <c:pt idx="51">
                  <c:v>34425</c:v>
                </c:pt>
                <c:pt idx="52">
                  <c:v>34455</c:v>
                </c:pt>
                <c:pt idx="53">
                  <c:v>34486</c:v>
                </c:pt>
                <c:pt idx="54">
                  <c:v>34516</c:v>
                </c:pt>
                <c:pt idx="55">
                  <c:v>34547</c:v>
                </c:pt>
                <c:pt idx="56">
                  <c:v>34578</c:v>
                </c:pt>
                <c:pt idx="57">
                  <c:v>34608</c:v>
                </c:pt>
                <c:pt idx="58">
                  <c:v>34639</c:v>
                </c:pt>
                <c:pt idx="59">
                  <c:v>34669</c:v>
                </c:pt>
                <c:pt idx="60">
                  <c:v>34700</c:v>
                </c:pt>
                <c:pt idx="61">
                  <c:v>34731</c:v>
                </c:pt>
                <c:pt idx="62">
                  <c:v>34759</c:v>
                </c:pt>
                <c:pt idx="63">
                  <c:v>34790</c:v>
                </c:pt>
                <c:pt idx="64">
                  <c:v>34820</c:v>
                </c:pt>
                <c:pt idx="65">
                  <c:v>34851</c:v>
                </c:pt>
                <c:pt idx="66">
                  <c:v>34881</c:v>
                </c:pt>
                <c:pt idx="67">
                  <c:v>34912</c:v>
                </c:pt>
                <c:pt idx="68">
                  <c:v>34943</c:v>
                </c:pt>
                <c:pt idx="69">
                  <c:v>34973</c:v>
                </c:pt>
                <c:pt idx="70">
                  <c:v>35004</c:v>
                </c:pt>
                <c:pt idx="71">
                  <c:v>35034</c:v>
                </c:pt>
                <c:pt idx="72">
                  <c:v>35065</c:v>
                </c:pt>
                <c:pt idx="73">
                  <c:v>35096</c:v>
                </c:pt>
                <c:pt idx="74">
                  <c:v>35125</c:v>
                </c:pt>
                <c:pt idx="75">
                  <c:v>35156</c:v>
                </c:pt>
                <c:pt idx="76">
                  <c:v>35186</c:v>
                </c:pt>
                <c:pt idx="77">
                  <c:v>35217</c:v>
                </c:pt>
                <c:pt idx="78">
                  <c:v>35247</c:v>
                </c:pt>
                <c:pt idx="79">
                  <c:v>35278</c:v>
                </c:pt>
                <c:pt idx="80">
                  <c:v>35309</c:v>
                </c:pt>
                <c:pt idx="81">
                  <c:v>35339</c:v>
                </c:pt>
                <c:pt idx="82">
                  <c:v>35370</c:v>
                </c:pt>
                <c:pt idx="83">
                  <c:v>35400</c:v>
                </c:pt>
                <c:pt idx="84">
                  <c:v>35431</c:v>
                </c:pt>
                <c:pt idx="85">
                  <c:v>35462</c:v>
                </c:pt>
                <c:pt idx="86">
                  <c:v>35490</c:v>
                </c:pt>
                <c:pt idx="87">
                  <c:v>35521</c:v>
                </c:pt>
                <c:pt idx="88">
                  <c:v>35551</c:v>
                </c:pt>
                <c:pt idx="89">
                  <c:v>35582</c:v>
                </c:pt>
                <c:pt idx="90">
                  <c:v>35612</c:v>
                </c:pt>
                <c:pt idx="91">
                  <c:v>35643</c:v>
                </c:pt>
                <c:pt idx="92">
                  <c:v>35674</c:v>
                </c:pt>
                <c:pt idx="93">
                  <c:v>35704</c:v>
                </c:pt>
                <c:pt idx="94">
                  <c:v>35735</c:v>
                </c:pt>
                <c:pt idx="95">
                  <c:v>35765</c:v>
                </c:pt>
                <c:pt idx="96">
                  <c:v>35796</c:v>
                </c:pt>
                <c:pt idx="97">
                  <c:v>35827</c:v>
                </c:pt>
                <c:pt idx="98">
                  <c:v>35855</c:v>
                </c:pt>
                <c:pt idx="99">
                  <c:v>35886</c:v>
                </c:pt>
                <c:pt idx="100">
                  <c:v>35916</c:v>
                </c:pt>
                <c:pt idx="101">
                  <c:v>35947</c:v>
                </c:pt>
                <c:pt idx="102">
                  <c:v>35977</c:v>
                </c:pt>
                <c:pt idx="103">
                  <c:v>36008</c:v>
                </c:pt>
                <c:pt idx="104">
                  <c:v>36039</c:v>
                </c:pt>
                <c:pt idx="105">
                  <c:v>36069</c:v>
                </c:pt>
                <c:pt idx="106">
                  <c:v>36100</c:v>
                </c:pt>
                <c:pt idx="107">
                  <c:v>36130</c:v>
                </c:pt>
                <c:pt idx="108">
                  <c:v>36161</c:v>
                </c:pt>
                <c:pt idx="109">
                  <c:v>36192</c:v>
                </c:pt>
                <c:pt idx="110">
                  <c:v>36220</c:v>
                </c:pt>
                <c:pt idx="111">
                  <c:v>36251</c:v>
                </c:pt>
                <c:pt idx="112">
                  <c:v>36281</c:v>
                </c:pt>
                <c:pt idx="113">
                  <c:v>36312</c:v>
                </c:pt>
                <c:pt idx="114">
                  <c:v>36342</c:v>
                </c:pt>
                <c:pt idx="115">
                  <c:v>36373</c:v>
                </c:pt>
                <c:pt idx="116">
                  <c:v>36404</c:v>
                </c:pt>
                <c:pt idx="117">
                  <c:v>36434</c:v>
                </c:pt>
                <c:pt idx="118">
                  <c:v>36465</c:v>
                </c:pt>
                <c:pt idx="119">
                  <c:v>36495</c:v>
                </c:pt>
                <c:pt idx="120">
                  <c:v>36526</c:v>
                </c:pt>
                <c:pt idx="121">
                  <c:v>36557</c:v>
                </c:pt>
                <c:pt idx="122">
                  <c:v>36586</c:v>
                </c:pt>
                <c:pt idx="123">
                  <c:v>36617</c:v>
                </c:pt>
                <c:pt idx="124">
                  <c:v>36647</c:v>
                </c:pt>
                <c:pt idx="125">
                  <c:v>36678</c:v>
                </c:pt>
                <c:pt idx="126">
                  <c:v>36708</c:v>
                </c:pt>
                <c:pt idx="127">
                  <c:v>36739</c:v>
                </c:pt>
                <c:pt idx="128">
                  <c:v>36770</c:v>
                </c:pt>
                <c:pt idx="129">
                  <c:v>36800</c:v>
                </c:pt>
                <c:pt idx="130">
                  <c:v>36831</c:v>
                </c:pt>
                <c:pt idx="131">
                  <c:v>36861</c:v>
                </c:pt>
                <c:pt idx="132">
                  <c:v>36892</c:v>
                </c:pt>
                <c:pt idx="133">
                  <c:v>36923</c:v>
                </c:pt>
                <c:pt idx="134">
                  <c:v>36951</c:v>
                </c:pt>
                <c:pt idx="135">
                  <c:v>36982</c:v>
                </c:pt>
                <c:pt idx="136">
                  <c:v>37012</c:v>
                </c:pt>
                <c:pt idx="137">
                  <c:v>37043</c:v>
                </c:pt>
                <c:pt idx="138">
                  <c:v>37073</c:v>
                </c:pt>
                <c:pt idx="139">
                  <c:v>37104</c:v>
                </c:pt>
                <c:pt idx="140">
                  <c:v>37135</c:v>
                </c:pt>
                <c:pt idx="141">
                  <c:v>37165</c:v>
                </c:pt>
                <c:pt idx="142">
                  <c:v>37196</c:v>
                </c:pt>
                <c:pt idx="143">
                  <c:v>37226</c:v>
                </c:pt>
                <c:pt idx="144">
                  <c:v>37257</c:v>
                </c:pt>
                <c:pt idx="145">
                  <c:v>37288</c:v>
                </c:pt>
                <c:pt idx="146">
                  <c:v>37316</c:v>
                </c:pt>
                <c:pt idx="147">
                  <c:v>37347</c:v>
                </c:pt>
                <c:pt idx="148">
                  <c:v>37377</c:v>
                </c:pt>
                <c:pt idx="149">
                  <c:v>37408</c:v>
                </c:pt>
                <c:pt idx="150">
                  <c:v>37438</c:v>
                </c:pt>
                <c:pt idx="151">
                  <c:v>37469</c:v>
                </c:pt>
                <c:pt idx="152">
                  <c:v>37500</c:v>
                </c:pt>
                <c:pt idx="153">
                  <c:v>37530</c:v>
                </c:pt>
                <c:pt idx="154">
                  <c:v>37561</c:v>
                </c:pt>
                <c:pt idx="155">
                  <c:v>37591</c:v>
                </c:pt>
                <c:pt idx="156">
                  <c:v>37622</c:v>
                </c:pt>
                <c:pt idx="157">
                  <c:v>37653</c:v>
                </c:pt>
                <c:pt idx="158">
                  <c:v>37681</c:v>
                </c:pt>
                <c:pt idx="159">
                  <c:v>37712</c:v>
                </c:pt>
                <c:pt idx="160">
                  <c:v>37742</c:v>
                </c:pt>
                <c:pt idx="161">
                  <c:v>37773</c:v>
                </c:pt>
                <c:pt idx="162">
                  <c:v>37803</c:v>
                </c:pt>
                <c:pt idx="163">
                  <c:v>37834</c:v>
                </c:pt>
                <c:pt idx="164">
                  <c:v>37865</c:v>
                </c:pt>
                <c:pt idx="165">
                  <c:v>37895</c:v>
                </c:pt>
                <c:pt idx="166">
                  <c:v>37926</c:v>
                </c:pt>
                <c:pt idx="167">
                  <c:v>37956</c:v>
                </c:pt>
                <c:pt idx="168">
                  <c:v>37987</c:v>
                </c:pt>
                <c:pt idx="169">
                  <c:v>38018</c:v>
                </c:pt>
                <c:pt idx="170">
                  <c:v>38047</c:v>
                </c:pt>
                <c:pt idx="171">
                  <c:v>38078</c:v>
                </c:pt>
                <c:pt idx="172">
                  <c:v>38108</c:v>
                </c:pt>
                <c:pt idx="173">
                  <c:v>38139</c:v>
                </c:pt>
                <c:pt idx="174">
                  <c:v>38169</c:v>
                </c:pt>
                <c:pt idx="175">
                  <c:v>38200</c:v>
                </c:pt>
                <c:pt idx="176">
                  <c:v>38231</c:v>
                </c:pt>
                <c:pt idx="177">
                  <c:v>38261</c:v>
                </c:pt>
                <c:pt idx="178">
                  <c:v>38292</c:v>
                </c:pt>
                <c:pt idx="179">
                  <c:v>38322</c:v>
                </c:pt>
                <c:pt idx="180">
                  <c:v>38353</c:v>
                </c:pt>
                <c:pt idx="181">
                  <c:v>38384</c:v>
                </c:pt>
                <c:pt idx="182">
                  <c:v>38412</c:v>
                </c:pt>
                <c:pt idx="183">
                  <c:v>38443</c:v>
                </c:pt>
                <c:pt idx="184">
                  <c:v>38473</c:v>
                </c:pt>
                <c:pt idx="185">
                  <c:v>38504</c:v>
                </c:pt>
                <c:pt idx="186">
                  <c:v>38534</c:v>
                </c:pt>
                <c:pt idx="187">
                  <c:v>38565</c:v>
                </c:pt>
                <c:pt idx="188">
                  <c:v>38596</c:v>
                </c:pt>
                <c:pt idx="189">
                  <c:v>38626</c:v>
                </c:pt>
                <c:pt idx="190">
                  <c:v>38657</c:v>
                </c:pt>
                <c:pt idx="191">
                  <c:v>38687</c:v>
                </c:pt>
                <c:pt idx="192">
                  <c:v>38718</c:v>
                </c:pt>
                <c:pt idx="193">
                  <c:v>38749</c:v>
                </c:pt>
                <c:pt idx="194">
                  <c:v>38777</c:v>
                </c:pt>
                <c:pt idx="195">
                  <c:v>38808</c:v>
                </c:pt>
                <c:pt idx="196">
                  <c:v>38838</c:v>
                </c:pt>
                <c:pt idx="197">
                  <c:v>38869</c:v>
                </c:pt>
                <c:pt idx="198">
                  <c:v>38899</c:v>
                </c:pt>
                <c:pt idx="199">
                  <c:v>38930</c:v>
                </c:pt>
                <c:pt idx="200">
                  <c:v>38961</c:v>
                </c:pt>
                <c:pt idx="201">
                  <c:v>38991</c:v>
                </c:pt>
                <c:pt idx="202">
                  <c:v>39022</c:v>
                </c:pt>
                <c:pt idx="203">
                  <c:v>39052</c:v>
                </c:pt>
                <c:pt idx="204">
                  <c:v>39083</c:v>
                </c:pt>
                <c:pt idx="205">
                  <c:v>39114</c:v>
                </c:pt>
                <c:pt idx="206">
                  <c:v>39142</c:v>
                </c:pt>
                <c:pt idx="207">
                  <c:v>39173</c:v>
                </c:pt>
                <c:pt idx="208">
                  <c:v>39203</c:v>
                </c:pt>
                <c:pt idx="209">
                  <c:v>39234</c:v>
                </c:pt>
                <c:pt idx="210">
                  <c:v>39264</c:v>
                </c:pt>
                <c:pt idx="211">
                  <c:v>39295</c:v>
                </c:pt>
                <c:pt idx="212">
                  <c:v>39326</c:v>
                </c:pt>
                <c:pt idx="213">
                  <c:v>39356</c:v>
                </c:pt>
                <c:pt idx="214">
                  <c:v>39387</c:v>
                </c:pt>
                <c:pt idx="215">
                  <c:v>39417</c:v>
                </c:pt>
                <c:pt idx="216">
                  <c:v>39448</c:v>
                </c:pt>
                <c:pt idx="217">
                  <c:v>39479</c:v>
                </c:pt>
                <c:pt idx="218">
                  <c:v>39508</c:v>
                </c:pt>
                <c:pt idx="219">
                  <c:v>39539</c:v>
                </c:pt>
                <c:pt idx="220">
                  <c:v>39569</c:v>
                </c:pt>
                <c:pt idx="221">
                  <c:v>39600</c:v>
                </c:pt>
                <c:pt idx="222">
                  <c:v>39630</c:v>
                </c:pt>
                <c:pt idx="223">
                  <c:v>39661</c:v>
                </c:pt>
                <c:pt idx="224">
                  <c:v>39692</c:v>
                </c:pt>
                <c:pt idx="225">
                  <c:v>39722</c:v>
                </c:pt>
                <c:pt idx="226">
                  <c:v>39753</c:v>
                </c:pt>
                <c:pt idx="227">
                  <c:v>39783</c:v>
                </c:pt>
                <c:pt idx="228">
                  <c:v>39814</c:v>
                </c:pt>
                <c:pt idx="229">
                  <c:v>39845</c:v>
                </c:pt>
                <c:pt idx="230">
                  <c:v>39873</c:v>
                </c:pt>
                <c:pt idx="231">
                  <c:v>39904</c:v>
                </c:pt>
                <c:pt idx="232">
                  <c:v>39934</c:v>
                </c:pt>
                <c:pt idx="233">
                  <c:v>39965</c:v>
                </c:pt>
                <c:pt idx="234">
                  <c:v>39995</c:v>
                </c:pt>
                <c:pt idx="235">
                  <c:v>40026</c:v>
                </c:pt>
                <c:pt idx="236">
                  <c:v>40057</c:v>
                </c:pt>
                <c:pt idx="237">
                  <c:v>40087</c:v>
                </c:pt>
                <c:pt idx="238">
                  <c:v>40118</c:v>
                </c:pt>
                <c:pt idx="239">
                  <c:v>40148</c:v>
                </c:pt>
                <c:pt idx="240">
                  <c:v>40179</c:v>
                </c:pt>
                <c:pt idx="241">
                  <c:v>40210</c:v>
                </c:pt>
                <c:pt idx="242">
                  <c:v>40238</c:v>
                </c:pt>
                <c:pt idx="243">
                  <c:v>40269</c:v>
                </c:pt>
                <c:pt idx="244">
                  <c:v>40299</c:v>
                </c:pt>
                <c:pt idx="245">
                  <c:v>40330</c:v>
                </c:pt>
                <c:pt idx="246">
                  <c:v>40360</c:v>
                </c:pt>
                <c:pt idx="247">
                  <c:v>40391</c:v>
                </c:pt>
                <c:pt idx="248">
                  <c:v>40422</c:v>
                </c:pt>
                <c:pt idx="249">
                  <c:v>40452</c:v>
                </c:pt>
                <c:pt idx="250">
                  <c:v>40483</c:v>
                </c:pt>
                <c:pt idx="251">
                  <c:v>40513</c:v>
                </c:pt>
                <c:pt idx="252">
                  <c:v>40544</c:v>
                </c:pt>
                <c:pt idx="253">
                  <c:v>40575</c:v>
                </c:pt>
                <c:pt idx="254">
                  <c:v>40603</c:v>
                </c:pt>
                <c:pt idx="255">
                  <c:v>40634</c:v>
                </c:pt>
                <c:pt idx="256">
                  <c:v>40664</c:v>
                </c:pt>
                <c:pt idx="257">
                  <c:v>40695</c:v>
                </c:pt>
                <c:pt idx="258">
                  <c:v>40725</c:v>
                </c:pt>
                <c:pt idx="259">
                  <c:v>40756</c:v>
                </c:pt>
                <c:pt idx="260">
                  <c:v>40787</c:v>
                </c:pt>
                <c:pt idx="261">
                  <c:v>40817</c:v>
                </c:pt>
                <c:pt idx="262">
                  <c:v>40848</c:v>
                </c:pt>
                <c:pt idx="263">
                  <c:v>40878</c:v>
                </c:pt>
                <c:pt idx="264">
                  <c:v>40909</c:v>
                </c:pt>
                <c:pt idx="265">
                  <c:v>40940</c:v>
                </c:pt>
                <c:pt idx="266">
                  <c:v>40969</c:v>
                </c:pt>
                <c:pt idx="267">
                  <c:v>41000</c:v>
                </c:pt>
                <c:pt idx="268">
                  <c:v>41030</c:v>
                </c:pt>
                <c:pt idx="269">
                  <c:v>41061</c:v>
                </c:pt>
                <c:pt idx="270">
                  <c:v>41091</c:v>
                </c:pt>
                <c:pt idx="271">
                  <c:v>41122</c:v>
                </c:pt>
                <c:pt idx="272">
                  <c:v>41153</c:v>
                </c:pt>
                <c:pt idx="273">
                  <c:v>41183</c:v>
                </c:pt>
                <c:pt idx="274">
                  <c:v>41214</c:v>
                </c:pt>
                <c:pt idx="275">
                  <c:v>41244</c:v>
                </c:pt>
                <c:pt idx="276">
                  <c:v>41275</c:v>
                </c:pt>
                <c:pt idx="277">
                  <c:v>41306</c:v>
                </c:pt>
                <c:pt idx="278">
                  <c:v>41334</c:v>
                </c:pt>
                <c:pt idx="279">
                  <c:v>41365</c:v>
                </c:pt>
                <c:pt idx="280">
                  <c:v>41395</c:v>
                </c:pt>
                <c:pt idx="281">
                  <c:v>41426</c:v>
                </c:pt>
                <c:pt idx="282">
                  <c:v>41456</c:v>
                </c:pt>
                <c:pt idx="283">
                  <c:v>41487</c:v>
                </c:pt>
                <c:pt idx="284">
                  <c:v>41518</c:v>
                </c:pt>
                <c:pt idx="285">
                  <c:v>41548</c:v>
                </c:pt>
                <c:pt idx="286">
                  <c:v>41579</c:v>
                </c:pt>
                <c:pt idx="287">
                  <c:v>41609</c:v>
                </c:pt>
                <c:pt idx="288">
                  <c:v>41640</c:v>
                </c:pt>
                <c:pt idx="289">
                  <c:v>41671</c:v>
                </c:pt>
                <c:pt idx="290">
                  <c:v>41699</c:v>
                </c:pt>
                <c:pt idx="291">
                  <c:v>41730</c:v>
                </c:pt>
                <c:pt idx="292">
                  <c:v>41760</c:v>
                </c:pt>
                <c:pt idx="293">
                  <c:v>41791</c:v>
                </c:pt>
                <c:pt idx="294">
                  <c:v>41821</c:v>
                </c:pt>
                <c:pt idx="295">
                  <c:v>41852</c:v>
                </c:pt>
                <c:pt idx="296">
                  <c:v>41883</c:v>
                </c:pt>
                <c:pt idx="297">
                  <c:v>41913</c:v>
                </c:pt>
                <c:pt idx="298">
                  <c:v>41944</c:v>
                </c:pt>
                <c:pt idx="299">
                  <c:v>41974</c:v>
                </c:pt>
                <c:pt idx="300">
                  <c:v>42005</c:v>
                </c:pt>
                <c:pt idx="301">
                  <c:v>42036</c:v>
                </c:pt>
                <c:pt idx="302">
                  <c:v>42064</c:v>
                </c:pt>
                <c:pt idx="303">
                  <c:v>42095</c:v>
                </c:pt>
                <c:pt idx="304">
                  <c:v>42125</c:v>
                </c:pt>
                <c:pt idx="305">
                  <c:v>42156</c:v>
                </c:pt>
                <c:pt idx="306">
                  <c:v>42186</c:v>
                </c:pt>
                <c:pt idx="307">
                  <c:v>42217</c:v>
                </c:pt>
                <c:pt idx="308">
                  <c:v>42248</c:v>
                </c:pt>
                <c:pt idx="309">
                  <c:v>42278</c:v>
                </c:pt>
                <c:pt idx="310">
                  <c:v>42309</c:v>
                </c:pt>
                <c:pt idx="311">
                  <c:v>42339</c:v>
                </c:pt>
                <c:pt idx="312">
                  <c:v>42370</c:v>
                </c:pt>
                <c:pt idx="313">
                  <c:v>42401</c:v>
                </c:pt>
                <c:pt idx="314">
                  <c:v>42430</c:v>
                </c:pt>
                <c:pt idx="315">
                  <c:v>42461</c:v>
                </c:pt>
                <c:pt idx="316">
                  <c:v>42491</c:v>
                </c:pt>
                <c:pt idx="317">
                  <c:v>42522</c:v>
                </c:pt>
                <c:pt idx="318">
                  <c:v>42552</c:v>
                </c:pt>
                <c:pt idx="319">
                  <c:v>42583</c:v>
                </c:pt>
                <c:pt idx="320">
                  <c:v>42614</c:v>
                </c:pt>
              </c:numCache>
            </c:numRef>
          </c:cat>
          <c:val>
            <c:numRef>
              <c:f>Sheet1!$C$2:$C$322</c:f>
              <c:numCache>
                <c:formatCode>0.00</c:formatCode>
                <c:ptCount val="321"/>
                <c:pt idx="0">
                  <c:v>1.11175537938845</c:v>
                </c:pt>
                <c:pt idx="1">
                  <c:v>1.10804416403785</c:v>
                </c:pt>
                <c:pt idx="2">
                  <c:v>1.1043712172158699</c:v>
                </c:pt>
                <c:pt idx="3">
                  <c:v>1.0985837081904399</c:v>
                </c:pt>
                <c:pt idx="4">
                  <c:v>1.0928719968142899</c:v>
                </c:pt>
                <c:pt idx="5">
                  <c:v>1.0872346037188401</c:v>
                </c:pt>
                <c:pt idx="6">
                  <c:v>1.0856861241923099</c:v>
                </c:pt>
                <c:pt idx="7">
                  <c:v>1.0841482580983099</c:v>
                </c:pt>
                <c:pt idx="8">
                  <c:v>1.0826208966912401</c:v>
                </c:pt>
                <c:pt idx="9">
                  <c:v>1.07785392088828</c:v>
                </c:pt>
                <c:pt idx="10">
                  <c:v>1.0731164198465</c:v>
                </c:pt>
                <c:pt idx="11">
                  <c:v>1.0684081210396901</c:v>
                </c:pt>
                <c:pt idx="12">
                  <c:v>1.06735517670803</c:v>
                </c:pt>
                <c:pt idx="13">
                  <c:v>1.0663101604278</c:v>
                </c:pt>
                <c:pt idx="14">
                  <c:v>1.0652729829945</c:v>
                </c:pt>
                <c:pt idx="15">
                  <c:v>1.0627001802948299</c:v>
                </c:pt>
                <c:pt idx="16">
                  <c:v>1.0601511696647199</c:v>
                </c:pt>
                <c:pt idx="17">
                  <c:v>1.0576256225963001</c:v>
                </c:pt>
                <c:pt idx="18">
                  <c:v>1.05081597729454</c:v>
                </c:pt>
                <c:pt idx="19">
                  <c:v>1.04410088491907</c:v>
                </c:pt>
                <c:pt idx="20">
                  <c:v>1.0374783897258499</c:v>
                </c:pt>
                <c:pt idx="21">
                  <c:v>1.03946801305338</c:v>
                </c:pt>
                <c:pt idx="22">
                  <c:v>1.04144664128699</c:v>
                </c:pt>
                <c:pt idx="23">
                  <c:v>1.0434143653174901</c:v>
                </c:pt>
                <c:pt idx="24">
                  <c:v>1.04416917936598</c:v>
                </c:pt>
                <c:pt idx="25">
                  <c:v>1.0449211997966401</c:v>
                </c:pt>
                <c:pt idx="26">
                  <c:v>1.0456704420898699</c:v>
                </c:pt>
                <c:pt idx="27">
                  <c:v>1.0441894877668101</c:v>
                </c:pt>
                <c:pt idx="28">
                  <c:v>1.0427125506072901</c:v>
                </c:pt>
                <c:pt idx="29">
                  <c:v>1.04123961428831</c:v>
                </c:pt>
                <c:pt idx="30">
                  <c:v>1.0430730122864</c:v>
                </c:pt>
                <c:pt idx="31">
                  <c:v>1.0448990275233001</c:v>
                </c:pt>
                <c:pt idx="32">
                  <c:v>1.0467177045029801</c:v>
                </c:pt>
                <c:pt idx="33">
                  <c:v>1.0498772685203701</c:v>
                </c:pt>
                <c:pt idx="34">
                  <c:v>1.0530451074803</c:v>
                </c:pt>
                <c:pt idx="35">
                  <c:v>1.0562212539336699</c:v>
                </c:pt>
                <c:pt idx="36">
                  <c:v>1.0533885860272301</c:v>
                </c:pt>
                <c:pt idx="37">
                  <c:v>1.0505717151454399</c:v>
                </c:pt>
                <c:pt idx="38">
                  <c:v>1.0477705095120899</c:v>
                </c:pt>
                <c:pt idx="39">
                  <c:v>1.0487415420849799</c:v>
                </c:pt>
                <c:pt idx="40">
                  <c:v>1.0497082428853</c:v>
                </c:pt>
                <c:pt idx="41">
                  <c:v>1.0506706408345701</c:v>
                </c:pt>
                <c:pt idx="42">
                  <c:v>1.0529064802494299</c:v>
                </c:pt>
                <c:pt idx="43">
                  <c:v>1.0551398344614</c:v>
                </c:pt>
                <c:pt idx="44">
                  <c:v>1.05737070761173</c:v>
                </c:pt>
                <c:pt idx="45">
                  <c:v>1.05530545354025</c:v>
                </c:pt>
                <c:pt idx="46">
                  <c:v>1.0532594383192699</c:v>
                </c:pt>
                <c:pt idx="47">
                  <c:v>1.0512323943661901</c:v>
                </c:pt>
                <c:pt idx="48">
                  <c:v>1.0507687504877801</c:v>
                </c:pt>
                <c:pt idx="49">
                  <c:v>1.05030748871243</c:v>
                </c:pt>
                <c:pt idx="50">
                  <c:v>1.04984859072909</c:v>
                </c:pt>
                <c:pt idx="51">
                  <c:v>1.05204511482538</c:v>
                </c:pt>
                <c:pt idx="52">
                  <c:v>1.0542418947777099</c:v>
                </c:pt>
                <c:pt idx="53">
                  <c:v>1.05643893063078</c:v>
                </c:pt>
                <c:pt idx="54">
                  <c:v>1.05390507137054</c:v>
                </c:pt>
                <c:pt idx="55">
                  <c:v>1.05139025377189</c:v>
                </c:pt>
                <c:pt idx="56">
                  <c:v>1.0488942639944701</c:v>
                </c:pt>
                <c:pt idx="57">
                  <c:v>1.0467794791207601</c:v>
                </c:pt>
                <c:pt idx="58">
                  <c:v>1.0446718959250001</c:v>
                </c:pt>
                <c:pt idx="59">
                  <c:v>1.04257147768291</c:v>
                </c:pt>
                <c:pt idx="60">
                  <c:v>1.0443234985200001</c:v>
                </c:pt>
                <c:pt idx="61">
                  <c:v>1.04607511790876</c:v>
                </c:pt>
                <c:pt idx="62">
                  <c:v>1.04782633598716</c:v>
                </c:pt>
                <c:pt idx="63">
                  <c:v>1.0501874655044401</c:v>
                </c:pt>
                <c:pt idx="64">
                  <c:v>1.05253372289362</c:v>
                </c:pt>
                <c:pt idx="65">
                  <c:v>1.05486524822695</c:v>
                </c:pt>
                <c:pt idx="66">
                  <c:v>1.0574155459569501</c:v>
                </c:pt>
                <c:pt idx="67">
                  <c:v>1.0599522188152499</c:v>
                </c:pt>
                <c:pt idx="68">
                  <c:v>1.06247537569651</c:v>
                </c:pt>
                <c:pt idx="69">
                  <c:v>1.0623608434523899</c:v>
                </c:pt>
                <c:pt idx="70">
                  <c:v>1.06224693523407</c:v>
                </c:pt>
                <c:pt idx="71">
                  <c:v>1.06213364595545</c:v>
                </c:pt>
                <c:pt idx="72">
                  <c:v>1.06385783785791</c:v>
                </c:pt>
                <c:pt idx="73">
                  <c:v>1.06557468176175</c:v>
                </c:pt>
                <c:pt idx="74">
                  <c:v>1.0672842245395999</c:v>
                </c:pt>
                <c:pt idx="75">
                  <c:v>1.0657083810015799</c:v>
                </c:pt>
                <c:pt idx="76">
                  <c:v>1.0641389216263899</c:v>
                </c:pt>
                <c:pt idx="77">
                  <c:v>1.0625758076965399</c:v>
                </c:pt>
                <c:pt idx="78">
                  <c:v>1.0627282570794001</c:v>
                </c:pt>
                <c:pt idx="79">
                  <c:v>1.06288028736895</c:v>
                </c:pt>
                <c:pt idx="80">
                  <c:v>1.063031900291</c:v>
                </c:pt>
                <c:pt idx="81">
                  <c:v>1.06609058621067</c:v>
                </c:pt>
                <c:pt idx="82">
                  <c:v>1.06915117663217</c:v>
                </c:pt>
                <c:pt idx="83">
                  <c:v>1.07221367333479</c:v>
                </c:pt>
                <c:pt idx="84">
                  <c:v>1.0732728669129199</c:v>
                </c:pt>
                <c:pt idx="85">
                  <c:v>1.07432827102803</c:v>
                </c:pt>
                <c:pt idx="86">
                  <c:v>1.0753799059800999</c:v>
                </c:pt>
                <c:pt idx="87">
                  <c:v>1.0725625226531299</c:v>
                </c:pt>
                <c:pt idx="88">
                  <c:v>1.0697754064674301</c:v>
                </c:pt>
                <c:pt idx="89">
                  <c:v>1.06701807228915</c:v>
                </c:pt>
                <c:pt idx="90">
                  <c:v>1.0664811544567501</c:v>
                </c:pt>
                <c:pt idx="91">
                  <c:v>1.06594966812195</c:v>
                </c:pt>
                <c:pt idx="92">
                  <c:v>1.06542353128145</c:v>
                </c:pt>
                <c:pt idx="93">
                  <c:v>1.06720676294469</c:v>
                </c:pt>
                <c:pt idx="94">
                  <c:v>1.0689806601205001</c:v>
                </c:pt>
                <c:pt idx="95">
                  <c:v>1.0707452959108501</c:v>
                </c:pt>
                <c:pt idx="96">
                  <c:v>1.0720332326811299</c:v>
                </c:pt>
                <c:pt idx="97">
                  <c:v>1.0733115392640999</c:v>
                </c:pt>
                <c:pt idx="98">
                  <c:v>1.07458032326802</c:v>
                </c:pt>
                <c:pt idx="99">
                  <c:v>1.07720543675872</c:v>
                </c:pt>
                <c:pt idx="100">
                  <c:v>1.0798276428954601</c:v>
                </c:pt>
                <c:pt idx="101">
                  <c:v>1.08244694650547</c:v>
                </c:pt>
                <c:pt idx="102">
                  <c:v>1.0858272747681601</c:v>
                </c:pt>
                <c:pt idx="103">
                  <c:v>1.08919734459867</c:v>
                </c:pt>
                <c:pt idx="104">
                  <c:v>1.0925572026238299</c:v>
                </c:pt>
                <c:pt idx="105">
                  <c:v>1.0940719879104199</c:v>
                </c:pt>
                <c:pt idx="106">
                  <c:v>1.0955790411263899</c:v>
                </c:pt>
                <c:pt idx="107">
                  <c:v>1.0970784213223901</c:v>
                </c:pt>
                <c:pt idx="108">
                  <c:v>1.0978822006031299</c:v>
                </c:pt>
                <c:pt idx="109">
                  <c:v>1.09868152779665</c:v>
                </c:pt>
                <c:pt idx="110">
                  <c:v>1.0994764397905701</c:v>
                </c:pt>
                <c:pt idx="111">
                  <c:v>1.10131116517977</c:v>
                </c:pt>
                <c:pt idx="112">
                  <c:v>1.1031356888911299</c:v>
                </c:pt>
                <c:pt idx="113">
                  <c:v>1.1049500957757801</c:v>
                </c:pt>
                <c:pt idx="114">
                  <c:v>1.1050712517562</c:v>
                </c:pt>
                <c:pt idx="115">
                  <c:v>1.1051913023209301</c:v>
                </c:pt>
                <c:pt idx="116">
                  <c:v>1.1053102625298299</c:v>
                </c:pt>
                <c:pt idx="117">
                  <c:v>1.10436332431183</c:v>
                </c:pt>
                <c:pt idx="118">
                  <c:v>1.10342447745497</c:v>
                </c:pt>
                <c:pt idx="119">
                  <c:v>1.10249361869232</c:v>
                </c:pt>
                <c:pt idx="120">
                  <c:v>1.1040214913708899</c:v>
                </c:pt>
                <c:pt idx="121">
                  <c:v>1.1055343140431599</c:v>
                </c:pt>
                <c:pt idx="122">
                  <c:v>1.10703230798994</c:v>
                </c:pt>
                <c:pt idx="123">
                  <c:v>1.1097180698878</c:v>
                </c:pt>
                <c:pt idx="124">
                  <c:v>1.1123878205128099</c:v>
                </c:pt>
                <c:pt idx="125">
                  <c:v>1.1150417026171899</c:v>
                </c:pt>
                <c:pt idx="126">
                  <c:v>1.11660861682332</c:v>
                </c:pt>
                <c:pt idx="127">
                  <c:v>1.11816109422492</c:v>
                </c:pt>
                <c:pt idx="128">
                  <c:v>1.11969933342788</c:v>
                </c:pt>
                <c:pt idx="129">
                  <c:v>1.1210171087741301</c:v>
                </c:pt>
                <c:pt idx="130">
                  <c:v>1.1223245415174801</c:v>
                </c:pt>
                <c:pt idx="131">
                  <c:v>1.1236217529433701</c:v>
                </c:pt>
                <c:pt idx="132">
                  <c:v>1.12888357801297</c:v>
                </c:pt>
                <c:pt idx="133">
                  <c:v>1.134108623036</c:v>
                </c:pt>
                <c:pt idx="134">
                  <c:v>1.1392972723069801</c:v>
                </c:pt>
                <c:pt idx="135">
                  <c:v>1.14056459036514</c:v>
                </c:pt>
                <c:pt idx="136">
                  <c:v>1.14182068122804</c:v>
                </c:pt>
                <c:pt idx="137">
                  <c:v>1.14306569343065</c:v>
                </c:pt>
                <c:pt idx="138">
                  <c:v>1.1435749962161299</c:v>
                </c:pt>
                <c:pt idx="139">
                  <c:v>1.1440795420307299</c:v>
                </c:pt>
                <c:pt idx="140">
                  <c:v>1.1445793972109699</c:v>
                </c:pt>
                <c:pt idx="141">
                  <c:v>1.14535265989241</c:v>
                </c:pt>
                <c:pt idx="142">
                  <c:v>1.14612062546537</c:v>
                </c:pt>
                <c:pt idx="143">
                  <c:v>1.14688334817453</c:v>
                </c:pt>
                <c:pt idx="144">
                  <c:v>1.1450987332064999</c:v>
                </c:pt>
                <c:pt idx="145">
                  <c:v>1.14333655734341</c:v>
                </c:pt>
                <c:pt idx="146">
                  <c:v>1.1415964000174701</c:v>
                </c:pt>
                <c:pt idx="147">
                  <c:v>1.1418453070683601</c:v>
                </c:pt>
                <c:pt idx="148">
                  <c:v>1.1420915390488799</c:v>
                </c:pt>
                <c:pt idx="149">
                  <c:v>1.14233513885306</c:v>
                </c:pt>
                <c:pt idx="150">
                  <c:v>1.14297312310387</c:v>
                </c:pt>
                <c:pt idx="151">
                  <c:v>1.14360346585117</c:v>
                </c:pt>
                <c:pt idx="152">
                  <c:v>1.1442263035676501</c:v>
                </c:pt>
                <c:pt idx="153">
                  <c:v>1.14376925231027</c:v>
                </c:pt>
                <c:pt idx="154">
                  <c:v>1.1433168489238601</c:v>
                </c:pt>
                <c:pt idx="155">
                  <c:v>1.1428690228690199</c:v>
                </c:pt>
                <c:pt idx="156">
                  <c:v>1.1381576234139299</c:v>
                </c:pt>
                <c:pt idx="157">
                  <c:v>1.1335224173666401</c:v>
                </c:pt>
                <c:pt idx="158">
                  <c:v>1.12896157123726</c:v>
                </c:pt>
                <c:pt idx="159">
                  <c:v>1.12723628635226</c:v>
                </c:pt>
                <c:pt idx="160">
                  <c:v>1.1255300648786</c:v>
                </c:pt>
                <c:pt idx="161">
                  <c:v>1.1238425925925899</c:v>
                </c:pt>
                <c:pt idx="162">
                  <c:v>1.1237757424956301</c:v>
                </c:pt>
                <c:pt idx="163">
                  <c:v>1.1237095754766599</c:v>
                </c:pt>
                <c:pt idx="164">
                  <c:v>1.12364408111932</c:v>
                </c:pt>
                <c:pt idx="165">
                  <c:v>1.1295549727973599</c:v>
                </c:pt>
                <c:pt idx="166">
                  <c:v>1.1354174787557401</c:v>
                </c:pt>
                <c:pt idx="167">
                  <c:v>1.14123219069063</c:v>
                </c:pt>
                <c:pt idx="168">
                  <c:v>1.1416907067793101</c:v>
                </c:pt>
                <c:pt idx="169">
                  <c:v>1.14214486214896</c:v>
                </c:pt>
                <c:pt idx="170">
                  <c:v>1.1425947187141201</c:v>
                </c:pt>
                <c:pt idx="171">
                  <c:v>1.1453579084901</c:v>
                </c:pt>
                <c:pt idx="172">
                  <c:v>1.1480902164589499</c:v>
                </c:pt>
                <c:pt idx="173">
                  <c:v>1.15079215745305</c:v>
                </c:pt>
                <c:pt idx="174">
                  <c:v>1.1578002915996799</c:v>
                </c:pt>
                <c:pt idx="175">
                  <c:v>1.16471680594243</c:v>
                </c:pt>
                <c:pt idx="176">
                  <c:v>1.17154348548024</c:v>
                </c:pt>
                <c:pt idx="177">
                  <c:v>1.1742850847125601</c:v>
                </c:pt>
                <c:pt idx="178">
                  <c:v>1.17700096255772</c:v>
                </c:pt>
                <c:pt idx="179">
                  <c:v>1.17969147929855</c:v>
                </c:pt>
                <c:pt idx="180">
                  <c:v>1.18392859299699</c:v>
                </c:pt>
                <c:pt idx="181">
                  <c:v>1.1881315561543599</c:v>
                </c:pt>
                <c:pt idx="182">
                  <c:v>1.1923007799863401</c:v>
                </c:pt>
                <c:pt idx="183">
                  <c:v>1.2001408097755399</c:v>
                </c:pt>
                <c:pt idx="184">
                  <c:v>1.20791785022403</c:v>
                </c:pt>
                <c:pt idx="185">
                  <c:v>1.2156326574097001</c:v>
                </c:pt>
                <c:pt idx="186">
                  <c:v>1.2216163376831399</c:v>
                </c:pt>
                <c:pt idx="187">
                  <c:v>1.22753957744993</c:v>
                </c:pt>
                <c:pt idx="188">
                  <c:v>1.23340328786288</c:v>
                </c:pt>
                <c:pt idx="189">
                  <c:v>1.23111218914954</c:v>
                </c:pt>
                <c:pt idx="190">
                  <c:v>1.2288634074887801</c:v>
                </c:pt>
                <c:pt idx="191">
                  <c:v>1.2266557812021599</c:v>
                </c:pt>
                <c:pt idx="192">
                  <c:v>1.2268020304568501</c:v>
                </c:pt>
                <c:pt idx="193">
                  <c:v>1.22694677305322</c:v>
                </c:pt>
                <c:pt idx="194">
                  <c:v>1.2270900321543401</c:v>
                </c:pt>
                <c:pt idx="195">
                  <c:v>1.221381739246</c:v>
                </c:pt>
                <c:pt idx="196">
                  <c:v>1.21576426122879</c:v>
                </c:pt>
                <c:pt idx="197">
                  <c:v>1.21023544800523</c:v>
                </c:pt>
                <c:pt idx="198">
                  <c:v>1.1983424819717901</c:v>
                </c:pt>
                <c:pt idx="199">
                  <c:v>1.18674532312925</c:v>
                </c:pt>
                <c:pt idx="200">
                  <c:v>1.17543307086614</c:v>
                </c:pt>
                <c:pt idx="201">
                  <c:v>1.1711024237685601</c:v>
                </c:pt>
                <c:pt idx="202">
                  <c:v>1.1668322981366399</c:v>
                </c:pt>
                <c:pt idx="203">
                  <c:v>1.16262143407864</c:v>
                </c:pt>
                <c:pt idx="204">
                  <c:v>1.1552014364268799</c:v>
                </c:pt>
                <c:pt idx="205">
                  <c:v>1.14789352719025</c:v>
                </c:pt>
                <c:pt idx="206">
                  <c:v>1.14069518555364</c:v>
                </c:pt>
                <c:pt idx="207">
                  <c:v>1.12843407276306</c:v>
                </c:pt>
                <c:pt idx="208">
                  <c:v>1.1164287190184301</c:v>
                </c:pt>
                <c:pt idx="209">
                  <c:v>1.1046712044637901</c:v>
                </c:pt>
                <c:pt idx="210">
                  <c:v>1.0896505181971501</c:v>
                </c:pt>
                <c:pt idx="211">
                  <c:v>1.0749257806160899</c:v>
                </c:pt>
                <c:pt idx="212">
                  <c:v>1.0604883305447601</c:v>
                </c:pt>
                <c:pt idx="213">
                  <c:v>1.0515452310810001</c:v>
                </c:pt>
                <c:pt idx="214">
                  <c:v>1.04273488354767</c:v>
                </c:pt>
                <c:pt idx="215">
                  <c:v>1.03405435385468</c:v>
                </c:pt>
                <c:pt idx="216">
                  <c:v>1.0261686711537701</c:v>
                </c:pt>
                <c:pt idx="217">
                  <c:v>1.01836607763509</c:v>
                </c:pt>
                <c:pt idx="218">
                  <c:v>1.0106452669505399</c:v>
                </c:pt>
                <c:pt idx="219">
                  <c:v>0.99888466734977199</c:v>
                </c:pt>
                <c:pt idx="220">
                  <c:v>0.98720335460082997</c:v>
                </c:pt>
                <c:pt idx="221">
                  <c:v>0.97560052960090704</c:v>
                </c:pt>
                <c:pt idx="222">
                  <c:v>0.96275305825504598</c:v>
                </c:pt>
                <c:pt idx="223">
                  <c:v>0.94997716056570303</c:v>
                </c:pt>
                <c:pt idx="224">
                  <c:v>0.93727224008574395</c:v>
                </c:pt>
                <c:pt idx="225">
                  <c:v>0.93132332781427596</c:v>
                </c:pt>
                <c:pt idx="226">
                  <c:v>0.92541431562511101</c:v>
                </c:pt>
                <c:pt idx="227">
                  <c:v>0.91954480343784795</c:v>
                </c:pt>
                <c:pt idx="228">
                  <c:v>0.92067753501598404</c:v>
                </c:pt>
                <c:pt idx="229">
                  <c:v>0.92180746908462197</c:v>
                </c:pt>
                <c:pt idx="230">
                  <c:v>0.92293461599450199</c:v>
                </c:pt>
                <c:pt idx="231">
                  <c:v>0.914970481980793</c:v>
                </c:pt>
                <c:pt idx="232">
                  <c:v>0.90700297886591597</c:v>
                </c:pt>
                <c:pt idx="233">
                  <c:v>0.89903210451155602</c:v>
                </c:pt>
                <c:pt idx="234">
                  <c:v>0.894411806342015</c:v>
                </c:pt>
                <c:pt idx="235">
                  <c:v>0.88975720654316803</c:v>
                </c:pt>
                <c:pt idx="236">
                  <c:v>0.88506792170285498</c:v>
                </c:pt>
                <c:pt idx="237">
                  <c:v>0.88377944325481705</c:v>
                </c:pt>
                <c:pt idx="238">
                  <c:v>0.88248847926267204</c:v>
                </c:pt>
                <c:pt idx="239">
                  <c:v>0.88119502252735404</c:v>
                </c:pt>
                <c:pt idx="240">
                  <c:v>0.87973333811221999</c:v>
                </c:pt>
                <c:pt idx="241">
                  <c:v>0.878264774564397</c:v>
                </c:pt>
                <c:pt idx="242">
                  <c:v>0.87678928320639504</c:v>
                </c:pt>
                <c:pt idx="243">
                  <c:v>0.88148840756004898</c:v>
                </c:pt>
                <c:pt idx="244">
                  <c:v>0.88626668375473805</c:v>
                </c:pt>
                <c:pt idx="245">
                  <c:v>0.89112612862128104</c:v>
                </c:pt>
                <c:pt idx="246">
                  <c:v>0.90338741125653899</c:v>
                </c:pt>
                <c:pt idx="247">
                  <c:v>0.91590926233217396</c:v>
                </c:pt>
                <c:pt idx="248">
                  <c:v>0.92870007718917003</c:v>
                </c:pt>
                <c:pt idx="249">
                  <c:v>0.92926029649312303</c:v>
                </c:pt>
                <c:pt idx="250">
                  <c:v>0.92982388863856402</c:v>
                </c:pt>
                <c:pt idx="251">
                  <c:v>0.93039088417712301</c:v>
                </c:pt>
                <c:pt idx="252">
                  <c:v>0.91957948048958404</c:v>
                </c:pt>
                <c:pt idx="253">
                  <c:v>0.90882124984451096</c:v>
                </c:pt>
                <c:pt idx="254">
                  <c:v>0.89811580092778098</c:v>
                </c:pt>
                <c:pt idx="255">
                  <c:v>0.90100154083204798</c:v>
                </c:pt>
                <c:pt idx="256">
                  <c:v>0.90393921138037603</c:v>
                </c:pt>
                <c:pt idx="257">
                  <c:v>0.90693022708553905</c:v>
                </c:pt>
                <c:pt idx="258">
                  <c:v>0.91736076763280106</c:v>
                </c:pt>
                <c:pt idx="259">
                  <c:v>0.92797828169913499</c:v>
                </c:pt>
                <c:pt idx="260">
                  <c:v>0.938787842165689</c:v>
                </c:pt>
                <c:pt idx="261">
                  <c:v>0.942496012276131</c:v>
                </c:pt>
                <c:pt idx="262">
                  <c:v>0.94622219523549</c:v>
                </c:pt>
                <c:pt idx="263">
                  <c:v>0.94996652261245296</c:v>
                </c:pt>
                <c:pt idx="264">
                  <c:v>0.95049908331635702</c:v>
                </c:pt>
                <c:pt idx="265">
                  <c:v>0.95103593561450495</c:v>
                </c:pt>
                <c:pt idx="266">
                  <c:v>0.95157713159191704</c:v>
                </c:pt>
                <c:pt idx="267">
                  <c:v>0.95323522445238396</c:v>
                </c:pt>
                <c:pt idx="268">
                  <c:v>0.95490321647695298</c:v>
                </c:pt>
                <c:pt idx="269">
                  <c:v>0.956581196581196</c:v>
                </c:pt>
                <c:pt idx="270">
                  <c:v>0.95761862962771704</c:v>
                </c:pt>
                <c:pt idx="271">
                  <c:v>0.95864944155643605</c:v>
                </c:pt>
                <c:pt idx="272">
                  <c:v>0.95967369555179305</c:v>
                </c:pt>
                <c:pt idx="273">
                  <c:v>0.96462734771964898</c:v>
                </c:pt>
                <c:pt idx="274">
                  <c:v>0.96960480054439002</c:v>
                </c:pt>
                <c:pt idx="275">
                  <c:v>0.97460622597048197</c:v>
                </c:pt>
                <c:pt idx="276">
                  <c:v>0.98535486293653696</c:v>
                </c:pt>
                <c:pt idx="277">
                  <c:v>0.99630448515476899</c:v>
                </c:pt>
                <c:pt idx="278">
                  <c:v>1.0074607830633799</c:v>
                </c:pt>
                <c:pt idx="279">
                  <c:v>1.01861906797776</c:v>
                </c:pt>
                <c:pt idx="280">
                  <c:v>1.0299049748462701</c:v>
                </c:pt>
                <c:pt idx="281">
                  <c:v>1.0413207057602401</c:v>
                </c:pt>
                <c:pt idx="282">
                  <c:v>1.04425465838509</c:v>
                </c:pt>
                <c:pt idx="283">
                  <c:v>1.0471734641197701</c:v>
                </c:pt>
                <c:pt idx="284">
                  <c:v>1.0500772399588001</c:v>
                </c:pt>
                <c:pt idx="285">
                  <c:v>1.0517684611923901</c:v>
                </c:pt>
                <c:pt idx="286">
                  <c:v>1.0534545454545401</c:v>
                </c:pt>
                <c:pt idx="287">
                  <c:v>1.0551355161145599</c:v>
                </c:pt>
                <c:pt idx="288">
                  <c:v>1.0619909987141001</c:v>
                </c:pt>
                <c:pt idx="289">
                  <c:v>1.0688939547087</c:v>
                </c:pt>
                <c:pt idx="290">
                  <c:v>1.0758448789330499</c:v>
                </c:pt>
                <c:pt idx="291">
                  <c:v>1.08452712776301</c:v>
                </c:pt>
                <c:pt idx="292">
                  <c:v>1.0932307892004101</c:v>
                </c:pt>
                <c:pt idx="293">
                  <c:v>1.1019559425563701</c:v>
                </c:pt>
                <c:pt idx="294">
                  <c:v>1.10286743376001</c:v>
                </c:pt>
                <c:pt idx="295">
                  <c:v>1.10377115368095</c:v>
                </c:pt>
                <c:pt idx="296">
                  <c:v>1.1046672012830701</c:v>
                </c:pt>
                <c:pt idx="297">
                  <c:v>1.10485908960046</c:v>
                </c:pt>
                <c:pt idx="298">
                  <c:v>1.10504992503269</c:v>
                </c:pt>
                <c:pt idx="299">
                  <c:v>1.1052397162218</c:v>
                </c:pt>
                <c:pt idx="300">
                  <c:v>1.10686610772357</c:v>
                </c:pt>
                <c:pt idx="301">
                  <c:v>1.1084868275053099</c:v>
                </c:pt>
                <c:pt idx="302">
                  <c:v>1.1101019051838701</c:v>
                </c:pt>
                <c:pt idx="303">
                  <c:v>1.1114981847180501</c:v>
                </c:pt>
                <c:pt idx="304">
                  <c:v>1.11287965765577</c:v>
                </c:pt>
                <c:pt idx="305">
                  <c:v>1.11424655827571</c:v>
                </c:pt>
                <c:pt idx="306">
                  <c:v>1.11458075175547</c:v>
                </c:pt>
                <c:pt idx="307">
                  <c:v>1.1149113617222299</c:v>
                </c:pt>
                <c:pt idx="308">
                  <c:v>1.11523844550692</c:v>
                </c:pt>
                <c:pt idx="309">
                  <c:v>1.11478648755995</c:v>
                </c:pt>
                <c:pt idx="310">
                  <c:v>1.1143373469511999</c:v>
                </c:pt>
                <c:pt idx="311">
                  <c:v>1.11389099741915</c:v>
                </c:pt>
                <c:pt idx="312">
                  <c:v>1.1133545229806701</c:v>
                </c:pt>
                <c:pt idx="313">
                  <c:v>1.11282128665559</c:v>
                </c:pt>
                <c:pt idx="314">
                  <c:v>1.1122912592146801</c:v>
                </c:pt>
                <c:pt idx="315">
                  <c:v>1.1074770076743701</c:v>
                </c:pt>
                <c:pt idx="316">
                  <c:v>1.1027276339932901</c:v>
                </c:pt>
                <c:pt idx="317">
                  <c:v>1.09804183548767</c:v>
                </c:pt>
                <c:pt idx="318">
                  <c:v>1.0951381757452801</c:v>
                </c:pt>
                <c:pt idx="319">
                  <c:v>1.0922640068267899</c:v>
                </c:pt>
                <c:pt idx="320">
                  <c:v>1.0894188817199</c:v>
                </c:pt>
              </c:numCache>
            </c:numRef>
          </c:val>
          <c:smooth val="0"/>
        </c:ser>
        <c:dLbls>
          <c:showLegendKey val="0"/>
          <c:showVal val="0"/>
          <c:showCatName val="0"/>
          <c:showSerName val="0"/>
          <c:showPercent val="0"/>
          <c:showBubbleSize val="0"/>
        </c:dLbls>
        <c:marker val="1"/>
        <c:smooth val="0"/>
        <c:axId val="196763008"/>
        <c:axId val="196789376"/>
      </c:lineChart>
      <c:lineChart>
        <c:grouping val="standard"/>
        <c:varyColors val="0"/>
        <c:ser>
          <c:idx val="0"/>
          <c:order val="0"/>
          <c:tx>
            <c:strRef>
              <c:f>Sheet1!$B$1</c:f>
              <c:strCache>
                <c:ptCount val="1"/>
                <c:pt idx="0">
                  <c:v>HPI</c:v>
                </c:pt>
              </c:strCache>
            </c:strRef>
          </c:tx>
          <c:spPr>
            <a:ln>
              <a:solidFill>
                <a:srgbClr val="AD275C"/>
              </a:solidFill>
            </a:ln>
          </c:spPr>
          <c:marker>
            <c:symbol val="none"/>
          </c:marker>
          <c:cat>
            <c:numRef>
              <c:f>Sheet1!$A$2:$A$322</c:f>
              <c:numCache>
                <c:formatCode>m/d/yyyy</c:formatCode>
                <c:ptCount val="321"/>
                <c:pt idx="0">
                  <c:v>32874</c:v>
                </c:pt>
                <c:pt idx="1">
                  <c:v>32905</c:v>
                </c:pt>
                <c:pt idx="2">
                  <c:v>32933</c:v>
                </c:pt>
                <c:pt idx="3">
                  <c:v>32964</c:v>
                </c:pt>
                <c:pt idx="4">
                  <c:v>32994</c:v>
                </c:pt>
                <c:pt idx="5">
                  <c:v>33025</c:v>
                </c:pt>
                <c:pt idx="6">
                  <c:v>33055</c:v>
                </c:pt>
                <c:pt idx="7">
                  <c:v>33086</c:v>
                </c:pt>
                <c:pt idx="8">
                  <c:v>33117</c:v>
                </c:pt>
                <c:pt idx="9">
                  <c:v>33147</c:v>
                </c:pt>
                <c:pt idx="10">
                  <c:v>33178</c:v>
                </c:pt>
                <c:pt idx="11">
                  <c:v>33208</c:v>
                </c:pt>
                <c:pt idx="12">
                  <c:v>33239</c:v>
                </c:pt>
                <c:pt idx="13">
                  <c:v>33270</c:v>
                </c:pt>
                <c:pt idx="14">
                  <c:v>33298</c:v>
                </c:pt>
                <c:pt idx="15">
                  <c:v>33329</c:v>
                </c:pt>
                <c:pt idx="16">
                  <c:v>33359</c:v>
                </c:pt>
                <c:pt idx="17">
                  <c:v>33390</c:v>
                </c:pt>
                <c:pt idx="18">
                  <c:v>33420</c:v>
                </c:pt>
                <c:pt idx="19">
                  <c:v>33451</c:v>
                </c:pt>
                <c:pt idx="20">
                  <c:v>33482</c:v>
                </c:pt>
                <c:pt idx="21">
                  <c:v>33512</c:v>
                </c:pt>
                <c:pt idx="22">
                  <c:v>33543</c:v>
                </c:pt>
                <c:pt idx="23">
                  <c:v>33573</c:v>
                </c:pt>
                <c:pt idx="24">
                  <c:v>33604</c:v>
                </c:pt>
                <c:pt idx="25">
                  <c:v>33635</c:v>
                </c:pt>
                <c:pt idx="26">
                  <c:v>33664</c:v>
                </c:pt>
                <c:pt idx="27">
                  <c:v>33695</c:v>
                </c:pt>
                <c:pt idx="28">
                  <c:v>33725</c:v>
                </c:pt>
                <c:pt idx="29">
                  <c:v>33756</c:v>
                </c:pt>
                <c:pt idx="30">
                  <c:v>33786</c:v>
                </c:pt>
                <c:pt idx="31">
                  <c:v>33817</c:v>
                </c:pt>
                <c:pt idx="32">
                  <c:v>33848</c:v>
                </c:pt>
                <c:pt idx="33">
                  <c:v>33878</c:v>
                </c:pt>
                <c:pt idx="34">
                  <c:v>33909</c:v>
                </c:pt>
                <c:pt idx="35">
                  <c:v>33939</c:v>
                </c:pt>
                <c:pt idx="36">
                  <c:v>33970</c:v>
                </c:pt>
                <c:pt idx="37">
                  <c:v>34001</c:v>
                </c:pt>
                <c:pt idx="38">
                  <c:v>34029</c:v>
                </c:pt>
                <c:pt idx="39">
                  <c:v>34060</c:v>
                </c:pt>
                <c:pt idx="40">
                  <c:v>34090</c:v>
                </c:pt>
                <c:pt idx="41">
                  <c:v>34121</c:v>
                </c:pt>
                <c:pt idx="42">
                  <c:v>34151</c:v>
                </c:pt>
                <c:pt idx="43">
                  <c:v>34182</c:v>
                </c:pt>
                <c:pt idx="44">
                  <c:v>34213</c:v>
                </c:pt>
                <c:pt idx="45">
                  <c:v>34243</c:v>
                </c:pt>
                <c:pt idx="46">
                  <c:v>34274</c:v>
                </c:pt>
                <c:pt idx="47">
                  <c:v>34304</c:v>
                </c:pt>
                <c:pt idx="48">
                  <c:v>34335</c:v>
                </c:pt>
                <c:pt idx="49">
                  <c:v>34366</c:v>
                </c:pt>
                <c:pt idx="50">
                  <c:v>34394</c:v>
                </c:pt>
                <c:pt idx="51">
                  <c:v>34425</c:v>
                </c:pt>
                <c:pt idx="52">
                  <c:v>34455</c:v>
                </c:pt>
                <c:pt idx="53">
                  <c:v>34486</c:v>
                </c:pt>
                <c:pt idx="54">
                  <c:v>34516</c:v>
                </c:pt>
                <c:pt idx="55">
                  <c:v>34547</c:v>
                </c:pt>
                <c:pt idx="56">
                  <c:v>34578</c:v>
                </c:pt>
                <c:pt idx="57">
                  <c:v>34608</c:v>
                </c:pt>
                <c:pt idx="58">
                  <c:v>34639</c:v>
                </c:pt>
                <c:pt idx="59">
                  <c:v>34669</c:v>
                </c:pt>
                <c:pt idx="60">
                  <c:v>34700</c:v>
                </c:pt>
                <c:pt idx="61">
                  <c:v>34731</c:v>
                </c:pt>
                <c:pt idx="62">
                  <c:v>34759</c:v>
                </c:pt>
                <c:pt idx="63">
                  <c:v>34790</c:v>
                </c:pt>
                <c:pt idx="64">
                  <c:v>34820</c:v>
                </c:pt>
                <c:pt idx="65">
                  <c:v>34851</c:v>
                </c:pt>
                <c:pt idx="66">
                  <c:v>34881</c:v>
                </c:pt>
                <c:pt idx="67">
                  <c:v>34912</c:v>
                </c:pt>
                <c:pt idx="68">
                  <c:v>34943</c:v>
                </c:pt>
                <c:pt idx="69">
                  <c:v>34973</c:v>
                </c:pt>
                <c:pt idx="70">
                  <c:v>35004</c:v>
                </c:pt>
                <c:pt idx="71">
                  <c:v>35034</c:v>
                </c:pt>
                <c:pt idx="72">
                  <c:v>35065</c:v>
                </c:pt>
                <c:pt idx="73">
                  <c:v>35096</c:v>
                </c:pt>
                <c:pt idx="74">
                  <c:v>35125</c:v>
                </c:pt>
                <c:pt idx="75">
                  <c:v>35156</c:v>
                </c:pt>
                <c:pt idx="76">
                  <c:v>35186</c:v>
                </c:pt>
                <c:pt idx="77">
                  <c:v>35217</c:v>
                </c:pt>
                <c:pt idx="78">
                  <c:v>35247</c:v>
                </c:pt>
                <c:pt idx="79">
                  <c:v>35278</c:v>
                </c:pt>
                <c:pt idx="80">
                  <c:v>35309</c:v>
                </c:pt>
                <c:pt idx="81">
                  <c:v>35339</c:v>
                </c:pt>
                <c:pt idx="82">
                  <c:v>35370</c:v>
                </c:pt>
                <c:pt idx="83">
                  <c:v>35400</c:v>
                </c:pt>
                <c:pt idx="84">
                  <c:v>35431</c:v>
                </c:pt>
                <c:pt idx="85">
                  <c:v>35462</c:v>
                </c:pt>
                <c:pt idx="86">
                  <c:v>35490</c:v>
                </c:pt>
                <c:pt idx="87">
                  <c:v>35521</c:v>
                </c:pt>
                <c:pt idx="88">
                  <c:v>35551</c:v>
                </c:pt>
                <c:pt idx="89">
                  <c:v>35582</c:v>
                </c:pt>
                <c:pt idx="90">
                  <c:v>35612</c:v>
                </c:pt>
                <c:pt idx="91">
                  <c:v>35643</c:v>
                </c:pt>
                <c:pt idx="92">
                  <c:v>35674</c:v>
                </c:pt>
                <c:pt idx="93">
                  <c:v>35704</c:v>
                </c:pt>
                <c:pt idx="94">
                  <c:v>35735</c:v>
                </c:pt>
                <c:pt idx="95">
                  <c:v>35765</c:v>
                </c:pt>
                <c:pt idx="96">
                  <c:v>35796</c:v>
                </c:pt>
                <c:pt idx="97">
                  <c:v>35827</c:v>
                </c:pt>
                <c:pt idx="98">
                  <c:v>35855</c:v>
                </c:pt>
                <c:pt idx="99">
                  <c:v>35886</c:v>
                </c:pt>
                <c:pt idx="100">
                  <c:v>35916</c:v>
                </c:pt>
                <c:pt idx="101">
                  <c:v>35947</c:v>
                </c:pt>
                <c:pt idx="102">
                  <c:v>35977</c:v>
                </c:pt>
                <c:pt idx="103">
                  <c:v>36008</c:v>
                </c:pt>
                <c:pt idx="104">
                  <c:v>36039</c:v>
                </c:pt>
                <c:pt idx="105">
                  <c:v>36069</c:v>
                </c:pt>
                <c:pt idx="106">
                  <c:v>36100</c:v>
                </c:pt>
                <c:pt idx="107">
                  <c:v>36130</c:v>
                </c:pt>
                <c:pt idx="108">
                  <c:v>36161</c:v>
                </c:pt>
                <c:pt idx="109">
                  <c:v>36192</c:v>
                </c:pt>
                <c:pt idx="110">
                  <c:v>36220</c:v>
                </c:pt>
                <c:pt idx="111">
                  <c:v>36251</c:v>
                </c:pt>
                <c:pt idx="112">
                  <c:v>36281</c:v>
                </c:pt>
                <c:pt idx="113">
                  <c:v>36312</c:v>
                </c:pt>
                <c:pt idx="114">
                  <c:v>36342</c:v>
                </c:pt>
                <c:pt idx="115">
                  <c:v>36373</c:v>
                </c:pt>
                <c:pt idx="116">
                  <c:v>36404</c:v>
                </c:pt>
                <c:pt idx="117">
                  <c:v>36434</c:v>
                </c:pt>
                <c:pt idx="118">
                  <c:v>36465</c:v>
                </c:pt>
                <c:pt idx="119">
                  <c:v>36495</c:v>
                </c:pt>
                <c:pt idx="120">
                  <c:v>36526</c:v>
                </c:pt>
                <c:pt idx="121">
                  <c:v>36557</c:v>
                </c:pt>
                <c:pt idx="122">
                  <c:v>36586</c:v>
                </c:pt>
                <c:pt idx="123">
                  <c:v>36617</c:v>
                </c:pt>
                <c:pt idx="124">
                  <c:v>36647</c:v>
                </c:pt>
                <c:pt idx="125">
                  <c:v>36678</c:v>
                </c:pt>
                <c:pt idx="126">
                  <c:v>36708</c:v>
                </c:pt>
                <c:pt idx="127">
                  <c:v>36739</c:v>
                </c:pt>
                <c:pt idx="128">
                  <c:v>36770</c:v>
                </c:pt>
                <c:pt idx="129">
                  <c:v>36800</c:v>
                </c:pt>
                <c:pt idx="130">
                  <c:v>36831</c:v>
                </c:pt>
                <c:pt idx="131">
                  <c:v>36861</c:v>
                </c:pt>
                <c:pt idx="132">
                  <c:v>36892</c:v>
                </c:pt>
                <c:pt idx="133">
                  <c:v>36923</c:v>
                </c:pt>
                <c:pt idx="134">
                  <c:v>36951</c:v>
                </c:pt>
                <c:pt idx="135">
                  <c:v>36982</c:v>
                </c:pt>
                <c:pt idx="136">
                  <c:v>37012</c:v>
                </c:pt>
                <c:pt idx="137">
                  <c:v>37043</c:v>
                </c:pt>
                <c:pt idx="138">
                  <c:v>37073</c:v>
                </c:pt>
                <c:pt idx="139">
                  <c:v>37104</c:v>
                </c:pt>
                <c:pt idx="140">
                  <c:v>37135</c:v>
                </c:pt>
                <c:pt idx="141">
                  <c:v>37165</c:v>
                </c:pt>
                <c:pt idx="142">
                  <c:v>37196</c:v>
                </c:pt>
                <c:pt idx="143">
                  <c:v>37226</c:v>
                </c:pt>
                <c:pt idx="144">
                  <c:v>37257</c:v>
                </c:pt>
                <c:pt idx="145">
                  <c:v>37288</c:v>
                </c:pt>
                <c:pt idx="146">
                  <c:v>37316</c:v>
                </c:pt>
                <c:pt idx="147">
                  <c:v>37347</c:v>
                </c:pt>
                <c:pt idx="148">
                  <c:v>37377</c:v>
                </c:pt>
                <c:pt idx="149">
                  <c:v>37408</c:v>
                </c:pt>
                <c:pt idx="150">
                  <c:v>37438</c:v>
                </c:pt>
                <c:pt idx="151">
                  <c:v>37469</c:v>
                </c:pt>
                <c:pt idx="152">
                  <c:v>37500</c:v>
                </c:pt>
                <c:pt idx="153">
                  <c:v>37530</c:v>
                </c:pt>
                <c:pt idx="154">
                  <c:v>37561</c:v>
                </c:pt>
                <c:pt idx="155">
                  <c:v>37591</c:v>
                </c:pt>
                <c:pt idx="156">
                  <c:v>37622</c:v>
                </c:pt>
                <c:pt idx="157">
                  <c:v>37653</c:v>
                </c:pt>
                <c:pt idx="158">
                  <c:v>37681</c:v>
                </c:pt>
                <c:pt idx="159">
                  <c:v>37712</c:v>
                </c:pt>
                <c:pt idx="160">
                  <c:v>37742</c:v>
                </c:pt>
                <c:pt idx="161">
                  <c:v>37773</c:v>
                </c:pt>
                <c:pt idx="162">
                  <c:v>37803</c:v>
                </c:pt>
                <c:pt idx="163">
                  <c:v>37834</c:v>
                </c:pt>
                <c:pt idx="164">
                  <c:v>37865</c:v>
                </c:pt>
                <c:pt idx="165">
                  <c:v>37895</c:v>
                </c:pt>
                <c:pt idx="166">
                  <c:v>37926</c:v>
                </c:pt>
                <c:pt idx="167">
                  <c:v>37956</c:v>
                </c:pt>
                <c:pt idx="168">
                  <c:v>37987</c:v>
                </c:pt>
                <c:pt idx="169">
                  <c:v>38018</c:v>
                </c:pt>
                <c:pt idx="170">
                  <c:v>38047</c:v>
                </c:pt>
                <c:pt idx="171">
                  <c:v>38078</c:v>
                </c:pt>
                <c:pt idx="172">
                  <c:v>38108</c:v>
                </c:pt>
                <c:pt idx="173">
                  <c:v>38139</c:v>
                </c:pt>
                <c:pt idx="174">
                  <c:v>38169</c:v>
                </c:pt>
                <c:pt idx="175">
                  <c:v>38200</c:v>
                </c:pt>
                <c:pt idx="176">
                  <c:v>38231</c:v>
                </c:pt>
                <c:pt idx="177">
                  <c:v>38261</c:v>
                </c:pt>
                <c:pt idx="178">
                  <c:v>38292</c:v>
                </c:pt>
                <c:pt idx="179">
                  <c:v>38322</c:v>
                </c:pt>
                <c:pt idx="180">
                  <c:v>38353</c:v>
                </c:pt>
                <c:pt idx="181">
                  <c:v>38384</c:v>
                </c:pt>
                <c:pt idx="182">
                  <c:v>38412</c:v>
                </c:pt>
                <c:pt idx="183">
                  <c:v>38443</c:v>
                </c:pt>
                <c:pt idx="184">
                  <c:v>38473</c:v>
                </c:pt>
                <c:pt idx="185">
                  <c:v>38504</c:v>
                </c:pt>
                <c:pt idx="186">
                  <c:v>38534</c:v>
                </c:pt>
                <c:pt idx="187">
                  <c:v>38565</c:v>
                </c:pt>
                <c:pt idx="188">
                  <c:v>38596</c:v>
                </c:pt>
                <c:pt idx="189">
                  <c:v>38626</c:v>
                </c:pt>
                <c:pt idx="190">
                  <c:v>38657</c:v>
                </c:pt>
                <c:pt idx="191">
                  <c:v>38687</c:v>
                </c:pt>
                <c:pt idx="192">
                  <c:v>38718</c:v>
                </c:pt>
                <c:pt idx="193">
                  <c:v>38749</c:v>
                </c:pt>
                <c:pt idx="194">
                  <c:v>38777</c:v>
                </c:pt>
                <c:pt idx="195">
                  <c:v>38808</c:v>
                </c:pt>
                <c:pt idx="196">
                  <c:v>38838</c:v>
                </c:pt>
                <c:pt idx="197">
                  <c:v>38869</c:v>
                </c:pt>
                <c:pt idx="198">
                  <c:v>38899</c:v>
                </c:pt>
                <c:pt idx="199">
                  <c:v>38930</c:v>
                </c:pt>
                <c:pt idx="200">
                  <c:v>38961</c:v>
                </c:pt>
                <c:pt idx="201">
                  <c:v>38991</c:v>
                </c:pt>
                <c:pt idx="202">
                  <c:v>39022</c:v>
                </c:pt>
                <c:pt idx="203">
                  <c:v>39052</c:v>
                </c:pt>
                <c:pt idx="204">
                  <c:v>39083</c:v>
                </c:pt>
                <c:pt idx="205">
                  <c:v>39114</c:v>
                </c:pt>
                <c:pt idx="206">
                  <c:v>39142</c:v>
                </c:pt>
                <c:pt idx="207">
                  <c:v>39173</c:v>
                </c:pt>
                <c:pt idx="208">
                  <c:v>39203</c:v>
                </c:pt>
                <c:pt idx="209">
                  <c:v>39234</c:v>
                </c:pt>
                <c:pt idx="210">
                  <c:v>39264</c:v>
                </c:pt>
                <c:pt idx="211">
                  <c:v>39295</c:v>
                </c:pt>
                <c:pt idx="212">
                  <c:v>39326</c:v>
                </c:pt>
                <c:pt idx="213">
                  <c:v>39356</c:v>
                </c:pt>
                <c:pt idx="214">
                  <c:v>39387</c:v>
                </c:pt>
                <c:pt idx="215">
                  <c:v>39417</c:v>
                </c:pt>
                <c:pt idx="216">
                  <c:v>39448</c:v>
                </c:pt>
                <c:pt idx="217">
                  <c:v>39479</c:v>
                </c:pt>
                <c:pt idx="218">
                  <c:v>39508</c:v>
                </c:pt>
                <c:pt idx="219">
                  <c:v>39539</c:v>
                </c:pt>
                <c:pt idx="220">
                  <c:v>39569</c:v>
                </c:pt>
                <c:pt idx="221">
                  <c:v>39600</c:v>
                </c:pt>
                <c:pt idx="222">
                  <c:v>39630</c:v>
                </c:pt>
                <c:pt idx="223">
                  <c:v>39661</c:v>
                </c:pt>
                <c:pt idx="224">
                  <c:v>39692</c:v>
                </c:pt>
                <c:pt idx="225">
                  <c:v>39722</c:v>
                </c:pt>
                <c:pt idx="226">
                  <c:v>39753</c:v>
                </c:pt>
                <c:pt idx="227">
                  <c:v>39783</c:v>
                </c:pt>
                <c:pt idx="228">
                  <c:v>39814</c:v>
                </c:pt>
                <c:pt idx="229">
                  <c:v>39845</c:v>
                </c:pt>
                <c:pt idx="230">
                  <c:v>39873</c:v>
                </c:pt>
                <c:pt idx="231">
                  <c:v>39904</c:v>
                </c:pt>
                <c:pt idx="232">
                  <c:v>39934</c:v>
                </c:pt>
                <c:pt idx="233">
                  <c:v>39965</c:v>
                </c:pt>
                <c:pt idx="234">
                  <c:v>39995</c:v>
                </c:pt>
                <c:pt idx="235">
                  <c:v>40026</c:v>
                </c:pt>
                <c:pt idx="236">
                  <c:v>40057</c:v>
                </c:pt>
                <c:pt idx="237">
                  <c:v>40087</c:v>
                </c:pt>
                <c:pt idx="238">
                  <c:v>40118</c:v>
                </c:pt>
                <c:pt idx="239">
                  <c:v>40148</c:v>
                </c:pt>
                <c:pt idx="240">
                  <c:v>40179</c:v>
                </c:pt>
                <c:pt idx="241">
                  <c:v>40210</c:v>
                </c:pt>
                <c:pt idx="242">
                  <c:v>40238</c:v>
                </c:pt>
                <c:pt idx="243">
                  <c:v>40269</c:v>
                </c:pt>
                <c:pt idx="244">
                  <c:v>40299</c:v>
                </c:pt>
                <c:pt idx="245">
                  <c:v>40330</c:v>
                </c:pt>
                <c:pt idx="246">
                  <c:v>40360</c:v>
                </c:pt>
                <c:pt idx="247">
                  <c:v>40391</c:v>
                </c:pt>
                <c:pt idx="248">
                  <c:v>40422</c:v>
                </c:pt>
                <c:pt idx="249">
                  <c:v>40452</c:v>
                </c:pt>
                <c:pt idx="250">
                  <c:v>40483</c:v>
                </c:pt>
                <c:pt idx="251">
                  <c:v>40513</c:v>
                </c:pt>
                <c:pt idx="252">
                  <c:v>40544</c:v>
                </c:pt>
                <c:pt idx="253">
                  <c:v>40575</c:v>
                </c:pt>
                <c:pt idx="254">
                  <c:v>40603</c:v>
                </c:pt>
                <c:pt idx="255">
                  <c:v>40634</c:v>
                </c:pt>
                <c:pt idx="256">
                  <c:v>40664</c:v>
                </c:pt>
                <c:pt idx="257">
                  <c:v>40695</c:v>
                </c:pt>
                <c:pt idx="258">
                  <c:v>40725</c:v>
                </c:pt>
                <c:pt idx="259">
                  <c:v>40756</c:v>
                </c:pt>
                <c:pt idx="260">
                  <c:v>40787</c:v>
                </c:pt>
                <c:pt idx="261">
                  <c:v>40817</c:v>
                </c:pt>
                <c:pt idx="262">
                  <c:v>40848</c:v>
                </c:pt>
                <c:pt idx="263">
                  <c:v>40878</c:v>
                </c:pt>
                <c:pt idx="264">
                  <c:v>40909</c:v>
                </c:pt>
                <c:pt idx="265">
                  <c:v>40940</c:v>
                </c:pt>
                <c:pt idx="266">
                  <c:v>40969</c:v>
                </c:pt>
                <c:pt idx="267">
                  <c:v>41000</c:v>
                </c:pt>
                <c:pt idx="268">
                  <c:v>41030</c:v>
                </c:pt>
                <c:pt idx="269">
                  <c:v>41061</c:v>
                </c:pt>
                <c:pt idx="270">
                  <c:v>41091</c:v>
                </c:pt>
                <c:pt idx="271">
                  <c:v>41122</c:v>
                </c:pt>
                <c:pt idx="272">
                  <c:v>41153</c:v>
                </c:pt>
                <c:pt idx="273">
                  <c:v>41183</c:v>
                </c:pt>
                <c:pt idx="274">
                  <c:v>41214</c:v>
                </c:pt>
                <c:pt idx="275">
                  <c:v>41244</c:v>
                </c:pt>
                <c:pt idx="276">
                  <c:v>41275</c:v>
                </c:pt>
                <c:pt idx="277">
                  <c:v>41306</c:v>
                </c:pt>
                <c:pt idx="278">
                  <c:v>41334</c:v>
                </c:pt>
                <c:pt idx="279">
                  <c:v>41365</c:v>
                </c:pt>
                <c:pt idx="280">
                  <c:v>41395</c:v>
                </c:pt>
                <c:pt idx="281">
                  <c:v>41426</c:v>
                </c:pt>
                <c:pt idx="282">
                  <c:v>41456</c:v>
                </c:pt>
                <c:pt idx="283">
                  <c:v>41487</c:v>
                </c:pt>
                <c:pt idx="284">
                  <c:v>41518</c:v>
                </c:pt>
                <c:pt idx="285">
                  <c:v>41548</c:v>
                </c:pt>
                <c:pt idx="286">
                  <c:v>41579</c:v>
                </c:pt>
                <c:pt idx="287">
                  <c:v>41609</c:v>
                </c:pt>
                <c:pt idx="288">
                  <c:v>41640</c:v>
                </c:pt>
                <c:pt idx="289">
                  <c:v>41671</c:v>
                </c:pt>
                <c:pt idx="290">
                  <c:v>41699</c:v>
                </c:pt>
                <c:pt idx="291">
                  <c:v>41730</c:v>
                </c:pt>
                <c:pt idx="292">
                  <c:v>41760</c:v>
                </c:pt>
                <c:pt idx="293">
                  <c:v>41791</c:v>
                </c:pt>
                <c:pt idx="294">
                  <c:v>41821</c:v>
                </c:pt>
                <c:pt idx="295">
                  <c:v>41852</c:v>
                </c:pt>
                <c:pt idx="296">
                  <c:v>41883</c:v>
                </c:pt>
                <c:pt idx="297">
                  <c:v>41913</c:v>
                </c:pt>
                <c:pt idx="298">
                  <c:v>41944</c:v>
                </c:pt>
                <c:pt idx="299">
                  <c:v>41974</c:v>
                </c:pt>
                <c:pt idx="300">
                  <c:v>42005</c:v>
                </c:pt>
                <c:pt idx="301">
                  <c:v>42036</c:v>
                </c:pt>
                <c:pt idx="302">
                  <c:v>42064</c:v>
                </c:pt>
                <c:pt idx="303">
                  <c:v>42095</c:v>
                </c:pt>
                <c:pt idx="304">
                  <c:v>42125</c:v>
                </c:pt>
                <c:pt idx="305">
                  <c:v>42156</c:v>
                </c:pt>
                <c:pt idx="306">
                  <c:v>42186</c:v>
                </c:pt>
                <c:pt idx="307">
                  <c:v>42217</c:v>
                </c:pt>
                <c:pt idx="308">
                  <c:v>42248</c:v>
                </c:pt>
                <c:pt idx="309">
                  <c:v>42278</c:v>
                </c:pt>
                <c:pt idx="310">
                  <c:v>42309</c:v>
                </c:pt>
                <c:pt idx="311">
                  <c:v>42339</c:v>
                </c:pt>
                <c:pt idx="312">
                  <c:v>42370</c:v>
                </c:pt>
                <c:pt idx="313">
                  <c:v>42401</c:v>
                </c:pt>
                <c:pt idx="314">
                  <c:v>42430</c:v>
                </c:pt>
                <c:pt idx="315">
                  <c:v>42461</c:v>
                </c:pt>
                <c:pt idx="316">
                  <c:v>42491</c:v>
                </c:pt>
                <c:pt idx="317">
                  <c:v>42522</c:v>
                </c:pt>
                <c:pt idx="318">
                  <c:v>42552</c:v>
                </c:pt>
                <c:pt idx="319">
                  <c:v>42583</c:v>
                </c:pt>
                <c:pt idx="320">
                  <c:v>42614</c:v>
                </c:pt>
              </c:numCache>
            </c:numRef>
          </c:cat>
          <c:val>
            <c:numRef>
              <c:f>Sheet1!$B$2:$B$322</c:f>
              <c:numCache>
                <c:formatCode>0.00</c:formatCode>
                <c:ptCount val="321"/>
                <c:pt idx="0">
                  <c:v>163.613333333333</c:v>
                </c:pt>
                <c:pt idx="1">
                  <c:v>163.916666666666</c:v>
                </c:pt>
                <c:pt idx="2">
                  <c:v>164.22</c:v>
                </c:pt>
                <c:pt idx="3">
                  <c:v>164.44333333333299</c:v>
                </c:pt>
                <c:pt idx="4">
                  <c:v>164.666666666666</c:v>
                </c:pt>
                <c:pt idx="5">
                  <c:v>164.89</c:v>
                </c:pt>
                <c:pt idx="6">
                  <c:v>165.22333333333299</c:v>
                </c:pt>
                <c:pt idx="7">
                  <c:v>165.55666666666599</c:v>
                </c:pt>
                <c:pt idx="8">
                  <c:v>165.89</c:v>
                </c:pt>
                <c:pt idx="9">
                  <c:v>165.673333333334</c:v>
                </c:pt>
                <c:pt idx="10">
                  <c:v>165.45666666666699</c:v>
                </c:pt>
                <c:pt idx="11">
                  <c:v>165.24</c:v>
                </c:pt>
                <c:pt idx="12">
                  <c:v>165.70333333333301</c:v>
                </c:pt>
                <c:pt idx="13">
                  <c:v>166.166666666666</c:v>
                </c:pt>
                <c:pt idx="14">
                  <c:v>166.63</c:v>
                </c:pt>
                <c:pt idx="15">
                  <c:v>167.00333333333299</c:v>
                </c:pt>
                <c:pt idx="16">
                  <c:v>167.37666666666601</c:v>
                </c:pt>
                <c:pt idx="17">
                  <c:v>167.75</c:v>
                </c:pt>
                <c:pt idx="18">
                  <c:v>167.84333333333299</c:v>
                </c:pt>
                <c:pt idx="19">
                  <c:v>167.93666666666601</c:v>
                </c:pt>
                <c:pt idx="20">
                  <c:v>168.03</c:v>
                </c:pt>
                <c:pt idx="21">
                  <c:v>168.82</c:v>
                </c:pt>
                <c:pt idx="22">
                  <c:v>169.61</c:v>
                </c:pt>
                <c:pt idx="23">
                  <c:v>170.4</c:v>
                </c:pt>
                <c:pt idx="24">
                  <c:v>170.84</c:v>
                </c:pt>
                <c:pt idx="25">
                  <c:v>171.28</c:v>
                </c:pt>
                <c:pt idx="26">
                  <c:v>171.72</c:v>
                </c:pt>
                <c:pt idx="27">
                  <c:v>171.71</c:v>
                </c:pt>
                <c:pt idx="28">
                  <c:v>171.7</c:v>
                </c:pt>
                <c:pt idx="29">
                  <c:v>171.69</c:v>
                </c:pt>
                <c:pt idx="30">
                  <c:v>172.34</c:v>
                </c:pt>
                <c:pt idx="31">
                  <c:v>172.99</c:v>
                </c:pt>
                <c:pt idx="32">
                  <c:v>173.64</c:v>
                </c:pt>
                <c:pt idx="33">
                  <c:v>173.93666666666601</c:v>
                </c:pt>
                <c:pt idx="34">
                  <c:v>174.23333333333301</c:v>
                </c:pt>
                <c:pt idx="35">
                  <c:v>174.53</c:v>
                </c:pt>
                <c:pt idx="36">
                  <c:v>174.55</c:v>
                </c:pt>
                <c:pt idx="37">
                  <c:v>174.57</c:v>
                </c:pt>
                <c:pt idx="38">
                  <c:v>174.59</c:v>
                </c:pt>
                <c:pt idx="39">
                  <c:v>175.143333333333</c:v>
                </c:pt>
                <c:pt idx="40">
                  <c:v>175.696666666666</c:v>
                </c:pt>
                <c:pt idx="41">
                  <c:v>176.25</c:v>
                </c:pt>
                <c:pt idx="42">
                  <c:v>176.72333333333299</c:v>
                </c:pt>
                <c:pt idx="43">
                  <c:v>177.196666666666</c:v>
                </c:pt>
                <c:pt idx="44">
                  <c:v>177.67</c:v>
                </c:pt>
                <c:pt idx="45">
                  <c:v>178.15666666666601</c:v>
                </c:pt>
                <c:pt idx="46">
                  <c:v>178.643333333333</c:v>
                </c:pt>
                <c:pt idx="47">
                  <c:v>179.13</c:v>
                </c:pt>
                <c:pt idx="48">
                  <c:v>179.51333333333301</c:v>
                </c:pt>
                <c:pt idx="49">
                  <c:v>179.89666666666599</c:v>
                </c:pt>
                <c:pt idx="50">
                  <c:v>180.28</c:v>
                </c:pt>
                <c:pt idx="51">
                  <c:v>180.64666666666599</c:v>
                </c:pt>
                <c:pt idx="52">
                  <c:v>181.01333333333301</c:v>
                </c:pt>
                <c:pt idx="53">
                  <c:v>181.38</c:v>
                </c:pt>
                <c:pt idx="54">
                  <c:v>181.63</c:v>
                </c:pt>
                <c:pt idx="55">
                  <c:v>181.88</c:v>
                </c:pt>
                <c:pt idx="56">
                  <c:v>182.13</c:v>
                </c:pt>
                <c:pt idx="57">
                  <c:v>182.07333333333401</c:v>
                </c:pt>
                <c:pt idx="58">
                  <c:v>182.01666666666699</c:v>
                </c:pt>
                <c:pt idx="59">
                  <c:v>181.96</c:v>
                </c:pt>
                <c:pt idx="60">
                  <c:v>182.28666666666601</c:v>
                </c:pt>
                <c:pt idx="61">
                  <c:v>182.613333333333</c:v>
                </c:pt>
                <c:pt idx="62">
                  <c:v>182.94</c:v>
                </c:pt>
                <c:pt idx="63">
                  <c:v>183.933333333333</c:v>
                </c:pt>
                <c:pt idx="64">
                  <c:v>184.92666666666599</c:v>
                </c:pt>
                <c:pt idx="65">
                  <c:v>185.92</c:v>
                </c:pt>
                <c:pt idx="66">
                  <c:v>186.87</c:v>
                </c:pt>
                <c:pt idx="67">
                  <c:v>187.82</c:v>
                </c:pt>
                <c:pt idx="68">
                  <c:v>188.77</c:v>
                </c:pt>
                <c:pt idx="69">
                  <c:v>189.266666666666</c:v>
                </c:pt>
                <c:pt idx="70">
                  <c:v>189.76333333333301</c:v>
                </c:pt>
                <c:pt idx="71">
                  <c:v>190.26</c:v>
                </c:pt>
                <c:pt idx="72">
                  <c:v>190.97666666666601</c:v>
                </c:pt>
                <c:pt idx="73">
                  <c:v>191.69333333333299</c:v>
                </c:pt>
                <c:pt idx="74">
                  <c:v>192.41</c:v>
                </c:pt>
                <c:pt idx="75">
                  <c:v>192.516666666666</c:v>
                </c:pt>
                <c:pt idx="76">
                  <c:v>192.62333333333299</c:v>
                </c:pt>
                <c:pt idx="77">
                  <c:v>192.73</c:v>
                </c:pt>
                <c:pt idx="78">
                  <c:v>193.023333333333</c:v>
                </c:pt>
                <c:pt idx="79">
                  <c:v>193.31666666666601</c:v>
                </c:pt>
                <c:pt idx="80">
                  <c:v>193.61</c:v>
                </c:pt>
                <c:pt idx="81">
                  <c:v>194.106666666666</c:v>
                </c:pt>
                <c:pt idx="82">
                  <c:v>194.60333333333301</c:v>
                </c:pt>
                <c:pt idx="83">
                  <c:v>195.1</c:v>
                </c:pt>
                <c:pt idx="84">
                  <c:v>195.643333333333</c:v>
                </c:pt>
                <c:pt idx="85">
                  <c:v>196.18666666666601</c:v>
                </c:pt>
                <c:pt idx="86">
                  <c:v>196.73</c:v>
                </c:pt>
                <c:pt idx="87">
                  <c:v>197.28</c:v>
                </c:pt>
                <c:pt idx="88">
                  <c:v>197.83</c:v>
                </c:pt>
                <c:pt idx="89">
                  <c:v>198.38</c:v>
                </c:pt>
                <c:pt idx="90">
                  <c:v>199.29333333333301</c:v>
                </c:pt>
                <c:pt idx="91">
                  <c:v>200.206666666666</c:v>
                </c:pt>
                <c:pt idx="92">
                  <c:v>201.12</c:v>
                </c:pt>
                <c:pt idx="93">
                  <c:v>201.986666666666</c:v>
                </c:pt>
                <c:pt idx="94">
                  <c:v>202.85333333333301</c:v>
                </c:pt>
                <c:pt idx="95">
                  <c:v>203.72</c:v>
                </c:pt>
                <c:pt idx="96">
                  <c:v>204.73333333333301</c:v>
                </c:pt>
                <c:pt idx="97">
                  <c:v>205.74666666666599</c:v>
                </c:pt>
                <c:pt idx="98">
                  <c:v>206.76</c:v>
                </c:pt>
                <c:pt idx="99">
                  <c:v>207.38</c:v>
                </c:pt>
                <c:pt idx="100">
                  <c:v>208</c:v>
                </c:pt>
                <c:pt idx="101">
                  <c:v>208.62</c:v>
                </c:pt>
                <c:pt idx="102">
                  <c:v>209.59</c:v>
                </c:pt>
                <c:pt idx="103">
                  <c:v>210.56</c:v>
                </c:pt>
                <c:pt idx="104">
                  <c:v>211.53</c:v>
                </c:pt>
                <c:pt idx="105">
                  <c:v>212.36666666666599</c:v>
                </c:pt>
                <c:pt idx="106">
                  <c:v>213.20333333333301</c:v>
                </c:pt>
                <c:pt idx="107">
                  <c:v>214.04</c:v>
                </c:pt>
                <c:pt idx="108">
                  <c:v>214.79333333333301</c:v>
                </c:pt>
                <c:pt idx="109">
                  <c:v>215.546666666666</c:v>
                </c:pt>
                <c:pt idx="110">
                  <c:v>216.3</c:v>
                </c:pt>
                <c:pt idx="111">
                  <c:v>217.266666666666</c:v>
                </c:pt>
                <c:pt idx="112">
                  <c:v>218.23333333333301</c:v>
                </c:pt>
                <c:pt idx="113">
                  <c:v>219.2</c:v>
                </c:pt>
                <c:pt idx="114">
                  <c:v>220.23333333333301</c:v>
                </c:pt>
                <c:pt idx="115">
                  <c:v>221.266666666666</c:v>
                </c:pt>
                <c:pt idx="116">
                  <c:v>222.3</c:v>
                </c:pt>
                <c:pt idx="117">
                  <c:v>223.06666666666601</c:v>
                </c:pt>
                <c:pt idx="118">
                  <c:v>223.833333333333</c:v>
                </c:pt>
                <c:pt idx="119">
                  <c:v>224.6</c:v>
                </c:pt>
                <c:pt idx="120">
                  <c:v>226.03</c:v>
                </c:pt>
                <c:pt idx="121">
                  <c:v>227.46</c:v>
                </c:pt>
                <c:pt idx="122">
                  <c:v>228.89</c:v>
                </c:pt>
                <c:pt idx="123">
                  <c:v>230.13333333333301</c:v>
                </c:pt>
                <c:pt idx="124">
                  <c:v>231.37666666666601</c:v>
                </c:pt>
                <c:pt idx="125">
                  <c:v>232.62</c:v>
                </c:pt>
                <c:pt idx="126">
                  <c:v>234.03</c:v>
                </c:pt>
                <c:pt idx="127">
                  <c:v>235.44</c:v>
                </c:pt>
                <c:pt idx="128">
                  <c:v>236.85</c:v>
                </c:pt>
                <c:pt idx="129">
                  <c:v>238.06666666666601</c:v>
                </c:pt>
                <c:pt idx="130">
                  <c:v>239.28333333333299</c:v>
                </c:pt>
                <c:pt idx="131">
                  <c:v>240.5</c:v>
                </c:pt>
                <c:pt idx="132">
                  <c:v>242.47666666666601</c:v>
                </c:pt>
                <c:pt idx="133">
                  <c:v>244.45333333333301</c:v>
                </c:pt>
                <c:pt idx="134">
                  <c:v>246.43</c:v>
                </c:pt>
                <c:pt idx="135">
                  <c:v>247.80666666666599</c:v>
                </c:pt>
                <c:pt idx="136">
                  <c:v>249.183333333333</c:v>
                </c:pt>
                <c:pt idx="137">
                  <c:v>250.56</c:v>
                </c:pt>
                <c:pt idx="138">
                  <c:v>251.85333333333301</c:v>
                </c:pt>
                <c:pt idx="139">
                  <c:v>253.14666666666599</c:v>
                </c:pt>
                <c:pt idx="140">
                  <c:v>254.44</c:v>
                </c:pt>
                <c:pt idx="141">
                  <c:v>255.49</c:v>
                </c:pt>
                <c:pt idx="142">
                  <c:v>256.54000000000002</c:v>
                </c:pt>
                <c:pt idx="143">
                  <c:v>257.58999999999997</c:v>
                </c:pt>
                <c:pt idx="144">
                  <c:v>258.82666666666597</c:v>
                </c:pt>
                <c:pt idx="145">
                  <c:v>260.06333333333299</c:v>
                </c:pt>
                <c:pt idx="146">
                  <c:v>261.3</c:v>
                </c:pt>
                <c:pt idx="147">
                  <c:v>262.77666666666602</c:v>
                </c:pt>
                <c:pt idx="148">
                  <c:v>264.25333333333299</c:v>
                </c:pt>
                <c:pt idx="149">
                  <c:v>265.73</c:v>
                </c:pt>
                <c:pt idx="150">
                  <c:v>267.49</c:v>
                </c:pt>
                <c:pt idx="151">
                  <c:v>269.25</c:v>
                </c:pt>
                <c:pt idx="152">
                  <c:v>271.01</c:v>
                </c:pt>
                <c:pt idx="153">
                  <c:v>272.29333333333301</c:v>
                </c:pt>
                <c:pt idx="154">
                  <c:v>273.57666666666597</c:v>
                </c:pt>
                <c:pt idx="155">
                  <c:v>274.86</c:v>
                </c:pt>
                <c:pt idx="156">
                  <c:v>275.97666666666601</c:v>
                </c:pt>
                <c:pt idx="157">
                  <c:v>277.09333333333302</c:v>
                </c:pt>
                <c:pt idx="158">
                  <c:v>278.20999999999998</c:v>
                </c:pt>
                <c:pt idx="159">
                  <c:v>279.33666666666602</c:v>
                </c:pt>
                <c:pt idx="160">
                  <c:v>280.46333333333303</c:v>
                </c:pt>
                <c:pt idx="161">
                  <c:v>281.58999999999997</c:v>
                </c:pt>
                <c:pt idx="162">
                  <c:v>283.02666666666602</c:v>
                </c:pt>
                <c:pt idx="163">
                  <c:v>284.46333333333303</c:v>
                </c:pt>
                <c:pt idx="164">
                  <c:v>285.89999999999998</c:v>
                </c:pt>
                <c:pt idx="165">
                  <c:v>288.58999999999997</c:v>
                </c:pt>
                <c:pt idx="166">
                  <c:v>291.27999999999997</c:v>
                </c:pt>
                <c:pt idx="167">
                  <c:v>293.97000000000003</c:v>
                </c:pt>
                <c:pt idx="168">
                  <c:v>295.5</c:v>
                </c:pt>
                <c:pt idx="169">
                  <c:v>297.02999999999997</c:v>
                </c:pt>
                <c:pt idx="170">
                  <c:v>298.56</c:v>
                </c:pt>
                <c:pt idx="171">
                  <c:v>300.97333333333302</c:v>
                </c:pt>
                <c:pt idx="172">
                  <c:v>303.38666666666597</c:v>
                </c:pt>
                <c:pt idx="173">
                  <c:v>305.8</c:v>
                </c:pt>
                <c:pt idx="174">
                  <c:v>309.7</c:v>
                </c:pt>
                <c:pt idx="175">
                  <c:v>313.60000000000002</c:v>
                </c:pt>
                <c:pt idx="176">
                  <c:v>317.5</c:v>
                </c:pt>
                <c:pt idx="177">
                  <c:v>319.75</c:v>
                </c:pt>
                <c:pt idx="178">
                  <c:v>322</c:v>
                </c:pt>
                <c:pt idx="179">
                  <c:v>324.25</c:v>
                </c:pt>
                <c:pt idx="180">
                  <c:v>326.736666666666</c:v>
                </c:pt>
                <c:pt idx="181">
                  <c:v>329.22333333333302</c:v>
                </c:pt>
                <c:pt idx="182">
                  <c:v>331.71</c:v>
                </c:pt>
                <c:pt idx="183">
                  <c:v>335.243333333333</c:v>
                </c:pt>
                <c:pt idx="184">
                  <c:v>338.77666666666602</c:v>
                </c:pt>
                <c:pt idx="185">
                  <c:v>342.31</c:v>
                </c:pt>
                <c:pt idx="186">
                  <c:v>345.75</c:v>
                </c:pt>
                <c:pt idx="187">
                  <c:v>349.19</c:v>
                </c:pt>
                <c:pt idx="188">
                  <c:v>352.63</c:v>
                </c:pt>
                <c:pt idx="189">
                  <c:v>355.28666666666601</c:v>
                </c:pt>
                <c:pt idx="190">
                  <c:v>357.94333333333299</c:v>
                </c:pt>
                <c:pt idx="191">
                  <c:v>360.6</c:v>
                </c:pt>
                <c:pt idx="192">
                  <c:v>362.52</c:v>
                </c:pt>
                <c:pt idx="193">
                  <c:v>364.44</c:v>
                </c:pt>
                <c:pt idx="194">
                  <c:v>366.36</c:v>
                </c:pt>
                <c:pt idx="195">
                  <c:v>367.60333333333301</c:v>
                </c:pt>
                <c:pt idx="196">
                  <c:v>368.84666666666601</c:v>
                </c:pt>
                <c:pt idx="197">
                  <c:v>370.09</c:v>
                </c:pt>
                <c:pt idx="198">
                  <c:v>371.12666666666598</c:v>
                </c:pt>
                <c:pt idx="199">
                  <c:v>372.16333333333301</c:v>
                </c:pt>
                <c:pt idx="200">
                  <c:v>373.2</c:v>
                </c:pt>
                <c:pt idx="201">
                  <c:v>374.46</c:v>
                </c:pt>
                <c:pt idx="202">
                  <c:v>375.72</c:v>
                </c:pt>
                <c:pt idx="203">
                  <c:v>376.98</c:v>
                </c:pt>
                <c:pt idx="204">
                  <c:v>377.44666666666598</c:v>
                </c:pt>
                <c:pt idx="205">
                  <c:v>377.91333333333301</c:v>
                </c:pt>
                <c:pt idx="206">
                  <c:v>378.38</c:v>
                </c:pt>
                <c:pt idx="207">
                  <c:v>378.3</c:v>
                </c:pt>
                <c:pt idx="208">
                  <c:v>378.22</c:v>
                </c:pt>
                <c:pt idx="209">
                  <c:v>378.14</c:v>
                </c:pt>
                <c:pt idx="210">
                  <c:v>376.74666666666701</c:v>
                </c:pt>
                <c:pt idx="211">
                  <c:v>375.35333333333398</c:v>
                </c:pt>
                <c:pt idx="212">
                  <c:v>373.96</c:v>
                </c:pt>
                <c:pt idx="213">
                  <c:v>373.6</c:v>
                </c:pt>
                <c:pt idx="214">
                  <c:v>373.24</c:v>
                </c:pt>
                <c:pt idx="215">
                  <c:v>372.88</c:v>
                </c:pt>
                <c:pt idx="216">
                  <c:v>372.006666666667</c:v>
                </c:pt>
                <c:pt idx="217">
                  <c:v>371.13333333333401</c:v>
                </c:pt>
                <c:pt idx="218">
                  <c:v>370.26</c:v>
                </c:pt>
                <c:pt idx="219">
                  <c:v>367.19333333333401</c:v>
                </c:pt>
                <c:pt idx="220">
                  <c:v>364.12666666666701</c:v>
                </c:pt>
                <c:pt idx="221">
                  <c:v>361.06</c:v>
                </c:pt>
                <c:pt idx="222">
                  <c:v>357.30333333333402</c:v>
                </c:pt>
                <c:pt idx="223">
                  <c:v>353.54666666666702</c:v>
                </c:pt>
                <c:pt idx="224">
                  <c:v>349.79</c:v>
                </c:pt>
                <c:pt idx="225">
                  <c:v>348.74333333333402</c:v>
                </c:pt>
                <c:pt idx="226">
                  <c:v>347.696666666667</c:v>
                </c:pt>
                <c:pt idx="227">
                  <c:v>346.65</c:v>
                </c:pt>
                <c:pt idx="228">
                  <c:v>347.50666666666598</c:v>
                </c:pt>
                <c:pt idx="229">
                  <c:v>348.363333333333</c:v>
                </c:pt>
                <c:pt idx="230">
                  <c:v>349.22</c:v>
                </c:pt>
                <c:pt idx="231">
                  <c:v>346.13333333333401</c:v>
                </c:pt>
                <c:pt idx="232">
                  <c:v>343.04666666666702</c:v>
                </c:pt>
                <c:pt idx="233">
                  <c:v>339.96</c:v>
                </c:pt>
                <c:pt idx="234">
                  <c:v>336.96666666666698</c:v>
                </c:pt>
                <c:pt idx="235">
                  <c:v>333.97333333333398</c:v>
                </c:pt>
                <c:pt idx="236">
                  <c:v>330.98</c:v>
                </c:pt>
                <c:pt idx="237">
                  <c:v>330.18</c:v>
                </c:pt>
                <c:pt idx="238">
                  <c:v>329.38</c:v>
                </c:pt>
                <c:pt idx="239">
                  <c:v>328.58</c:v>
                </c:pt>
                <c:pt idx="240">
                  <c:v>327.26666666666699</c:v>
                </c:pt>
                <c:pt idx="241">
                  <c:v>325.953333333334</c:v>
                </c:pt>
                <c:pt idx="242">
                  <c:v>324.64</c:v>
                </c:pt>
                <c:pt idx="243">
                  <c:v>323.67666666666702</c:v>
                </c:pt>
                <c:pt idx="244">
                  <c:v>322.71333333333399</c:v>
                </c:pt>
                <c:pt idx="245">
                  <c:v>321.75</c:v>
                </c:pt>
                <c:pt idx="246">
                  <c:v>322.78333333333302</c:v>
                </c:pt>
                <c:pt idx="247">
                  <c:v>323.81666666666598</c:v>
                </c:pt>
                <c:pt idx="248">
                  <c:v>324.85000000000002</c:v>
                </c:pt>
                <c:pt idx="249">
                  <c:v>324.07333333333401</c:v>
                </c:pt>
                <c:pt idx="250">
                  <c:v>323.29666666666702</c:v>
                </c:pt>
                <c:pt idx="251">
                  <c:v>322.52</c:v>
                </c:pt>
                <c:pt idx="252">
                  <c:v>319.56</c:v>
                </c:pt>
                <c:pt idx="253">
                  <c:v>316.60000000000002</c:v>
                </c:pt>
                <c:pt idx="254">
                  <c:v>313.64</c:v>
                </c:pt>
                <c:pt idx="255">
                  <c:v>311.86666666666702</c:v>
                </c:pt>
                <c:pt idx="256">
                  <c:v>310.09333333333399</c:v>
                </c:pt>
                <c:pt idx="257">
                  <c:v>308.32</c:v>
                </c:pt>
                <c:pt idx="258">
                  <c:v>309.12</c:v>
                </c:pt>
                <c:pt idx="259">
                  <c:v>309.92</c:v>
                </c:pt>
                <c:pt idx="260">
                  <c:v>310.72000000000003</c:v>
                </c:pt>
                <c:pt idx="261">
                  <c:v>311.19333333333299</c:v>
                </c:pt>
                <c:pt idx="262">
                  <c:v>311.666666666666</c:v>
                </c:pt>
                <c:pt idx="263">
                  <c:v>312.14</c:v>
                </c:pt>
                <c:pt idx="264">
                  <c:v>311.066666666667</c:v>
                </c:pt>
                <c:pt idx="265">
                  <c:v>309.99333333333402</c:v>
                </c:pt>
                <c:pt idx="266">
                  <c:v>308.92</c:v>
                </c:pt>
                <c:pt idx="267">
                  <c:v>308.54000000000002</c:v>
                </c:pt>
                <c:pt idx="268">
                  <c:v>308.16000000000003</c:v>
                </c:pt>
                <c:pt idx="269">
                  <c:v>307.77999999999997</c:v>
                </c:pt>
                <c:pt idx="270">
                  <c:v>309.10333333333301</c:v>
                </c:pt>
                <c:pt idx="271">
                  <c:v>310.42666666666599</c:v>
                </c:pt>
                <c:pt idx="272">
                  <c:v>311.75</c:v>
                </c:pt>
                <c:pt idx="273">
                  <c:v>312.61</c:v>
                </c:pt>
                <c:pt idx="274">
                  <c:v>313.47000000000003</c:v>
                </c:pt>
                <c:pt idx="275">
                  <c:v>314.33</c:v>
                </c:pt>
                <c:pt idx="276">
                  <c:v>314.88</c:v>
                </c:pt>
                <c:pt idx="277">
                  <c:v>315.43</c:v>
                </c:pt>
                <c:pt idx="278">
                  <c:v>315.98</c:v>
                </c:pt>
                <c:pt idx="279">
                  <c:v>317.67333333333301</c:v>
                </c:pt>
                <c:pt idx="280">
                  <c:v>319.36666666666599</c:v>
                </c:pt>
                <c:pt idx="281">
                  <c:v>321.06</c:v>
                </c:pt>
                <c:pt idx="282">
                  <c:v>322.8</c:v>
                </c:pt>
                <c:pt idx="283">
                  <c:v>324.54000000000002</c:v>
                </c:pt>
                <c:pt idx="284">
                  <c:v>326.27999999999997</c:v>
                </c:pt>
                <c:pt idx="285">
                  <c:v>327.303333333333</c:v>
                </c:pt>
                <c:pt idx="286">
                  <c:v>328.32666666666597</c:v>
                </c:pt>
                <c:pt idx="287">
                  <c:v>329.35</c:v>
                </c:pt>
                <c:pt idx="288">
                  <c:v>330.35</c:v>
                </c:pt>
                <c:pt idx="289">
                  <c:v>331.35</c:v>
                </c:pt>
                <c:pt idx="290">
                  <c:v>332.35</c:v>
                </c:pt>
                <c:pt idx="291">
                  <c:v>334.62</c:v>
                </c:pt>
                <c:pt idx="292">
                  <c:v>336.89</c:v>
                </c:pt>
                <c:pt idx="293">
                  <c:v>339.16</c:v>
                </c:pt>
                <c:pt idx="294">
                  <c:v>340.9</c:v>
                </c:pt>
                <c:pt idx="295">
                  <c:v>342.64</c:v>
                </c:pt>
                <c:pt idx="296">
                  <c:v>344.38</c:v>
                </c:pt>
                <c:pt idx="297">
                  <c:v>345.39</c:v>
                </c:pt>
                <c:pt idx="298">
                  <c:v>346.4</c:v>
                </c:pt>
                <c:pt idx="299">
                  <c:v>347.41</c:v>
                </c:pt>
                <c:pt idx="300">
                  <c:v>348.53</c:v>
                </c:pt>
                <c:pt idx="301">
                  <c:v>349.65</c:v>
                </c:pt>
                <c:pt idx="302">
                  <c:v>350.77</c:v>
                </c:pt>
                <c:pt idx="303">
                  <c:v>353.09333333333302</c:v>
                </c:pt>
                <c:pt idx="304">
                  <c:v>355.416666666666</c:v>
                </c:pt>
                <c:pt idx="305">
                  <c:v>357.74</c:v>
                </c:pt>
                <c:pt idx="306">
                  <c:v>359.78666666666601</c:v>
                </c:pt>
                <c:pt idx="307">
                  <c:v>361.83333333333297</c:v>
                </c:pt>
                <c:pt idx="308">
                  <c:v>363.88</c:v>
                </c:pt>
                <c:pt idx="309">
                  <c:v>364.87333333333299</c:v>
                </c:pt>
                <c:pt idx="310">
                  <c:v>365.86666666666599</c:v>
                </c:pt>
                <c:pt idx="311">
                  <c:v>366.86</c:v>
                </c:pt>
                <c:pt idx="312">
                  <c:v>367.796666666666</c:v>
                </c:pt>
                <c:pt idx="313">
                  <c:v>368.73333333333301</c:v>
                </c:pt>
                <c:pt idx="314">
                  <c:v>369.67</c:v>
                </c:pt>
                <c:pt idx="315">
                  <c:v>370.58395630799998</c:v>
                </c:pt>
                <c:pt idx="316">
                  <c:v>371.49791261600001</c:v>
                </c:pt>
                <c:pt idx="317">
                  <c:v>372.41186892399998</c:v>
                </c:pt>
                <c:pt idx="318">
                  <c:v>373.33260411156601</c:v>
                </c:pt>
                <c:pt idx="319">
                  <c:v>374.25333929913302</c:v>
                </c:pt>
                <c:pt idx="320">
                  <c:v>375.17407448670002</c:v>
                </c:pt>
              </c:numCache>
            </c:numRef>
          </c:val>
          <c:smooth val="0"/>
        </c:ser>
        <c:dLbls>
          <c:showLegendKey val="0"/>
          <c:showVal val="0"/>
          <c:showCatName val="0"/>
          <c:showSerName val="0"/>
          <c:showPercent val="0"/>
          <c:showBubbleSize val="0"/>
        </c:dLbls>
        <c:marker val="1"/>
        <c:smooth val="0"/>
        <c:axId val="196797568"/>
        <c:axId val="196791296"/>
      </c:lineChart>
      <c:dateAx>
        <c:axId val="196763008"/>
        <c:scaling>
          <c:orientation val="minMax"/>
        </c:scaling>
        <c:delete val="0"/>
        <c:axPos val="b"/>
        <c:numFmt formatCode="m/d/yyyy" sourceLinked="1"/>
        <c:majorTickMark val="out"/>
        <c:minorTickMark val="none"/>
        <c:tickLblPos val="nextTo"/>
        <c:crossAx val="196789376"/>
        <c:crosses val="autoZero"/>
        <c:auto val="1"/>
        <c:lblOffset val="100"/>
        <c:baseTimeUnit val="months"/>
        <c:majorUnit val="24"/>
        <c:majorTimeUnit val="months"/>
      </c:dateAx>
      <c:valAx>
        <c:axId val="196789376"/>
        <c:scaling>
          <c:orientation val="minMax"/>
          <c:min val="0.60000000000000009"/>
        </c:scaling>
        <c:delete val="0"/>
        <c:axPos val="l"/>
        <c:title>
          <c:tx>
            <c:rich>
              <a:bodyPr rot="-5400000" vert="horz"/>
              <a:lstStyle/>
              <a:p>
                <a:pPr>
                  <a:defRPr/>
                </a:pPr>
                <a:r>
                  <a:rPr lang="en-US" dirty="0" smtClean="0"/>
                  <a:t>HPA</a:t>
                </a:r>
                <a:r>
                  <a:rPr lang="en-US" baseline="0" dirty="0" smtClean="0"/>
                  <a:t> 2Yr</a:t>
                </a:r>
                <a:endParaRPr lang="en-US" dirty="0"/>
              </a:p>
            </c:rich>
          </c:tx>
          <c:layout/>
          <c:overlay val="0"/>
        </c:title>
        <c:numFmt formatCode="0.00" sourceLinked="1"/>
        <c:majorTickMark val="out"/>
        <c:minorTickMark val="none"/>
        <c:tickLblPos val="nextTo"/>
        <c:crossAx val="196763008"/>
        <c:crosses val="autoZero"/>
        <c:crossBetween val="between"/>
      </c:valAx>
      <c:valAx>
        <c:axId val="196791296"/>
        <c:scaling>
          <c:orientation val="minMax"/>
        </c:scaling>
        <c:delete val="0"/>
        <c:axPos val="r"/>
        <c:title>
          <c:tx>
            <c:rich>
              <a:bodyPr rot="-5400000" vert="horz"/>
              <a:lstStyle/>
              <a:p>
                <a:pPr>
                  <a:defRPr/>
                </a:pPr>
                <a:r>
                  <a:rPr lang="en-US" dirty="0" smtClean="0"/>
                  <a:t>HPI</a:t>
                </a:r>
                <a:endParaRPr lang="en-US" dirty="0"/>
              </a:p>
            </c:rich>
          </c:tx>
          <c:layout/>
          <c:overlay val="0"/>
        </c:title>
        <c:numFmt formatCode="0.00" sourceLinked="1"/>
        <c:majorTickMark val="out"/>
        <c:minorTickMark val="none"/>
        <c:tickLblPos val="nextTo"/>
        <c:crossAx val="196797568"/>
        <c:crosses val="max"/>
        <c:crossBetween val="between"/>
      </c:valAx>
      <c:dateAx>
        <c:axId val="196797568"/>
        <c:scaling>
          <c:orientation val="minMax"/>
        </c:scaling>
        <c:delete val="1"/>
        <c:axPos val="b"/>
        <c:numFmt formatCode="m/d/yyyy" sourceLinked="1"/>
        <c:majorTickMark val="out"/>
        <c:minorTickMark val="none"/>
        <c:tickLblPos val="nextTo"/>
        <c:crossAx val="196791296"/>
        <c:crosses val="autoZero"/>
        <c:auto val="1"/>
        <c:lblOffset val="100"/>
        <c:baseTimeUnit val="months"/>
      </c:dateAx>
    </c:plotArea>
    <c:legend>
      <c:legendPos val="b"/>
      <c:layout/>
      <c:overlay val="0"/>
    </c:legend>
    <c:plotVisOnly val="1"/>
    <c:dispBlanksAs val="gap"/>
    <c:showDLblsOverMax val="0"/>
  </c:chart>
  <c:txPr>
    <a:bodyPr/>
    <a:lstStyle/>
    <a:p>
      <a:pPr>
        <a:defRPr sz="10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MCAI</c:v>
                </c:pt>
              </c:strCache>
            </c:strRef>
          </c:tx>
          <c:marker>
            <c:symbol val="none"/>
          </c:marker>
          <c:cat>
            <c:numRef>
              <c:f>Sheet1!$A$2:$A$144</c:f>
              <c:numCache>
                <c:formatCode>m/d/yyyy</c:formatCode>
                <c:ptCount val="143"/>
                <c:pt idx="0">
                  <c:v>38139</c:v>
                </c:pt>
                <c:pt idx="1">
                  <c:v>38169</c:v>
                </c:pt>
                <c:pt idx="2">
                  <c:v>38200</c:v>
                </c:pt>
                <c:pt idx="3">
                  <c:v>38231</c:v>
                </c:pt>
                <c:pt idx="4">
                  <c:v>38261</c:v>
                </c:pt>
                <c:pt idx="5">
                  <c:v>38292</c:v>
                </c:pt>
                <c:pt idx="6">
                  <c:v>38322</c:v>
                </c:pt>
                <c:pt idx="7">
                  <c:v>38353</c:v>
                </c:pt>
                <c:pt idx="8">
                  <c:v>38384</c:v>
                </c:pt>
                <c:pt idx="9">
                  <c:v>38412</c:v>
                </c:pt>
                <c:pt idx="10">
                  <c:v>38443</c:v>
                </c:pt>
                <c:pt idx="11">
                  <c:v>38473</c:v>
                </c:pt>
                <c:pt idx="12">
                  <c:v>38504</c:v>
                </c:pt>
                <c:pt idx="13">
                  <c:v>38534</c:v>
                </c:pt>
                <c:pt idx="14">
                  <c:v>38565</c:v>
                </c:pt>
                <c:pt idx="15">
                  <c:v>38596</c:v>
                </c:pt>
                <c:pt idx="16">
                  <c:v>38626</c:v>
                </c:pt>
                <c:pt idx="17">
                  <c:v>38657</c:v>
                </c:pt>
                <c:pt idx="18">
                  <c:v>38687</c:v>
                </c:pt>
                <c:pt idx="19">
                  <c:v>38718</c:v>
                </c:pt>
                <c:pt idx="20">
                  <c:v>38749</c:v>
                </c:pt>
                <c:pt idx="21">
                  <c:v>38777</c:v>
                </c:pt>
                <c:pt idx="22">
                  <c:v>38808</c:v>
                </c:pt>
                <c:pt idx="23">
                  <c:v>38838</c:v>
                </c:pt>
                <c:pt idx="24">
                  <c:v>38869</c:v>
                </c:pt>
                <c:pt idx="25">
                  <c:v>38899</c:v>
                </c:pt>
                <c:pt idx="26">
                  <c:v>38930</c:v>
                </c:pt>
                <c:pt idx="27">
                  <c:v>38961</c:v>
                </c:pt>
                <c:pt idx="28">
                  <c:v>38991</c:v>
                </c:pt>
                <c:pt idx="29">
                  <c:v>39022</c:v>
                </c:pt>
                <c:pt idx="30">
                  <c:v>39052</c:v>
                </c:pt>
                <c:pt idx="31">
                  <c:v>39083</c:v>
                </c:pt>
                <c:pt idx="32">
                  <c:v>39114</c:v>
                </c:pt>
                <c:pt idx="33">
                  <c:v>39142</c:v>
                </c:pt>
                <c:pt idx="34">
                  <c:v>39173</c:v>
                </c:pt>
                <c:pt idx="35">
                  <c:v>39203</c:v>
                </c:pt>
                <c:pt idx="36">
                  <c:v>39234</c:v>
                </c:pt>
                <c:pt idx="37">
                  <c:v>39264</c:v>
                </c:pt>
                <c:pt idx="38">
                  <c:v>39295</c:v>
                </c:pt>
                <c:pt idx="39">
                  <c:v>39326</c:v>
                </c:pt>
                <c:pt idx="40">
                  <c:v>39356</c:v>
                </c:pt>
                <c:pt idx="41">
                  <c:v>39387</c:v>
                </c:pt>
                <c:pt idx="42">
                  <c:v>39417</c:v>
                </c:pt>
                <c:pt idx="43">
                  <c:v>39448</c:v>
                </c:pt>
                <c:pt idx="44">
                  <c:v>39479</c:v>
                </c:pt>
                <c:pt idx="45">
                  <c:v>39508</c:v>
                </c:pt>
                <c:pt idx="46">
                  <c:v>39539</c:v>
                </c:pt>
                <c:pt idx="47">
                  <c:v>39569</c:v>
                </c:pt>
                <c:pt idx="48">
                  <c:v>39600</c:v>
                </c:pt>
                <c:pt idx="49">
                  <c:v>39630</c:v>
                </c:pt>
                <c:pt idx="50">
                  <c:v>39661</c:v>
                </c:pt>
                <c:pt idx="51">
                  <c:v>39692</c:v>
                </c:pt>
                <c:pt idx="52">
                  <c:v>39722</c:v>
                </c:pt>
                <c:pt idx="53">
                  <c:v>39753</c:v>
                </c:pt>
                <c:pt idx="54">
                  <c:v>39783</c:v>
                </c:pt>
                <c:pt idx="55">
                  <c:v>39814</c:v>
                </c:pt>
                <c:pt idx="56">
                  <c:v>39845</c:v>
                </c:pt>
                <c:pt idx="57">
                  <c:v>39873</c:v>
                </c:pt>
                <c:pt idx="58">
                  <c:v>39904</c:v>
                </c:pt>
                <c:pt idx="59">
                  <c:v>39934</c:v>
                </c:pt>
                <c:pt idx="60">
                  <c:v>39965</c:v>
                </c:pt>
                <c:pt idx="61">
                  <c:v>39995</c:v>
                </c:pt>
                <c:pt idx="62">
                  <c:v>40026</c:v>
                </c:pt>
                <c:pt idx="63">
                  <c:v>40057</c:v>
                </c:pt>
                <c:pt idx="64">
                  <c:v>40087</c:v>
                </c:pt>
                <c:pt idx="65">
                  <c:v>40118</c:v>
                </c:pt>
                <c:pt idx="66">
                  <c:v>40148</c:v>
                </c:pt>
                <c:pt idx="67">
                  <c:v>40179</c:v>
                </c:pt>
                <c:pt idx="68">
                  <c:v>40210</c:v>
                </c:pt>
                <c:pt idx="69">
                  <c:v>40238</c:v>
                </c:pt>
                <c:pt idx="70">
                  <c:v>40269</c:v>
                </c:pt>
                <c:pt idx="71">
                  <c:v>40299</c:v>
                </c:pt>
                <c:pt idx="72">
                  <c:v>40330</c:v>
                </c:pt>
                <c:pt idx="73">
                  <c:v>40360</c:v>
                </c:pt>
                <c:pt idx="74">
                  <c:v>40391</c:v>
                </c:pt>
                <c:pt idx="75">
                  <c:v>40422</c:v>
                </c:pt>
                <c:pt idx="76">
                  <c:v>40452</c:v>
                </c:pt>
                <c:pt idx="77">
                  <c:v>40483</c:v>
                </c:pt>
                <c:pt idx="78">
                  <c:v>40513</c:v>
                </c:pt>
                <c:pt idx="79">
                  <c:v>40544</c:v>
                </c:pt>
                <c:pt idx="80">
                  <c:v>40575</c:v>
                </c:pt>
                <c:pt idx="81">
                  <c:v>40603</c:v>
                </c:pt>
                <c:pt idx="82">
                  <c:v>40634</c:v>
                </c:pt>
                <c:pt idx="83">
                  <c:v>40664</c:v>
                </c:pt>
                <c:pt idx="84">
                  <c:v>40695</c:v>
                </c:pt>
                <c:pt idx="85">
                  <c:v>40725</c:v>
                </c:pt>
                <c:pt idx="86">
                  <c:v>40756</c:v>
                </c:pt>
                <c:pt idx="87">
                  <c:v>40787</c:v>
                </c:pt>
                <c:pt idx="88">
                  <c:v>40817</c:v>
                </c:pt>
                <c:pt idx="89">
                  <c:v>40848</c:v>
                </c:pt>
                <c:pt idx="90">
                  <c:v>40878</c:v>
                </c:pt>
                <c:pt idx="91">
                  <c:v>40909</c:v>
                </c:pt>
                <c:pt idx="92">
                  <c:v>40940</c:v>
                </c:pt>
                <c:pt idx="93">
                  <c:v>40969</c:v>
                </c:pt>
                <c:pt idx="94">
                  <c:v>41000</c:v>
                </c:pt>
                <c:pt idx="95">
                  <c:v>41030</c:v>
                </c:pt>
                <c:pt idx="96">
                  <c:v>41061</c:v>
                </c:pt>
                <c:pt idx="97">
                  <c:v>41091</c:v>
                </c:pt>
                <c:pt idx="98">
                  <c:v>41122</c:v>
                </c:pt>
                <c:pt idx="99">
                  <c:v>41153</c:v>
                </c:pt>
                <c:pt idx="100">
                  <c:v>41183</c:v>
                </c:pt>
                <c:pt idx="101">
                  <c:v>41214</c:v>
                </c:pt>
                <c:pt idx="102">
                  <c:v>41244</c:v>
                </c:pt>
                <c:pt idx="103">
                  <c:v>41275</c:v>
                </c:pt>
                <c:pt idx="104">
                  <c:v>41306</c:v>
                </c:pt>
                <c:pt idx="105">
                  <c:v>41334</c:v>
                </c:pt>
                <c:pt idx="106">
                  <c:v>41365</c:v>
                </c:pt>
                <c:pt idx="107">
                  <c:v>41395</c:v>
                </c:pt>
                <c:pt idx="108">
                  <c:v>41426</c:v>
                </c:pt>
                <c:pt idx="109">
                  <c:v>41456</c:v>
                </c:pt>
                <c:pt idx="110">
                  <c:v>41487</c:v>
                </c:pt>
                <c:pt idx="111">
                  <c:v>41518</c:v>
                </c:pt>
                <c:pt idx="112">
                  <c:v>41548</c:v>
                </c:pt>
                <c:pt idx="113">
                  <c:v>41579</c:v>
                </c:pt>
                <c:pt idx="114">
                  <c:v>41609</c:v>
                </c:pt>
                <c:pt idx="115">
                  <c:v>41640</c:v>
                </c:pt>
                <c:pt idx="116">
                  <c:v>41671</c:v>
                </c:pt>
                <c:pt idx="117">
                  <c:v>41699</c:v>
                </c:pt>
                <c:pt idx="118">
                  <c:v>41730</c:v>
                </c:pt>
                <c:pt idx="119">
                  <c:v>41760</c:v>
                </c:pt>
                <c:pt idx="120">
                  <c:v>41791</c:v>
                </c:pt>
                <c:pt idx="121">
                  <c:v>41821</c:v>
                </c:pt>
                <c:pt idx="122">
                  <c:v>41852</c:v>
                </c:pt>
                <c:pt idx="123">
                  <c:v>41883</c:v>
                </c:pt>
                <c:pt idx="124">
                  <c:v>41913</c:v>
                </c:pt>
                <c:pt idx="125">
                  <c:v>41944</c:v>
                </c:pt>
                <c:pt idx="126">
                  <c:v>41974</c:v>
                </c:pt>
                <c:pt idx="127">
                  <c:v>42005</c:v>
                </c:pt>
                <c:pt idx="128">
                  <c:v>42036</c:v>
                </c:pt>
                <c:pt idx="129">
                  <c:v>42064</c:v>
                </c:pt>
                <c:pt idx="130">
                  <c:v>42095</c:v>
                </c:pt>
                <c:pt idx="131">
                  <c:v>42125</c:v>
                </c:pt>
                <c:pt idx="132">
                  <c:v>42156</c:v>
                </c:pt>
                <c:pt idx="133">
                  <c:v>42186</c:v>
                </c:pt>
                <c:pt idx="134">
                  <c:v>42217</c:v>
                </c:pt>
                <c:pt idx="135">
                  <c:v>42248</c:v>
                </c:pt>
                <c:pt idx="136">
                  <c:v>42278</c:v>
                </c:pt>
                <c:pt idx="137">
                  <c:v>42309</c:v>
                </c:pt>
                <c:pt idx="138">
                  <c:v>42339</c:v>
                </c:pt>
                <c:pt idx="139">
                  <c:v>42370</c:v>
                </c:pt>
                <c:pt idx="140">
                  <c:v>42401</c:v>
                </c:pt>
                <c:pt idx="141">
                  <c:v>42430</c:v>
                </c:pt>
                <c:pt idx="142">
                  <c:v>42461</c:v>
                </c:pt>
              </c:numCache>
            </c:numRef>
          </c:cat>
          <c:val>
            <c:numRef>
              <c:f>Sheet1!$B$2:$B$144</c:f>
              <c:numCache>
                <c:formatCode>0.0</c:formatCode>
                <c:ptCount val="143"/>
                <c:pt idx="0">
                  <c:v>377</c:v>
                </c:pt>
                <c:pt idx="1">
                  <c:v>383.5</c:v>
                </c:pt>
                <c:pt idx="2">
                  <c:v>390</c:v>
                </c:pt>
                <c:pt idx="3">
                  <c:v>396.5</c:v>
                </c:pt>
                <c:pt idx="4">
                  <c:v>403</c:v>
                </c:pt>
                <c:pt idx="5">
                  <c:v>409.5</c:v>
                </c:pt>
                <c:pt idx="6">
                  <c:v>416</c:v>
                </c:pt>
                <c:pt idx="7">
                  <c:v>480.83333333333331</c:v>
                </c:pt>
                <c:pt idx="8">
                  <c:v>545.66666666666663</c:v>
                </c:pt>
                <c:pt idx="9">
                  <c:v>610.5</c:v>
                </c:pt>
                <c:pt idx="10">
                  <c:v>675.33333333333337</c:v>
                </c:pt>
                <c:pt idx="11">
                  <c:v>740.16666666666674</c:v>
                </c:pt>
                <c:pt idx="12">
                  <c:v>805</c:v>
                </c:pt>
                <c:pt idx="13">
                  <c:v>812.16666666666663</c:v>
                </c:pt>
                <c:pt idx="14">
                  <c:v>819.33333333333326</c:v>
                </c:pt>
                <c:pt idx="15">
                  <c:v>826.49999999999989</c:v>
                </c:pt>
                <c:pt idx="16">
                  <c:v>833.66666666666652</c:v>
                </c:pt>
                <c:pt idx="17">
                  <c:v>840.83333333333314</c:v>
                </c:pt>
                <c:pt idx="18">
                  <c:v>848</c:v>
                </c:pt>
                <c:pt idx="19">
                  <c:v>851.83333333333337</c:v>
                </c:pt>
                <c:pt idx="20">
                  <c:v>855.66666666666674</c:v>
                </c:pt>
                <c:pt idx="21">
                  <c:v>859.50000000000011</c:v>
                </c:pt>
                <c:pt idx="22">
                  <c:v>863.33333333333348</c:v>
                </c:pt>
                <c:pt idx="23">
                  <c:v>867.16666666666686</c:v>
                </c:pt>
                <c:pt idx="24">
                  <c:v>871</c:v>
                </c:pt>
                <c:pt idx="25">
                  <c:v>846.83333333333337</c:v>
                </c:pt>
                <c:pt idx="26">
                  <c:v>822.66666666666674</c:v>
                </c:pt>
                <c:pt idx="27">
                  <c:v>798.50000000000011</c:v>
                </c:pt>
                <c:pt idx="28">
                  <c:v>774.33333333333348</c:v>
                </c:pt>
                <c:pt idx="29">
                  <c:v>750.16666666666686</c:v>
                </c:pt>
                <c:pt idx="30">
                  <c:v>726</c:v>
                </c:pt>
                <c:pt idx="31">
                  <c:v>696.33333333333337</c:v>
                </c:pt>
                <c:pt idx="32">
                  <c:v>666.66666666666674</c:v>
                </c:pt>
                <c:pt idx="33">
                  <c:v>637.00000000000011</c:v>
                </c:pt>
                <c:pt idx="34">
                  <c:v>607.33333333333348</c:v>
                </c:pt>
                <c:pt idx="35">
                  <c:v>577.66666666666686</c:v>
                </c:pt>
                <c:pt idx="36">
                  <c:v>548</c:v>
                </c:pt>
                <c:pt idx="37">
                  <c:v>509.5</c:v>
                </c:pt>
                <c:pt idx="38">
                  <c:v>471</c:v>
                </c:pt>
                <c:pt idx="39">
                  <c:v>432.5</c:v>
                </c:pt>
                <c:pt idx="40">
                  <c:v>394</c:v>
                </c:pt>
                <c:pt idx="41">
                  <c:v>355.5</c:v>
                </c:pt>
                <c:pt idx="42">
                  <c:v>317</c:v>
                </c:pt>
                <c:pt idx="43">
                  <c:v>283.83333333333331</c:v>
                </c:pt>
                <c:pt idx="44">
                  <c:v>250.66666666666666</c:v>
                </c:pt>
                <c:pt idx="45">
                  <c:v>217.5</c:v>
                </c:pt>
                <c:pt idx="46">
                  <c:v>184.33333333333334</c:v>
                </c:pt>
                <c:pt idx="47">
                  <c:v>151.16666666666669</c:v>
                </c:pt>
                <c:pt idx="48">
                  <c:v>118</c:v>
                </c:pt>
                <c:pt idx="49">
                  <c:v>112.33333333333333</c:v>
                </c:pt>
                <c:pt idx="50">
                  <c:v>106.66666666666666</c:v>
                </c:pt>
                <c:pt idx="51">
                  <c:v>100.99999999999999</c:v>
                </c:pt>
                <c:pt idx="52">
                  <c:v>95.333333333333314</c:v>
                </c:pt>
                <c:pt idx="53">
                  <c:v>89.666666666666643</c:v>
                </c:pt>
                <c:pt idx="54">
                  <c:v>84</c:v>
                </c:pt>
                <c:pt idx="55">
                  <c:v>91.166666666666671</c:v>
                </c:pt>
                <c:pt idx="56">
                  <c:v>98.333333333333343</c:v>
                </c:pt>
                <c:pt idx="57">
                  <c:v>105.50000000000001</c:v>
                </c:pt>
                <c:pt idx="58">
                  <c:v>112.66666666666669</c:v>
                </c:pt>
                <c:pt idx="59">
                  <c:v>119.83333333333336</c:v>
                </c:pt>
                <c:pt idx="60">
                  <c:v>127</c:v>
                </c:pt>
                <c:pt idx="61">
                  <c:v>121.5</c:v>
                </c:pt>
                <c:pt idx="62">
                  <c:v>116</c:v>
                </c:pt>
                <c:pt idx="63">
                  <c:v>110.5</c:v>
                </c:pt>
                <c:pt idx="64">
                  <c:v>105</c:v>
                </c:pt>
                <c:pt idx="65">
                  <c:v>99.5</c:v>
                </c:pt>
                <c:pt idx="66">
                  <c:v>94</c:v>
                </c:pt>
                <c:pt idx="67">
                  <c:v>94.666666666666671</c:v>
                </c:pt>
                <c:pt idx="68">
                  <c:v>95.333333333333343</c:v>
                </c:pt>
                <c:pt idx="69">
                  <c:v>96.000000000000014</c:v>
                </c:pt>
                <c:pt idx="70">
                  <c:v>96.666666666666686</c:v>
                </c:pt>
                <c:pt idx="71">
                  <c:v>97.333333333333357</c:v>
                </c:pt>
                <c:pt idx="72">
                  <c:v>98</c:v>
                </c:pt>
                <c:pt idx="73">
                  <c:v>101.16666666666667</c:v>
                </c:pt>
                <c:pt idx="74">
                  <c:v>104.33333333333334</c:v>
                </c:pt>
                <c:pt idx="75">
                  <c:v>107.50000000000001</c:v>
                </c:pt>
                <c:pt idx="76">
                  <c:v>110.66666666666669</c:v>
                </c:pt>
                <c:pt idx="77">
                  <c:v>113.83333333333336</c:v>
                </c:pt>
                <c:pt idx="78">
                  <c:v>117</c:v>
                </c:pt>
                <c:pt idx="79">
                  <c:v>115.83333333333333</c:v>
                </c:pt>
                <c:pt idx="80">
                  <c:v>114.66666666666666</c:v>
                </c:pt>
                <c:pt idx="81">
                  <c:v>112.08</c:v>
                </c:pt>
                <c:pt idx="82">
                  <c:v>107.04</c:v>
                </c:pt>
                <c:pt idx="83">
                  <c:v>109.28</c:v>
                </c:pt>
                <c:pt idx="84">
                  <c:v>110.55</c:v>
                </c:pt>
                <c:pt idx="85">
                  <c:v>109.95</c:v>
                </c:pt>
                <c:pt idx="86">
                  <c:v>107.75</c:v>
                </c:pt>
                <c:pt idx="87">
                  <c:v>111.19</c:v>
                </c:pt>
                <c:pt idx="88">
                  <c:v>107.1</c:v>
                </c:pt>
                <c:pt idx="89">
                  <c:v>106.28</c:v>
                </c:pt>
                <c:pt idx="90">
                  <c:v>104.92</c:v>
                </c:pt>
                <c:pt idx="91">
                  <c:v>102.38</c:v>
                </c:pt>
                <c:pt idx="92">
                  <c:v>99.04</c:v>
                </c:pt>
                <c:pt idx="93">
                  <c:v>100</c:v>
                </c:pt>
                <c:pt idx="94">
                  <c:v>101.71</c:v>
                </c:pt>
                <c:pt idx="95">
                  <c:v>101.55</c:v>
                </c:pt>
                <c:pt idx="96">
                  <c:v>103.01</c:v>
                </c:pt>
                <c:pt idx="97">
                  <c:v>99.67</c:v>
                </c:pt>
                <c:pt idx="98">
                  <c:v>103.93</c:v>
                </c:pt>
                <c:pt idx="99">
                  <c:v>103.92</c:v>
                </c:pt>
                <c:pt idx="100">
                  <c:v>101.4</c:v>
                </c:pt>
                <c:pt idx="101">
                  <c:v>105.95</c:v>
                </c:pt>
                <c:pt idx="102">
                  <c:v>108.16</c:v>
                </c:pt>
                <c:pt idx="103">
                  <c:v>108.21</c:v>
                </c:pt>
                <c:pt idx="104">
                  <c:v>109.13</c:v>
                </c:pt>
                <c:pt idx="105">
                  <c:v>108.01</c:v>
                </c:pt>
                <c:pt idx="106">
                  <c:v>108.56</c:v>
                </c:pt>
                <c:pt idx="107">
                  <c:v>108.87</c:v>
                </c:pt>
                <c:pt idx="108">
                  <c:v>109.81</c:v>
                </c:pt>
                <c:pt idx="109">
                  <c:v>112.3</c:v>
                </c:pt>
                <c:pt idx="110">
                  <c:v>111.5</c:v>
                </c:pt>
                <c:pt idx="111">
                  <c:v>110.7</c:v>
                </c:pt>
                <c:pt idx="112">
                  <c:v>111.5</c:v>
                </c:pt>
                <c:pt idx="113">
                  <c:v>110.2</c:v>
                </c:pt>
                <c:pt idx="114">
                  <c:v>110.9</c:v>
                </c:pt>
                <c:pt idx="115">
                  <c:v>113</c:v>
                </c:pt>
                <c:pt idx="116">
                  <c:v>113.5</c:v>
                </c:pt>
                <c:pt idx="117">
                  <c:v>114</c:v>
                </c:pt>
                <c:pt idx="118">
                  <c:v>113.8</c:v>
                </c:pt>
                <c:pt idx="119">
                  <c:v>115.1</c:v>
                </c:pt>
                <c:pt idx="120">
                  <c:v>115.8</c:v>
                </c:pt>
                <c:pt idx="121">
                  <c:v>116.4</c:v>
                </c:pt>
                <c:pt idx="122">
                  <c:v>116.1</c:v>
                </c:pt>
                <c:pt idx="123">
                  <c:v>116.1</c:v>
                </c:pt>
                <c:pt idx="124">
                  <c:v>113.2</c:v>
                </c:pt>
                <c:pt idx="125">
                  <c:v>114.6</c:v>
                </c:pt>
                <c:pt idx="126">
                  <c:v>115.7</c:v>
                </c:pt>
                <c:pt idx="127">
                  <c:v>117.8</c:v>
                </c:pt>
                <c:pt idx="128">
                  <c:v>118.6</c:v>
                </c:pt>
                <c:pt idx="129">
                  <c:v>121.35899999999999</c:v>
                </c:pt>
                <c:pt idx="130">
                  <c:v>122</c:v>
                </c:pt>
                <c:pt idx="131">
                  <c:v>122.6</c:v>
                </c:pt>
                <c:pt idx="132">
                  <c:v>122</c:v>
                </c:pt>
                <c:pt idx="133">
                  <c:v>125.5</c:v>
                </c:pt>
                <c:pt idx="134">
                  <c:v>126.1</c:v>
                </c:pt>
                <c:pt idx="135">
                  <c:v>126.5</c:v>
                </c:pt>
                <c:pt idx="136">
                  <c:v>128.4</c:v>
                </c:pt>
                <c:pt idx="137">
                  <c:v>127.4</c:v>
                </c:pt>
                <c:pt idx="138">
                  <c:v>124.346</c:v>
                </c:pt>
                <c:pt idx="139">
                  <c:v>123.8</c:v>
                </c:pt>
                <c:pt idx="140">
                  <c:v>123.8</c:v>
                </c:pt>
                <c:pt idx="141">
                  <c:v>123.5</c:v>
                </c:pt>
                <c:pt idx="142">
                  <c:v>122.4</c:v>
                </c:pt>
              </c:numCache>
            </c:numRef>
          </c:val>
          <c:smooth val="0"/>
        </c:ser>
        <c:dLbls>
          <c:showLegendKey val="0"/>
          <c:showVal val="0"/>
          <c:showCatName val="0"/>
          <c:showSerName val="0"/>
          <c:showPercent val="0"/>
          <c:showBubbleSize val="0"/>
        </c:dLbls>
        <c:marker val="1"/>
        <c:smooth val="0"/>
        <c:axId val="37577088"/>
        <c:axId val="37595008"/>
      </c:lineChart>
      <c:dateAx>
        <c:axId val="37577088"/>
        <c:scaling>
          <c:orientation val="minMax"/>
        </c:scaling>
        <c:delete val="0"/>
        <c:axPos val="b"/>
        <c:numFmt formatCode="m/d/yyyy" sourceLinked="1"/>
        <c:majorTickMark val="out"/>
        <c:minorTickMark val="none"/>
        <c:tickLblPos val="nextTo"/>
        <c:crossAx val="37595008"/>
        <c:crosses val="autoZero"/>
        <c:auto val="1"/>
        <c:lblOffset val="100"/>
        <c:baseTimeUnit val="months"/>
        <c:majorUnit val="12"/>
        <c:majorTimeUnit val="months"/>
      </c:dateAx>
      <c:valAx>
        <c:axId val="37595008"/>
        <c:scaling>
          <c:orientation val="minMax"/>
        </c:scaling>
        <c:delete val="0"/>
        <c:axPos val="l"/>
        <c:numFmt formatCode="0.0" sourceLinked="1"/>
        <c:majorTickMark val="out"/>
        <c:minorTickMark val="none"/>
        <c:tickLblPos val="nextTo"/>
        <c:crossAx val="37577088"/>
        <c:crosses val="autoZero"/>
        <c:crossBetween val="between"/>
      </c:valAx>
    </c:plotArea>
    <c:legend>
      <c:legendPos val="b"/>
      <c:layout/>
      <c:overlay val="0"/>
    </c:legend>
    <c:plotVisOnly val="1"/>
    <c:dispBlanksAs val="gap"/>
    <c:showDLblsOverMax val="0"/>
  </c:chart>
  <c:txPr>
    <a:bodyPr/>
    <a:lstStyle/>
    <a:p>
      <a:pPr>
        <a:defRPr sz="10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1"/>
          <c:order val="1"/>
          <c:tx>
            <c:strRef>
              <c:f>Sheet1!$C$1</c:f>
              <c:strCache>
                <c:ptCount val="1"/>
                <c:pt idx="0">
                  <c:v>Inventory</c:v>
                </c:pt>
              </c:strCache>
            </c:strRef>
          </c:tx>
          <c:spPr>
            <a:solidFill>
              <a:schemeClr val="accent2"/>
            </a:solidFill>
            <a:ln>
              <a:noFill/>
            </a:ln>
          </c:spPr>
          <c:invertIfNegative val="0"/>
          <c:cat>
            <c:numRef>
              <c:f>Sheet1!$A$2:$A$319</c:f>
              <c:numCache>
                <c:formatCode>m/d/yyyy</c:formatCode>
                <c:ptCount val="318"/>
                <c:pt idx="0">
                  <c:v>32874</c:v>
                </c:pt>
                <c:pt idx="1">
                  <c:v>32905</c:v>
                </c:pt>
                <c:pt idx="2">
                  <c:v>32933</c:v>
                </c:pt>
                <c:pt idx="3">
                  <c:v>32964</c:v>
                </c:pt>
                <c:pt idx="4">
                  <c:v>32994</c:v>
                </c:pt>
                <c:pt idx="5">
                  <c:v>33025</c:v>
                </c:pt>
                <c:pt idx="6">
                  <c:v>33055</c:v>
                </c:pt>
                <c:pt idx="7">
                  <c:v>33086</c:v>
                </c:pt>
                <c:pt idx="8">
                  <c:v>33117</c:v>
                </c:pt>
                <c:pt idx="9">
                  <c:v>33147</c:v>
                </c:pt>
                <c:pt idx="10">
                  <c:v>33178</c:v>
                </c:pt>
                <c:pt idx="11">
                  <c:v>33208</c:v>
                </c:pt>
                <c:pt idx="12">
                  <c:v>33239</c:v>
                </c:pt>
                <c:pt idx="13">
                  <c:v>33270</c:v>
                </c:pt>
                <c:pt idx="14">
                  <c:v>33298</c:v>
                </c:pt>
                <c:pt idx="15">
                  <c:v>33329</c:v>
                </c:pt>
                <c:pt idx="16">
                  <c:v>33359</c:v>
                </c:pt>
                <c:pt idx="17">
                  <c:v>33390</c:v>
                </c:pt>
                <c:pt idx="18">
                  <c:v>33420</c:v>
                </c:pt>
                <c:pt idx="19">
                  <c:v>33451</c:v>
                </c:pt>
                <c:pt idx="20">
                  <c:v>33482</c:v>
                </c:pt>
                <c:pt idx="21">
                  <c:v>33512</c:v>
                </c:pt>
                <c:pt idx="22">
                  <c:v>33543</c:v>
                </c:pt>
                <c:pt idx="23">
                  <c:v>33573</c:v>
                </c:pt>
                <c:pt idx="24">
                  <c:v>33604</c:v>
                </c:pt>
                <c:pt idx="25">
                  <c:v>33635</c:v>
                </c:pt>
                <c:pt idx="26">
                  <c:v>33664</c:v>
                </c:pt>
                <c:pt idx="27">
                  <c:v>33695</c:v>
                </c:pt>
                <c:pt idx="28">
                  <c:v>33725</c:v>
                </c:pt>
                <c:pt idx="29">
                  <c:v>33756</c:v>
                </c:pt>
                <c:pt idx="30">
                  <c:v>33786</c:v>
                </c:pt>
                <c:pt idx="31">
                  <c:v>33817</c:v>
                </c:pt>
                <c:pt idx="32">
                  <c:v>33848</c:v>
                </c:pt>
                <c:pt idx="33">
                  <c:v>33878</c:v>
                </c:pt>
                <c:pt idx="34">
                  <c:v>33909</c:v>
                </c:pt>
                <c:pt idx="35">
                  <c:v>33939</c:v>
                </c:pt>
                <c:pt idx="36">
                  <c:v>33970</c:v>
                </c:pt>
                <c:pt idx="37">
                  <c:v>34001</c:v>
                </c:pt>
                <c:pt idx="38">
                  <c:v>34029</c:v>
                </c:pt>
                <c:pt idx="39">
                  <c:v>34060</c:v>
                </c:pt>
                <c:pt idx="40">
                  <c:v>34090</c:v>
                </c:pt>
                <c:pt idx="41">
                  <c:v>34121</c:v>
                </c:pt>
                <c:pt idx="42">
                  <c:v>34151</c:v>
                </c:pt>
                <c:pt idx="43">
                  <c:v>34182</c:v>
                </c:pt>
                <c:pt idx="44">
                  <c:v>34213</c:v>
                </c:pt>
                <c:pt idx="45">
                  <c:v>34243</c:v>
                </c:pt>
                <c:pt idx="46">
                  <c:v>34274</c:v>
                </c:pt>
                <c:pt idx="47">
                  <c:v>34304</c:v>
                </c:pt>
                <c:pt idx="48">
                  <c:v>34335</c:v>
                </c:pt>
                <c:pt idx="49">
                  <c:v>34366</c:v>
                </c:pt>
                <c:pt idx="50">
                  <c:v>34394</c:v>
                </c:pt>
                <c:pt idx="51">
                  <c:v>34425</c:v>
                </c:pt>
                <c:pt idx="52">
                  <c:v>34455</c:v>
                </c:pt>
                <c:pt idx="53">
                  <c:v>34486</c:v>
                </c:pt>
                <c:pt idx="54">
                  <c:v>34516</c:v>
                </c:pt>
                <c:pt idx="55">
                  <c:v>34547</c:v>
                </c:pt>
                <c:pt idx="56">
                  <c:v>34578</c:v>
                </c:pt>
                <c:pt idx="57">
                  <c:v>34608</c:v>
                </c:pt>
                <c:pt idx="58">
                  <c:v>34639</c:v>
                </c:pt>
                <c:pt idx="59">
                  <c:v>34669</c:v>
                </c:pt>
                <c:pt idx="60">
                  <c:v>34700</c:v>
                </c:pt>
                <c:pt idx="61">
                  <c:v>34731</c:v>
                </c:pt>
                <c:pt idx="62">
                  <c:v>34759</c:v>
                </c:pt>
                <c:pt idx="63">
                  <c:v>34790</c:v>
                </c:pt>
                <c:pt idx="64">
                  <c:v>34820</c:v>
                </c:pt>
                <c:pt idx="65">
                  <c:v>34851</c:v>
                </c:pt>
                <c:pt idx="66">
                  <c:v>34881</c:v>
                </c:pt>
                <c:pt idx="67">
                  <c:v>34912</c:v>
                </c:pt>
                <c:pt idx="68">
                  <c:v>34943</c:v>
                </c:pt>
                <c:pt idx="69">
                  <c:v>34973</c:v>
                </c:pt>
                <c:pt idx="70">
                  <c:v>35004</c:v>
                </c:pt>
                <c:pt idx="71">
                  <c:v>35034</c:v>
                </c:pt>
                <c:pt idx="72">
                  <c:v>35065</c:v>
                </c:pt>
                <c:pt idx="73">
                  <c:v>35096</c:v>
                </c:pt>
                <c:pt idx="74">
                  <c:v>35125</c:v>
                </c:pt>
                <c:pt idx="75">
                  <c:v>35156</c:v>
                </c:pt>
                <c:pt idx="76">
                  <c:v>35186</c:v>
                </c:pt>
                <c:pt idx="77">
                  <c:v>35217</c:v>
                </c:pt>
                <c:pt idx="78">
                  <c:v>35247</c:v>
                </c:pt>
                <c:pt idx="79">
                  <c:v>35278</c:v>
                </c:pt>
                <c:pt idx="80">
                  <c:v>35309</c:v>
                </c:pt>
                <c:pt idx="81">
                  <c:v>35339</c:v>
                </c:pt>
                <c:pt idx="82">
                  <c:v>35370</c:v>
                </c:pt>
                <c:pt idx="83">
                  <c:v>35400</c:v>
                </c:pt>
                <c:pt idx="84">
                  <c:v>35431</c:v>
                </c:pt>
                <c:pt idx="85">
                  <c:v>35462</c:v>
                </c:pt>
                <c:pt idx="86">
                  <c:v>35490</c:v>
                </c:pt>
                <c:pt idx="87">
                  <c:v>35521</c:v>
                </c:pt>
                <c:pt idx="88">
                  <c:v>35551</c:v>
                </c:pt>
                <c:pt idx="89">
                  <c:v>35582</c:v>
                </c:pt>
                <c:pt idx="90">
                  <c:v>35612</c:v>
                </c:pt>
                <c:pt idx="91">
                  <c:v>35643</c:v>
                </c:pt>
                <c:pt idx="92">
                  <c:v>35674</c:v>
                </c:pt>
                <c:pt idx="93">
                  <c:v>35704</c:v>
                </c:pt>
                <c:pt idx="94">
                  <c:v>35735</c:v>
                </c:pt>
                <c:pt idx="95">
                  <c:v>35765</c:v>
                </c:pt>
                <c:pt idx="96">
                  <c:v>35796</c:v>
                </c:pt>
                <c:pt idx="97">
                  <c:v>35827</c:v>
                </c:pt>
                <c:pt idx="98">
                  <c:v>35855</c:v>
                </c:pt>
                <c:pt idx="99">
                  <c:v>35886</c:v>
                </c:pt>
                <c:pt idx="100">
                  <c:v>35916</c:v>
                </c:pt>
                <c:pt idx="101">
                  <c:v>35947</c:v>
                </c:pt>
                <c:pt idx="102">
                  <c:v>35977</c:v>
                </c:pt>
                <c:pt idx="103">
                  <c:v>36008</c:v>
                </c:pt>
                <c:pt idx="104">
                  <c:v>36039</c:v>
                </c:pt>
                <c:pt idx="105">
                  <c:v>36069</c:v>
                </c:pt>
                <c:pt idx="106">
                  <c:v>36100</c:v>
                </c:pt>
                <c:pt idx="107">
                  <c:v>36130</c:v>
                </c:pt>
                <c:pt idx="108">
                  <c:v>36161</c:v>
                </c:pt>
                <c:pt idx="109">
                  <c:v>36192</c:v>
                </c:pt>
                <c:pt idx="110">
                  <c:v>36220</c:v>
                </c:pt>
                <c:pt idx="111">
                  <c:v>36251</c:v>
                </c:pt>
                <c:pt idx="112">
                  <c:v>36281</c:v>
                </c:pt>
                <c:pt idx="113">
                  <c:v>36312</c:v>
                </c:pt>
                <c:pt idx="114">
                  <c:v>36342</c:v>
                </c:pt>
                <c:pt idx="115">
                  <c:v>36373</c:v>
                </c:pt>
                <c:pt idx="116">
                  <c:v>36404</c:v>
                </c:pt>
                <c:pt idx="117">
                  <c:v>36434</c:v>
                </c:pt>
                <c:pt idx="118">
                  <c:v>36465</c:v>
                </c:pt>
                <c:pt idx="119">
                  <c:v>36495</c:v>
                </c:pt>
                <c:pt idx="120">
                  <c:v>36526</c:v>
                </c:pt>
                <c:pt idx="121">
                  <c:v>36557</c:v>
                </c:pt>
                <c:pt idx="122">
                  <c:v>36586</c:v>
                </c:pt>
                <c:pt idx="123">
                  <c:v>36617</c:v>
                </c:pt>
                <c:pt idx="124">
                  <c:v>36647</c:v>
                </c:pt>
                <c:pt idx="125">
                  <c:v>36678</c:v>
                </c:pt>
                <c:pt idx="126">
                  <c:v>36708</c:v>
                </c:pt>
                <c:pt idx="127">
                  <c:v>36739</c:v>
                </c:pt>
                <c:pt idx="128">
                  <c:v>36770</c:v>
                </c:pt>
                <c:pt idx="129">
                  <c:v>36800</c:v>
                </c:pt>
                <c:pt idx="130">
                  <c:v>36831</c:v>
                </c:pt>
                <c:pt idx="131">
                  <c:v>36861</c:v>
                </c:pt>
                <c:pt idx="132">
                  <c:v>36892</c:v>
                </c:pt>
                <c:pt idx="133">
                  <c:v>36923</c:v>
                </c:pt>
                <c:pt idx="134">
                  <c:v>36951</c:v>
                </c:pt>
                <c:pt idx="135">
                  <c:v>36982</c:v>
                </c:pt>
                <c:pt idx="136">
                  <c:v>37012</c:v>
                </c:pt>
                <c:pt idx="137">
                  <c:v>37043</c:v>
                </c:pt>
                <c:pt idx="138">
                  <c:v>37073</c:v>
                </c:pt>
                <c:pt idx="139">
                  <c:v>37104</c:v>
                </c:pt>
                <c:pt idx="140">
                  <c:v>37135</c:v>
                </c:pt>
                <c:pt idx="141">
                  <c:v>37165</c:v>
                </c:pt>
                <c:pt idx="142">
                  <c:v>37196</c:v>
                </c:pt>
                <c:pt idx="143">
                  <c:v>37226</c:v>
                </c:pt>
                <c:pt idx="144">
                  <c:v>37257</c:v>
                </c:pt>
                <c:pt idx="145">
                  <c:v>37288</c:v>
                </c:pt>
                <c:pt idx="146">
                  <c:v>37316</c:v>
                </c:pt>
                <c:pt idx="147">
                  <c:v>37347</c:v>
                </c:pt>
                <c:pt idx="148">
                  <c:v>37377</c:v>
                </c:pt>
                <c:pt idx="149">
                  <c:v>37408</c:v>
                </c:pt>
                <c:pt idx="150">
                  <c:v>37438</c:v>
                </c:pt>
                <c:pt idx="151">
                  <c:v>37469</c:v>
                </c:pt>
                <c:pt idx="152">
                  <c:v>37500</c:v>
                </c:pt>
                <c:pt idx="153">
                  <c:v>37530</c:v>
                </c:pt>
                <c:pt idx="154">
                  <c:v>37561</c:v>
                </c:pt>
                <c:pt idx="155">
                  <c:v>37591</c:v>
                </c:pt>
                <c:pt idx="156">
                  <c:v>37622</c:v>
                </c:pt>
                <c:pt idx="157">
                  <c:v>37653</c:v>
                </c:pt>
                <c:pt idx="158">
                  <c:v>37681</c:v>
                </c:pt>
                <c:pt idx="159">
                  <c:v>37712</c:v>
                </c:pt>
                <c:pt idx="160">
                  <c:v>37742</c:v>
                </c:pt>
                <c:pt idx="161">
                  <c:v>37773</c:v>
                </c:pt>
                <c:pt idx="162">
                  <c:v>37803</c:v>
                </c:pt>
                <c:pt idx="163">
                  <c:v>37834</c:v>
                </c:pt>
                <c:pt idx="164">
                  <c:v>37865</c:v>
                </c:pt>
                <c:pt idx="165">
                  <c:v>37895</c:v>
                </c:pt>
                <c:pt idx="166">
                  <c:v>37926</c:v>
                </c:pt>
                <c:pt idx="167">
                  <c:v>37956</c:v>
                </c:pt>
                <c:pt idx="168">
                  <c:v>37987</c:v>
                </c:pt>
                <c:pt idx="169">
                  <c:v>38018</c:v>
                </c:pt>
                <c:pt idx="170">
                  <c:v>38047</c:v>
                </c:pt>
                <c:pt idx="171">
                  <c:v>38078</c:v>
                </c:pt>
                <c:pt idx="172">
                  <c:v>38108</c:v>
                </c:pt>
                <c:pt idx="173">
                  <c:v>38139</c:v>
                </c:pt>
                <c:pt idx="174">
                  <c:v>38169</c:v>
                </c:pt>
                <c:pt idx="175">
                  <c:v>38200</c:v>
                </c:pt>
                <c:pt idx="176">
                  <c:v>38231</c:v>
                </c:pt>
                <c:pt idx="177">
                  <c:v>38261</c:v>
                </c:pt>
                <c:pt idx="178">
                  <c:v>38292</c:v>
                </c:pt>
                <c:pt idx="179">
                  <c:v>38322</c:v>
                </c:pt>
                <c:pt idx="180">
                  <c:v>38353</c:v>
                </c:pt>
                <c:pt idx="181">
                  <c:v>38384</c:v>
                </c:pt>
                <c:pt idx="182">
                  <c:v>38412</c:v>
                </c:pt>
                <c:pt idx="183">
                  <c:v>38443</c:v>
                </c:pt>
                <c:pt idx="184">
                  <c:v>38473</c:v>
                </c:pt>
                <c:pt idx="185">
                  <c:v>38504</c:v>
                </c:pt>
                <c:pt idx="186">
                  <c:v>38534</c:v>
                </c:pt>
                <c:pt idx="187">
                  <c:v>38565</c:v>
                </c:pt>
                <c:pt idx="188">
                  <c:v>38596</c:v>
                </c:pt>
                <c:pt idx="189">
                  <c:v>38626</c:v>
                </c:pt>
                <c:pt idx="190">
                  <c:v>38657</c:v>
                </c:pt>
                <c:pt idx="191">
                  <c:v>38687</c:v>
                </c:pt>
                <c:pt idx="192">
                  <c:v>38718</c:v>
                </c:pt>
                <c:pt idx="193">
                  <c:v>38749</c:v>
                </c:pt>
                <c:pt idx="194">
                  <c:v>38777</c:v>
                </c:pt>
                <c:pt idx="195">
                  <c:v>38808</c:v>
                </c:pt>
                <c:pt idx="196">
                  <c:v>38838</c:v>
                </c:pt>
                <c:pt idx="197">
                  <c:v>38869</c:v>
                </c:pt>
                <c:pt idx="198">
                  <c:v>38899</c:v>
                </c:pt>
                <c:pt idx="199">
                  <c:v>38930</c:v>
                </c:pt>
                <c:pt idx="200">
                  <c:v>38961</c:v>
                </c:pt>
                <c:pt idx="201">
                  <c:v>38991</c:v>
                </c:pt>
                <c:pt idx="202">
                  <c:v>39022</c:v>
                </c:pt>
                <c:pt idx="203">
                  <c:v>39052</c:v>
                </c:pt>
                <c:pt idx="204">
                  <c:v>39083</c:v>
                </c:pt>
                <c:pt idx="205">
                  <c:v>39114</c:v>
                </c:pt>
                <c:pt idx="206">
                  <c:v>39142</c:v>
                </c:pt>
                <c:pt idx="207">
                  <c:v>39173</c:v>
                </c:pt>
                <c:pt idx="208">
                  <c:v>39203</c:v>
                </c:pt>
                <c:pt idx="209">
                  <c:v>39234</c:v>
                </c:pt>
                <c:pt idx="210">
                  <c:v>39264</c:v>
                </c:pt>
                <c:pt idx="211">
                  <c:v>39295</c:v>
                </c:pt>
                <c:pt idx="212">
                  <c:v>39326</c:v>
                </c:pt>
                <c:pt idx="213">
                  <c:v>39356</c:v>
                </c:pt>
                <c:pt idx="214">
                  <c:v>39387</c:v>
                </c:pt>
                <c:pt idx="215">
                  <c:v>39417</c:v>
                </c:pt>
                <c:pt idx="216">
                  <c:v>39448</c:v>
                </c:pt>
                <c:pt idx="217">
                  <c:v>39479</c:v>
                </c:pt>
                <c:pt idx="218">
                  <c:v>39508</c:v>
                </c:pt>
                <c:pt idx="219">
                  <c:v>39539</c:v>
                </c:pt>
                <c:pt idx="220">
                  <c:v>39569</c:v>
                </c:pt>
                <c:pt idx="221">
                  <c:v>39600</c:v>
                </c:pt>
                <c:pt idx="222">
                  <c:v>39630</c:v>
                </c:pt>
                <c:pt idx="223">
                  <c:v>39661</c:v>
                </c:pt>
                <c:pt idx="224">
                  <c:v>39692</c:v>
                </c:pt>
                <c:pt idx="225">
                  <c:v>39722</c:v>
                </c:pt>
                <c:pt idx="226">
                  <c:v>39753</c:v>
                </c:pt>
                <c:pt idx="227">
                  <c:v>39783</c:v>
                </c:pt>
                <c:pt idx="228">
                  <c:v>39814</c:v>
                </c:pt>
                <c:pt idx="229">
                  <c:v>39845</c:v>
                </c:pt>
                <c:pt idx="230">
                  <c:v>39873</c:v>
                </c:pt>
                <c:pt idx="231">
                  <c:v>39904</c:v>
                </c:pt>
                <c:pt idx="232">
                  <c:v>39934</c:v>
                </c:pt>
                <c:pt idx="233">
                  <c:v>39965</c:v>
                </c:pt>
                <c:pt idx="234">
                  <c:v>39995</c:v>
                </c:pt>
                <c:pt idx="235">
                  <c:v>40026</c:v>
                </c:pt>
                <c:pt idx="236">
                  <c:v>40057</c:v>
                </c:pt>
                <c:pt idx="237">
                  <c:v>40087</c:v>
                </c:pt>
                <c:pt idx="238">
                  <c:v>40118</c:v>
                </c:pt>
                <c:pt idx="239">
                  <c:v>40148</c:v>
                </c:pt>
                <c:pt idx="240">
                  <c:v>40179</c:v>
                </c:pt>
                <c:pt idx="241">
                  <c:v>40210</c:v>
                </c:pt>
                <c:pt idx="242">
                  <c:v>40238</c:v>
                </c:pt>
                <c:pt idx="243">
                  <c:v>40269</c:v>
                </c:pt>
                <c:pt idx="244">
                  <c:v>40299</c:v>
                </c:pt>
                <c:pt idx="245">
                  <c:v>40330</c:v>
                </c:pt>
                <c:pt idx="246">
                  <c:v>40360</c:v>
                </c:pt>
                <c:pt idx="247">
                  <c:v>40391</c:v>
                </c:pt>
                <c:pt idx="248">
                  <c:v>40422</c:v>
                </c:pt>
                <c:pt idx="249">
                  <c:v>40452</c:v>
                </c:pt>
                <c:pt idx="250">
                  <c:v>40483</c:v>
                </c:pt>
                <c:pt idx="251">
                  <c:v>40513</c:v>
                </c:pt>
                <c:pt idx="252">
                  <c:v>40544</c:v>
                </c:pt>
                <c:pt idx="253">
                  <c:v>40575</c:v>
                </c:pt>
                <c:pt idx="254">
                  <c:v>40603</c:v>
                </c:pt>
                <c:pt idx="255">
                  <c:v>40634</c:v>
                </c:pt>
                <c:pt idx="256">
                  <c:v>40664</c:v>
                </c:pt>
                <c:pt idx="257">
                  <c:v>40695</c:v>
                </c:pt>
                <c:pt idx="258">
                  <c:v>40725</c:v>
                </c:pt>
                <c:pt idx="259">
                  <c:v>40756</c:v>
                </c:pt>
                <c:pt idx="260">
                  <c:v>40787</c:v>
                </c:pt>
                <c:pt idx="261">
                  <c:v>40817</c:v>
                </c:pt>
                <c:pt idx="262">
                  <c:v>40848</c:v>
                </c:pt>
                <c:pt idx="263">
                  <c:v>40878</c:v>
                </c:pt>
                <c:pt idx="264">
                  <c:v>40909</c:v>
                </c:pt>
                <c:pt idx="265">
                  <c:v>40940</c:v>
                </c:pt>
                <c:pt idx="266">
                  <c:v>40969</c:v>
                </c:pt>
                <c:pt idx="267">
                  <c:v>41000</c:v>
                </c:pt>
                <c:pt idx="268">
                  <c:v>41030</c:v>
                </c:pt>
                <c:pt idx="269">
                  <c:v>41061</c:v>
                </c:pt>
                <c:pt idx="270">
                  <c:v>41091</c:v>
                </c:pt>
                <c:pt idx="271">
                  <c:v>41122</c:v>
                </c:pt>
                <c:pt idx="272">
                  <c:v>41153</c:v>
                </c:pt>
                <c:pt idx="273">
                  <c:v>41183</c:v>
                </c:pt>
                <c:pt idx="274">
                  <c:v>41214</c:v>
                </c:pt>
                <c:pt idx="275">
                  <c:v>41244</c:v>
                </c:pt>
                <c:pt idx="276">
                  <c:v>41275</c:v>
                </c:pt>
                <c:pt idx="277">
                  <c:v>41306</c:v>
                </c:pt>
                <c:pt idx="278">
                  <c:v>41334</c:v>
                </c:pt>
                <c:pt idx="279">
                  <c:v>41365</c:v>
                </c:pt>
                <c:pt idx="280">
                  <c:v>41395</c:v>
                </c:pt>
                <c:pt idx="281">
                  <c:v>41426</c:v>
                </c:pt>
                <c:pt idx="282">
                  <c:v>41456</c:v>
                </c:pt>
                <c:pt idx="283">
                  <c:v>41487</c:v>
                </c:pt>
                <c:pt idx="284">
                  <c:v>41518</c:v>
                </c:pt>
                <c:pt idx="285">
                  <c:v>41548</c:v>
                </c:pt>
                <c:pt idx="286">
                  <c:v>41579</c:v>
                </c:pt>
                <c:pt idx="287">
                  <c:v>41609</c:v>
                </c:pt>
                <c:pt idx="288">
                  <c:v>41640</c:v>
                </c:pt>
                <c:pt idx="289">
                  <c:v>41671</c:v>
                </c:pt>
                <c:pt idx="290">
                  <c:v>41699</c:v>
                </c:pt>
                <c:pt idx="291">
                  <c:v>41730</c:v>
                </c:pt>
                <c:pt idx="292">
                  <c:v>41760</c:v>
                </c:pt>
                <c:pt idx="293">
                  <c:v>41791</c:v>
                </c:pt>
                <c:pt idx="294">
                  <c:v>41821</c:v>
                </c:pt>
                <c:pt idx="295">
                  <c:v>41852</c:v>
                </c:pt>
                <c:pt idx="296">
                  <c:v>41883</c:v>
                </c:pt>
                <c:pt idx="297">
                  <c:v>41913</c:v>
                </c:pt>
                <c:pt idx="298">
                  <c:v>41944</c:v>
                </c:pt>
                <c:pt idx="299">
                  <c:v>41974</c:v>
                </c:pt>
                <c:pt idx="300">
                  <c:v>42005</c:v>
                </c:pt>
                <c:pt idx="301">
                  <c:v>42036</c:v>
                </c:pt>
                <c:pt idx="302">
                  <c:v>42064</c:v>
                </c:pt>
                <c:pt idx="303">
                  <c:v>42095</c:v>
                </c:pt>
                <c:pt idx="304">
                  <c:v>42125</c:v>
                </c:pt>
                <c:pt idx="305">
                  <c:v>42156</c:v>
                </c:pt>
                <c:pt idx="306">
                  <c:v>42186</c:v>
                </c:pt>
                <c:pt idx="307">
                  <c:v>42217</c:v>
                </c:pt>
                <c:pt idx="308">
                  <c:v>42248</c:v>
                </c:pt>
                <c:pt idx="309">
                  <c:v>42278</c:v>
                </c:pt>
                <c:pt idx="310">
                  <c:v>42309</c:v>
                </c:pt>
                <c:pt idx="311">
                  <c:v>42339</c:v>
                </c:pt>
                <c:pt idx="312">
                  <c:v>42370</c:v>
                </c:pt>
                <c:pt idx="313">
                  <c:v>42401</c:v>
                </c:pt>
                <c:pt idx="314">
                  <c:v>42430</c:v>
                </c:pt>
                <c:pt idx="315">
                  <c:v>42461</c:v>
                </c:pt>
                <c:pt idx="316">
                  <c:v>42491</c:v>
                </c:pt>
                <c:pt idx="317">
                  <c:v>42522</c:v>
                </c:pt>
              </c:numCache>
            </c:numRef>
          </c:cat>
          <c:val>
            <c:numRef>
              <c:f>Sheet1!$C$2:$C$319</c:f>
              <c:numCache>
                <c:formatCode>General</c:formatCode>
                <c:ptCount val="318"/>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formatCode="0.00">
                  <c:v>70097</c:v>
                </c:pt>
                <c:pt idx="109" formatCode="0.00">
                  <c:v>70193.083333333328</c:v>
                </c:pt>
                <c:pt idx="110" formatCode="0.00">
                  <c:v>70289.166666666672</c:v>
                </c:pt>
                <c:pt idx="111" formatCode="0.00">
                  <c:v>70385.25</c:v>
                </c:pt>
                <c:pt idx="112" formatCode="0.00">
                  <c:v>70481.333333333328</c:v>
                </c:pt>
                <c:pt idx="113" formatCode="0.00">
                  <c:v>70577.416666666672</c:v>
                </c:pt>
                <c:pt idx="114" formatCode="0.00">
                  <c:v>70673.5</c:v>
                </c:pt>
                <c:pt idx="115" formatCode="0.00">
                  <c:v>70769.583333333328</c:v>
                </c:pt>
                <c:pt idx="116" formatCode="0.00">
                  <c:v>70865.666666666672</c:v>
                </c:pt>
                <c:pt idx="117" formatCode="0.00">
                  <c:v>70961.75</c:v>
                </c:pt>
                <c:pt idx="118" formatCode="0.00">
                  <c:v>71057.833333333328</c:v>
                </c:pt>
                <c:pt idx="119" formatCode="0.00">
                  <c:v>71153.916666666672</c:v>
                </c:pt>
                <c:pt idx="120" formatCode="0.00">
                  <c:v>71250</c:v>
                </c:pt>
                <c:pt idx="121" formatCode="0.00">
                  <c:v>71361.916666666672</c:v>
                </c:pt>
                <c:pt idx="122" formatCode="0.00">
                  <c:v>71473.833333333328</c:v>
                </c:pt>
                <c:pt idx="123" formatCode="0.00">
                  <c:v>71585.75</c:v>
                </c:pt>
                <c:pt idx="124" formatCode="0.00">
                  <c:v>71697.666666666672</c:v>
                </c:pt>
                <c:pt idx="125" formatCode="0.00">
                  <c:v>71809.583333333328</c:v>
                </c:pt>
                <c:pt idx="126" formatCode="0.00">
                  <c:v>71921.5</c:v>
                </c:pt>
                <c:pt idx="127" formatCode="0.00">
                  <c:v>72033.416666666672</c:v>
                </c:pt>
                <c:pt idx="128" formatCode="0.00">
                  <c:v>72145.333333333328</c:v>
                </c:pt>
                <c:pt idx="129" formatCode="0.00">
                  <c:v>72257.25</c:v>
                </c:pt>
                <c:pt idx="130" formatCode="0.00">
                  <c:v>72369.166666666672</c:v>
                </c:pt>
                <c:pt idx="131" formatCode="0.00">
                  <c:v>72481.083333333328</c:v>
                </c:pt>
                <c:pt idx="132" formatCode="0.00">
                  <c:v>72593</c:v>
                </c:pt>
                <c:pt idx="133" formatCode="0.00">
                  <c:v>72686.333333333328</c:v>
                </c:pt>
                <c:pt idx="134" formatCode="0.00">
                  <c:v>72779.666666666672</c:v>
                </c:pt>
                <c:pt idx="135" formatCode="0.00">
                  <c:v>72873</c:v>
                </c:pt>
                <c:pt idx="136" formatCode="0.00">
                  <c:v>72966.333333333328</c:v>
                </c:pt>
                <c:pt idx="137" formatCode="0.00">
                  <c:v>73059.666666666672</c:v>
                </c:pt>
                <c:pt idx="138" formatCode="0.00">
                  <c:v>73153</c:v>
                </c:pt>
                <c:pt idx="139" formatCode="0.00">
                  <c:v>73246.333333333328</c:v>
                </c:pt>
                <c:pt idx="140" formatCode="0.00">
                  <c:v>73339.666666666672</c:v>
                </c:pt>
                <c:pt idx="141" formatCode="0.00">
                  <c:v>73433</c:v>
                </c:pt>
                <c:pt idx="142" formatCode="0.00">
                  <c:v>73526.333333333328</c:v>
                </c:pt>
                <c:pt idx="143" formatCode="0.00">
                  <c:v>73619.666666666672</c:v>
                </c:pt>
                <c:pt idx="144" formatCode="0.00">
                  <c:v>73713</c:v>
                </c:pt>
                <c:pt idx="145" formatCode="0.00">
                  <c:v>73510.083333333328</c:v>
                </c:pt>
                <c:pt idx="146" formatCode="0.00">
                  <c:v>73307.166666666672</c:v>
                </c:pt>
                <c:pt idx="147" formatCode="0.00">
                  <c:v>73104.25</c:v>
                </c:pt>
                <c:pt idx="148" formatCode="0.00">
                  <c:v>72901.333333333328</c:v>
                </c:pt>
                <c:pt idx="149" formatCode="0.00">
                  <c:v>72698.416666666672</c:v>
                </c:pt>
                <c:pt idx="150" formatCode="0.00">
                  <c:v>72495.5</c:v>
                </c:pt>
                <c:pt idx="151" formatCode="0.00">
                  <c:v>72292.583333333328</c:v>
                </c:pt>
                <c:pt idx="152" formatCode="0.00">
                  <c:v>72089.666666666672</c:v>
                </c:pt>
                <c:pt idx="153" formatCode="0.00">
                  <c:v>71886.75</c:v>
                </c:pt>
                <c:pt idx="154" formatCode="0.00">
                  <c:v>71683.833333333328</c:v>
                </c:pt>
                <c:pt idx="155" formatCode="0.00">
                  <c:v>71480.916666666672</c:v>
                </c:pt>
                <c:pt idx="156" formatCode="0.00">
                  <c:v>71278</c:v>
                </c:pt>
                <c:pt idx="157" formatCode="0.00">
                  <c:v>71342.666666666672</c:v>
                </c:pt>
                <c:pt idx="158" formatCode="0.00">
                  <c:v>71407.333333333328</c:v>
                </c:pt>
                <c:pt idx="159" formatCode="0.00">
                  <c:v>71472</c:v>
                </c:pt>
                <c:pt idx="160" formatCode="0.00">
                  <c:v>71536.666666666672</c:v>
                </c:pt>
                <c:pt idx="161" formatCode="0.00">
                  <c:v>71601.333333333328</c:v>
                </c:pt>
                <c:pt idx="162" formatCode="0.00">
                  <c:v>71666</c:v>
                </c:pt>
                <c:pt idx="163" formatCode="0.00">
                  <c:v>71730.666666666672</c:v>
                </c:pt>
                <c:pt idx="164" formatCode="0.00">
                  <c:v>71795.333333333328</c:v>
                </c:pt>
                <c:pt idx="165" formatCode="0.00">
                  <c:v>71860</c:v>
                </c:pt>
                <c:pt idx="166" formatCode="0.00">
                  <c:v>71924.666666666672</c:v>
                </c:pt>
                <c:pt idx="167" formatCode="0.00">
                  <c:v>71989.333333333328</c:v>
                </c:pt>
                <c:pt idx="168" formatCode="0.00">
                  <c:v>72054</c:v>
                </c:pt>
                <c:pt idx="169" formatCode="0.00">
                  <c:v>72180.75</c:v>
                </c:pt>
                <c:pt idx="170" formatCode="0.00">
                  <c:v>72307.5</c:v>
                </c:pt>
                <c:pt idx="171" formatCode="0.00">
                  <c:v>72434.25</c:v>
                </c:pt>
                <c:pt idx="172" formatCode="0.00">
                  <c:v>72561</c:v>
                </c:pt>
                <c:pt idx="173" formatCode="0.00">
                  <c:v>72687.75</c:v>
                </c:pt>
                <c:pt idx="174" formatCode="0.00">
                  <c:v>72814.5</c:v>
                </c:pt>
                <c:pt idx="175" formatCode="0.00">
                  <c:v>72941.25</c:v>
                </c:pt>
                <c:pt idx="176" formatCode="0.00">
                  <c:v>73068</c:v>
                </c:pt>
                <c:pt idx="177" formatCode="0.00">
                  <c:v>73194.75</c:v>
                </c:pt>
                <c:pt idx="178" formatCode="0.00">
                  <c:v>73321.5</c:v>
                </c:pt>
                <c:pt idx="179" formatCode="0.00">
                  <c:v>73448.25</c:v>
                </c:pt>
                <c:pt idx="180" formatCode="0.00">
                  <c:v>73575</c:v>
                </c:pt>
                <c:pt idx="181" formatCode="0.00">
                  <c:v>73656.5</c:v>
                </c:pt>
                <c:pt idx="182" formatCode="0.00">
                  <c:v>73738</c:v>
                </c:pt>
                <c:pt idx="183" formatCode="0.00">
                  <c:v>73819.5</c:v>
                </c:pt>
                <c:pt idx="184" formatCode="0.00">
                  <c:v>73901</c:v>
                </c:pt>
                <c:pt idx="185" formatCode="0.00">
                  <c:v>73982.5</c:v>
                </c:pt>
                <c:pt idx="186" formatCode="0.00">
                  <c:v>74064</c:v>
                </c:pt>
                <c:pt idx="187" formatCode="0.00">
                  <c:v>74145.5</c:v>
                </c:pt>
                <c:pt idx="188" formatCode="0.00">
                  <c:v>74227</c:v>
                </c:pt>
                <c:pt idx="189" formatCode="0.00">
                  <c:v>74308.5</c:v>
                </c:pt>
                <c:pt idx="190" formatCode="0.00">
                  <c:v>74390</c:v>
                </c:pt>
                <c:pt idx="191" formatCode="0.00">
                  <c:v>74471.5</c:v>
                </c:pt>
                <c:pt idx="192" formatCode="0.00">
                  <c:v>74553</c:v>
                </c:pt>
                <c:pt idx="193" formatCode="0.00">
                  <c:v>74621.916666666672</c:v>
                </c:pt>
                <c:pt idx="194" formatCode="0.00">
                  <c:v>74690.833333333328</c:v>
                </c:pt>
                <c:pt idx="195" formatCode="0.00">
                  <c:v>74759.75</c:v>
                </c:pt>
                <c:pt idx="196" formatCode="0.00">
                  <c:v>74828.666666666672</c:v>
                </c:pt>
                <c:pt idx="197" formatCode="0.00">
                  <c:v>74897.583333333328</c:v>
                </c:pt>
                <c:pt idx="198" formatCode="0.00">
                  <c:v>74966.5</c:v>
                </c:pt>
                <c:pt idx="199" formatCode="0.00">
                  <c:v>75035.416666666672</c:v>
                </c:pt>
                <c:pt idx="200" formatCode="0.00">
                  <c:v>75104.333333333328</c:v>
                </c:pt>
                <c:pt idx="201" formatCode="0.00">
                  <c:v>75173.25</c:v>
                </c:pt>
                <c:pt idx="202" formatCode="0.00">
                  <c:v>75242.166666666672</c:v>
                </c:pt>
                <c:pt idx="203" formatCode="0.00">
                  <c:v>75311.083333333328</c:v>
                </c:pt>
                <c:pt idx="204" formatCode="0.00">
                  <c:v>75380</c:v>
                </c:pt>
                <c:pt idx="205" formatCode="0.00">
                  <c:v>75361.583333333328</c:v>
                </c:pt>
                <c:pt idx="206" formatCode="0.00">
                  <c:v>75343.166666666672</c:v>
                </c:pt>
                <c:pt idx="207" formatCode="0.00">
                  <c:v>75324.75</c:v>
                </c:pt>
                <c:pt idx="208" formatCode="0.00">
                  <c:v>75306.333333333328</c:v>
                </c:pt>
                <c:pt idx="209" formatCode="0.00">
                  <c:v>75287.916666666672</c:v>
                </c:pt>
                <c:pt idx="210" formatCode="0.00">
                  <c:v>75269.5</c:v>
                </c:pt>
                <c:pt idx="211" formatCode="0.00">
                  <c:v>75251.083333333328</c:v>
                </c:pt>
                <c:pt idx="212" formatCode="0.00">
                  <c:v>75232.666666666672</c:v>
                </c:pt>
                <c:pt idx="213" formatCode="0.00">
                  <c:v>75214.25</c:v>
                </c:pt>
                <c:pt idx="214" formatCode="0.00">
                  <c:v>75195.833333333328</c:v>
                </c:pt>
                <c:pt idx="215" formatCode="0.00">
                  <c:v>75177.416666666672</c:v>
                </c:pt>
                <c:pt idx="216" formatCode="0.00">
                  <c:v>75159</c:v>
                </c:pt>
                <c:pt idx="217" formatCode="0.00">
                  <c:v>75192.916666666672</c:v>
                </c:pt>
                <c:pt idx="218" formatCode="0.00">
                  <c:v>75226.833333333328</c:v>
                </c:pt>
                <c:pt idx="219" formatCode="0.00">
                  <c:v>75260.75</c:v>
                </c:pt>
                <c:pt idx="220" formatCode="0.00">
                  <c:v>75294.666666666672</c:v>
                </c:pt>
                <c:pt idx="221" formatCode="0.00">
                  <c:v>75328.583333333328</c:v>
                </c:pt>
                <c:pt idx="222" formatCode="0.00">
                  <c:v>75362.5</c:v>
                </c:pt>
                <c:pt idx="223" formatCode="0.00">
                  <c:v>75396.416666666672</c:v>
                </c:pt>
                <c:pt idx="224" formatCode="0.00">
                  <c:v>75430.333333333328</c:v>
                </c:pt>
                <c:pt idx="225" formatCode="0.00">
                  <c:v>75464.25</c:v>
                </c:pt>
                <c:pt idx="226" formatCode="0.00">
                  <c:v>75498.166666666672</c:v>
                </c:pt>
                <c:pt idx="227" formatCode="0.00">
                  <c:v>75532.083333333328</c:v>
                </c:pt>
                <c:pt idx="228" formatCode="0.00">
                  <c:v>75566</c:v>
                </c:pt>
                <c:pt idx="229" formatCode="0.00">
                  <c:v>75520</c:v>
                </c:pt>
                <c:pt idx="230" formatCode="0.00">
                  <c:v>75474</c:v>
                </c:pt>
                <c:pt idx="231" formatCode="0.00">
                  <c:v>75428</c:v>
                </c:pt>
                <c:pt idx="232" formatCode="0.00">
                  <c:v>75382</c:v>
                </c:pt>
                <c:pt idx="233" formatCode="0.00">
                  <c:v>75336</c:v>
                </c:pt>
                <c:pt idx="234" formatCode="0.00">
                  <c:v>75290</c:v>
                </c:pt>
                <c:pt idx="235" formatCode="0.00">
                  <c:v>75244</c:v>
                </c:pt>
                <c:pt idx="236" formatCode="0.00">
                  <c:v>75198</c:v>
                </c:pt>
                <c:pt idx="237" formatCode="0.00">
                  <c:v>75152</c:v>
                </c:pt>
                <c:pt idx="238" formatCode="0.00">
                  <c:v>75106</c:v>
                </c:pt>
                <c:pt idx="239" formatCode="0.00">
                  <c:v>75060</c:v>
                </c:pt>
                <c:pt idx="240" formatCode="0.00">
                  <c:v>75014</c:v>
                </c:pt>
                <c:pt idx="241" formatCode="0.00">
                  <c:v>74995.416666666672</c:v>
                </c:pt>
                <c:pt idx="242" formatCode="0.00">
                  <c:v>74976.833333333328</c:v>
                </c:pt>
                <c:pt idx="243" formatCode="0.00">
                  <c:v>74958.25</c:v>
                </c:pt>
                <c:pt idx="244" formatCode="0.00">
                  <c:v>74939.666666666672</c:v>
                </c:pt>
                <c:pt idx="245" formatCode="0.00">
                  <c:v>74921.083333333328</c:v>
                </c:pt>
                <c:pt idx="246" formatCode="0.00">
                  <c:v>74902.5</c:v>
                </c:pt>
                <c:pt idx="247" formatCode="0.00">
                  <c:v>74883.916666666672</c:v>
                </c:pt>
                <c:pt idx="248" formatCode="0.00">
                  <c:v>74865.333333333328</c:v>
                </c:pt>
                <c:pt idx="249" formatCode="0.00">
                  <c:v>74846.75</c:v>
                </c:pt>
                <c:pt idx="250" formatCode="0.00">
                  <c:v>74828.166666666672</c:v>
                </c:pt>
                <c:pt idx="251" formatCode="0.00">
                  <c:v>74809.583333333328</c:v>
                </c:pt>
                <c:pt idx="252" formatCode="0.00">
                  <c:v>74791</c:v>
                </c:pt>
                <c:pt idx="253" formatCode="0.00">
                  <c:v>74816</c:v>
                </c:pt>
                <c:pt idx="254" formatCode="0.00">
                  <c:v>74841</c:v>
                </c:pt>
                <c:pt idx="255" formatCode="0.00">
                  <c:v>74866</c:v>
                </c:pt>
                <c:pt idx="256" formatCode="0.00">
                  <c:v>74891</c:v>
                </c:pt>
                <c:pt idx="257" formatCode="0.00">
                  <c:v>74916</c:v>
                </c:pt>
                <c:pt idx="258" formatCode="0.00">
                  <c:v>74941</c:v>
                </c:pt>
                <c:pt idx="259" formatCode="0.00">
                  <c:v>74966</c:v>
                </c:pt>
                <c:pt idx="260" formatCode="0.00">
                  <c:v>74991</c:v>
                </c:pt>
                <c:pt idx="261" formatCode="0.00">
                  <c:v>75016</c:v>
                </c:pt>
                <c:pt idx="262" formatCode="0.00">
                  <c:v>75041</c:v>
                </c:pt>
                <c:pt idx="263" formatCode="0.00">
                  <c:v>75066</c:v>
                </c:pt>
                <c:pt idx="264" formatCode="0.00">
                  <c:v>75091</c:v>
                </c:pt>
                <c:pt idx="265" formatCode="0.00">
                  <c:v>75055.75</c:v>
                </c:pt>
                <c:pt idx="266" formatCode="0.00">
                  <c:v>75020.5</c:v>
                </c:pt>
                <c:pt idx="267" formatCode="0.00">
                  <c:v>74985.25</c:v>
                </c:pt>
                <c:pt idx="268" formatCode="0.00">
                  <c:v>74950</c:v>
                </c:pt>
                <c:pt idx="269" formatCode="0.00">
                  <c:v>74914.75</c:v>
                </c:pt>
                <c:pt idx="270" formatCode="0.00">
                  <c:v>74879.5</c:v>
                </c:pt>
                <c:pt idx="271" formatCode="0.00">
                  <c:v>74844.25</c:v>
                </c:pt>
                <c:pt idx="272" formatCode="0.00">
                  <c:v>74809</c:v>
                </c:pt>
                <c:pt idx="273" formatCode="0.00">
                  <c:v>74773.75</c:v>
                </c:pt>
                <c:pt idx="274" formatCode="0.00">
                  <c:v>74738.5</c:v>
                </c:pt>
                <c:pt idx="275" formatCode="0.00">
                  <c:v>74703.25</c:v>
                </c:pt>
                <c:pt idx="276" formatCode="0.00">
                  <c:v>74668</c:v>
                </c:pt>
                <c:pt idx="277" formatCode="0.00">
                  <c:v>74647.916666666672</c:v>
                </c:pt>
                <c:pt idx="278" formatCode="0.00">
                  <c:v>74627.833333333328</c:v>
                </c:pt>
                <c:pt idx="279" formatCode="0.00">
                  <c:v>74607.75</c:v>
                </c:pt>
                <c:pt idx="280" formatCode="0.00">
                  <c:v>74587.666666666672</c:v>
                </c:pt>
                <c:pt idx="281" formatCode="0.00">
                  <c:v>74567.583333333328</c:v>
                </c:pt>
                <c:pt idx="282" formatCode="0.00">
                  <c:v>74547.5</c:v>
                </c:pt>
                <c:pt idx="283" formatCode="0.00">
                  <c:v>74527.416666666672</c:v>
                </c:pt>
                <c:pt idx="284" formatCode="0.00">
                  <c:v>74507.333333333328</c:v>
                </c:pt>
                <c:pt idx="285" formatCode="0.00">
                  <c:v>74487.25</c:v>
                </c:pt>
                <c:pt idx="286" formatCode="0.00">
                  <c:v>74467.166666666672</c:v>
                </c:pt>
                <c:pt idx="287" formatCode="0.00">
                  <c:v>74447.083333333328</c:v>
                </c:pt>
                <c:pt idx="288" formatCode="0.00">
                  <c:v>74427</c:v>
                </c:pt>
                <c:pt idx="289" formatCode="0.00">
                  <c:v>74450.25</c:v>
                </c:pt>
                <c:pt idx="290" formatCode="0.00">
                  <c:v>74473.5</c:v>
                </c:pt>
                <c:pt idx="291" formatCode="0.00">
                  <c:v>74496.75</c:v>
                </c:pt>
                <c:pt idx="292" formatCode="0.00">
                  <c:v>74520</c:v>
                </c:pt>
                <c:pt idx="293" formatCode="0.00">
                  <c:v>74543.25</c:v>
                </c:pt>
                <c:pt idx="294" formatCode="0.00">
                  <c:v>74566.5</c:v>
                </c:pt>
                <c:pt idx="295" formatCode="0.00">
                  <c:v>74589.75</c:v>
                </c:pt>
                <c:pt idx="296" formatCode="0.00">
                  <c:v>74613</c:v>
                </c:pt>
                <c:pt idx="297" formatCode="0.00">
                  <c:v>74636.25</c:v>
                </c:pt>
                <c:pt idx="298" formatCode="0.00">
                  <c:v>74659.5</c:v>
                </c:pt>
                <c:pt idx="299" formatCode="0.00">
                  <c:v>74682.75</c:v>
                </c:pt>
                <c:pt idx="300" formatCode="0.00">
                  <c:v>74706</c:v>
                </c:pt>
                <c:pt idx="301" formatCode="0.00">
                  <c:v>74706</c:v>
                </c:pt>
                <c:pt idx="302" formatCode="0.00">
                  <c:v>74706</c:v>
                </c:pt>
                <c:pt idx="303" formatCode="0.00">
                  <c:v>74706</c:v>
                </c:pt>
                <c:pt idx="304" formatCode="0.00">
                  <c:v>74706</c:v>
                </c:pt>
                <c:pt idx="305" formatCode="0.00">
                  <c:v>74706</c:v>
                </c:pt>
                <c:pt idx="306" formatCode="0.00">
                  <c:v>74706</c:v>
                </c:pt>
                <c:pt idx="307" formatCode="0.00">
                  <c:v>74706</c:v>
                </c:pt>
                <c:pt idx="308" formatCode="0.00">
                  <c:v>74706</c:v>
                </c:pt>
                <c:pt idx="309" formatCode="0.00">
                  <c:v>74706</c:v>
                </c:pt>
                <c:pt idx="310" formatCode="0.00">
                  <c:v>74706</c:v>
                </c:pt>
                <c:pt idx="311" formatCode="0.00">
                  <c:v>74706</c:v>
                </c:pt>
                <c:pt idx="312" formatCode="0.00">
                  <c:v>74706</c:v>
                </c:pt>
                <c:pt idx="313" formatCode="0.00">
                  <c:v>74706</c:v>
                </c:pt>
                <c:pt idx="314" formatCode="0.00">
                  <c:v>74706</c:v>
                </c:pt>
                <c:pt idx="315" formatCode="0.00">
                  <c:v>74706</c:v>
                </c:pt>
                <c:pt idx="316" formatCode="0.00">
                  <c:v>74706</c:v>
                </c:pt>
                <c:pt idx="317">
                  <c:v>#N/A</c:v>
                </c:pt>
              </c:numCache>
            </c:numRef>
          </c:val>
        </c:ser>
        <c:dLbls>
          <c:showLegendKey val="0"/>
          <c:showVal val="0"/>
          <c:showCatName val="0"/>
          <c:showSerName val="0"/>
          <c:showPercent val="0"/>
          <c:showBubbleSize val="0"/>
        </c:dLbls>
        <c:gapWidth val="150"/>
        <c:axId val="37674368"/>
        <c:axId val="37672448"/>
      </c:barChart>
      <c:lineChart>
        <c:grouping val="standard"/>
        <c:varyColors val="0"/>
        <c:ser>
          <c:idx val="0"/>
          <c:order val="0"/>
          <c:tx>
            <c:strRef>
              <c:f>Sheet1!$B$1</c:f>
              <c:strCache>
                <c:ptCount val="1"/>
                <c:pt idx="0">
                  <c:v>MBAVPRCH</c:v>
                </c:pt>
              </c:strCache>
            </c:strRef>
          </c:tx>
          <c:marker>
            <c:symbol val="none"/>
          </c:marker>
          <c:cat>
            <c:numRef>
              <c:f>Sheet1!$A$2:$A$319</c:f>
              <c:numCache>
                <c:formatCode>m/d/yyyy</c:formatCode>
                <c:ptCount val="318"/>
                <c:pt idx="0">
                  <c:v>32874</c:v>
                </c:pt>
                <c:pt idx="1">
                  <c:v>32905</c:v>
                </c:pt>
                <c:pt idx="2">
                  <c:v>32933</c:v>
                </c:pt>
                <c:pt idx="3">
                  <c:v>32964</c:v>
                </c:pt>
                <c:pt idx="4">
                  <c:v>32994</c:v>
                </c:pt>
                <c:pt idx="5">
                  <c:v>33025</c:v>
                </c:pt>
                <c:pt idx="6">
                  <c:v>33055</c:v>
                </c:pt>
                <c:pt idx="7">
                  <c:v>33086</c:v>
                </c:pt>
                <c:pt idx="8">
                  <c:v>33117</c:v>
                </c:pt>
                <c:pt idx="9">
                  <c:v>33147</c:v>
                </c:pt>
                <c:pt idx="10">
                  <c:v>33178</c:v>
                </c:pt>
                <c:pt idx="11">
                  <c:v>33208</c:v>
                </c:pt>
                <c:pt idx="12">
                  <c:v>33239</c:v>
                </c:pt>
                <c:pt idx="13">
                  <c:v>33270</c:v>
                </c:pt>
                <c:pt idx="14">
                  <c:v>33298</c:v>
                </c:pt>
                <c:pt idx="15">
                  <c:v>33329</c:v>
                </c:pt>
                <c:pt idx="16">
                  <c:v>33359</c:v>
                </c:pt>
                <c:pt idx="17">
                  <c:v>33390</c:v>
                </c:pt>
                <c:pt idx="18">
                  <c:v>33420</c:v>
                </c:pt>
                <c:pt idx="19">
                  <c:v>33451</c:v>
                </c:pt>
                <c:pt idx="20">
                  <c:v>33482</c:v>
                </c:pt>
                <c:pt idx="21">
                  <c:v>33512</c:v>
                </c:pt>
                <c:pt idx="22">
                  <c:v>33543</c:v>
                </c:pt>
                <c:pt idx="23">
                  <c:v>33573</c:v>
                </c:pt>
                <c:pt idx="24">
                  <c:v>33604</c:v>
                </c:pt>
                <c:pt idx="25">
                  <c:v>33635</c:v>
                </c:pt>
                <c:pt idx="26">
                  <c:v>33664</c:v>
                </c:pt>
                <c:pt idx="27">
                  <c:v>33695</c:v>
                </c:pt>
                <c:pt idx="28">
                  <c:v>33725</c:v>
                </c:pt>
                <c:pt idx="29">
                  <c:v>33756</c:v>
                </c:pt>
                <c:pt idx="30">
                  <c:v>33786</c:v>
                </c:pt>
                <c:pt idx="31">
                  <c:v>33817</c:v>
                </c:pt>
                <c:pt idx="32">
                  <c:v>33848</c:v>
                </c:pt>
                <c:pt idx="33">
                  <c:v>33878</c:v>
                </c:pt>
                <c:pt idx="34">
                  <c:v>33909</c:v>
                </c:pt>
                <c:pt idx="35">
                  <c:v>33939</c:v>
                </c:pt>
                <c:pt idx="36">
                  <c:v>33970</c:v>
                </c:pt>
                <c:pt idx="37">
                  <c:v>34001</c:v>
                </c:pt>
                <c:pt idx="38">
                  <c:v>34029</c:v>
                </c:pt>
                <c:pt idx="39">
                  <c:v>34060</c:v>
                </c:pt>
                <c:pt idx="40">
                  <c:v>34090</c:v>
                </c:pt>
                <c:pt idx="41">
                  <c:v>34121</c:v>
                </c:pt>
                <c:pt idx="42">
                  <c:v>34151</c:v>
                </c:pt>
                <c:pt idx="43">
                  <c:v>34182</c:v>
                </c:pt>
                <c:pt idx="44">
                  <c:v>34213</c:v>
                </c:pt>
                <c:pt idx="45">
                  <c:v>34243</c:v>
                </c:pt>
                <c:pt idx="46">
                  <c:v>34274</c:v>
                </c:pt>
                <c:pt idx="47">
                  <c:v>34304</c:v>
                </c:pt>
                <c:pt idx="48">
                  <c:v>34335</c:v>
                </c:pt>
                <c:pt idx="49">
                  <c:v>34366</c:v>
                </c:pt>
                <c:pt idx="50">
                  <c:v>34394</c:v>
                </c:pt>
                <c:pt idx="51">
                  <c:v>34425</c:v>
                </c:pt>
                <c:pt idx="52">
                  <c:v>34455</c:v>
                </c:pt>
                <c:pt idx="53">
                  <c:v>34486</c:v>
                </c:pt>
                <c:pt idx="54">
                  <c:v>34516</c:v>
                </c:pt>
                <c:pt idx="55">
                  <c:v>34547</c:v>
                </c:pt>
                <c:pt idx="56">
                  <c:v>34578</c:v>
                </c:pt>
                <c:pt idx="57">
                  <c:v>34608</c:v>
                </c:pt>
                <c:pt idx="58">
                  <c:v>34639</c:v>
                </c:pt>
                <c:pt idx="59">
                  <c:v>34669</c:v>
                </c:pt>
                <c:pt idx="60">
                  <c:v>34700</c:v>
                </c:pt>
                <c:pt idx="61">
                  <c:v>34731</c:v>
                </c:pt>
                <c:pt idx="62">
                  <c:v>34759</c:v>
                </c:pt>
                <c:pt idx="63">
                  <c:v>34790</c:v>
                </c:pt>
                <c:pt idx="64">
                  <c:v>34820</c:v>
                </c:pt>
                <c:pt idx="65">
                  <c:v>34851</c:v>
                </c:pt>
                <c:pt idx="66">
                  <c:v>34881</c:v>
                </c:pt>
                <c:pt idx="67">
                  <c:v>34912</c:v>
                </c:pt>
                <c:pt idx="68">
                  <c:v>34943</c:v>
                </c:pt>
                <c:pt idx="69">
                  <c:v>34973</c:v>
                </c:pt>
                <c:pt idx="70">
                  <c:v>35004</c:v>
                </c:pt>
                <c:pt idx="71">
                  <c:v>35034</c:v>
                </c:pt>
                <c:pt idx="72">
                  <c:v>35065</c:v>
                </c:pt>
                <c:pt idx="73">
                  <c:v>35096</c:v>
                </c:pt>
                <c:pt idx="74">
                  <c:v>35125</c:v>
                </c:pt>
                <c:pt idx="75">
                  <c:v>35156</c:v>
                </c:pt>
                <c:pt idx="76">
                  <c:v>35186</c:v>
                </c:pt>
                <c:pt idx="77">
                  <c:v>35217</c:v>
                </c:pt>
                <c:pt idx="78">
                  <c:v>35247</c:v>
                </c:pt>
                <c:pt idx="79">
                  <c:v>35278</c:v>
                </c:pt>
                <c:pt idx="80">
                  <c:v>35309</c:v>
                </c:pt>
                <c:pt idx="81">
                  <c:v>35339</c:v>
                </c:pt>
                <c:pt idx="82">
                  <c:v>35370</c:v>
                </c:pt>
                <c:pt idx="83">
                  <c:v>35400</c:v>
                </c:pt>
                <c:pt idx="84">
                  <c:v>35431</c:v>
                </c:pt>
                <c:pt idx="85">
                  <c:v>35462</c:v>
                </c:pt>
                <c:pt idx="86">
                  <c:v>35490</c:v>
                </c:pt>
                <c:pt idx="87">
                  <c:v>35521</c:v>
                </c:pt>
                <c:pt idx="88">
                  <c:v>35551</c:v>
                </c:pt>
                <c:pt idx="89">
                  <c:v>35582</c:v>
                </c:pt>
                <c:pt idx="90">
                  <c:v>35612</c:v>
                </c:pt>
                <c:pt idx="91">
                  <c:v>35643</c:v>
                </c:pt>
                <c:pt idx="92">
                  <c:v>35674</c:v>
                </c:pt>
                <c:pt idx="93">
                  <c:v>35704</c:v>
                </c:pt>
                <c:pt idx="94">
                  <c:v>35735</c:v>
                </c:pt>
                <c:pt idx="95">
                  <c:v>35765</c:v>
                </c:pt>
                <c:pt idx="96">
                  <c:v>35796</c:v>
                </c:pt>
                <c:pt idx="97">
                  <c:v>35827</c:v>
                </c:pt>
                <c:pt idx="98">
                  <c:v>35855</c:v>
                </c:pt>
                <c:pt idx="99">
                  <c:v>35886</c:v>
                </c:pt>
                <c:pt idx="100">
                  <c:v>35916</c:v>
                </c:pt>
                <c:pt idx="101">
                  <c:v>35947</c:v>
                </c:pt>
                <c:pt idx="102">
                  <c:v>35977</c:v>
                </c:pt>
                <c:pt idx="103">
                  <c:v>36008</c:v>
                </c:pt>
                <c:pt idx="104">
                  <c:v>36039</c:v>
                </c:pt>
                <c:pt idx="105">
                  <c:v>36069</c:v>
                </c:pt>
                <c:pt idx="106">
                  <c:v>36100</c:v>
                </c:pt>
                <c:pt idx="107">
                  <c:v>36130</c:v>
                </c:pt>
                <c:pt idx="108">
                  <c:v>36161</c:v>
                </c:pt>
                <c:pt idx="109">
                  <c:v>36192</c:v>
                </c:pt>
                <c:pt idx="110">
                  <c:v>36220</c:v>
                </c:pt>
                <c:pt idx="111">
                  <c:v>36251</c:v>
                </c:pt>
                <c:pt idx="112">
                  <c:v>36281</c:v>
                </c:pt>
                <c:pt idx="113">
                  <c:v>36312</c:v>
                </c:pt>
                <c:pt idx="114">
                  <c:v>36342</c:v>
                </c:pt>
                <c:pt idx="115">
                  <c:v>36373</c:v>
                </c:pt>
                <c:pt idx="116">
                  <c:v>36404</c:v>
                </c:pt>
                <c:pt idx="117">
                  <c:v>36434</c:v>
                </c:pt>
                <c:pt idx="118">
                  <c:v>36465</c:v>
                </c:pt>
                <c:pt idx="119">
                  <c:v>36495</c:v>
                </c:pt>
                <c:pt idx="120">
                  <c:v>36526</c:v>
                </c:pt>
                <c:pt idx="121">
                  <c:v>36557</c:v>
                </c:pt>
                <c:pt idx="122">
                  <c:v>36586</c:v>
                </c:pt>
                <c:pt idx="123">
                  <c:v>36617</c:v>
                </c:pt>
                <c:pt idx="124">
                  <c:v>36647</c:v>
                </c:pt>
                <c:pt idx="125">
                  <c:v>36678</c:v>
                </c:pt>
                <c:pt idx="126">
                  <c:v>36708</c:v>
                </c:pt>
                <c:pt idx="127">
                  <c:v>36739</c:v>
                </c:pt>
                <c:pt idx="128">
                  <c:v>36770</c:v>
                </c:pt>
                <c:pt idx="129">
                  <c:v>36800</c:v>
                </c:pt>
                <c:pt idx="130">
                  <c:v>36831</c:v>
                </c:pt>
                <c:pt idx="131">
                  <c:v>36861</c:v>
                </c:pt>
                <c:pt idx="132">
                  <c:v>36892</c:v>
                </c:pt>
                <c:pt idx="133">
                  <c:v>36923</c:v>
                </c:pt>
                <c:pt idx="134">
                  <c:v>36951</c:v>
                </c:pt>
                <c:pt idx="135">
                  <c:v>36982</c:v>
                </c:pt>
                <c:pt idx="136">
                  <c:v>37012</c:v>
                </c:pt>
                <c:pt idx="137">
                  <c:v>37043</c:v>
                </c:pt>
                <c:pt idx="138">
                  <c:v>37073</c:v>
                </c:pt>
                <c:pt idx="139">
                  <c:v>37104</c:v>
                </c:pt>
                <c:pt idx="140">
                  <c:v>37135</c:v>
                </c:pt>
                <c:pt idx="141">
                  <c:v>37165</c:v>
                </c:pt>
                <c:pt idx="142">
                  <c:v>37196</c:v>
                </c:pt>
                <c:pt idx="143">
                  <c:v>37226</c:v>
                </c:pt>
                <c:pt idx="144">
                  <c:v>37257</c:v>
                </c:pt>
                <c:pt idx="145">
                  <c:v>37288</c:v>
                </c:pt>
                <c:pt idx="146">
                  <c:v>37316</c:v>
                </c:pt>
                <c:pt idx="147">
                  <c:v>37347</c:v>
                </c:pt>
                <c:pt idx="148">
                  <c:v>37377</c:v>
                </c:pt>
                <c:pt idx="149">
                  <c:v>37408</c:v>
                </c:pt>
                <c:pt idx="150">
                  <c:v>37438</c:v>
                </c:pt>
                <c:pt idx="151">
                  <c:v>37469</c:v>
                </c:pt>
                <c:pt idx="152">
                  <c:v>37500</c:v>
                </c:pt>
                <c:pt idx="153">
                  <c:v>37530</c:v>
                </c:pt>
                <c:pt idx="154">
                  <c:v>37561</c:v>
                </c:pt>
                <c:pt idx="155">
                  <c:v>37591</c:v>
                </c:pt>
                <c:pt idx="156">
                  <c:v>37622</c:v>
                </c:pt>
                <c:pt idx="157">
                  <c:v>37653</c:v>
                </c:pt>
                <c:pt idx="158">
                  <c:v>37681</c:v>
                </c:pt>
                <c:pt idx="159">
                  <c:v>37712</c:v>
                </c:pt>
                <c:pt idx="160">
                  <c:v>37742</c:v>
                </c:pt>
                <c:pt idx="161">
                  <c:v>37773</c:v>
                </c:pt>
                <c:pt idx="162">
                  <c:v>37803</c:v>
                </c:pt>
                <c:pt idx="163">
                  <c:v>37834</c:v>
                </c:pt>
                <c:pt idx="164">
                  <c:v>37865</c:v>
                </c:pt>
                <c:pt idx="165">
                  <c:v>37895</c:v>
                </c:pt>
                <c:pt idx="166">
                  <c:v>37926</c:v>
                </c:pt>
                <c:pt idx="167">
                  <c:v>37956</c:v>
                </c:pt>
                <c:pt idx="168">
                  <c:v>37987</c:v>
                </c:pt>
                <c:pt idx="169">
                  <c:v>38018</c:v>
                </c:pt>
                <c:pt idx="170">
                  <c:v>38047</c:v>
                </c:pt>
                <c:pt idx="171">
                  <c:v>38078</c:v>
                </c:pt>
                <c:pt idx="172">
                  <c:v>38108</c:v>
                </c:pt>
                <c:pt idx="173">
                  <c:v>38139</c:v>
                </c:pt>
                <c:pt idx="174">
                  <c:v>38169</c:v>
                </c:pt>
                <c:pt idx="175">
                  <c:v>38200</c:v>
                </c:pt>
                <c:pt idx="176">
                  <c:v>38231</c:v>
                </c:pt>
                <c:pt idx="177">
                  <c:v>38261</c:v>
                </c:pt>
                <c:pt idx="178">
                  <c:v>38292</c:v>
                </c:pt>
                <c:pt idx="179">
                  <c:v>38322</c:v>
                </c:pt>
                <c:pt idx="180">
                  <c:v>38353</c:v>
                </c:pt>
                <c:pt idx="181">
                  <c:v>38384</c:v>
                </c:pt>
                <c:pt idx="182">
                  <c:v>38412</c:v>
                </c:pt>
                <c:pt idx="183">
                  <c:v>38443</c:v>
                </c:pt>
                <c:pt idx="184">
                  <c:v>38473</c:v>
                </c:pt>
                <c:pt idx="185">
                  <c:v>38504</c:v>
                </c:pt>
                <c:pt idx="186">
                  <c:v>38534</c:v>
                </c:pt>
                <c:pt idx="187">
                  <c:v>38565</c:v>
                </c:pt>
                <c:pt idx="188">
                  <c:v>38596</c:v>
                </c:pt>
                <c:pt idx="189">
                  <c:v>38626</c:v>
                </c:pt>
                <c:pt idx="190">
                  <c:v>38657</c:v>
                </c:pt>
                <c:pt idx="191">
                  <c:v>38687</c:v>
                </c:pt>
                <c:pt idx="192">
                  <c:v>38718</c:v>
                </c:pt>
                <c:pt idx="193">
                  <c:v>38749</c:v>
                </c:pt>
                <c:pt idx="194">
                  <c:v>38777</c:v>
                </c:pt>
                <c:pt idx="195">
                  <c:v>38808</c:v>
                </c:pt>
                <c:pt idx="196">
                  <c:v>38838</c:v>
                </c:pt>
                <c:pt idx="197">
                  <c:v>38869</c:v>
                </c:pt>
                <c:pt idx="198">
                  <c:v>38899</c:v>
                </c:pt>
                <c:pt idx="199">
                  <c:v>38930</c:v>
                </c:pt>
                <c:pt idx="200">
                  <c:v>38961</c:v>
                </c:pt>
                <c:pt idx="201">
                  <c:v>38991</c:v>
                </c:pt>
                <c:pt idx="202">
                  <c:v>39022</c:v>
                </c:pt>
                <c:pt idx="203">
                  <c:v>39052</c:v>
                </c:pt>
                <c:pt idx="204">
                  <c:v>39083</c:v>
                </c:pt>
                <c:pt idx="205">
                  <c:v>39114</c:v>
                </c:pt>
                <c:pt idx="206">
                  <c:v>39142</c:v>
                </c:pt>
                <c:pt idx="207">
                  <c:v>39173</c:v>
                </c:pt>
                <c:pt idx="208">
                  <c:v>39203</c:v>
                </c:pt>
                <c:pt idx="209">
                  <c:v>39234</c:v>
                </c:pt>
                <c:pt idx="210">
                  <c:v>39264</c:v>
                </c:pt>
                <c:pt idx="211">
                  <c:v>39295</c:v>
                </c:pt>
                <c:pt idx="212">
                  <c:v>39326</c:v>
                </c:pt>
                <c:pt idx="213">
                  <c:v>39356</c:v>
                </c:pt>
                <c:pt idx="214">
                  <c:v>39387</c:v>
                </c:pt>
                <c:pt idx="215">
                  <c:v>39417</c:v>
                </c:pt>
                <c:pt idx="216">
                  <c:v>39448</c:v>
                </c:pt>
                <c:pt idx="217">
                  <c:v>39479</c:v>
                </c:pt>
                <c:pt idx="218">
                  <c:v>39508</c:v>
                </c:pt>
                <c:pt idx="219">
                  <c:v>39539</c:v>
                </c:pt>
                <c:pt idx="220">
                  <c:v>39569</c:v>
                </c:pt>
                <c:pt idx="221">
                  <c:v>39600</c:v>
                </c:pt>
                <c:pt idx="222">
                  <c:v>39630</c:v>
                </c:pt>
                <c:pt idx="223">
                  <c:v>39661</c:v>
                </c:pt>
                <c:pt idx="224">
                  <c:v>39692</c:v>
                </c:pt>
                <c:pt idx="225">
                  <c:v>39722</c:v>
                </c:pt>
                <c:pt idx="226">
                  <c:v>39753</c:v>
                </c:pt>
                <c:pt idx="227">
                  <c:v>39783</c:v>
                </c:pt>
                <c:pt idx="228">
                  <c:v>39814</c:v>
                </c:pt>
                <c:pt idx="229">
                  <c:v>39845</c:v>
                </c:pt>
                <c:pt idx="230">
                  <c:v>39873</c:v>
                </c:pt>
                <c:pt idx="231">
                  <c:v>39904</c:v>
                </c:pt>
                <c:pt idx="232">
                  <c:v>39934</c:v>
                </c:pt>
                <c:pt idx="233">
                  <c:v>39965</c:v>
                </c:pt>
                <c:pt idx="234">
                  <c:v>39995</c:v>
                </c:pt>
                <c:pt idx="235">
                  <c:v>40026</c:v>
                </c:pt>
                <c:pt idx="236">
                  <c:v>40057</c:v>
                </c:pt>
                <c:pt idx="237">
                  <c:v>40087</c:v>
                </c:pt>
                <c:pt idx="238">
                  <c:v>40118</c:v>
                </c:pt>
                <c:pt idx="239">
                  <c:v>40148</c:v>
                </c:pt>
                <c:pt idx="240">
                  <c:v>40179</c:v>
                </c:pt>
                <c:pt idx="241">
                  <c:v>40210</c:v>
                </c:pt>
                <c:pt idx="242">
                  <c:v>40238</c:v>
                </c:pt>
                <c:pt idx="243">
                  <c:v>40269</c:v>
                </c:pt>
                <c:pt idx="244">
                  <c:v>40299</c:v>
                </c:pt>
                <c:pt idx="245">
                  <c:v>40330</c:v>
                </c:pt>
                <c:pt idx="246">
                  <c:v>40360</c:v>
                </c:pt>
                <c:pt idx="247">
                  <c:v>40391</c:v>
                </c:pt>
                <c:pt idx="248">
                  <c:v>40422</c:v>
                </c:pt>
                <c:pt idx="249">
                  <c:v>40452</c:v>
                </c:pt>
                <c:pt idx="250">
                  <c:v>40483</c:v>
                </c:pt>
                <c:pt idx="251">
                  <c:v>40513</c:v>
                </c:pt>
                <c:pt idx="252">
                  <c:v>40544</c:v>
                </c:pt>
                <c:pt idx="253">
                  <c:v>40575</c:v>
                </c:pt>
                <c:pt idx="254">
                  <c:v>40603</c:v>
                </c:pt>
                <c:pt idx="255">
                  <c:v>40634</c:v>
                </c:pt>
                <c:pt idx="256">
                  <c:v>40664</c:v>
                </c:pt>
                <c:pt idx="257">
                  <c:v>40695</c:v>
                </c:pt>
                <c:pt idx="258">
                  <c:v>40725</c:v>
                </c:pt>
                <c:pt idx="259">
                  <c:v>40756</c:v>
                </c:pt>
                <c:pt idx="260">
                  <c:v>40787</c:v>
                </c:pt>
                <c:pt idx="261">
                  <c:v>40817</c:v>
                </c:pt>
                <c:pt idx="262">
                  <c:v>40848</c:v>
                </c:pt>
                <c:pt idx="263">
                  <c:v>40878</c:v>
                </c:pt>
                <c:pt idx="264">
                  <c:v>40909</c:v>
                </c:pt>
                <c:pt idx="265">
                  <c:v>40940</c:v>
                </c:pt>
                <c:pt idx="266">
                  <c:v>40969</c:v>
                </c:pt>
                <c:pt idx="267">
                  <c:v>41000</c:v>
                </c:pt>
                <c:pt idx="268">
                  <c:v>41030</c:v>
                </c:pt>
                <c:pt idx="269">
                  <c:v>41061</c:v>
                </c:pt>
                <c:pt idx="270">
                  <c:v>41091</c:v>
                </c:pt>
                <c:pt idx="271">
                  <c:v>41122</c:v>
                </c:pt>
                <c:pt idx="272">
                  <c:v>41153</c:v>
                </c:pt>
                <c:pt idx="273">
                  <c:v>41183</c:v>
                </c:pt>
                <c:pt idx="274">
                  <c:v>41214</c:v>
                </c:pt>
                <c:pt idx="275">
                  <c:v>41244</c:v>
                </c:pt>
                <c:pt idx="276">
                  <c:v>41275</c:v>
                </c:pt>
                <c:pt idx="277">
                  <c:v>41306</c:v>
                </c:pt>
                <c:pt idx="278">
                  <c:v>41334</c:v>
                </c:pt>
                <c:pt idx="279">
                  <c:v>41365</c:v>
                </c:pt>
                <c:pt idx="280">
                  <c:v>41395</c:v>
                </c:pt>
                <c:pt idx="281">
                  <c:v>41426</c:v>
                </c:pt>
                <c:pt idx="282">
                  <c:v>41456</c:v>
                </c:pt>
                <c:pt idx="283">
                  <c:v>41487</c:v>
                </c:pt>
                <c:pt idx="284">
                  <c:v>41518</c:v>
                </c:pt>
                <c:pt idx="285">
                  <c:v>41548</c:v>
                </c:pt>
                <c:pt idx="286">
                  <c:v>41579</c:v>
                </c:pt>
                <c:pt idx="287">
                  <c:v>41609</c:v>
                </c:pt>
                <c:pt idx="288">
                  <c:v>41640</c:v>
                </c:pt>
                <c:pt idx="289">
                  <c:v>41671</c:v>
                </c:pt>
                <c:pt idx="290">
                  <c:v>41699</c:v>
                </c:pt>
                <c:pt idx="291">
                  <c:v>41730</c:v>
                </c:pt>
                <c:pt idx="292">
                  <c:v>41760</c:v>
                </c:pt>
                <c:pt idx="293">
                  <c:v>41791</c:v>
                </c:pt>
                <c:pt idx="294">
                  <c:v>41821</c:v>
                </c:pt>
                <c:pt idx="295">
                  <c:v>41852</c:v>
                </c:pt>
                <c:pt idx="296">
                  <c:v>41883</c:v>
                </c:pt>
                <c:pt idx="297">
                  <c:v>41913</c:v>
                </c:pt>
                <c:pt idx="298">
                  <c:v>41944</c:v>
                </c:pt>
                <c:pt idx="299">
                  <c:v>41974</c:v>
                </c:pt>
                <c:pt idx="300">
                  <c:v>42005</c:v>
                </c:pt>
                <c:pt idx="301">
                  <c:v>42036</c:v>
                </c:pt>
                <c:pt idx="302">
                  <c:v>42064</c:v>
                </c:pt>
                <c:pt idx="303">
                  <c:v>42095</c:v>
                </c:pt>
                <c:pt idx="304">
                  <c:v>42125</c:v>
                </c:pt>
                <c:pt idx="305">
                  <c:v>42156</c:v>
                </c:pt>
                <c:pt idx="306">
                  <c:v>42186</c:v>
                </c:pt>
                <c:pt idx="307">
                  <c:v>42217</c:v>
                </c:pt>
                <c:pt idx="308">
                  <c:v>42248</c:v>
                </c:pt>
                <c:pt idx="309">
                  <c:v>42278</c:v>
                </c:pt>
                <c:pt idx="310">
                  <c:v>42309</c:v>
                </c:pt>
                <c:pt idx="311">
                  <c:v>42339</c:v>
                </c:pt>
                <c:pt idx="312">
                  <c:v>42370</c:v>
                </c:pt>
                <c:pt idx="313">
                  <c:v>42401</c:v>
                </c:pt>
                <c:pt idx="314">
                  <c:v>42430</c:v>
                </c:pt>
                <c:pt idx="315">
                  <c:v>42461</c:v>
                </c:pt>
                <c:pt idx="316">
                  <c:v>42491</c:v>
                </c:pt>
                <c:pt idx="317">
                  <c:v>42522</c:v>
                </c:pt>
              </c:numCache>
            </c:numRef>
          </c:cat>
          <c:val>
            <c:numRef>
              <c:f>Sheet1!$B$2:$B$319</c:f>
              <c:numCache>
                <c:formatCode>General</c:formatCode>
                <c:ptCount val="318"/>
                <c:pt idx="0">
                  <c:v>92.4</c:v>
                </c:pt>
                <c:pt idx="1">
                  <c:v>100.175</c:v>
                </c:pt>
                <c:pt idx="2">
                  <c:v>92.28</c:v>
                </c:pt>
                <c:pt idx="3">
                  <c:v>91.25</c:v>
                </c:pt>
                <c:pt idx="4">
                  <c:v>85.5</c:v>
                </c:pt>
                <c:pt idx="5">
                  <c:v>92</c:v>
                </c:pt>
                <c:pt idx="6">
                  <c:v>88.65</c:v>
                </c:pt>
                <c:pt idx="7">
                  <c:v>89.179999999999993</c:v>
                </c:pt>
                <c:pt idx="8">
                  <c:v>80.45</c:v>
                </c:pt>
                <c:pt idx="9">
                  <c:v>74.949999999999989</c:v>
                </c:pt>
                <c:pt idx="10">
                  <c:v>81.84</c:v>
                </c:pt>
                <c:pt idx="11">
                  <c:v>78.900000000000006</c:v>
                </c:pt>
                <c:pt idx="12">
                  <c:v>87.375</c:v>
                </c:pt>
                <c:pt idx="13">
                  <c:v>98.8</c:v>
                </c:pt>
                <c:pt idx="14">
                  <c:v>114.6</c:v>
                </c:pt>
                <c:pt idx="15">
                  <c:v>112</c:v>
                </c:pt>
                <c:pt idx="16">
                  <c:v>117.32000000000001</c:v>
                </c:pt>
                <c:pt idx="17">
                  <c:v>113.875</c:v>
                </c:pt>
                <c:pt idx="18">
                  <c:v>116.875</c:v>
                </c:pt>
                <c:pt idx="19">
                  <c:v>105.25999999999999</c:v>
                </c:pt>
                <c:pt idx="20">
                  <c:v>106.89999999999999</c:v>
                </c:pt>
                <c:pt idx="21">
                  <c:v>112.22499999999999</c:v>
                </c:pt>
                <c:pt idx="22">
                  <c:v>103.5</c:v>
                </c:pt>
                <c:pt idx="23">
                  <c:v>100.25000000000001</c:v>
                </c:pt>
                <c:pt idx="24">
                  <c:v>132.83999999999997</c:v>
                </c:pt>
                <c:pt idx="25">
                  <c:v>129.375</c:v>
                </c:pt>
                <c:pt idx="26">
                  <c:v>115.92500000000001</c:v>
                </c:pt>
                <c:pt idx="27">
                  <c:v>117.94999999999999</c:v>
                </c:pt>
                <c:pt idx="28">
                  <c:v>117.66000000000001</c:v>
                </c:pt>
                <c:pt idx="29">
                  <c:v>117.04999999999998</c:v>
                </c:pt>
                <c:pt idx="30">
                  <c:v>138.44</c:v>
                </c:pt>
                <c:pt idx="31">
                  <c:v>142.75</c:v>
                </c:pt>
                <c:pt idx="32">
                  <c:v>147.17500000000001</c:v>
                </c:pt>
                <c:pt idx="33">
                  <c:v>138.88</c:v>
                </c:pt>
                <c:pt idx="34">
                  <c:v>138.17500000000001</c:v>
                </c:pt>
                <c:pt idx="35">
                  <c:v>135.22500000000002</c:v>
                </c:pt>
                <c:pt idx="36">
                  <c:v>138</c:v>
                </c:pt>
                <c:pt idx="37">
                  <c:v>154.02499999999998</c:v>
                </c:pt>
                <c:pt idx="38">
                  <c:v>150.35</c:v>
                </c:pt>
                <c:pt idx="39">
                  <c:v>166.70000000000002</c:v>
                </c:pt>
                <c:pt idx="40">
                  <c:v>150.17500000000001</c:v>
                </c:pt>
                <c:pt idx="41">
                  <c:v>157.85</c:v>
                </c:pt>
                <c:pt idx="42">
                  <c:v>166.18</c:v>
                </c:pt>
                <c:pt idx="43">
                  <c:v>151.6</c:v>
                </c:pt>
                <c:pt idx="44">
                  <c:v>177</c:v>
                </c:pt>
                <c:pt idx="45">
                  <c:v>163.98</c:v>
                </c:pt>
                <c:pt idx="46">
                  <c:v>162.22500000000002</c:v>
                </c:pt>
                <c:pt idx="47">
                  <c:v>151.4</c:v>
                </c:pt>
                <c:pt idx="48">
                  <c:v>134.77500000000001</c:v>
                </c:pt>
                <c:pt idx="49">
                  <c:v>155.04999999999998</c:v>
                </c:pt>
                <c:pt idx="50">
                  <c:v>150.85</c:v>
                </c:pt>
                <c:pt idx="51">
                  <c:v>161.08000000000001</c:v>
                </c:pt>
                <c:pt idx="52">
                  <c:v>145.9</c:v>
                </c:pt>
                <c:pt idx="53">
                  <c:v>145.17500000000001</c:v>
                </c:pt>
                <c:pt idx="54">
                  <c:v>144.07999999999998</c:v>
                </c:pt>
                <c:pt idx="55">
                  <c:v>141.75</c:v>
                </c:pt>
                <c:pt idx="56">
                  <c:v>138.07999999999998</c:v>
                </c:pt>
                <c:pt idx="57">
                  <c:v>135.27499999999998</c:v>
                </c:pt>
                <c:pt idx="58">
                  <c:v>135.67500000000001</c:v>
                </c:pt>
                <c:pt idx="59">
                  <c:v>124.52000000000001</c:v>
                </c:pt>
                <c:pt idx="60">
                  <c:v>129.65</c:v>
                </c:pt>
                <c:pt idx="61">
                  <c:v>139.17499999999998</c:v>
                </c:pt>
                <c:pt idx="62">
                  <c:v>139.45999999999998</c:v>
                </c:pt>
                <c:pt idx="63">
                  <c:v>150.02500000000001</c:v>
                </c:pt>
                <c:pt idx="64">
                  <c:v>156.14999999999998</c:v>
                </c:pt>
                <c:pt idx="65">
                  <c:v>172.23999999999995</c:v>
                </c:pt>
                <c:pt idx="66">
                  <c:v>161.72499999999999</c:v>
                </c:pt>
                <c:pt idx="67">
                  <c:v>154.35</c:v>
                </c:pt>
                <c:pt idx="68">
                  <c:v>188.7</c:v>
                </c:pt>
                <c:pt idx="69">
                  <c:v>186.97499999999999</c:v>
                </c:pt>
                <c:pt idx="70">
                  <c:v>188.375</c:v>
                </c:pt>
                <c:pt idx="71">
                  <c:v>204.68</c:v>
                </c:pt>
                <c:pt idx="72">
                  <c:v>176.72500000000002</c:v>
                </c:pt>
                <c:pt idx="73">
                  <c:v>173.4</c:v>
                </c:pt>
                <c:pt idx="74">
                  <c:v>179.3</c:v>
                </c:pt>
                <c:pt idx="75">
                  <c:v>177.34999999999997</c:v>
                </c:pt>
                <c:pt idx="76">
                  <c:v>189.14000000000001</c:v>
                </c:pt>
                <c:pt idx="77">
                  <c:v>183.67499999999998</c:v>
                </c:pt>
                <c:pt idx="78">
                  <c:v>181.50000000000003</c:v>
                </c:pt>
                <c:pt idx="79">
                  <c:v>182.02000000000004</c:v>
                </c:pt>
                <c:pt idx="80">
                  <c:v>186.375</c:v>
                </c:pt>
                <c:pt idx="81">
                  <c:v>182.27500000000001</c:v>
                </c:pt>
                <c:pt idx="82">
                  <c:v>199.88000000000002</c:v>
                </c:pt>
                <c:pt idx="83">
                  <c:v>190.17500000000001</c:v>
                </c:pt>
                <c:pt idx="84">
                  <c:v>184.28000000000003</c:v>
                </c:pt>
                <c:pt idx="85">
                  <c:v>184.20000000000002</c:v>
                </c:pt>
                <c:pt idx="86">
                  <c:v>204.875</c:v>
                </c:pt>
                <c:pt idx="87">
                  <c:v>179.8</c:v>
                </c:pt>
                <c:pt idx="88">
                  <c:v>192.95999999999998</c:v>
                </c:pt>
                <c:pt idx="89">
                  <c:v>207.75</c:v>
                </c:pt>
                <c:pt idx="90">
                  <c:v>211.45</c:v>
                </c:pt>
                <c:pt idx="91">
                  <c:v>213.92</c:v>
                </c:pt>
                <c:pt idx="92">
                  <c:v>218.32499999999999</c:v>
                </c:pt>
                <c:pt idx="93">
                  <c:v>220.12000000000003</c:v>
                </c:pt>
                <c:pt idx="94">
                  <c:v>224.82500000000002</c:v>
                </c:pt>
                <c:pt idx="95">
                  <c:v>227.87500000000003</c:v>
                </c:pt>
                <c:pt idx="96">
                  <c:v>270.17999999999995</c:v>
                </c:pt>
                <c:pt idx="97">
                  <c:v>235</c:v>
                </c:pt>
                <c:pt idx="98">
                  <c:v>224.72500000000002</c:v>
                </c:pt>
                <c:pt idx="99">
                  <c:v>251.20000000000002</c:v>
                </c:pt>
                <c:pt idx="100">
                  <c:v>264.88</c:v>
                </c:pt>
                <c:pt idx="101">
                  <c:v>262.52500000000003</c:v>
                </c:pt>
                <c:pt idx="102">
                  <c:v>262.7</c:v>
                </c:pt>
                <c:pt idx="103">
                  <c:v>254.65</c:v>
                </c:pt>
                <c:pt idx="104">
                  <c:v>292.375</c:v>
                </c:pt>
                <c:pt idx="105">
                  <c:v>298.58</c:v>
                </c:pt>
                <c:pt idx="106">
                  <c:v>285.2</c:v>
                </c:pt>
                <c:pt idx="107">
                  <c:v>281.27499999999998</c:v>
                </c:pt>
                <c:pt idx="108">
                  <c:v>266.28000000000003</c:v>
                </c:pt>
                <c:pt idx="109">
                  <c:v>246.97499999999997</c:v>
                </c:pt>
                <c:pt idx="110">
                  <c:v>257.2</c:v>
                </c:pt>
                <c:pt idx="111">
                  <c:v>277.20000000000005</c:v>
                </c:pt>
                <c:pt idx="112">
                  <c:v>288.27499999999998</c:v>
                </c:pt>
                <c:pt idx="113">
                  <c:v>309.60000000000002</c:v>
                </c:pt>
                <c:pt idx="114">
                  <c:v>285.86</c:v>
                </c:pt>
                <c:pt idx="115">
                  <c:v>277.45</c:v>
                </c:pt>
                <c:pt idx="116">
                  <c:v>264.84999999999997</c:v>
                </c:pt>
                <c:pt idx="117">
                  <c:v>272.38</c:v>
                </c:pt>
                <c:pt idx="118">
                  <c:v>295.47500000000002</c:v>
                </c:pt>
                <c:pt idx="119">
                  <c:v>269.86</c:v>
                </c:pt>
                <c:pt idx="120">
                  <c:v>281.32500000000005</c:v>
                </c:pt>
                <c:pt idx="121">
                  <c:v>279.67500000000001</c:v>
                </c:pt>
                <c:pt idx="122">
                  <c:v>296.18</c:v>
                </c:pt>
                <c:pt idx="123">
                  <c:v>304.89999999999998</c:v>
                </c:pt>
                <c:pt idx="124">
                  <c:v>303.77499999999998</c:v>
                </c:pt>
                <c:pt idx="125">
                  <c:v>314.82</c:v>
                </c:pt>
                <c:pt idx="126">
                  <c:v>312.22500000000002</c:v>
                </c:pt>
                <c:pt idx="127">
                  <c:v>308.42500000000001</c:v>
                </c:pt>
                <c:pt idx="128">
                  <c:v>315.78000000000003</c:v>
                </c:pt>
                <c:pt idx="129">
                  <c:v>304.30000000000007</c:v>
                </c:pt>
                <c:pt idx="130">
                  <c:v>312.89999999999998</c:v>
                </c:pt>
                <c:pt idx="131">
                  <c:v>295.38</c:v>
                </c:pt>
                <c:pt idx="132">
                  <c:v>314.10000000000002</c:v>
                </c:pt>
                <c:pt idx="133">
                  <c:v>288.70000000000005</c:v>
                </c:pt>
                <c:pt idx="134">
                  <c:v>299.43999999999994</c:v>
                </c:pt>
                <c:pt idx="135">
                  <c:v>301.7</c:v>
                </c:pt>
                <c:pt idx="136">
                  <c:v>307.90000000000003</c:v>
                </c:pt>
                <c:pt idx="137">
                  <c:v>325.47999999999996</c:v>
                </c:pt>
                <c:pt idx="138">
                  <c:v>311.92499999999995</c:v>
                </c:pt>
                <c:pt idx="139">
                  <c:v>304.89999999999998</c:v>
                </c:pt>
                <c:pt idx="140">
                  <c:v>296.3</c:v>
                </c:pt>
                <c:pt idx="141">
                  <c:v>272.02499999999998</c:v>
                </c:pt>
                <c:pt idx="142">
                  <c:v>315</c:v>
                </c:pt>
                <c:pt idx="143">
                  <c:v>315</c:v>
                </c:pt>
                <c:pt idx="144">
                  <c:v>356.2</c:v>
                </c:pt>
                <c:pt idx="145">
                  <c:v>315.32499999999999</c:v>
                </c:pt>
                <c:pt idx="146">
                  <c:v>328.23999999999995</c:v>
                </c:pt>
                <c:pt idx="147">
                  <c:v>347.52499999999998</c:v>
                </c:pt>
                <c:pt idx="148">
                  <c:v>369.15999999999997</c:v>
                </c:pt>
                <c:pt idx="149">
                  <c:v>373.17499999999995</c:v>
                </c:pt>
                <c:pt idx="150">
                  <c:v>374.25</c:v>
                </c:pt>
                <c:pt idx="151">
                  <c:v>360.6</c:v>
                </c:pt>
                <c:pt idx="152">
                  <c:v>369.52499999999998</c:v>
                </c:pt>
                <c:pt idx="153">
                  <c:v>348.625</c:v>
                </c:pt>
                <c:pt idx="154">
                  <c:v>356.91999999999996</c:v>
                </c:pt>
                <c:pt idx="155">
                  <c:v>357.625</c:v>
                </c:pt>
                <c:pt idx="156">
                  <c:v>365.21999999999997</c:v>
                </c:pt>
                <c:pt idx="157">
                  <c:v>329.45000000000005</c:v>
                </c:pt>
                <c:pt idx="158">
                  <c:v>360.17500000000001</c:v>
                </c:pt>
                <c:pt idx="159">
                  <c:v>373.20000000000005</c:v>
                </c:pt>
                <c:pt idx="160">
                  <c:v>416.64</c:v>
                </c:pt>
                <c:pt idx="161">
                  <c:v>421.9</c:v>
                </c:pt>
                <c:pt idx="162">
                  <c:v>432.65</c:v>
                </c:pt>
                <c:pt idx="163">
                  <c:v>405.41999999999996</c:v>
                </c:pt>
                <c:pt idx="164">
                  <c:v>410.27500000000003</c:v>
                </c:pt>
                <c:pt idx="165">
                  <c:v>390.88</c:v>
                </c:pt>
                <c:pt idx="166">
                  <c:v>425.74999999999994</c:v>
                </c:pt>
                <c:pt idx="167">
                  <c:v>409.67499999999995</c:v>
                </c:pt>
                <c:pt idx="168">
                  <c:v>448.88</c:v>
                </c:pt>
                <c:pt idx="169">
                  <c:v>415.54999999999995</c:v>
                </c:pt>
                <c:pt idx="170">
                  <c:v>443.42500000000001</c:v>
                </c:pt>
                <c:pt idx="171">
                  <c:v>457.96000000000004</c:v>
                </c:pt>
                <c:pt idx="172">
                  <c:v>464.52499999999998</c:v>
                </c:pt>
                <c:pt idx="173">
                  <c:v>442.9</c:v>
                </c:pt>
                <c:pt idx="174">
                  <c:v>461.36</c:v>
                </c:pt>
                <c:pt idx="175">
                  <c:v>448.47500000000002</c:v>
                </c:pt>
                <c:pt idx="176">
                  <c:v>464.35</c:v>
                </c:pt>
                <c:pt idx="177">
                  <c:v>458.82</c:v>
                </c:pt>
                <c:pt idx="178">
                  <c:v>471.72499999999997</c:v>
                </c:pt>
                <c:pt idx="179">
                  <c:v>470.4</c:v>
                </c:pt>
                <c:pt idx="180">
                  <c:v>430.125</c:v>
                </c:pt>
                <c:pt idx="181">
                  <c:v>431.42500000000001</c:v>
                </c:pt>
                <c:pt idx="182">
                  <c:v>457.95000000000005</c:v>
                </c:pt>
                <c:pt idx="183">
                  <c:v>470.34</c:v>
                </c:pt>
                <c:pt idx="184">
                  <c:v>485.125</c:v>
                </c:pt>
                <c:pt idx="185">
                  <c:v>491.35</c:v>
                </c:pt>
                <c:pt idx="186">
                  <c:v>495.62</c:v>
                </c:pt>
                <c:pt idx="187">
                  <c:v>489.27499999999998</c:v>
                </c:pt>
                <c:pt idx="188">
                  <c:v>493.94000000000005</c:v>
                </c:pt>
                <c:pt idx="189">
                  <c:v>469.35</c:v>
                </c:pt>
                <c:pt idx="190">
                  <c:v>473.02499999999998</c:v>
                </c:pt>
                <c:pt idx="191">
                  <c:v>455.46000000000004</c:v>
                </c:pt>
                <c:pt idx="192">
                  <c:v>452.67500000000001</c:v>
                </c:pt>
                <c:pt idx="193">
                  <c:v>406.57499999999999</c:v>
                </c:pt>
                <c:pt idx="194">
                  <c:v>407.58</c:v>
                </c:pt>
                <c:pt idx="195">
                  <c:v>411.95</c:v>
                </c:pt>
                <c:pt idx="196">
                  <c:v>408.77499999999998</c:v>
                </c:pt>
                <c:pt idx="197">
                  <c:v>405.64</c:v>
                </c:pt>
                <c:pt idx="198">
                  <c:v>397.17500000000001</c:v>
                </c:pt>
                <c:pt idx="199">
                  <c:v>383.22500000000002</c:v>
                </c:pt>
                <c:pt idx="200">
                  <c:v>395.65999999999997</c:v>
                </c:pt>
                <c:pt idx="201">
                  <c:v>381.5</c:v>
                </c:pt>
                <c:pt idx="202">
                  <c:v>405.8</c:v>
                </c:pt>
                <c:pt idx="203">
                  <c:v>424.8</c:v>
                </c:pt>
                <c:pt idx="204">
                  <c:v>430.8</c:v>
                </c:pt>
                <c:pt idx="205">
                  <c:v>397.02499999999998</c:v>
                </c:pt>
                <c:pt idx="206">
                  <c:v>408.84000000000003</c:v>
                </c:pt>
                <c:pt idx="207">
                  <c:v>412.15</c:v>
                </c:pt>
                <c:pt idx="208">
                  <c:v>433.92500000000001</c:v>
                </c:pt>
                <c:pt idx="209">
                  <c:v>443.08000000000004</c:v>
                </c:pt>
                <c:pt idx="210">
                  <c:v>435.29999999999995</c:v>
                </c:pt>
                <c:pt idx="211">
                  <c:v>440.71999999999997</c:v>
                </c:pt>
                <c:pt idx="212">
                  <c:v>432.54999999999995</c:v>
                </c:pt>
                <c:pt idx="213">
                  <c:v>419.52499999999998</c:v>
                </c:pt>
                <c:pt idx="214">
                  <c:v>427.38</c:v>
                </c:pt>
                <c:pt idx="215">
                  <c:v>412.375</c:v>
                </c:pt>
                <c:pt idx="216">
                  <c:v>419.27499999999998</c:v>
                </c:pt>
                <c:pt idx="217">
                  <c:v>377.62000000000006</c:v>
                </c:pt>
                <c:pt idx="218">
                  <c:v>373.375</c:v>
                </c:pt>
                <c:pt idx="219">
                  <c:v>365.92499999999995</c:v>
                </c:pt>
                <c:pt idx="220">
                  <c:v>359.71999999999997</c:v>
                </c:pt>
                <c:pt idx="221">
                  <c:v>353.15</c:v>
                </c:pt>
                <c:pt idx="222">
                  <c:v>342.65</c:v>
                </c:pt>
                <c:pt idx="223">
                  <c:v>321.86</c:v>
                </c:pt>
                <c:pt idx="224">
                  <c:v>349.72499999999997</c:v>
                </c:pt>
                <c:pt idx="225">
                  <c:v>294.26000000000005</c:v>
                </c:pt>
                <c:pt idx="226">
                  <c:v>288.89999999999998</c:v>
                </c:pt>
                <c:pt idx="227">
                  <c:v>305.77499999999998</c:v>
                </c:pt>
                <c:pt idx="228">
                  <c:v>299.76000000000005</c:v>
                </c:pt>
                <c:pt idx="229">
                  <c:v>245.02500000000001</c:v>
                </c:pt>
                <c:pt idx="230">
                  <c:v>261.55</c:v>
                </c:pt>
                <c:pt idx="231">
                  <c:v>266.59999999999997</c:v>
                </c:pt>
                <c:pt idx="232">
                  <c:v>261.65999999999997</c:v>
                </c:pt>
                <c:pt idx="233">
                  <c:v>269.97500000000002</c:v>
                </c:pt>
                <c:pt idx="234">
                  <c:v>266.58000000000004</c:v>
                </c:pt>
                <c:pt idx="235">
                  <c:v>275.72500000000002</c:v>
                </c:pt>
                <c:pt idx="236">
                  <c:v>283.92499999999995</c:v>
                </c:pt>
                <c:pt idx="237">
                  <c:v>274.2</c:v>
                </c:pt>
                <c:pt idx="238">
                  <c:v>219.97500000000002</c:v>
                </c:pt>
                <c:pt idx="239">
                  <c:v>225.17500000000001</c:v>
                </c:pt>
                <c:pt idx="240">
                  <c:v>220.44</c:v>
                </c:pt>
                <c:pt idx="241">
                  <c:v>211.2</c:v>
                </c:pt>
                <c:pt idx="242">
                  <c:v>229.7</c:v>
                </c:pt>
                <c:pt idx="243">
                  <c:v>250.18</c:v>
                </c:pt>
                <c:pt idx="244">
                  <c:v>204.85000000000002</c:v>
                </c:pt>
                <c:pt idx="245">
                  <c:v>174.45000000000002</c:v>
                </c:pt>
                <c:pt idx="246">
                  <c:v>169.59999999999997</c:v>
                </c:pt>
                <c:pt idx="247">
                  <c:v>172.22499999999999</c:v>
                </c:pt>
                <c:pt idx="248">
                  <c:v>181.89999999999998</c:v>
                </c:pt>
                <c:pt idx="249">
                  <c:v>181.1</c:v>
                </c:pt>
                <c:pt idx="250">
                  <c:v>195.02499999999998</c:v>
                </c:pt>
                <c:pt idx="251">
                  <c:v>201.54000000000002</c:v>
                </c:pt>
                <c:pt idx="252">
                  <c:v>185.55</c:v>
                </c:pt>
                <c:pt idx="253">
                  <c:v>179.52499999999998</c:v>
                </c:pt>
                <c:pt idx="254">
                  <c:v>190.3</c:v>
                </c:pt>
                <c:pt idx="255">
                  <c:v>193.7</c:v>
                </c:pt>
                <c:pt idx="256">
                  <c:v>191.57499999999999</c:v>
                </c:pt>
                <c:pt idx="257">
                  <c:v>185.02499999999998</c:v>
                </c:pt>
                <c:pt idx="258">
                  <c:v>183.8</c:v>
                </c:pt>
                <c:pt idx="259">
                  <c:v>167.22500000000002</c:v>
                </c:pt>
                <c:pt idx="260">
                  <c:v>170.87599999999998</c:v>
                </c:pt>
                <c:pt idx="261">
                  <c:v>171.25</c:v>
                </c:pt>
                <c:pt idx="262">
                  <c:v>186.92750000000001</c:v>
                </c:pt>
                <c:pt idx="263">
                  <c:v>185.166</c:v>
                </c:pt>
                <c:pt idx="264">
                  <c:v>184.7475</c:v>
                </c:pt>
                <c:pt idx="265">
                  <c:v>171.35</c:v>
                </c:pt>
                <c:pt idx="266">
                  <c:v>188.95999999999998</c:v>
                </c:pt>
                <c:pt idx="267">
                  <c:v>189.97500000000002</c:v>
                </c:pt>
                <c:pt idx="268">
                  <c:v>190.45000000000002</c:v>
                </c:pt>
                <c:pt idx="269">
                  <c:v>189.56</c:v>
                </c:pt>
                <c:pt idx="270">
                  <c:v>188.3</c:v>
                </c:pt>
                <c:pt idx="271">
                  <c:v>178.21999999999997</c:v>
                </c:pt>
                <c:pt idx="272">
                  <c:v>189.97500000000002</c:v>
                </c:pt>
                <c:pt idx="273">
                  <c:v>192.375</c:v>
                </c:pt>
                <c:pt idx="274">
                  <c:v>197.2</c:v>
                </c:pt>
                <c:pt idx="275">
                  <c:v>191.22499999999999</c:v>
                </c:pt>
                <c:pt idx="276">
                  <c:v>205.32499999999999</c:v>
                </c:pt>
                <c:pt idx="277">
                  <c:v>196.375</c:v>
                </c:pt>
                <c:pt idx="278">
                  <c:v>206.44</c:v>
                </c:pt>
                <c:pt idx="279">
                  <c:v>215.375</c:v>
                </c:pt>
                <c:pt idx="280">
                  <c:v>211.08</c:v>
                </c:pt>
                <c:pt idx="281">
                  <c:v>212.60000000000002</c:v>
                </c:pt>
                <c:pt idx="282">
                  <c:v>198.64999999999998</c:v>
                </c:pt>
                <c:pt idx="283">
                  <c:v>187.73999999999998</c:v>
                </c:pt>
                <c:pt idx="284">
                  <c:v>190.42499999999998</c:v>
                </c:pt>
                <c:pt idx="285">
                  <c:v>182.97500000000002</c:v>
                </c:pt>
                <c:pt idx="286">
                  <c:v>187.02</c:v>
                </c:pt>
                <c:pt idx="287">
                  <c:v>175.52499999999998</c:v>
                </c:pt>
                <c:pt idx="288">
                  <c:v>183.3</c:v>
                </c:pt>
                <c:pt idx="289">
                  <c:v>164.2</c:v>
                </c:pt>
                <c:pt idx="290">
                  <c:v>171.9</c:v>
                </c:pt>
                <c:pt idx="291">
                  <c:v>177.77500000000001</c:v>
                </c:pt>
                <c:pt idx="292">
                  <c:v>180</c:v>
                </c:pt>
                <c:pt idx="293">
                  <c:v>179.42500000000001</c:v>
                </c:pt>
                <c:pt idx="294">
                  <c:v>171.625</c:v>
                </c:pt>
                <c:pt idx="295">
                  <c:v>165.92</c:v>
                </c:pt>
                <c:pt idx="296">
                  <c:v>167.10000000000002</c:v>
                </c:pt>
                <c:pt idx="297">
                  <c:v>164.48000000000002</c:v>
                </c:pt>
                <c:pt idx="298">
                  <c:v>171.85000000000002</c:v>
                </c:pt>
                <c:pt idx="299">
                  <c:v>165.82499999999999</c:v>
                </c:pt>
                <c:pt idx="300">
                  <c:v>184.51999999999998</c:v>
                </c:pt>
                <c:pt idx="301">
                  <c:v>169.45</c:v>
                </c:pt>
                <c:pt idx="302">
                  <c:v>177.74999999999997</c:v>
                </c:pt>
                <c:pt idx="303">
                  <c:v>202.04999999999998</c:v>
                </c:pt>
                <c:pt idx="304">
                  <c:v>201.95999999999998</c:v>
                </c:pt>
                <c:pt idx="305">
                  <c:v>206.67500000000001</c:v>
                </c:pt>
                <c:pt idx="306">
                  <c:v>201.96</c:v>
                </c:pt>
                <c:pt idx="307">
                  <c:v>199.57500000000002</c:v>
                </c:pt>
                <c:pt idx="308">
                  <c:v>204.4</c:v>
                </c:pt>
                <c:pt idx="309">
                  <c:v>201.11999999999998</c:v>
                </c:pt>
                <c:pt idx="310">
                  <c:v>210.67499999999998</c:v>
                </c:pt>
                <c:pt idx="311">
                  <c:v>225.375</c:v>
                </c:pt>
                <c:pt idx="312">
                  <c:v>222.69999999999996</c:v>
                </c:pt>
                <c:pt idx="313">
                  <c:v>217.375</c:v>
                </c:pt>
                <c:pt idx="314">
                  <c:v>226.15</c:v>
                </c:pt>
                <c:pt idx="315">
                  <c:v>235.1</c:v>
                </c:pt>
                <c:pt idx="316">
                  <c:v>229.60000000000002</c:v>
                </c:pt>
                <c:pt idx="317">
                  <c:v>239.79999999999998</c:v>
                </c:pt>
              </c:numCache>
            </c:numRef>
          </c:val>
          <c:smooth val="0"/>
        </c:ser>
        <c:ser>
          <c:idx val="2"/>
          <c:order val="2"/>
          <c:tx>
            <c:strRef>
              <c:f>Sheet1!$D$1</c:f>
              <c:strCache>
                <c:ptCount val="1"/>
                <c:pt idx="0">
                  <c:v>Inventory Adj</c:v>
                </c:pt>
              </c:strCache>
            </c:strRef>
          </c:tx>
          <c:spPr>
            <a:ln>
              <a:solidFill>
                <a:srgbClr val="AD275C"/>
              </a:solidFill>
            </a:ln>
          </c:spPr>
          <c:marker>
            <c:symbol val="none"/>
          </c:marker>
          <c:cat>
            <c:numRef>
              <c:f>Sheet1!$A$2:$A$319</c:f>
              <c:numCache>
                <c:formatCode>m/d/yyyy</c:formatCode>
                <c:ptCount val="318"/>
                <c:pt idx="0">
                  <c:v>32874</c:v>
                </c:pt>
                <c:pt idx="1">
                  <c:v>32905</c:v>
                </c:pt>
                <c:pt idx="2">
                  <c:v>32933</c:v>
                </c:pt>
                <c:pt idx="3">
                  <c:v>32964</c:v>
                </c:pt>
                <c:pt idx="4">
                  <c:v>32994</c:v>
                </c:pt>
                <c:pt idx="5">
                  <c:v>33025</c:v>
                </c:pt>
                <c:pt idx="6">
                  <c:v>33055</c:v>
                </c:pt>
                <c:pt idx="7">
                  <c:v>33086</c:v>
                </c:pt>
                <c:pt idx="8">
                  <c:v>33117</c:v>
                </c:pt>
                <c:pt idx="9">
                  <c:v>33147</c:v>
                </c:pt>
                <c:pt idx="10">
                  <c:v>33178</c:v>
                </c:pt>
                <c:pt idx="11">
                  <c:v>33208</c:v>
                </c:pt>
                <c:pt idx="12">
                  <c:v>33239</c:v>
                </c:pt>
                <c:pt idx="13">
                  <c:v>33270</c:v>
                </c:pt>
                <c:pt idx="14">
                  <c:v>33298</c:v>
                </c:pt>
                <c:pt idx="15">
                  <c:v>33329</c:v>
                </c:pt>
                <c:pt idx="16">
                  <c:v>33359</c:v>
                </c:pt>
                <c:pt idx="17">
                  <c:v>33390</c:v>
                </c:pt>
                <c:pt idx="18">
                  <c:v>33420</c:v>
                </c:pt>
                <c:pt idx="19">
                  <c:v>33451</c:v>
                </c:pt>
                <c:pt idx="20">
                  <c:v>33482</c:v>
                </c:pt>
                <c:pt idx="21">
                  <c:v>33512</c:v>
                </c:pt>
                <c:pt idx="22">
                  <c:v>33543</c:v>
                </c:pt>
                <c:pt idx="23">
                  <c:v>33573</c:v>
                </c:pt>
                <c:pt idx="24">
                  <c:v>33604</c:v>
                </c:pt>
                <c:pt idx="25">
                  <c:v>33635</c:v>
                </c:pt>
                <c:pt idx="26">
                  <c:v>33664</c:v>
                </c:pt>
                <c:pt idx="27">
                  <c:v>33695</c:v>
                </c:pt>
                <c:pt idx="28">
                  <c:v>33725</c:v>
                </c:pt>
                <c:pt idx="29">
                  <c:v>33756</c:v>
                </c:pt>
                <c:pt idx="30">
                  <c:v>33786</c:v>
                </c:pt>
                <c:pt idx="31">
                  <c:v>33817</c:v>
                </c:pt>
                <c:pt idx="32">
                  <c:v>33848</c:v>
                </c:pt>
                <c:pt idx="33">
                  <c:v>33878</c:v>
                </c:pt>
                <c:pt idx="34">
                  <c:v>33909</c:v>
                </c:pt>
                <c:pt idx="35">
                  <c:v>33939</c:v>
                </c:pt>
                <c:pt idx="36">
                  <c:v>33970</c:v>
                </c:pt>
                <c:pt idx="37">
                  <c:v>34001</c:v>
                </c:pt>
                <c:pt idx="38">
                  <c:v>34029</c:v>
                </c:pt>
                <c:pt idx="39">
                  <c:v>34060</c:v>
                </c:pt>
                <c:pt idx="40">
                  <c:v>34090</c:v>
                </c:pt>
                <c:pt idx="41">
                  <c:v>34121</c:v>
                </c:pt>
                <c:pt idx="42">
                  <c:v>34151</c:v>
                </c:pt>
                <c:pt idx="43">
                  <c:v>34182</c:v>
                </c:pt>
                <c:pt idx="44">
                  <c:v>34213</c:v>
                </c:pt>
                <c:pt idx="45">
                  <c:v>34243</c:v>
                </c:pt>
                <c:pt idx="46">
                  <c:v>34274</c:v>
                </c:pt>
                <c:pt idx="47">
                  <c:v>34304</c:v>
                </c:pt>
                <c:pt idx="48">
                  <c:v>34335</c:v>
                </c:pt>
                <c:pt idx="49">
                  <c:v>34366</c:v>
                </c:pt>
                <c:pt idx="50">
                  <c:v>34394</c:v>
                </c:pt>
                <c:pt idx="51">
                  <c:v>34425</c:v>
                </c:pt>
                <c:pt idx="52">
                  <c:v>34455</c:v>
                </c:pt>
                <c:pt idx="53">
                  <c:v>34486</c:v>
                </c:pt>
                <c:pt idx="54">
                  <c:v>34516</c:v>
                </c:pt>
                <c:pt idx="55">
                  <c:v>34547</c:v>
                </c:pt>
                <c:pt idx="56">
                  <c:v>34578</c:v>
                </c:pt>
                <c:pt idx="57">
                  <c:v>34608</c:v>
                </c:pt>
                <c:pt idx="58">
                  <c:v>34639</c:v>
                </c:pt>
                <c:pt idx="59">
                  <c:v>34669</c:v>
                </c:pt>
                <c:pt idx="60">
                  <c:v>34700</c:v>
                </c:pt>
                <c:pt idx="61">
                  <c:v>34731</c:v>
                </c:pt>
                <c:pt idx="62">
                  <c:v>34759</c:v>
                </c:pt>
                <c:pt idx="63">
                  <c:v>34790</c:v>
                </c:pt>
                <c:pt idx="64">
                  <c:v>34820</c:v>
                </c:pt>
                <c:pt idx="65">
                  <c:v>34851</c:v>
                </c:pt>
                <c:pt idx="66">
                  <c:v>34881</c:v>
                </c:pt>
                <c:pt idx="67">
                  <c:v>34912</c:v>
                </c:pt>
                <c:pt idx="68">
                  <c:v>34943</c:v>
                </c:pt>
                <c:pt idx="69">
                  <c:v>34973</c:v>
                </c:pt>
                <c:pt idx="70">
                  <c:v>35004</c:v>
                </c:pt>
                <c:pt idx="71">
                  <c:v>35034</c:v>
                </c:pt>
                <c:pt idx="72">
                  <c:v>35065</c:v>
                </c:pt>
                <c:pt idx="73">
                  <c:v>35096</c:v>
                </c:pt>
                <c:pt idx="74">
                  <c:v>35125</c:v>
                </c:pt>
                <c:pt idx="75">
                  <c:v>35156</c:v>
                </c:pt>
                <c:pt idx="76">
                  <c:v>35186</c:v>
                </c:pt>
                <c:pt idx="77">
                  <c:v>35217</c:v>
                </c:pt>
                <c:pt idx="78">
                  <c:v>35247</c:v>
                </c:pt>
                <c:pt idx="79">
                  <c:v>35278</c:v>
                </c:pt>
                <c:pt idx="80">
                  <c:v>35309</c:v>
                </c:pt>
                <c:pt idx="81">
                  <c:v>35339</c:v>
                </c:pt>
                <c:pt idx="82">
                  <c:v>35370</c:v>
                </c:pt>
                <c:pt idx="83">
                  <c:v>35400</c:v>
                </c:pt>
                <c:pt idx="84">
                  <c:v>35431</c:v>
                </c:pt>
                <c:pt idx="85">
                  <c:v>35462</c:v>
                </c:pt>
                <c:pt idx="86">
                  <c:v>35490</c:v>
                </c:pt>
                <c:pt idx="87">
                  <c:v>35521</c:v>
                </c:pt>
                <c:pt idx="88">
                  <c:v>35551</c:v>
                </c:pt>
                <c:pt idx="89">
                  <c:v>35582</c:v>
                </c:pt>
                <c:pt idx="90">
                  <c:v>35612</c:v>
                </c:pt>
                <c:pt idx="91">
                  <c:v>35643</c:v>
                </c:pt>
                <c:pt idx="92">
                  <c:v>35674</c:v>
                </c:pt>
                <c:pt idx="93">
                  <c:v>35704</c:v>
                </c:pt>
                <c:pt idx="94">
                  <c:v>35735</c:v>
                </c:pt>
                <c:pt idx="95">
                  <c:v>35765</c:v>
                </c:pt>
                <c:pt idx="96">
                  <c:v>35796</c:v>
                </c:pt>
                <c:pt idx="97">
                  <c:v>35827</c:v>
                </c:pt>
                <c:pt idx="98">
                  <c:v>35855</c:v>
                </c:pt>
                <c:pt idx="99">
                  <c:v>35886</c:v>
                </c:pt>
                <c:pt idx="100">
                  <c:v>35916</c:v>
                </c:pt>
                <c:pt idx="101">
                  <c:v>35947</c:v>
                </c:pt>
                <c:pt idx="102">
                  <c:v>35977</c:v>
                </c:pt>
                <c:pt idx="103">
                  <c:v>36008</c:v>
                </c:pt>
                <c:pt idx="104">
                  <c:v>36039</c:v>
                </c:pt>
                <c:pt idx="105">
                  <c:v>36069</c:v>
                </c:pt>
                <c:pt idx="106">
                  <c:v>36100</c:v>
                </c:pt>
                <c:pt idx="107">
                  <c:v>36130</c:v>
                </c:pt>
                <c:pt idx="108">
                  <c:v>36161</c:v>
                </c:pt>
                <c:pt idx="109">
                  <c:v>36192</c:v>
                </c:pt>
                <c:pt idx="110">
                  <c:v>36220</c:v>
                </c:pt>
                <c:pt idx="111">
                  <c:v>36251</c:v>
                </c:pt>
                <c:pt idx="112">
                  <c:v>36281</c:v>
                </c:pt>
                <c:pt idx="113">
                  <c:v>36312</c:v>
                </c:pt>
                <c:pt idx="114">
                  <c:v>36342</c:v>
                </c:pt>
                <c:pt idx="115">
                  <c:v>36373</c:v>
                </c:pt>
                <c:pt idx="116">
                  <c:v>36404</c:v>
                </c:pt>
                <c:pt idx="117">
                  <c:v>36434</c:v>
                </c:pt>
                <c:pt idx="118">
                  <c:v>36465</c:v>
                </c:pt>
                <c:pt idx="119">
                  <c:v>36495</c:v>
                </c:pt>
                <c:pt idx="120">
                  <c:v>36526</c:v>
                </c:pt>
                <c:pt idx="121">
                  <c:v>36557</c:v>
                </c:pt>
                <c:pt idx="122">
                  <c:v>36586</c:v>
                </c:pt>
                <c:pt idx="123">
                  <c:v>36617</c:v>
                </c:pt>
                <c:pt idx="124">
                  <c:v>36647</c:v>
                </c:pt>
                <c:pt idx="125">
                  <c:v>36678</c:v>
                </c:pt>
                <c:pt idx="126">
                  <c:v>36708</c:v>
                </c:pt>
                <c:pt idx="127">
                  <c:v>36739</c:v>
                </c:pt>
                <c:pt idx="128">
                  <c:v>36770</c:v>
                </c:pt>
                <c:pt idx="129">
                  <c:v>36800</c:v>
                </c:pt>
                <c:pt idx="130">
                  <c:v>36831</c:v>
                </c:pt>
                <c:pt idx="131">
                  <c:v>36861</c:v>
                </c:pt>
                <c:pt idx="132">
                  <c:v>36892</c:v>
                </c:pt>
                <c:pt idx="133">
                  <c:v>36923</c:v>
                </c:pt>
                <c:pt idx="134">
                  <c:v>36951</c:v>
                </c:pt>
                <c:pt idx="135">
                  <c:v>36982</c:v>
                </c:pt>
                <c:pt idx="136">
                  <c:v>37012</c:v>
                </c:pt>
                <c:pt idx="137">
                  <c:v>37043</c:v>
                </c:pt>
                <c:pt idx="138">
                  <c:v>37073</c:v>
                </c:pt>
                <c:pt idx="139">
                  <c:v>37104</c:v>
                </c:pt>
                <c:pt idx="140">
                  <c:v>37135</c:v>
                </c:pt>
                <c:pt idx="141">
                  <c:v>37165</c:v>
                </c:pt>
                <c:pt idx="142">
                  <c:v>37196</c:v>
                </c:pt>
                <c:pt idx="143">
                  <c:v>37226</c:v>
                </c:pt>
                <c:pt idx="144">
                  <c:v>37257</c:v>
                </c:pt>
                <c:pt idx="145">
                  <c:v>37288</c:v>
                </c:pt>
                <c:pt idx="146">
                  <c:v>37316</c:v>
                </c:pt>
                <c:pt idx="147">
                  <c:v>37347</c:v>
                </c:pt>
                <c:pt idx="148">
                  <c:v>37377</c:v>
                </c:pt>
                <c:pt idx="149">
                  <c:v>37408</c:v>
                </c:pt>
                <c:pt idx="150">
                  <c:v>37438</c:v>
                </c:pt>
                <c:pt idx="151">
                  <c:v>37469</c:v>
                </c:pt>
                <c:pt idx="152">
                  <c:v>37500</c:v>
                </c:pt>
                <c:pt idx="153">
                  <c:v>37530</c:v>
                </c:pt>
                <c:pt idx="154">
                  <c:v>37561</c:v>
                </c:pt>
                <c:pt idx="155">
                  <c:v>37591</c:v>
                </c:pt>
                <c:pt idx="156">
                  <c:v>37622</c:v>
                </c:pt>
                <c:pt idx="157">
                  <c:v>37653</c:v>
                </c:pt>
                <c:pt idx="158">
                  <c:v>37681</c:v>
                </c:pt>
                <c:pt idx="159">
                  <c:v>37712</c:v>
                </c:pt>
                <c:pt idx="160">
                  <c:v>37742</c:v>
                </c:pt>
                <c:pt idx="161">
                  <c:v>37773</c:v>
                </c:pt>
                <c:pt idx="162">
                  <c:v>37803</c:v>
                </c:pt>
                <c:pt idx="163">
                  <c:v>37834</c:v>
                </c:pt>
                <c:pt idx="164">
                  <c:v>37865</c:v>
                </c:pt>
                <c:pt idx="165">
                  <c:v>37895</c:v>
                </c:pt>
                <c:pt idx="166">
                  <c:v>37926</c:v>
                </c:pt>
                <c:pt idx="167">
                  <c:v>37956</c:v>
                </c:pt>
                <c:pt idx="168">
                  <c:v>37987</c:v>
                </c:pt>
                <c:pt idx="169">
                  <c:v>38018</c:v>
                </c:pt>
                <c:pt idx="170">
                  <c:v>38047</c:v>
                </c:pt>
                <c:pt idx="171">
                  <c:v>38078</c:v>
                </c:pt>
                <c:pt idx="172">
                  <c:v>38108</c:v>
                </c:pt>
                <c:pt idx="173">
                  <c:v>38139</c:v>
                </c:pt>
                <c:pt idx="174">
                  <c:v>38169</c:v>
                </c:pt>
                <c:pt idx="175">
                  <c:v>38200</c:v>
                </c:pt>
                <c:pt idx="176">
                  <c:v>38231</c:v>
                </c:pt>
                <c:pt idx="177">
                  <c:v>38261</c:v>
                </c:pt>
                <c:pt idx="178">
                  <c:v>38292</c:v>
                </c:pt>
                <c:pt idx="179">
                  <c:v>38322</c:v>
                </c:pt>
                <c:pt idx="180">
                  <c:v>38353</c:v>
                </c:pt>
                <c:pt idx="181">
                  <c:v>38384</c:v>
                </c:pt>
                <c:pt idx="182">
                  <c:v>38412</c:v>
                </c:pt>
                <c:pt idx="183">
                  <c:v>38443</c:v>
                </c:pt>
                <c:pt idx="184">
                  <c:v>38473</c:v>
                </c:pt>
                <c:pt idx="185">
                  <c:v>38504</c:v>
                </c:pt>
                <c:pt idx="186">
                  <c:v>38534</c:v>
                </c:pt>
                <c:pt idx="187">
                  <c:v>38565</c:v>
                </c:pt>
                <c:pt idx="188">
                  <c:v>38596</c:v>
                </c:pt>
                <c:pt idx="189">
                  <c:v>38626</c:v>
                </c:pt>
                <c:pt idx="190">
                  <c:v>38657</c:v>
                </c:pt>
                <c:pt idx="191">
                  <c:v>38687</c:v>
                </c:pt>
                <c:pt idx="192">
                  <c:v>38718</c:v>
                </c:pt>
                <c:pt idx="193">
                  <c:v>38749</c:v>
                </c:pt>
                <c:pt idx="194">
                  <c:v>38777</c:v>
                </c:pt>
                <c:pt idx="195">
                  <c:v>38808</c:v>
                </c:pt>
                <c:pt idx="196">
                  <c:v>38838</c:v>
                </c:pt>
                <c:pt idx="197">
                  <c:v>38869</c:v>
                </c:pt>
                <c:pt idx="198">
                  <c:v>38899</c:v>
                </c:pt>
                <c:pt idx="199">
                  <c:v>38930</c:v>
                </c:pt>
                <c:pt idx="200">
                  <c:v>38961</c:v>
                </c:pt>
                <c:pt idx="201">
                  <c:v>38991</c:v>
                </c:pt>
                <c:pt idx="202">
                  <c:v>39022</c:v>
                </c:pt>
                <c:pt idx="203">
                  <c:v>39052</c:v>
                </c:pt>
                <c:pt idx="204">
                  <c:v>39083</c:v>
                </c:pt>
                <c:pt idx="205">
                  <c:v>39114</c:v>
                </c:pt>
                <c:pt idx="206">
                  <c:v>39142</c:v>
                </c:pt>
                <c:pt idx="207">
                  <c:v>39173</c:v>
                </c:pt>
                <c:pt idx="208">
                  <c:v>39203</c:v>
                </c:pt>
                <c:pt idx="209">
                  <c:v>39234</c:v>
                </c:pt>
                <c:pt idx="210">
                  <c:v>39264</c:v>
                </c:pt>
                <c:pt idx="211">
                  <c:v>39295</c:v>
                </c:pt>
                <c:pt idx="212">
                  <c:v>39326</c:v>
                </c:pt>
                <c:pt idx="213">
                  <c:v>39356</c:v>
                </c:pt>
                <c:pt idx="214">
                  <c:v>39387</c:v>
                </c:pt>
                <c:pt idx="215">
                  <c:v>39417</c:v>
                </c:pt>
                <c:pt idx="216">
                  <c:v>39448</c:v>
                </c:pt>
                <c:pt idx="217">
                  <c:v>39479</c:v>
                </c:pt>
                <c:pt idx="218">
                  <c:v>39508</c:v>
                </c:pt>
                <c:pt idx="219">
                  <c:v>39539</c:v>
                </c:pt>
                <c:pt idx="220">
                  <c:v>39569</c:v>
                </c:pt>
                <c:pt idx="221">
                  <c:v>39600</c:v>
                </c:pt>
                <c:pt idx="222">
                  <c:v>39630</c:v>
                </c:pt>
                <c:pt idx="223">
                  <c:v>39661</c:v>
                </c:pt>
                <c:pt idx="224">
                  <c:v>39692</c:v>
                </c:pt>
                <c:pt idx="225">
                  <c:v>39722</c:v>
                </c:pt>
                <c:pt idx="226">
                  <c:v>39753</c:v>
                </c:pt>
                <c:pt idx="227">
                  <c:v>39783</c:v>
                </c:pt>
                <c:pt idx="228">
                  <c:v>39814</c:v>
                </c:pt>
                <c:pt idx="229">
                  <c:v>39845</c:v>
                </c:pt>
                <c:pt idx="230">
                  <c:v>39873</c:v>
                </c:pt>
                <c:pt idx="231">
                  <c:v>39904</c:v>
                </c:pt>
                <c:pt idx="232">
                  <c:v>39934</c:v>
                </c:pt>
                <c:pt idx="233">
                  <c:v>39965</c:v>
                </c:pt>
                <c:pt idx="234">
                  <c:v>39995</c:v>
                </c:pt>
                <c:pt idx="235">
                  <c:v>40026</c:v>
                </c:pt>
                <c:pt idx="236">
                  <c:v>40057</c:v>
                </c:pt>
                <c:pt idx="237">
                  <c:v>40087</c:v>
                </c:pt>
                <c:pt idx="238">
                  <c:v>40118</c:v>
                </c:pt>
                <c:pt idx="239">
                  <c:v>40148</c:v>
                </c:pt>
                <c:pt idx="240">
                  <c:v>40179</c:v>
                </c:pt>
                <c:pt idx="241">
                  <c:v>40210</c:v>
                </c:pt>
                <c:pt idx="242">
                  <c:v>40238</c:v>
                </c:pt>
                <c:pt idx="243">
                  <c:v>40269</c:v>
                </c:pt>
                <c:pt idx="244">
                  <c:v>40299</c:v>
                </c:pt>
                <c:pt idx="245">
                  <c:v>40330</c:v>
                </c:pt>
                <c:pt idx="246">
                  <c:v>40360</c:v>
                </c:pt>
                <c:pt idx="247">
                  <c:v>40391</c:v>
                </c:pt>
                <c:pt idx="248">
                  <c:v>40422</c:v>
                </c:pt>
                <c:pt idx="249">
                  <c:v>40452</c:v>
                </c:pt>
                <c:pt idx="250">
                  <c:v>40483</c:v>
                </c:pt>
                <c:pt idx="251">
                  <c:v>40513</c:v>
                </c:pt>
                <c:pt idx="252">
                  <c:v>40544</c:v>
                </c:pt>
                <c:pt idx="253">
                  <c:v>40575</c:v>
                </c:pt>
                <c:pt idx="254">
                  <c:v>40603</c:v>
                </c:pt>
                <c:pt idx="255">
                  <c:v>40634</c:v>
                </c:pt>
                <c:pt idx="256">
                  <c:v>40664</c:v>
                </c:pt>
                <c:pt idx="257">
                  <c:v>40695</c:v>
                </c:pt>
                <c:pt idx="258">
                  <c:v>40725</c:v>
                </c:pt>
                <c:pt idx="259">
                  <c:v>40756</c:v>
                </c:pt>
                <c:pt idx="260">
                  <c:v>40787</c:v>
                </c:pt>
                <c:pt idx="261">
                  <c:v>40817</c:v>
                </c:pt>
                <c:pt idx="262">
                  <c:v>40848</c:v>
                </c:pt>
                <c:pt idx="263">
                  <c:v>40878</c:v>
                </c:pt>
                <c:pt idx="264">
                  <c:v>40909</c:v>
                </c:pt>
                <c:pt idx="265">
                  <c:v>40940</c:v>
                </c:pt>
                <c:pt idx="266">
                  <c:v>40969</c:v>
                </c:pt>
                <c:pt idx="267">
                  <c:v>41000</c:v>
                </c:pt>
                <c:pt idx="268">
                  <c:v>41030</c:v>
                </c:pt>
                <c:pt idx="269">
                  <c:v>41061</c:v>
                </c:pt>
                <c:pt idx="270">
                  <c:v>41091</c:v>
                </c:pt>
                <c:pt idx="271">
                  <c:v>41122</c:v>
                </c:pt>
                <c:pt idx="272">
                  <c:v>41153</c:v>
                </c:pt>
                <c:pt idx="273">
                  <c:v>41183</c:v>
                </c:pt>
                <c:pt idx="274">
                  <c:v>41214</c:v>
                </c:pt>
                <c:pt idx="275">
                  <c:v>41244</c:v>
                </c:pt>
                <c:pt idx="276">
                  <c:v>41275</c:v>
                </c:pt>
                <c:pt idx="277">
                  <c:v>41306</c:v>
                </c:pt>
                <c:pt idx="278">
                  <c:v>41334</c:v>
                </c:pt>
                <c:pt idx="279">
                  <c:v>41365</c:v>
                </c:pt>
                <c:pt idx="280">
                  <c:v>41395</c:v>
                </c:pt>
                <c:pt idx="281">
                  <c:v>41426</c:v>
                </c:pt>
                <c:pt idx="282">
                  <c:v>41456</c:v>
                </c:pt>
                <c:pt idx="283">
                  <c:v>41487</c:v>
                </c:pt>
                <c:pt idx="284">
                  <c:v>41518</c:v>
                </c:pt>
                <c:pt idx="285">
                  <c:v>41548</c:v>
                </c:pt>
                <c:pt idx="286">
                  <c:v>41579</c:v>
                </c:pt>
                <c:pt idx="287">
                  <c:v>41609</c:v>
                </c:pt>
                <c:pt idx="288">
                  <c:v>41640</c:v>
                </c:pt>
                <c:pt idx="289">
                  <c:v>41671</c:v>
                </c:pt>
                <c:pt idx="290">
                  <c:v>41699</c:v>
                </c:pt>
                <c:pt idx="291">
                  <c:v>41730</c:v>
                </c:pt>
                <c:pt idx="292">
                  <c:v>41760</c:v>
                </c:pt>
                <c:pt idx="293">
                  <c:v>41791</c:v>
                </c:pt>
                <c:pt idx="294">
                  <c:v>41821</c:v>
                </c:pt>
                <c:pt idx="295">
                  <c:v>41852</c:v>
                </c:pt>
                <c:pt idx="296">
                  <c:v>41883</c:v>
                </c:pt>
                <c:pt idx="297">
                  <c:v>41913</c:v>
                </c:pt>
                <c:pt idx="298">
                  <c:v>41944</c:v>
                </c:pt>
                <c:pt idx="299">
                  <c:v>41974</c:v>
                </c:pt>
                <c:pt idx="300">
                  <c:v>42005</c:v>
                </c:pt>
                <c:pt idx="301">
                  <c:v>42036</c:v>
                </c:pt>
                <c:pt idx="302">
                  <c:v>42064</c:v>
                </c:pt>
                <c:pt idx="303">
                  <c:v>42095</c:v>
                </c:pt>
                <c:pt idx="304">
                  <c:v>42125</c:v>
                </c:pt>
                <c:pt idx="305">
                  <c:v>42156</c:v>
                </c:pt>
                <c:pt idx="306">
                  <c:v>42186</c:v>
                </c:pt>
                <c:pt idx="307">
                  <c:v>42217</c:v>
                </c:pt>
                <c:pt idx="308">
                  <c:v>42248</c:v>
                </c:pt>
                <c:pt idx="309">
                  <c:v>42278</c:v>
                </c:pt>
                <c:pt idx="310">
                  <c:v>42309</c:v>
                </c:pt>
                <c:pt idx="311">
                  <c:v>42339</c:v>
                </c:pt>
                <c:pt idx="312">
                  <c:v>42370</c:v>
                </c:pt>
                <c:pt idx="313">
                  <c:v>42401</c:v>
                </c:pt>
                <c:pt idx="314">
                  <c:v>42430</c:v>
                </c:pt>
                <c:pt idx="315">
                  <c:v>42461</c:v>
                </c:pt>
                <c:pt idx="316">
                  <c:v>42491</c:v>
                </c:pt>
                <c:pt idx="317">
                  <c:v>42522</c:v>
                </c:pt>
              </c:numCache>
            </c:numRef>
          </c:cat>
          <c:val>
            <c:numRef>
              <c:f>Sheet1!$D$2:$D$319</c:f>
              <c:numCache>
                <c:formatCode>0.00</c:formatCode>
                <c:ptCount val="318"/>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266.28000000000003</c:v>
                </c:pt>
                <c:pt idx="109">
                  <c:v>246.63692992068303</c:v>
                </c:pt>
                <c:pt idx="110">
                  <c:v>256.49682952564996</c:v>
                </c:pt>
                <c:pt idx="111">
                  <c:v>276.06477777659387</c:v>
                </c:pt>
                <c:pt idx="112">
                  <c:v>286.70304205841734</c:v>
                </c:pt>
                <c:pt idx="113">
                  <c:v>307.49256950700709</c:v>
                </c:pt>
                <c:pt idx="114">
                  <c:v>283.52817420956933</c:v>
                </c:pt>
                <c:pt idx="115">
                  <c:v>274.81315748879877</c:v>
                </c:pt>
                <c:pt idx="116">
                  <c:v>261.9772214565586</c:v>
                </c:pt>
                <c:pt idx="117">
                  <c:v>269.06073849644349</c:v>
                </c:pt>
                <c:pt idx="118">
                  <c:v>291.47963149734841</c:v>
                </c:pt>
                <c:pt idx="119">
                  <c:v>265.85151325705897</c:v>
                </c:pt>
                <c:pt idx="120">
                  <c:v>276.77247052631583</c:v>
                </c:pt>
                <c:pt idx="121">
                  <c:v>274.7176560093327</c:v>
                </c:pt>
                <c:pt idx="122">
                  <c:v>290.47454840116319</c:v>
                </c:pt>
                <c:pt idx="123">
                  <c:v>298.55907495556022</c:v>
                </c:pt>
                <c:pt idx="124">
                  <c:v>296.99315424025883</c:v>
                </c:pt>
                <c:pt idx="125">
                  <c:v>307.31187281177648</c:v>
                </c:pt>
                <c:pt idx="126">
                  <c:v>304.30449622157494</c:v>
                </c:pt>
                <c:pt idx="127">
                  <c:v>300.1338576655973</c:v>
                </c:pt>
                <c:pt idx="128">
                  <c:v>306.81444852057888</c:v>
                </c:pt>
                <c:pt idx="129">
                  <c:v>295.20244819723979</c:v>
                </c:pt>
                <c:pt idx="130">
                  <c:v>303.07591354513312</c:v>
                </c:pt>
                <c:pt idx="131">
                  <c:v>285.66421620353816</c:v>
                </c:pt>
                <c:pt idx="132">
                  <c:v>303.30014877467528</c:v>
                </c:pt>
                <c:pt idx="133">
                  <c:v>278.41552836617615</c:v>
                </c:pt>
                <c:pt idx="134">
                  <c:v>288.4026080544474</c:v>
                </c:pt>
                <c:pt idx="135">
                  <c:v>290.20713981858847</c:v>
                </c:pt>
                <c:pt idx="136">
                  <c:v>295.79211828286111</c:v>
                </c:pt>
                <c:pt idx="137">
                  <c:v>312.28135304933409</c:v>
                </c:pt>
                <c:pt idx="138">
                  <c:v>298.89419060052217</c:v>
                </c:pt>
                <c:pt idx="139">
                  <c:v>291.79037813041833</c:v>
                </c:pt>
                <c:pt idx="140">
                  <c:v>283.19928415273228</c:v>
                </c:pt>
                <c:pt idx="141">
                  <c:v>259.66713092206498</c:v>
                </c:pt>
                <c:pt idx="142">
                  <c:v>300.308120899995</c:v>
                </c:pt>
                <c:pt idx="143">
                  <c:v>299.92739711761806</c:v>
                </c:pt>
                <c:pt idx="144">
                  <c:v>338.72656654864136</c:v>
                </c:pt>
                <c:pt idx="145">
                  <c:v>300.6844166503235</c:v>
                </c:pt>
                <c:pt idx="146">
                  <c:v>313.86616515438453</c:v>
                </c:pt>
                <c:pt idx="147">
                  <c:v>333.22905200450037</c:v>
                </c:pt>
                <c:pt idx="148">
                  <c:v>354.95933115077918</c:v>
                </c:pt>
                <c:pt idx="149">
                  <c:v>359.82142630341548</c:v>
                </c:pt>
                <c:pt idx="150">
                  <c:v>361.86800904883751</c:v>
                </c:pt>
                <c:pt idx="151">
                  <c:v>349.6482907997709</c:v>
                </c:pt>
                <c:pt idx="152">
                  <c:v>359.31077396668036</c:v>
                </c:pt>
                <c:pt idx="153">
                  <c:v>339.94535328137658</c:v>
                </c:pt>
                <c:pt idx="154">
                  <c:v>349.01901972318257</c:v>
                </c:pt>
                <c:pt idx="155">
                  <c:v>350.70114925778557</c:v>
                </c:pt>
                <c:pt idx="156">
                  <c:v>359.16869637195202</c:v>
                </c:pt>
                <c:pt idx="157">
                  <c:v>323.69769352608074</c:v>
                </c:pt>
                <c:pt idx="158">
                  <c:v>353.56574453137398</c:v>
                </c:pt>
                <c:pt idx="159">
                  <c:v>366.02026527871061</c:v>
                </c:pt>
                <c:pt idx="160">
                  <c:v>408.25517096127851</c:v>
                </c:pt>
                <c:pt idx="161">
                  <c:v>413.03594393028067</c:v>
                </c:pt>
                <c:pt idx="162">
                  <c:v>423.1778953757709</c:v>
                </c:pt>
                <c:pt idx="163">
                  <c:v>396.18655535521765</c:v>
                </c:pt>
                <c:pt idx="164">
                  <c:v>400.56986073839528</c:v>
                </c:pt>
                <c:pt idx="165">
                  <c:v>381.29022209852491</c:v>
                </c:pt>
                <c:pt idx="166">
                  <c:v>414.93133208820331</c:v>
                </c:pt>
                <c:pt idx="167">
                  <c:v>398.90615936157212</c:v>
                </c:pt>
                <c:pt idx="168">
                  <c:v>436.68833597024451</c:v>
                </c:pt>
                <c:pt idx="169">
                  <c:v>403.55369471777448</c:v>
                </c:pt>
                <c:pt idx="170">
                  <c:v>429.86913148705185</c:v>
                </c:pt>
                <c:pt idx="171">
                  <c:v>443.182915816758</c:v>
                </c:pt>
                <c:pt idx="172">
                  <c:v>448.75082930224221</c:v>
                </c:pt>
                <c:pt idx="173">
                  <c:v>427.11407768159006</c:v>
                </c:pt>
                <c:pt idx="174">
                  <c:v>444.14164651271381</c:v>
                </c:pt>
                <c:pt idx="175">
                  <c:v>430.98729559748432</c:v>
                </c:pt>
                <c:pt idx="176">
                  <c:v>445.4691787102426</c:v>
                </c:pt>
                <c:pt idx="177">
                  <c:v>439.40180873628231</c:v>
                </c:pt>
                <c:pt idx="178">
                  <c:v>450.9796897908526</c:v>
                </c:pt>
                <c:pt idx="179">
                  <c:v>448.93688821721412</c:v>
                </c:pt>
                <c:pt idx="180">
                  <c:v>409.7923496432212</c:v>
                </c:pt>
                <c:pt idx="181">
                  <c:v>410.57609613543951</c:v>
                </c:pt>
                <c:pt idx="182">
                  <c:v>435.33756204399367</c:v>
                </c:pt>
                <c:pt idx="183">
                  <c:v>446.62213886574688</c:v>
                </c:pt>
                <c:pt idx="184">
                  <c:v>460.15354494526463</c:v>
                </c:pt>
                <c:pt idx="185">
                  <c:v>465.54470246342044</c:v>
                </c:pt>
                <c:pt idx="186">
                  <c:v>469.07370841434437</c:v>
                </c:pt>
                <c:pt idx="187">
                  <c:v>462.55955755912362</c:v>
                </c:pt>
                <c:pt idx="188">
                  <c:v>466.45711371872778</c:v>
                </c:pt>
                <c:pt idx="189">
                  <c:v>442.74917337855027</c:v>
                </c:pt>
                <c:pt idx="190">
                  <c:v>445.72702547385404</c:v>
                </c:pt>
                <c:pt idx="191">
                  <c:v>428.70600995011517</c:v>
                </c:pt>
                <c:pt idx="192">
                  <c:v>425.61881446756001</c:v>
                </c:pt>
                <c:pt idx="193">
                  <c:v>381.9211439221944</c:v>
                </c:pt>
                <c:pt idx="194">
                  <c:v>382.5119360028562</c:v>
                </c:pt>
                <c:pt idx="195">
                  <c:v>386.25676450228895</c:v>
                </c:pt>
                <c:pt idx="196">
                  <c:v>382.92679064618727</c:v>
                </c:pt>
                <c:pt idx="197">
                  <c:v>379.64038109818853</c:v>
                </c:pt>
                <c:pt idx="198">
                  <c:v>371.37622771504607</c:v>
                </c:pt>
                <c:pt idx="199">
                  <c:v>358.00324724435683</c:v>
                </c:pt>
                <c:pt idx="200">
                  <c:v>369.28067648116178</c:v>
                </c:pt>
                <c:pt idx="201">
                  <c:v>355.73831781917107</c:v>
                </c:pt>
                <c:pt idx="202">
                  <c:v>378.05081725007915</c:v>
                </c:pt>
                <c:pt idx="203">
                  <c:v>395.38942054788305</c:v>
                </c:pt>
                <c:pt idx="204">
                  <c:v>400.60742371981962</c:v>
                </c:pt>
                <c:pt idx="205">
                  <c:v>369.28976534242139</c:v>
                </c:pt>
                <c:pt idx="206">
                  <c:v>380.37235157357776</c:v>
                </c:pt>
                <c:pt idx="207">
                  <c:v>383.54562809700661</c:v>
                </c:pt>
                <c:pt idx="208">
                  <c:v>403.90813599121816</c:v>
                </c:pt>
                <c:pt idx="209">
                  <c:v>412.53072385453618</c:v>
                </c:pt>
                <c:pt idx="210">
                  <c:v>405.38629989570808</c:v>
                </c:pt>
                <c:pt idx="211">
                  <c:v>410.534286970398</c:v>
                </c:pt>
                <c:pt idx="212">
                  <c:v>403.0224993132415</c:v>
                </c:pt>
                <c:pt idx="213">
                  <c:v>390.9823460979801</c:v>
                </c:pt>
                <c:pt idx="214">
                  <c:v>398.40047688812547</c:v>
                </c:pt>
                <c:pt idx="215">
                  <c:v>384.50709876303716</c:v>
                </c:pt>
                <c:pt idx="216">
                  <c:v>391.03659807873976</c:v>
                </c:pt>
                <c:pt idx="217">
                  <c:v>352.02822703822949</c:v>
                </c:pt>
                <c:pt idx="218">
                  <c:v>347.91398514714388</c:v>
                </c:pt>
                <c:pt idx="219">
                  <c:v>340.81835119899807</c:v>
                </c:pt>
                <c:pt idx="220">
                  <c:v>334.88816613837184</c:v>
                </c:pt>
                <c:pt idx="221">
                  <c:v>328.62367051904823</c:v>
                </c:pt>
                <c:pt idx="222">
                  <c:v>318.70939857356109</c:v>
                </c:pt>
                <c:pt idx="223">
                  <c:v>299.23730354117185</c:v>
                </c:pt>
                <c:pt idx="224">
                  <c:v>324.99754729529678</c:v>
                </c:pt>
                <c:pt idx="225">
                  <c:v>273.3313220498448</c:v>
                </c:pt>
                <c:pt idx="226">
                  <c:v>268.23198753170601</c:v>
                </c:pt>
                <c:pt idx="227">
                  <c:v>283.77226244917995</c:v>
                </c:pt>
                <c:pt idx="228">
                  <c:v>278.06522404255884</c:v>
                </c:pt>
                <c:pt idx="229">
                  <c:v>227.43005064883474</c:v>
                </c:pt>
                <c:pt idx="230">
                  <c:v>242.91637318811777</c:v>
                </c:pt>
                <c:pt idx="231">
                  <c:v>247.75759929999467</c:v>
                </c:pt>
                <c:pt idx="232">
                  <c:v>243.31512854527602</c:v>
                </c:pt>
                <c:pt idx="233">
                  <c:v>251.20045628915793</c:v>
                </c:pt>
                <c:pt idx="234">
                  <c:v>248.19309682560768</c:v>
                </c:pt>
                <c:pt idx="235">
                  <c:v>256.8642725665834</c:v>
                </c:pt>
                <c:pt idx="236">
                  <c:v>264.66516031011457</c:v>
                </c:pt>
                <c:pt idx="237">
                  <c:v>255.75629923355334</c:v>
                </c:pt>
                <c:pt idx="238">
                  <c:v>205.30433753628208</c:v>
                </c:pt>
                <c:pt idx="239">
                  <c:v>210.28633060218493</c:v>
                </c:pt>
                <c:pt idx="240">
                  <c:v>205.99065081184844</c:v>
                </c:pt>
                <c:pt idx="241">
                  <c:v>197.4052156520676</c:v>
                </c:pt>
                <c:pt idx="242">
                  <c:v>214.75007924670066</c:v>
                </c:pt>
                <c:pt idx="243">
                  <c:v>233.95513449153361</c:v>
                </c:pt>
                <c:pt idx="244">
                  <c:v>191.61241420876348</c:v>
                </c:pt>
                <c:pt idx="245">
                  <c:v>163.21736293633415</c:v>
                </c:pt>
                <c:pt idx="246">
                  <c:v>158.71901738927269</c:v>
                </c:pt>
                <c:pt idx="247">
                  <c:v>161.21560359534257</c:v>
                </c:pt>
                <c:pt idx="248">
                  <c:v>170.314399633119</c:v>
                </c:pt>
                <c:pt idx="249">
                  <c:v>169.60745389746381</c:v>
                </c:pt>
                <c:pt idx="250">
                  <c:v>182.69413823671565</c:v>
                </c:pt>
                <c:pt idx="251">
                  <c:v>188.84411261926115</c:v>
                </c:pt>
                <c:pt idx="252">
                  <c:v>173.90459213006915</c:v>
                </c:pt>
                <c:pt idx="253">
                  <c:v>168.20150669642857</c:v>
                </c:pt>
                <c:pt idx="254">
                  <c:v>178.23731778036105</c:v>
                </c:pt>
                <c:pt idx="255">
                  <c:v>181.36121737504342</c:v>
                </c:pt>
                <c:pt idx="256">
                  <c:v>179.31170334219067</c:v>
                </c:pt>
                <c:pt idx="257">
                  <c:v>173.12319698061827</c:v>
                </c:pt>
                <c:pt idx="258">
                  <c:v>171.91962477148692</c:v>
                </c:pt>
                <c:pt idx="259">
                  <c:v>156.36382926926876</c:v>
                </c:pt>
                <c:pt idx="260">
                  <c:v>159.72443322532033</c:v>
                </c:pt>
                <c:pt idx="261">
                  <c:v>160.02067892182998</c:v>
                </c:pt>
                <c:pt idx="262">
                  <c:v>174.61197168881012</c:v>
                </c:pt>
                <c:pt idx="263">
                  <c:v>172.908921509072</c:v>
                </c:pt>
                <c:pt idx="264">
                  <c:v>172.46068779880412</c:v>
                </c:pt>
                <c:pt idx="265">
                  <c:v>160.02932420234291</c:v>
                </c:pt>
                <c:pt idx="266">
                  <c:v>176.55879552922198</c:v>
                </c:pt>
                <c:pt idx="267">
                  <c:v>177.59062715667417</c:v>
                </c:pt>
                <c:pt idx="268">
                  <c:v>178.11839426284192</c:v>
                </c:pt>
                <c:pt idx="269">
                  <c:v>177.36944086444927</c:v>
                </c:pt>
                <c:pt idx="270">
                  <c:v>176.27341395174915</c:v>
                </c:pt>
                <c:pt idx="271">
                  <c:v>166.91579299678997</c:v>
                </c:pt>
                <c:pt idx="272">
                  <c:v>178.00903066475962</c:v>
                </c:pt>
                <c:pt idx="273">
                  <c:v>180.34283923168226</c:v>
                </c:pt>
                <c:pt idx="274">
                  <c:v>184.95324899482864</c:v>
                </c:pt>
                <c:pt idx="275">
                  <c:v>179.43394464096272</c:v>
                </c:pt>
                <c:pt idx="276">
                  <c:v>192.75548461188191</c:v>
                </c:pt>
                <c:pt idx="277">
                  <c:v>184.40298121738158</c:v>
                </c:pt>
                <c:pt idx="278">
                  <c:v>193.90653639057814</c:v>
                </c:pt>
                <c:pt idx="279">
                  <c:v>202.35352728101302</c:v>
                </c:pt>
                <c:pt idx="280">
                  <c:v>198.37159977297409</c:v>
                </c:pt>
                <c:pt idx="281">
                  <c:v>199.85389808574104</c:v>
                </c:pt>
                <c:pt idx="282">
                  <c:v>186.79055702739862</c:v>
                </c:pt>
                <c:pt idx="283">
                  <c:v>176.57945717962849</c:v>
                </c:pt>
                <c:pt idx="284">
                  <c:v>179.15311993897691</c:v>
                </c:pt>
                <c:pt idx="285">
                  <c:v>172.19052354597602</c:v>
                </c:pt>
                <c:pt idx="286">
                  <c:v>176.04457812503497</c:v>
                </c:pt>
                <c:pt idx="287">
                  <c:v>165.26874357065702</c:v>
                </c:pt>
                <c:pt idx="288">
                  <c:v>172.6360070941997</c:v>
                </c:pt>
                <c:pt idx="289">
                  <c:v>154.59890866719721</c:v>
                </c:pt>
                <c:pt idx="290">
                  <c:v>161.79814699188302</c:v>
                </c:pt>
                <c:pt idx="291">
                  <c:v>167.27567544892901</c:v>
                </c:pt>
                <c:pt idx="292">
                  <c:v>169.31642512077295</c:v>
                </c:pt>
                <c:pt idx="293">
                  <c:v>168.7229122019767</c:v>
                </c:pt>
                <c:pt idx="294">
                  <c:v>161.33783434920505</c:v>
                </c:pt>
                <c:pt idx="295">
                  <c:v>155.92617269799135</c:v>
                </c:pt>
                <c:pt idx="296">
                  <c:v>156.98616460938445</c:v>
                </c:pt>
                <c:pt idx="297">
                  <c:v>154.4766056708369</c:v>
                </c:pt>
                <c:pt idx="298">
                  <c:v>161.34811310014135</c:v>
                </c:pt>
                <c:pt idx="299">
                  <c:v>155.64283619711378</c:v>
                </c:pt>
                <c:pt idx="300">
                  <c:v>173.13600567558157</c:v>
                </c:pt>
                <c:pt idx="301">
                  <c:v>158.99575201456375</c:v>
                </c:pt>
                <c:pt idx="302">
                  <c:v>166.78368203357155</c:v>
                </c:pt>
                <c:pt idx="303">
                  <c:v>189.58448919765479</c:v>
                </c:pt>
                <c:pt idx="304">
                  <c:v>189.50004176371374</c:v>
                </c:pt>
                <c:pt idx="305">
                  <c:v>193.92414899740317</c:v>
                </c:pt>
                <c:pt idx="306">
                  <c:v>189.50004176371374</c:v>
                </c:pt>
                <c:pt idx="307">
                  <c:v>187.26218476427596</c:v>
                </c:pt>
                <c:pt idx="308">
                  <c:v>191.78950552833774</c:v>
                </c:pt>
                <c:pt idx="309">
                  <c:v>188.71186571359726</c:v>
                </c:pt>
                <c:pt idx="310">
                  <c:v>197.67736828367197</c:v>
                </c:pt>
                <c:pt idx="311">
                  <c:v>211.47044916070996</c:v>
                </c:pt>
                <c:pt idx="312">
                  <c:v>208.96048376301763</c:v>
                </c:pt>
                <c:pt idx="313">
                  <c:v>203.9640105881723</c:v>
                </c:pt>
                <c:pt idx="314">
                  <c:v>212.19763539742456</c:v>
                </c:pt>
                <c:pt idx="315">
                  <c:v>220.59546355045109</c:v>
                </c:pt>
                <c:pt idx="316">
                  <c:v>215.43478703183146</c:v>
                </c:pt>
                <c:pt idx="317">
                  <c:v>#N/A</c:v>
                </c:pt>
              </c:numCache>
            </c:numRef>
          </c:val>
          <c:smooth val="0"/>
        </c:ser>
        <c:dLbls>
          <c:showLegendKey val="0"/>
          <c:showVal val="0"/>
          <c:showCatName val="0"/>
          <c:showSerName val="0"/>
          <c:showPercent val="0"/>
          <c:showBubbleSize val="0"/>
        </c:dLbls>
        <c:marker val="1"/>
        <c:smooth val="0"/>
        <c:axId val="37415168"/>
        <c:axId val="37670912"/>
      </c:lineChart>
      <c:dateAx>
        <c:axId val="37415168"/>
        <c:scaling>
          <c:orientation val="minMax"/>
        </c:scaling>
        <c:delete val="0"/>
        <c:axPos val="b"/>
        <c:numFmt formatCode="m/d/yyyy" sourceLinked="1"/>
        <c:majorTickMark val="out"/>
        <c:minorTickMark val="none"/>
        <c:tickLblPos val="nextTo"/>
        <c:crossAx val="37670912"/>
        <c:crosses val="autoZero"/>
        <c:auto val="1"/>
        <c:lblOffset val="100"/>
        <c:baseTimeUnit val="months"/>
        <c:majorUnit val="12"/>
        <c:majorTimeUnit val="months"/>
      </c:dateAx>
      <c:valAx>
        <c:axId val="37670912"/>
        <c:scaling>
          <c:orientation val="minMax"/>
        </c:scaling>
        <c:delete val="0"/>
        <c:axPos val="l"/>
        <c:numFmt formatCode="General" sourceLinked="1"/>
        <c:majorTickMark val="out"/>
        <c:minorTickMark val="none"/>
        <c:tickLblPos val="nextTo"/>
        <c:crossAx val="37415168"/>
        <c:crosses val="autoZero"/>
        <c:crossBetween val="between"/>
      </c:valAx>
      <c:valAx>
        <c:axId val="37672448"/>
        <c:scaling>
          <c:orientation val="minMax"/>
          <c:max val="150000"/>
          <c:min val="60000"/>
        </c:scaling>
        <c:delete val="0"/>
        <c:axPos val="r"/>
        <c:numFmt formatCode="General" sourceLinked="1"/>
        <c:majorTickMark val="out"/>
        <c:minorTickMark val="none"/>
        <c:tickLblPos val="nextTo"/>
        <c:crossAx val="37674368"/>
        <c:crosses val="max"/>
        <c:crossBetween val="between"/>
        <c:dispUnits>
          <c:builtInUnit val="thousands"/>
          <c:dispUnitsLbl>
            <c:layout/>
          </c:dispUnitsLbl>
        </c:dispUnits>
      </c:valAx>
      <c:dateAx>
        <c:axId val="37674368"/>
        <c:scaling>
          <c:orientation val="minMax"/>
        </c:scaling>
        <c:delete val="1"/>
        <c:axPos val="b"/>
        <c:numFmt formatCode="m/d/yyyy" sourceLinked="1"/>
        <c:majorTickMark val="out"/>
        <c:minorTickMark val="none"/>
        <c:tickLblPos val="nextTo"/>
        <c:crossAx val="37672448"/>
        <c:crosses val="autoZero"/>
        <c:auto val="1"/>
        <c:lblOffset val="100"/>
        <c:baseTimeUnit val="months"/>
      </c:dateAx>
    </c:plotArea>
    <c:legend>
      <c:legendPos val="b"/>
      <c:layout/>
      <c:overlay val="0"/>
    </c:legend>
    <c:plotVisOnly val="1"/>
    <c:dispBlanksAs val="gap"/>
    <c:showDLblsOverMax val="0"/>
  </c:chart>
  <c:txPr>
    <a:bodyPr/>
    <a:lstStyle/>
    <a:p>
      <a:pPr>
        <a:defRPr sz="10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MCAI</c:v>
                </c:pt>
              </c:strCache>
            </c:strRef>
          </c:tx>
          <c:marker>
            <c:symbol val="none"/>
          </c:marker>
          <c:cat>
            <c:numRef>
              <c:f>Sheet1!$A$2:$A$154</c:f>
              <c:numCache>
                <c:formatCode>m/d/yyyy</c:formatCode>
                <c:ptCount val="153"/>
                <c:pt idx="0">
                  <c:v>37742</c:v>
                </c:pt>
                <c:pt idx="1">
                  <c:v>37773</c:v>
                </c:pt>
                <c:pt idx="2">
                  <c:v>37803</c:v>
                </c:pt>
                <c:pt idx="3">
                  <c:v>37834</c:v>
                </c:pt>
                <c:pt idx="4">
                  <c:v>37865</c:v>
                </c:pt>
                <c:pt idx="5">
                  <c:v>37895</c:v>
                </c:pt>
                <c:pt idx="6">
                  <c:v>37926</c:v>
                </c:pt>
                <c:pt idx="7">
                  <c:v>37956</c:v>
                </c:pt>
                <c:pt idx="8">
                  <c:v>37987</c:v>
                </c:pt>
                <c:pt idx="9">
                  <c:v>38018</c:v>
                </c:pt>
                <c:pt idx="10">
                  <c:v>38047</c:v>
                </c:pt>
                <c:pt idx="11">
                  <c:v>38078</c:v>
                </c:pt>
                <c:pt idx="12">
                  <c:v>38108</c:v>
                </c:pt>
                <c:pt idx="13">
                  <c:v>38139</c:v>
                </c:pt>
                <c:pt idx="14">
                  <c:v>38169</c:v>
                </c:pt>
                <c:pt idx="15">
                  <c:v>38200</c:v>
                </c:pt>
                <c:pt idx="16">
                  <c:v>38231</c:v>
                </c:pt>
                <c:pt idx="17">
                  <c:v>38261</c:v>
                </c:pt>
                <c:pt idx="18">
                  <c:v>38292</c:v>
                </c:pt>
                <c:pt idx="19">
                  <c:v>38322</c:v>
                </c:pt>
                <c:pt idx="20">
                  <c:v>38353</c:v>
                </c:pt>
                <c:pt idx="21">
                  <c:v>38384</c:v>
                </c:pt>
                <c:pt idx="22">
                  <c:v>38412</c:v>
                </c:pt>
                <c:pt idx="23">
                  <c:v>38443</c:v>
                </c:pt>
                <c:pt idx="24">
                  <c:v>38473</c:v>
                </c:pt>
                <c:pt idx="25">
                  <c:v>38504</c:v>
                </c:pt>
                <c:pt idx="26">
                  <c:v>38534</c:v>
                </c:pt>
                <c:pt idx="27">
                  <c:v>38565</c:v>
                </c:pt>
                <c:pt idx="28">
                  <c:v>38596</c:v>
                </c:pt>
                <c:pt idx="29">
                  <c:v>38626</c:v>
                </c:pt>
                <c:pt idx="30">
                  <c:v>38657</c:v>
                </c:pt>
                <c:pt idx="31">
                  <c:v>38687</c:v>
                </c:pt>
                <c:pt idx="32">
                  <c:v>38718</c:v>
                </c:pt>
                <c:pt idx="33">
                  <c:v>38749</c:v>
                </c:pt>
                <c:pt idx="34">
                  <c:v>38777</c:v>
                </c:pt>
                <c:pt idx="35">
                  <c:v>38808</c:v>
                </c:pt>
                <c:pt idx="36">
                  <c:v>38838</c:v>
                </c:pt>
                <c:pt idx="37">
                  <c:v>38869</c:v>
                </c:pt>
                <c:pt idx="38">
                  <c:v>38899</c:v>
                </c:pt>
                <c:pt idx="39">
                  <c:v>38930</c:v>
                </c:pt>
                <c:pt idx="40">
                  <c:v>38961</c:v>
                </c:pt>
                <c:pt idx="41">
                  <c:v>38991</c:v>
                </c:pt>
                <c:pt idx="42">
                  <c:v>39022</c:v>
                </c:pt>
                <c:pt idx="43">
                  <c:v>39052</c:v>
                </c:pt>
                <c:pt idx="44">
                  <c:v>39083</c:v>
                </c:pt>
                <c:pt idx="45">
                  <c:v>39114</c:v>
                </c:pt>
                <c:pt idx="46">
                  <c:v>39142</c:v>
                </c:pt>
                <c:pt idx="47">
                  <c:v>39173</c:v>
                </c:pt>
                <c:pt idx="48">
                  <c:v>39203</c:v>
                </c:pt>
                <c:pt idx="49">
                  <c:v>39234</c:v>
                </c:pt>
                <c:pt idx="50">
                  <c:v>39264</c:v>
                </c:pt>
                <c:pt idx="51">
                  <c:v>39295</c:v>
                </c:pt>
                <c:pt idx="52">
                  <c:v>39326</c:v>
                </c:pt>
                <c:pt idx="53">
                  <c:v>39356</c:v>
                </c:pt>
                <c:pt idx="54">
                  <c:v>39387</c:v>
                </c:pt>
                <c:pt idx="55">
                  <c:v>39417</c:v>
                </c:pt>
                <c:pt idx="56">
                  <c:v>39448</c:v>
                </c:pt>
                <c:pt idx="57">
                  <c:v>39479</c:v>
                </c:pt>
                <c:pt idx="58">
                  <c:v>39508</c:v>
                </c:pt>
                <c:pt idx="59">
                  <c:v>39539</c:v>
                </c:pt>
                <c:pt idx="60">
                  <c:v>39569</c:v>
                </c:pt>
                <c:pt idx="61">
                  <c:v>39600</c:v>
                </c:pt>
                <c:pt idx="62">
                  <c:v>39630</c:v>
                </c:pt>
                <c:pt idx="63">
                  <c:v>39661</c:v>
                </c:pt>
                <c:pt idx="64">
                  <c:v>39692</c:v>
                </c:pt>
                <c:pt idx="65">
                  <c:v>39722</c:v>
                </c:pt>
                <c:pt idx="66">
                  <c:v>39753</c:v>
                </c:pt>
                <c:pt idx="67">
                  <c:v>39783</c:v>
                </c:pt>
                <c:pt idx="68">
                  <c:v>39814</c:v>
                </c:pt>
                <c:pt idx="69">
                  <c:v>39845</c:v>
                </c:pt>
                <c:pt idx="70">
                  <c:v>39873</c:v>
                </c:pt>
                <c:pt idx="71">
                  <c:v>39904</c:v>
                </c:pt>
                <c:pt idx="72">
                  <c:v>39934</c:v>
                </c:pt>
                <c:pt idx="73">
                  <c:v>39965</c:v>
                </c:pt>
                <c:pt idx="74">
                  <c:v>39995</c:v>
                </c:pt>
                <c:pt idx="75">
                  <c:v>40026</c:v>
                </c:pt>
                <c:pt idx="76">
                  <c:v>40057</c:v>
                </c:pt>
                <c:pt idx="77">
                  <c:v>40087</c:v>
                </c:pt>
                <c:pt idx="78">
                  <c:v>40118</c:v>
                </c:pt>
                <c:pt idx="79">
                  <c:v>40148</c:v>
                </c:pt>
                <c:pt idx="80">
                  <c:v>40179</c:v>
                </c:pt>
                <c:pt idx="81">
                  <c:v>40210</c:v>
                </c:pt>
                <c:pt idx="82">
                  <c:v>40238</c:v>
                </c:pt>
                <c:pt idx="83">
                  <c:v>40269</c:v>
                </c:pt>
                <c:pt idx="84">
                  <c:v>40299</c:v>
                </c:pt>
                <c:pt idx="85">
                  <c:v>40330</c:v>
                </c:pt>
                <c:pt idx="86">
                  <c:v>40360</c:v>
                </c:pt>
                <c:pt idx="87">
                  <c:v>40391</c:v>
                </c:pt>
                <c:pt idx="88">
                  <c:v>40422</c:v>
                </c:pt>
                <c:pt idx="89">
                  <c:v>40452</c:v>
                </c:pt>
                <c:pt idx="90">
                  <c:v>40483</c:v>
                </c:pt>
                <c:pt idx="91">
                  <c:v>40513</c:v>
                </c:pt>
                <c:pt idx="92">
                  <c:v>40544</c:v>
                </c:pt>
                <c:pt idx="93">
                  <c:v>40575</c:v>
                </c:pt>
                <c:pt idx="94">
                  <c:v>40603</c:v>
                </c:pt>
                <c:pt idx="95">
                  <c:v>40634</c:v>
                </c:pt>
                <c:pt idx="96">
                  <c:v>40664</c:v>
                </c:pt>
                <c:pt idx="97">
                  <c:v>40695</c:v>
                </c:pt>
                <c:pt idx="98">
                  <c:v>40725</c:v>
                </c:pt>
                <c:pt idx="99">
                  <c:v>40756</c:v>
                </c:pt>
                <c:pt idx="100">
                  <c:v>40787</c:v>
                </c:pt>
                <c:pt idx="101">
                  <c:v>40817</c:v>
                </c:pt>
                <c:pt idx="102">
                  <c:v>40848</c:v>
                </c:pt>
                <c:pt idx="103">
                  <c:v>40878</c:v>
                </c:pt>
                <c:pt idx="104">
                  <c:v>40909</c:v>
                </c:pt>
                <c:pt idx="105">
                  <c:v>40940</c:v>
                </c:pt>
                <c:pt idx="106">
                  <c:v>40969</c:v>
                </c:pt>
                <c:pt idx="107">
                  <c:v>41000</c:v>
                </c:pt>
                <c:pt idx="108">
                  <c:v>41030</c:v>
                </c:pt>
                <c:pt idx="109">
                  <c:v>41061</c:v>
                </c:pt>
                <c:pt idx="110">
                  <c:v>41091</c:v>
                </c:pt>
                <c:pt idx="111">
                  <c:v>41122</c:v>
                </c:pt>
                <c:pt idx="112">
                  <c:v>41153</c:v>
                </c:pt>
                <c:pt idx="113">
                  <c:v>41183</c:v>
                </c:pt>
                <c:pt idx="114">
                  <c:v>41214</c:v>
                </c:pt>
                <c:pt idx="115">
                  <c:v>41244</c:v>
                </c:pt>
                <c:pt idx="116">
                  <c:v>41275</c:v>
                </c:pt>
                <c:pt idx="117">
                  <c:v>41306</c:v>
                </c:pt>
                <c:pt idx="118">
                  <c:v>41334</c:v>
                </c:pt>
                <c:pt idx="119">
                  <c:v>41365</c:v>
                </c:pt>
                <c:pt idx="120">
                  <c:v>41395</c:v>
                </c:pt>
                <c:pt idx="121">
                  <c:v>41426</c:v>
                </c:pt>
                <c:pt idx="122">
                  <c:v>41456</c:v>
                </c:pt>
                <c:pt idx="123">
                  <c:v>41487</c:v>
                </c:pt>
                <c:pt idx="124">
                  <c:v>41518</c:v>
                </c:pt>
                <c:pt idx="125">
                  <c:v>41548</c:v>
                </c:pt>
                <c:pt idx="126">
                  <c:v>41579</c:v>
                </c:pt>
                <c:pt idx="127">
                  <c:v>41609</c:v>
                </c:pt>
                <c:pt idx="128">
                  <c:v>41640</c:v>
                </c:pt>
                <c:pt idx="129">
                  <c:v>41671</c:v>
                </c:pt>
                <c:pt idx="130">
                  <c:v>41699</c:v>
                </c:pt>
                <c:pt idx="131">
                  <c:v>41730</c:v>
                </c:pt>
                <c:pt idx="132">
                  <c:v>41760</c:v>
                </c:pt>
                <c:pt idx="133">
                  <c:v>41791</c:v>
                </c:pt>
                <c:pt idx="134">
                  <c:v>41821</c:v>
                </c:pt>
                <c:pt idx="135">
                  <c:v>41852</c:v>
                </c:pt>
                <c:pt idx="136">
                  <c:v>41883</c:v>
                </c:pt>
                <c:pt idx="137">
                  <c:v>41913</c:v>
                </c:pt>
                <c:pt idx="138">
                  <c:v>41944</c:v>
                </c:pt>
                <c:pt idx="139">
                  <c:v>41974</c:v>
                </c:pt>
                <c:pt idx="140">
                  <c:v>42005</c:v>
                </c:pt>
                <c:pt idx="141">
                  <c:v>42036</c:v>
                </c:pt>
                <c:pt idx="142">
                  <c:v>42064</c:v>
                </c:pt>
                <c:pt idx="143">
                  <c:v>42095</c:v>
                </c:pt>
                <c:pt idx="144">
                  <c:v>42125</c:v>
                </c:pt>
                <c:pt idx="145">
                  <c:v>42156</c:v>
                </c:pt>
                <c:pt idx="146">
                  <c:v>42186</c:v>
                </c:pt>
                <c:pt idx="147">
                  <c:v>42217</c:v>
                </c:pt>
                <c:pt idx="148">
                  <c:v>42248</c:v>
                </c:pt>
                <c:pt idx="149">
                  <c:v>42278</c:v>
                </c:pt>
                <c:pt idx="150">
                  <c:v>42309</c:v>
                </c:pt>
                <c:pt idx="151">
                  <c:v>42339</c:v>
                </c:pt>
                <c:pt idx="152">
                  <c:v>42370</c:v>
                </c:pt>
              </c:numCache>
            </c:numRef>
          </c:cat>
          <c:val>
            <c:numRef>
              <c:f>Sheet1!$B$2:$B$154</c:f>
              <c:numCache>
                <c:formatCode>0.00%</c:formatCode>
                <c:ptCount val="153"/>
                <c:pt idx="0">
                  <c:v>3.1505553453999857E-2</c:v>
                </c:pt>
                <c:pt idx="1">
                  <c:v>2.941113568576784E-2</c:v>
                </c:pt>
                <c:pt idx="2">
                  <c:v>3.1692185122533308E-2</c:v>
                </c:pt>
                <c:pt idx="3">
                  <c:v>3.1405847846093869E-2</c:v>
                </c:pt>
                <c:pt idx="4">
                  <c:v>2.484674310474241E-2</c:v>
                </c:pt>
                <c:pt idx="5">
                  <c:v>2.2551663314892036E-2</c:v>
                </c:pt>
                <c:pt idx="6">
                  <c:v>3.0090776365059635E-2</c:v>
                </c:pt>
                <c:pt idx="7">
                  <c:v>3.1031237139204783E-2</c:v>
                </c:pt>
                <c:pt idx="8">
                  <c:v>5.1273918922529832E-2</c:v>
                </c:pt>
                <c:pt idx="9">
                  <c:v>5.0524334606170077E-2</c:v>
                </c:pt>
                <c:pt idx="10">
                  <c:v>5.1459234907319074E-2</c:v>
                </c:pt>
                <c:pt idx="11">
                  <c:v>5.3398071458674534E-2</c:v>
                </c:pt>
                <c:pt idx="12">
                  <c:v>5.5833945054499429E-2</c:v>
                </c:pt>
                <c:pt idx="13">
                  <c:v>4.6486909157875608E-2</c:v>
                </c:pt>
                <c:pt idx="14">
                  <c:v>4.3236855419818074E-2</c:v>
                </c:pt>
                <c:pt idx="15">
                  <c:v>5.064994480301778E-2</c:v>
                </c:pt>
                <c:pt idx="16">
                  <c:v>5.5267950396253408E-2</c:v>
                </c:pt>
                <c:pt idx="17">
                  <c:v>5.3382000663502641E-2</c:v>
                </c:pt>
                <c:pt idx="18">
                  <c:v>5.4919324593134249E-2</c:v>
                </c:pt>
                <c:pt idx="19">
                  <c:v>5.2246834494736979E-2</c:v>
                </c:pt>
                <c:pt idx="20">
                  <c:v>5.8879965570994591E-2</c:v>
                </c:pt>
                <c:pt idx="21">
                  <c:v>5.7210385485708483E-2</c:v>
                </c:pt>
                <c:pt idx="22">
                  <c:v>5.7237223873002771E-2</c:v>
                </c:pt>
                <c:pt idx="23">
                  <c:v>5.7535857913621688E-2</c:v>
                </c:pt>
                <c:pt idx="24">
                  <c:v>5.0773849629879478E-2</c:v>
                </c:pt>
                <c:pt idx="25">
                  <c:v>5.6714358430414252E-2</c:v>
                </c:pt>
                <c:pt idx="26">
                  <c:v>5.7919480634164446E-2</c:v>
                </c:pt>
                <c:pt idx="27">
                  <c:v>5.9594279667824393E-2</c:v>
                </c:pt>
                <c:pt idx="28">
                  <c:v>5.3047415231788152E-2</c:v>
                </c:pt>
                <c:pt idx="29">
                  <c:v>5.6080161964855081E-2</c:v>
                </c:pt>
                <c:pt idx="30">
                  <c:v>5.7139926878147916E-2</c:v>
                </c:pt>
                <c:pt idx="31">
                  <c:v>5.1508629714844767E-2</c:v>
                </c:pt>
                <c:pt idx="32">
                  <c:v>5.5999784047774545E-2</c:v>
                </c:pt>
                <c:pt idx="33">
                  <c:v>5.8120424698011111E-2</c:v>
                </c:pt>
                <c:pt idx="34">
                  <c:v>6.0419452359080784E-2</c:v>
                </c:pt>
                <c:pt idx="35">
                  <c:v>5.9025947640834631E-2</c:v>
                </c:pt>
                <c:pt idx="36">
                  <c:v>5.9418985447238643E-2</c:v>
                </c:pt>
                <c:pt idx="37">
                  <c:v>5.7020872702753023E-2</c:v>
                </c:pt>
                <c:pt idx="38">
                  <c:v>6.0986823147290301E-2</c:v>
                </c:pt>
                <c:pt idx="39">
                  <c:v>6.2638741808589582E-2</c:v>
                </c:pt>
                <c:pt idx="40">
                  <c:v>6.8768065734841011E-2</c:v>
                </c:pt>
                <c:pt idx="41">
                  <c:v>7.2782687000032834E-2</c:v>
                </c:pt>
                <c:pt idx="42">
                  <c:v>6.7539530922792385E-2</c:v>
                </c:pt>
                <c:pt idx="43">
                  <c:v>7.1577977268320894E-2</c:v>
                </c:pt>
                <c:pt idx="44">
                  <c:v>4.7287089606283937E-2</c:v>
                </c:pt>
                <c:pt idx="45">
                  <c:v>4.6395496385672877E-2</c:v>
                </c:pt>
                <c:pt idx="46">
                  <c:v>4.4713940536751345E-2</c:v>
                </c:pt>
                <c:pt idx="47">
                  <c:v>4.8832001637943503E-2</c:v>
                </c:pt>
                <c:pt idx="48">
                  <c:v>4.8954380594343205E-2</c:v>
                </c:pt>
                <c:pt idx="49">
                  <c:v>4.9756465677550377E-2</c:v>
                </c:pt>
                <c:pt idx="50">
                  <c:v>5.182897047814522E-2</c:v>
                </c:pt>
                <c:pt idx="51">
                  <c:v>4.4770478290258646E-2</c:v>
                </c:pt>
                <c:pt idx="52">
                  <c:v>5.0103643015246946E-2</c:v>
                </c:pt>
                <c:pt idx="53">
                  <c:v>5.6863193413411929E-2</c:v>
                </c:pt>
                <c:pt idx="54">
                  <c:v>5.6172147833547653E-2</c:v>
                </c:pt>
                <c:pt idx="55">
                  <c:v>5.4545795763712268E-2</c:v>
                </c:pt>
                <c:pt idx="56">
                  <c:v>4.4248670622532481E-2</c:v>
                </c:pt>
                <c:pt idx="57">
                  <c:v>4.2593614908776653E-2</c:v>
                </c:pt>
                <c:pt idx="58">
                  <c:v>4.6114677566286975E-2</c:v>
                </c:pt>
                <c:pt idx="59">
                  <c:v>3.8736601076070958E-2</c:v>
                </c:pt>
                <c:pt idx="60">
                  <c:v>3.8284468815649682E-2</c:v>
                </c:pt>
                <c:pt idx="61">
                  <c:v>3.39271974431547E-2</c:v>
                </c:pt>
                <c:pt idx="62">
                  <c:v>3.1419257290814913E-2</c:v>
                </c:pt>
                <c:pt idx="63">
                  <c:v>2.9265942147220742E-2</c:v>
                </c:pt>
                <c:pt idx="64">
                  <c:v>2.968936964167895E-2</c:v>
                </c:pt>
                <c:pt idx="65">
                  <c:v>3.0075968888288767E-2</c:v>
                </c:pt>
                <c:pt idx="66">
                  <c:v>3.5064013061024669E-2</c:v>
                </c:pt>
                <c:pt idx="67">
                  <c:v>2.8324050479201043E-2</c:v>
                </c:pt>
                <c:pt idx="68">
                  <c:v>3.0473524878505985E-2</c:v>
                </c:pt>
                <c:pt idx="69">
                  <c:v>3.2760058186938487E-2</c:v>
                </c:pt>
                <c:pt idx="70">
                  <c:v>2.6698224503658483E-2</c:v>
                </c:pt>
                <c:pt idx="71">
                  <c:v>2.438670968042864E-2</c:v>
                </c:pt>
                <c:pt idx="72">
                  <c:v>2.5964891051157575E-2</c:v>
                </c:pt>
                <c:pt idx="73">
                  <c:v>2.2819351794300492E-2</c:v>
                </c:pt>
                <c:pt idx="74">
                  <c:v>2.156612867348761E-2</c:v>
                </c:pt>
                <c:pt idx="75">
                  <c:v>1.9159165398478371E-2</c:v>
                </c:pt>
                <c:pt idx="76">
                  <c:v>2.2688658844794044E-2</c:v>
                </c:pt>
                <c:pt idx="77">
                  <c:v>2.3457781167206305E-2</c:v>
                </c:pt>
                <c:pt idx="78">
                  <c:v>2.444250413125262E-2</c:v>
                </c:pt>
                <c:pt idx="79">
                  <c:v>2.3361149755491691E-2</c:v>
                </c:pt>
                <c:pt idx="80">
                  <c:v>2.1968466505643481E-2</c:v>
                </c:pt>
                <c:pt idx="81">
                  <c:v>1.9028224950805406E-2</c:v>
                </c:pt>
                <c:pt idx="82">
                  <c:v>1.8153236850950587E-2</c:v>
                </c:pt>
                <c:pt idx="83">
                  <c:v>1.8584225296346537E-2</c:v>
                </c:pt>
                <c:pt idx="84">
                  <c:v>1.8508370017022577E-2</c:v>
                </c:pt>
                <c:pt idx="85">
                  <c:v>1.788322969503086E-2</c:v>
                </c:pt>
                <c:pt idx="86">
                  <c:v>1.9687852742639015E-2</c:v>
                </c:pt>
                <c:pt idx="87">
                  <c:v>2.0226541785790416E-2</c:v>
                </c:pt>
                <c:pt idx="88">
                  <c:v>1.9292180299449433E-2</c:v>
                </c:pt>
                <c:pt idx="89">
                  <c:v>1.8666996860846621E-2</c:v>
                </c:pt>
                <c:pt idx="90">
                  <c:v>1.8174961136070752E-2</c:v>
                </c:pt>
                <c:pt idx="91">
                  <c:v>1.8569794784052487E-2</c:v>
                </c:pt>
                <c:pt idx="92">
                  <c:v>1.6491684629313073E-2</c:v>
                </c:pt>
                <c:pt idx="93">
                  <c:v>1.4826195254621493E-2</c:v>
                </c:pt>
                <c:pt idx="94">
                  <c:v>1.6617978926176113E-2</c:v>
                </c:pt>
                <c:pt idx="95">
                  <c:v>1.6477786006875644E-2</c:v>
                </c:pt>
                <c:pt idx="96">
                  <c:v>1.8098143897761092E-2</c:v>
                </c:pt>
                <c:pt idx="97">
                  <c:v>1.7893182097442287E-2</c:v>
                </c:pt>
                <c:pt idx="98">
                  <c:v>1.9328781431477263E-2</c:v>
                </c:pt>
                <c:pt idx="99">
                  <c:v>1.913504436666567E-2</c:v>
                </c:pt>
                <c:pt idx="100">
                  <c:v>1.8588348404513459E-2</c:v>
                </c:pt>
                <c:pt idx="101">
                  <c:v>2.0419862794120225E-2</c:v>
                </c:pt>
                <c:pt idx="102">
                  <c:v>1.9967118717797529E-2</c:v>
                </c:pt>
                <c:pt idx="103">
                  <c:v>1.8597707440269777E-2</c:v>
                </c:pt>
                <c:pt idx="104">
                  <c:v>1.82958682078933E-2</c:v>
                </c:pt>
                <c:pt idx="105">
                  <c:v>1.8218513465454226E-2</c:v>
                </c:pt>
                <c:pt idx="106">
                  <c:v>1.8163919629769213E-2</c:v>
                </c:pt>
                <c:pt idx="107">
                  <c:v>1.7827059100058676E-2</c:v>
                </c:pt>
                <c:pt idx="108">
                  <c:v>1.7252240546026358E-2</c:v>
                </c:pt>
                <c:pt idx="109">
                  <c:v>1.8063085410597462E-2</c:v>
                </c:pt>
                <c:pt idx="110">
                  <c:v>1.8561438889717518E-2</c:v>
                </c:pt>
                <c:pt idx="111">
                  <c:v>1.8779817658657792E-2</c:v>
                </c:pt>
                <c:pt idx="112">
                  <c:v>1.9241320777932485E-2</c:v>
                </c:pt>
                <c:pt idx="113">
                  <c:v>1.877594152712404E-2</c:v>
                </c:pt>
                <c:pt idx="114">
                  <c:v>1.9637213437199475E-2</c:v>
                </c:pt>
                <c:pt idx="115">
                  <c:v>1.9682033865423314E-2</c:v>
                </c:pt>
                <c:pt idx="116">
                  <c:v>1.9128413529500742E-2</c:v>
                </c:pt>
                <c:pt idx="117">
                  <c:v>1.9057199407032689E-2</c:v>
                </c:pt>
                <c:pt idx="118">
                  <c:v>1.9255466423227879E-2</c:v>
                </c:pt>
                <c:pt idx="119">
                  <c:v>1.9359494200197919E-2</c:v>
                </c:pt>
                <c:pt idx="120">
                  <c:v>2.0040365891215259E-2</c:v>
                </c:pt>
                <c:pt idx="121">
                  <c:v>2.1272557381952155E-2</c:v>
                </c:pt>
                <c:pt idx="122">
                  <c:v>1.9887623005286775E-2</c:v>
                </c:pt>
                <c:pt idx="123">
                  <c:v>1.7477369242045009E-2</c:v>
                </c:pt>
                <c:pt idx="124">
                  <c:v>1.901504796960676E-2</c:v>
                </c:pt>
                <c:pt idx="125">
                  <c:v>2.1043413420695913E-2</c:v>
                </c:pt>
                <c:pt idx="126">
                  <c:v>2.2322413460325208E-2</c:v>
                </c:pt>
                <c:pt idx="127">
                  <c:v>2.46107873960449E-2</c:v>
                </c:pt>
                <c:pt idx="128">
                  <c:v>2.3724672095344485E-2</c:v>
                </c:pt>
                <c:pt idx="129">
                  <c:v>2.249241790241022E-2</c:v>
                </c:pt>
                <c:pt idx="130">
                  <c:v>2.4232831138146244E-2</c:v>
                </c:pt>
                <c:pt idx="131">
                  <c:v>2.5346413627390135E-2</c:v>
                </c:pt>
                <c:pt idx="132">
                  <c:v>2.4845412643709808E-2</c:v>
                </c:pt>
                <c:pt idx="133">
                  <c:v>2.5343342278196831E-2</c:v>
                </c:pt>
                <c:pt idx="134">
                  <c:v>2.6838166984538524E-2</c:v>
                </c:pt>
                <c:pt idx="135">
                  <c:v>2.5949391730973499E-2</c:v>
                </c:pt>
                <c:pt idx="136">
                  <c:v>2.6031549357250813E-2</c:v>
                </c:pt>
                <c:pt idx="137">
                  <c:v>2.6627065648873245E-2</c:v>
                </c:pt>
                <c:pt idx="138">
                  <c:v>2.6582155092484447E-2</c:v>
                </c:pt>
                <c:pt idx="139">
                  <c:v>2.7795107951965114E-2</c:v>
                </c:pt>
                <c:pt idx="140">
                  <c:v>2.7292557933428666E-2</c:v>
                </c:pt>
                <c:pt idx="141">
                  <c:v>2.8280103063860199E-2</c:v>
                </c:pt>
                <c:pt idx="142">
                  <c:v>2.9453719206017949E-2</c:v>
                </c:pt>
                <c:pt idx="143">
                  <c:v>2.6831001208132567E-2</c:v>
                </c:pt>
                <c:pt idx="144">
                  <c:v>2.6512767987565716E-2</c:v>
                </c:pt>
                <c:pt idx="145">
                  <c:v>2.7364721936929577E-2</c:v>
                </c:pt>
                <c:pt idx="146">
                  <c:v>2.4820968026983335E-2</c:v>
                </c:pt>
                <c:pt idx="147">
                  <c:v>2.4483324071397188E-2</c:v>
                </c:pt>
                <c:pt idx="148">
                  <c:v>2.5481926957230998E-2</c:v>
                </c:pt>
                <c:pt idx="149">
                  <c:v>2.6812715702531357E-2</c:v>
                </c:pt>
                <c:pt idx="150">
                  <c:v>2.6780190866197668E-2</c:v>
                </c:pt>
                <c:pt idx="151">
                  <c:v>2.7633029832483745E-2</c:v>
                </c:pt>
                <c:pt idx="152">
                  <c:v>2.494279606702934E-2</c:v>
                </c:pt>
              </c:numCache>
            </c:numRef>
          </c:val>
          <c:smooth val="0"/>
        </c:ser>
        <c:dLbls>
          <c:showLegendKey val="0"/>
          <c:showVal val="0"/>
          <c:showCatName val="0"/>
          <c:showSerName val="0"/>
          <c:showPercent val="0"/>
          <c:showBubbleSize val="0"/>
        </c:dLbls>
        <c:marker val="1"/>
        <c:smooth val="0"/>
        <c:axId val="37716736"/>
        <c:axId val="37718272"/>
      </c:lineChart>
      <c:dateAx>
        <c:axId val="37716736"/>
        <c:scaling>
          <c:orientation val="minMax"/>
        </c:scaling>
        <c:delete val="0"/>
        <c:axPos val="b"/>
        <c:numFmt formatCode="m/d/yyyy" sourceLinked="1"/>
        <c:majorTickMark val="out"/>
        <c:minorTickMark val="none"/>
        <c:tickLblPos val="nextTo"/>
        <c:crossAx val="37718272"/>
        <c:crosses val="autoZero"/>
        <c:auto val="1"/>
        <c:lblOffset val="100"/>
        <c:baseTimeUnit val="months"/>
        <c:majorUnit val="12"/>
        <c:majorTimeUnit val="months"/>
      </c:dateAx>
      <c:valAx>
        <c:axId val="37718272"/>
        <c:scaling>
          <c:orientation val="minMax"/>
        </c:scaling>
        <c:delete val="0"/>
        <c:axPos val="l"/>
        <c:numFmt formatCode="0.00%" sourceLinked="1"/>
        <c:majorTickMark val="out"/>
        <c:minorTickMark val="none"/>
        <c:tickLblPos val="nextTo"/>
        <c:crossAx val="37716736"/>
        <c:crosses val="autoZero"/>
        <c:crossBetween val="between"/>
      </c:valAx>
    </c:plotArea>
    <c:legend>
      <c:legendPos val="b"/>
      <c:layout/>
      <c:overlay val="0"/>
    </c:legend>
    <c:plotVisOnly val="1"/>
    <c:dispBlanksAs val="gap"/>
    <c:showDLblsOverMax val="0"/>
  </c:chart>
  <c:txPr>
    <a:bodyPr/>
    <a:lstStyle/>
    <a:p>
      <a:pPr>
        <a:defRPr sz="10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HPA2Yr</c:v>
                </c:pt>
              </c:strCache>
            </c:strRef>
          </c:tx>
          <c:marker>
            <c:symbol val="none"/>
          </c:marker>
          <c:cat>
            <c:numRef>
              <c:f>Sheet1!$A$2:$A$271</c:f>
              <c:numCache>
                <c:formatCode>m/d/yyyy</c:formatCode>
                <c:ptCount val="270"/>
                <c:pt idx="0">
                  <c:v>34335</c:v>
                </c:pt>
                <c:pt idx="1">
                  <c:v>34366</c:v>
                </c:pt>
                <c:pt idx="2">
                  <c:v>34394</c:v>
                </c:pt>
                <c:pt idx="3">
                  <c:v>34425</c:v>
                </c:pt>
                <c:pt idx="4">
                  <c:v>34455</c:v>
                </c:pt>
                <c:pt idx="5">
                  <c:v>34486</c:v>
                </c:pt>
                <c:pt idx="6">
                  <c:v>34516</c:v>
                </c:pt>
                <c:pt idx="7">
                  <c:v>34547</c:v>
                </c:pt>
                <c:pt idx="8">
                  <c:v>34578</c:v>
                </c:pt>
                <c:pt idx="9">
                  <c:v>34608</c:v>
                </c:pt>
                <c:pt idx="10">
                  <c:v>34639</c:v>
                </c:pt>
                <c:pt idx="11">
                  <c:v>34669</c:v>
                </c:pt>
                <c:pt idx="12">
                  <c:v>34700</c:v>
                </c:pt>
                <c:pt idx="13">
                  <c:v>34731</c:v>
                </c:pt>
                <c:pt idx="14">
                  <c:v>34759</c:v>
                </c:pt>
                <c:pt idx="15">
                  <c:v>34790</c:v>
                </c:pt>
                <c:pt idx="16">
                  <c:v>34820</c:v>
                </c:pt>
                <c:pt idx="17">
                  <c:v>34851</c:v>
                </c:pt>
                <c:pt idx="18">
                  <c:v>34881</c:v>
                </c:pt>
                <c:pt idx="19">
                  <c:v>34912</c:v>
                </c:pt>
                <c:pt idx="20">
                  <c:v>34943</c:v>
                </c:pt>
                <c:pt idx="21">
                  <c:v>34973</c:v>
                </c:pt>
                <c:pt idx="22">
                  <c:v>35004</c:v>
                </c:pt>
                <c:pt idx="23">
                  <c:v>35034</c:v>
                </c:pt>
                <c:pt idx="24">
                  <c:v>35065</c:v>
                </c:pt>
                <c:pt idx="25">
                  <c:v>35096</c:v>
                </c:pt>
                <c:pt idx="26">
                  <c:v>35125</c:v>
                </c:pt>
                <c:pt idx="27">
                  <c:v>35156</c:v>
                </c:pt>
                <c:pt idx="28">
                  <c:v>35186</c:v>
                </c:pt>
                <c:pt idx="29">
                  <c:v>35217</c:v>
                </c:pt>
                <c:pt idx="30">
                  <c:v>35247</c:v>
                </c:pt>
                <c:pt idx="31">
                  <c:v>35278</c:v>
                </c:pt>
                <c:pt idx="32">
                  <c:v>35309</c:v>
                </c:pt>
                <c:pt idx="33">
                  <c:v>35339</c:v>
                </c:pt>
                <c:pt idx="34">
                  <c:v>35370</c:v>
                </c:pt>
                <c:pt idx="35">
                  <c:v>35400</c:v>
                </c:pt>
                <c:pt idx="36">
                  <c:v>35431</c:v>
                </c:pt>
                <c:pt idx="37">
                  <c:v>35462</c:v>
                </c:pt>
                <c:pt idx="38">
                  <c:v>35490</c:v>
                </c:pt>
                <c:pt idx="39">
                  <c:v>35521</c:v>
                </c:pt>
                <c:pt idx="40">
                  <c:v>35551</c:v>
                </c:pt>
                <c:pt idx="41">
                  <c:v>35582</c:v>
                </c:pt>
                <c:pt idx="42">
                  <c:v>35612</c:v>
                </c:pt>
                <c:pt idx="43">
                  <c:v>35643</c:v>
                </c:pt>
                <c:pt idx="44">
                  <c:v>35674</c:v>
                </c:pt>
                <c:pt idx="45">
                  <c:v>35704</c:v>
                </c:pt>
                <c:pt idx="46">
                  <c:v>35735</c:v>
                </c:pt>
                <c:pt idx="47">
                  <c:v>35765</c:v>
                </c:pt>
                <c:pt idx="48">
                  <c:v>35796</c:v>
                </c:pt>
                <c:pt idx="49">
                  <c:v>35827</c:v>
                </c:pt>
                <c:pt idx="50">
                  <c:v>35855</c:v>
                </c:pt>
                <c:pt idx="51">
                  <c:v>35886</c:v>
                </c:pt>
                <c:pt idx="52">
                  <c:v>35916</c:v>
                </c:pt>
                <c:pt idx="53">
                  <c:v>35947</c:v>
                </c:pt>
                <c:pt idx="54">
                  <c:v>35977</c:v>
                </c:pt>
                <c:pt idx="55">
                  <c:v>36008</c:v>
                </c:pt>
                <c:pt idx="56">
                  <c:v>36039</c:v>
                </c:pt>
                <c:pt idx="57">
                  <c:v>36069</c:v>
                </c:pt>
                <c:pt idx="58">
                  <c:v>36100</c:v>
                </c:pt>
                <c:pt idx="59">
                  <c:v>36130</c:v>
                </c:pt>
                <c:pt idx="60">
                  <c:v>36161</c:v>
                </c:pt>
                <c:pt idx="61">
                  <c:v>36192</c:v>
                </c:pt>
                <c:pt idx="62">
                  <c:v>36220</c:v>
                </c:pt>
                <c:pt idx="63">
                  <c:v>36251</c:v>
                </c:pt>
                <c:pt idx="64">
                  <c:v>36281</c:v>
                </c:pt>
                <c:pt idx="65">
                  <c:v>36312</c:v>
                </c:pt>
                <c:pt idx="66">
                  <c:v>36342</c:v>
                </c:pt>
                <c:pt idx="67">
                  <c:v>36373</c:v>
                </c:pt>
                <c:pt idx="68">
                  <c:v>36404</c:v>
                </c:pt>
                <c:pt idx="69">
                  <c:v>36434</c:v>
                </c:pt>
                <c:pt idx="70">
                  <c:v>36465</c:v>
                </c:pt>
                <c:pt idx="71">
                  <c:v>36495</c:v>
                </c:pt>
                <c:pt idx="72">
                  <c:v>36526</c:v>
                </c:pt>
                <c:pt idx="73">
                  <c:v>36557</c:v>
                </c:pt>
                <c:pt idx="74">
                  <c:v>36586</c:v>
                </c:pt>
                <c:pt idx="75">
                  <c:v>36617</c:v>
                </c:pt>
                <c:pt idx="76">
                  <c:v>36647</c:v>
                </c:pt>
                <c:pt idx="77">
                  <c:v>36678</c:v>
                </c:pt>
                <c:pt idx="78">
                  <c:v>36708</c:v>
                </c:pt>
                <c:pt idx="79">
                  <c:v>36739</c:v>
                </c:pt>
                <c:pt idx="80">
                  <c:v>36770</c:v>
                </c:pt>
                <c:pt idx="81">
                  <c:v>36800</c:v>
                </c:pt>
                <c:pt idx="82">
                  <c:v>36831</c:v>
                </c:pt>
                <c:pt idx="83">
                  <c:v>36861</c:v>
                </c:pt>
                <c:pt idx="84">
                  <c:v>36892</c:v>
                </c:pt>
                <c:pt idx="85">
                  <c:v>36923</c:v>
                </c:pt>
                <c:pt idx="86">
                  <c:v>36951</c:v>
                </c:pt>
                <c:pt idx="87">
                  <c:v>36982</c:v>
                </c:pt>
                <c:pt idx="88">
                  <c:v>37012</c:v>
                </c:pt>
                <c:pt idx="89">
                  <c:v>37043</c:v>
                </c:pt>
                <c:pt idx="90">
                  <c:v>37073</c:v>
                </c:pt>
                <c:pt idx="91">
                  <c:v>37104</c:v>
                </c:pt>
                <c:pt idx="92">
                  <c:v>37135</c:v>
                </c:pt>
                <c:pt idx="93">
                  <c:v>37165</c:v>
                </c:pt>
                <c:pt idx="94">
                  <c:v>37196</c:v>
                </c:pt>
                <c:pt idx="95">
                  <c:v>37226</c:v>
                </c:pt>
                <c:pt idx="96">
                  <c:v>37257</c:v>
                </c:pt>
                <c:pt idx="97">
                  <c:v>37288</c:v>
                </c:pt>
                <c:pt idx="98">
                  <c:v>37316</c:v>
                </c:pt>
                <c:pt idx="99">
                  <c:v>37347</c:v>
                </c:pt>
                <c:pt idx="100">
                  <c:v>37377</c:v>
                </c:pt>
                <c:pt idx="101">
                  <c:v>37408</c:v>
                </c:pt>
                <c:pt idx="102">
                  <c:v>37438</c:v>
                </c:pt>
                <c:pt idx="103">
                  <c:v>37469</c:v>
                </c:pt>
                <c:pt idx="104">
                  <c:v>37500</c:v>
                </c:pt>
                <c:pt idx="105">
                  <c:v>37530</c:v>
                </c:pt>
                <c:pt idx="106">
                  <c:v>37561</c:v>
                </c:pt>
                <c:pt idx="107">
                  <c:v>37591</c:v>
                </c:pt>
                <c:pt idx="108">
                  <c:v>37622</c:v>
                </c:pt>
                <c:pt idx="109">
                  <c:v>37653</c:v>
                </c:pt>
                <c:pt idx="110">
                  <c:v>37681</c:v>
                </c:pt>
                <c:pt idx="111">
                  <c:v>37712</c:v>
                </c:pt>
                <c:pt idx="112">
                  <c:v>37742</c:v>
                </c:pt>
                <c:pt idx="113">
                  <c:v>37773</c:v>
                </c:pt>
                <c:pt idx="114">
                  <c:v>37803</c:v>
                </c:pt>
                <c:pt idx="115">
                  <c:v>37834</c:v>
                </c:pt>
                <c:pt idx="116">
                  <c:v>37865</c:v>
                </c:pt>
                <c:pt idx="117">
                  <c:v>37895</c:v>
                </c:pt>
                <c:pt idx="118">
                  <c:v>37926</c:v>
                </c:pt>
                <c:pt idx="119">
                  <c:v>37956</c:v>
                </c:pt>
                <c:pt idx="120">
                  <c:v>37987</c:v>
                </c:pt>
                <c:pt idx="121">
                  <c:v>38018</c:v>
                </c:pt>
                <c:pt idx="122">
                  <c:v>38047</c:v>
                </c:pt>
                <c:pt idx="123">
                  <c:v>38078</c:v>
                </c:pt>
                <c:pt idx="124">
                  <c:v>38108</c:v>
                </c:pt>
                <c:pt idx="125">
                  <c:v>38139</c:v>
                </c:pt>
                <c:pt idx="126">
                  <c:v>38169</c:v>
                </c:pt>
                <c:pt idx="127">
                  <c:v>38200</c:v>
                </c:pt>
                <c:pt idx="128">
                  <c:v>38231</c:v>
                </c:pt>
                <c:pt idx="129">
                  <c:v>38261</c:v>
                </c:pt>
                <c:pt idx="130">
                  <c:v>38292</c:v>
                </c:pt>
                <c:pt idx="131">
                  <c:v>38322</c:v>
                </c:pt>
                <c:pt idx="132">
                  <c:v>38353</c:v>
                </c:pt>
                <c:pt idx="133">
                  <c:v>38384</c:v>
                </c:pt>
                <c:pt idx="134">
                  <c:v>38412</c:v>
                </c:pt>
                <c:pt idx="135">
                  <c:v>38443</c:v>
                </c:pt>
                <c:pt idx="136">
                  <c:v>38473</c:v>
                </c:pt>
                <c:pt idx="137">
                  <c:v>38504</c:v>
                </c:pt>
                <c:pt idx="138">
                  <c:v>38534</c:v>
                </c:pt>
                <c:pt idx="139">
                  <c:v>38565</c:v>
                </c:pt>
                <c:pt idx="140">
                  <c:v>38596</c:v>
                </c:pt>
                <c:pt idx="141">
                  <c:v>38626</c:v>
                </c:pt>
                <c:pt idx="142">
                  <c:v>38657</c:v>
                </c:pt>
                <c:pt idx="143">
                  <c:v>38687</c:v>
                </c:pt>
                <c:pt idx="144">
                  <c:v>38718</c:v>
                </c:pt>
                <c:pt idx="145">
                  <c:v>38749</c:v>
                </c:pt>
                <c:pt idx="146">
                  <c:v>38777</c:v>
                </c:pt>
                <c:pt idx="147">
                  <c:v>38808</c:v>
                </c:pt>
                <c:pt idx="148">
                  <c:v>38838</c:v>
                </c:pt>
                <c:pt idx="149">
                  <c:v>38869</c:v>
                </c:pt>
                <c:pt idx="150">
                  <c:v>38899</c:v>
                </c:pt>
                <c:pt idx="151">
                  <c:v>38930</c:v>
                </c:pt>
                <c:pt idx="152">
                  <c:v>38961</c:v>
                </c:pt>
                <c:pt idx="153">
                  <c:v>38991</c:v>
                </c:pt>
                <c:pt idx="154">
                  <c:v>39022</c:v>
                </c:pt>
                <c:pt idx="155">
                  <c:v>39052</c:v>
                </c:pt>
                <c:pt idx="156">
                  <c:v>39083</c:v>
                </c:pt>
                <c:pt idx="157">
                  <c:v>39114</c:v>
                </c:pt>
                <c:pt idx="158">
                  <c:v>39142</c:v>
                </c:pt>
                <c:pt idx="159">
                  <c:v>39173</c:v>
                </c:pt>
                <c:pt idx="160">
                  <c:v>39203</c:v>
                </c:pt>
                <c:pt idx="161">
                  <c:v>39234</c:v>
                </c:pt>
                <c:pt idx="162">
                  <c:v>39264</c:v>
                </c:pt>
                <c:pt idx="163">
                  <c:v>39295</c:v>
                </c:pt>
                <c:pt idx="164">
                  <c:v>39326</c:v>
                </c:pt>
                <c:pt idx="165">
                  <c:v>39356</c:v>
                </c:pt>
                <c:pt idx="166">
                  <c:v>39387</c:v>
                </c:pt>
                <c:pt idx="167">
                  <c:v>39417</c:v>
                </c:pt>
                <c:pt idx="168">
                  <c:v>39448</c:v>
                </c:pt>
                <c:pt idx="169">
                  <c:v>39479</c:v>
                </c:pt>
                <c:pt idx="170">
                  <c:v>39508</c:v>
                </c:pt>
                <c:pt idx="171">
                  <c:v>39539</c:v>
                </c:pt>
                <c:pt idx="172">
                  <c:v>39569</c:v>
                </c:pt>
                <c:pt idx="173">
                  <c:v>39600</c:v>
                </c:pt>
                <c:pt idx="174">
                  <c:v>39630</c:v>
                </c:pt>
                <c:pt idx="175">
                  <c:v>39661</c:v>
                </c:pt>
                <c:pt idx="176">
                  <c:v>39692</c:v>
                </c:pt>
                <c:pt idx="177">
                  <c:v>39722</c:v>
                </c:pt>
                <c:pt idx="178">
                  <c:v>39753</c:v>
                </c:pt>
                <c:pt idx="179">
                  <c:v>39783</c:v>
                </c:pt>
                <c:pt idx="180">
                  <c:v>39814</c:v>
                </c:pt>
                <c:pt idx="181">
                  <c:v>39845</c:v>
                </c:pt>
                <c:pt idx="182">
                  <c:v>39873</c:v>
                </c:pt>
                <c:pt idx="183">
                  <c:v>39904</c:v>
                </c:pt>
                <c:pt idx="184">
                  <c:v>39934</c:v>
                </c:pt>
                <c:pt idx="185">
                  <c:v>39965</c:v>
                </c:pt>
                <c:pt idx="186">
                  <c:v>39995</c:v>
                </c:pt>
                <c:pt idx="187">
                  <c:v>40026</c:v>
                </c:pt>
                <c:pt idx="188">
                  <c:v>40057</c:v>
                </c:pt>
                <c:pt idx="189">
                  <c:v>40087</c:v>
                </c:pt>
                <c:pt idx="190">
                  <c:v>40118</c:v>
                </c:pt>
                <c:pt idx="191">
                  <c:v>40148</c:v>
                </c:pt>
                <c:pt idx="192">
                  <c:v>40179</c:v>
                </c:pt>
                <c:pt idx="193">
                  <c:v>40210</c:v>
                </c:pt>
                <c:pt idx="194">
                  <c:v>40238</c:v>
                </c:pt>
                <c:pt idx="195">
                  <c:v>40269</c:v>
                </c:pt>
                <c:pt idx="196">
                  <c:v>40299</c:v>
                </c:pt>
                <c:pt idx="197">
                  <c:v>40330</c:v>
                </c:pt>
                <c:pt idx="198">
                  <c:v>40360</c:v>
                </c:pt>
                <c:pt idx="199">
                  <c:v>40391</c:v>
                </c:pt>
                <c:pt idx="200">
                  <c:v>40422</c:v>
                </c:pt>
                <c:pt idx="201">
                  <c:v>40452</c:v>
                </c:pt>
                <c:pt idx="202">
                  <c:v>40483</c:v>
                </c:pt>
                <c:pt idx="203">
                  <c:v>40513</c:v>
                </c:pt>
                <c:pt idx="204">
                  <c:v>40544</c:v>
                </c:pt>
                <c:pt idx="205">
                  <c:v>40575</c:v>
                </c:pt>
                <c:pt idx="206">
                  <c:v>40603</c:v>
                </c:pt>
                <c:pt idx="207">
                  <c:v>40634</c:v>
                </c:pt>
                <c:pt idx="208">
                  <c:v>40664</c:v>
                </c:pt>
                <c:pt idx="209">
                  <c:v>40695</c:v>
                </c:pt>
                <c:pt idx="210">
                  <c:v>40725</c:v>
                </c:pt>
                <c:pt idx="211">
                  <c:v>40756</c:v>
                </c:pt>
                <c:pt idx="212">
                  <c:v>40787</c:v>
                </c:pt>
                <c:pt idx="213">
                  <c:v>40817</c:v>
                </c:pt>
                <c:pt idx="214">
                  <c:v>40848</c:v>
                </c:pt>
                <c:pt idx="215">
                  <c:v>40878</c:v>
                </c:pt>
                <c:pt idx="216">
                  <c:v>40909</c:v>
                </c:pt>
                <c:pt idx="217">
                  <c:v>40940</c:v>
                </c:pt>
                <c:pt idx="218">
                  <c:v>40969</c:v>
                </c:pt>
                <c:pt idx="219">
                  <c:v>41000</c:v>
                </c:pt>
                <c:pt idx="220">
                  <c:v>41030</c:v>
                </c:pt>
                <c:pt idx="221">
                  <c:v>41061</c:v>
                </c:pt>
                <c:pt idx="222">
                  <c:v>41091</c:v>
                </c:pt>
                <c:pt idx="223">
                  <c:v>41122</c:v>
                </c:pt>
                <c:pt idx="224">
                  <c:v>41153</c:v>
                </c:pt>
                <c:pt idx="225">
                  <c:v>41183</c:v>
                </c:pt>
                <c:pt idx="226">
                  <c:v>41214</c:v>
                </c:pt>
                <c:pt idx="227">
                  <c:v>41244</c:v>
                </c:pt>
                <c:pt idx="228">
                  <c:v>41275</c:v>
                </c:pt>
                <c:pt idx="229">
                  <c:v>41306</c:v>
                </c:pt>
                <c:pt idx="230">
                  <c:v>41334</c:v>
                </c:pt>
                <c:pt idx="231">
                  <c:v>41365</c:v>
                </c:pt>
                <c:pt idx="232">
                  <c:v>41395</c:v>
                </c:pt>
                <c:pt idx="233">
                  <c:v>41426</c:v>
                </c:pt>
                <c:pt idx="234">
                  <c:v>41456</c:v>
                </c:pt>
                <c:pt idx="235">
                  <c:v>41487</c:v>
                </c:pt>
                <c:pt idx="236">
                  <c:v>41518</c:v>
                </c:pt>
                <c:pt idx="237">
                  <c:v>41548</c:v>
                </c:pt>
                <c:pt idx="238">
                  <c:v>41579</c:v>
                </c:pt>
                <c:pt idx="239">
                  <c:v>41609</c:v>
                </c:pt>
                <c:pt idx="240">
                  <c:v>41640</c:v>
                </c:pt>
                <c:pt idx="241">
                  <c:v>41671</c:v>
                </c:pt>
                <c:pt idx="242">
                  <c:v>41699</c:v>
                </c:pt>
                <c:pt idx="243">
                  <c:v>41730</c:v>
                </c:pt>
                <c:pt idx="244">
                  <c:v>41760</c:v>
                </c:pt>
                <c:pt idx="245">
                  <c:v>41791</c:v>
                </c:pt>
                <c:pt idx="246">
                  <c:v>41821</c:v>
                </c:pt>
                <c:pt idx="247">
                  <c:v>41852</c:v>
                </c:pt>
                <c:pt idx="248">
                  <c:v>41883</c:v>
                </c:pt>
                <c:pt idx="249">
                  <c:v>41913</c:v>
                </c:pt>
                <c:pt idx="250">
                  <c:v>41944</c:v>
                </c:pt>
                <c:pt idx="251">
                  <c:v>41974</c:v>
                </c:pt>
                <c:pt idx="252">
                  <c:v>42005</c:v>
                </c:pt>
                <c:pt idx="253">
                  <c:v>42036</c:v>
                </c:pt>
                <c:pt idx="254">
                  <c:v>42064</c:v>
                </c:pt>
                <c:pt idx="255">
                  <c:v>42095</c:v>
                </c:pt>
                <c:pt idx="256">
                  <c:v>42125</c:v>
                </c:pt>
                <c:pt idx="257">
                  <c:v>42156</c:v>
                </c:pt>
                <c:pt idx="258">
                  <c:v>42186</c:v>
                </c:pt>
                <c:pt idx="259">
                  <c:v>42217</c:v>
                </c:pt>
                <c:pt idx="260">
                  <c:v>42248</c:v>
                </c:pt>
                <c:pt idx="261">
                  <c:v>42278</c:v>
                </c:pt>
                <c:pt idx="262">
                  <c:v>42309</c:v>
                </c:pt>
                <c:pt idx="263">
                  <c:v>42339</c:v>
                </c:pt>
                <c:pt idx="264">
                  <c:v>42370</c:v>
                </c:pt>
                <c:pt idx="265">
                  <c:v>42401</c:v>
                </c:pt>
                <c:pt idx="266">
                  <c:v>42430</c:v>
                </c:pt>
                <c:pt idx="267">
                  <c:v>42461</c:v>
                </c:pt>
                <c:pt idx="268">
                  <c:v>42491</c:v>
                </c:pt>
                <c:pt idx="269">
                  <c:v>42522</c:v>
                </c:pt>
              </c:numCache>
            </c:numRef>
          </c:cat>
          <c:val>
            <c:numRef>
              <c:f>Sheet1!$B$2:$B$271</c:f>
              <c:numCache>
                <c:formatCode>0.00</c:formatCode>
                <c:ptCount val="270"/>
                <c:pt idx="0">
                  <c:v>48.786493241894412</c:v>
                </c:pt>
                <c:pt idx="1">
                  <c:v>48.657148412659659</c:v>
                </c:pt>
                <c:pt idx="2">
                  <c:v>48.528466426717479</c:v>
                </c:pt>
                <c:pt idx="3">
                  <c:v>49.144405247854294</c:v>
                </c:pt>
                <c:pt idx="4">
                  <c:v>49.760415814922759</c:v>
                </c:pt>
                <c:pt idx="5">
                  <c:v>50.376498140457436</c:v>
                </c:pt>
                <c:pt idx="6">
                  <c:v>49.665965399972187</c:v>
                </c:pt>
                <c:pt idx="7">
                  <c:v>48.960772231500727</c:v>
                </c:pt>
                <c:pt idx="8">
                  <c:v>48.260858670948252</c:v>
                </c:pt>
                <c:pt idx="9">
                  <c:v>47.667840773138245</c:v>
                </c:pt>
                <c:pt idx="10">
                  <c:v>47.076842335544583</c:v>
                </c:pt>
                <c:pt idx="11">
                  <c:v>46.487853060119669</c:v>
                </c:pt>
                <c:pt idx="12">
                  <c:v>46.979146395269986</c:v>
                </c:pt>
                <c:pt idx="13">
                  <c:v>47.470327158192397</c:v>
                </c:pt>
                <c:pt idx="14">
                  <c:v>47.961395387575884</c:v>
                </c:pt>
                <c:pt idx="15">
                  <c:v>48.623492076558819</c:v>
                </c:pt>
                <c:pt idx="16">
                  <c:v>49.281418394242294</c:v>
                </c:pt>
                <c:pt idx="17">
                  <c:v>49.935213619019251</c:v>
                </c:pt>
                <c:pt idx="18">
                  <c:v>50.650355956869006</c:v>
                </c:pt>
                <c:pt idx="19">
                  <c:v>51.361677673116077</c:v>
                </c:pt>
                <c:pt idx="20">
                  <c:v>52.069209303482225</c:v>
                </c:pt>
                <c:pt idx="21">
                  <c:v>52.037092717306535</c:v>
                </c:pt>
                <c:pt idx="22">
                  <c:v>52.005151117472373</c:v>
                </c:pt>
                <c:pt idx="23">
                  <c:v>51.97338307775977</c:v>
                </c:pt>
                <c:pt idx="24">
                  <c:v>52.456872755659802</c:v>
                </c:pt>
                <c:pt idx="25">
                  <c:v>52.93830194279834</c:v>
                </c:pt>
                <c:pt idx="26">
                  <c:v>53.417683782975011</c:v>
                </c:pt>
                <c:pt idx="27">
                  <c:v>52.97579324658458</c:v>
                </c:pt>
                <c:pt idx="28">
                  <c:v>52.535692926715782</c:v>
                </c:pt>
                <c:pt idx="29">
                  <c:v>52.097371966394668</c:v>
                </c:pt>
                <c:pt idx="30">
                  <c:v>52.140121095949191</c:v>
                </c:pt>
                <c:pt idx="31">
                  <c:v>52.182752705354517</c:v>
                </c:pt>
                <c:pt idx="32">
                  <c:v>52.22526727855422</c:v>
                </c:pt>
                <c:pt idx="33">
                  <c:v>53.08296941019546</c:v>
                </c:pt>
                <c:pt idx="34">
                  <c:v>53.941205593165378</c:v>
                </c:pt>
                <c:pt idx="35">
                  <c:v>54.799976326403979</c:v>
                </c:pt>
                <c:pt idx="36">
                  <c:v>55.096990342763263</c:v>
                </c:pt>
                <c:pt idx="37">
                  <c:v>55.392941735958487</c:v>
                </c:pt>
                <c:pt idx="38">
                  <c:v>55.687836198413201</c:v>
                </c:pt>
                <c:pt idx="39">
                  <c:v>54.897798990064096</c:v>
                </c:pt>
                <c:pt idx="40">
                  <c:v>54.116249149253839</c:v>
                </c:pt>
                <c:pt idx="41">
                  <c:v>53.34305063705964</c:v>
                </c:pt>
                <c:pt idx="42">
                  <c:v>53.192490696791126</c:v>
                </c:pt>
                <c:pt idx="43">
                  <c:v>53.043453831199706</c:v>
                </c:pt>
                <c:pt idx="44">
                  <c:v>52.89591704531076</c:v>
                </c:pt>
                <c:pt idx="45">
                  <c:v>53.3959623716175</c:v>
                </c:pt>
                <c:pt idx="46">
                  <c:v>53.893390165435875</c:v>
                </c:pt>
                <c:pt idx="47">
                  <c:v>54.388220925671945</c:v>
                </c:pt>
                <c:pt idx="48">
                  <c:v>54.749378018063901</c:v>
                </c:pt>
                <c:pt idx="49">
                  <c:v>55.107834659216103</c:v>
                </c:pt>
                <c:pt idx="50">
                  <c:v>55.463621024124066</c:v>
                </c:pt>
                <c:pt idx="51">
                  <c:v>56.199742841109014</c:v>
                </c:pt>
                <c:pt idx="52">
                  <c:v>56.935049391749374</c:v>
                </c:pt>
                <c:pt idx="53">
                  <c:v>57.669542029673963</c:v>
                </c:pt>
                <c:pt idx="54">
                  <c:v>58.617437574591257</c:v>
                </c:pt>
                <c:pt idx="55">
                  <c:v>59.562456498835772</c:v>
                </c:pt>
                <c:pt idx="56">
                  <c:v>60.504611877280979</c:v>
                </c:pt>
                <c:pt idx="57">
                  <c:v>60.9293807497343</c:v>
                </c:pt>
                <c:pt idx="58">
                  <c:v>61.351981431785951</c:v>
                </c:pt>
                <c:pt idx="59">
                  <c:v>61.772430482137864</c:v>
                </c:pt>
                <c:pt idx="60">
                  <c:v>61.997822438214889</c:v>
                </c:pt>
                <c:pt idx="61">
                  <c:v>62.221965961206926</c:v>
                </c:pt>
                <c:pt idx="62">
                  <c:v>62.444871394964586</c:v>
                </c:pt>
                <c:pt idx="63">
                  <c:v>62.959356346548958</c:v>
                </c:pt>
                <c:pt idx="64">
                  <c:v>63.470980592242086</c:v>
                </c:pt>
                <c:pt idx="65">
                  <c:v>63.979767925593713</c:v>
                </c:pt>
                <c:pt idx="66">
                  <c:v>64.013741908341999</c:v>
                </c:pt>
                <c:pt idx="67">
                  <c:v>64.047405915689566</c:v>
                </c:pt>
                <c:pt idx="68">
                  <c:v>64.080764170650525</c:v>
                </c:pt>
                <c:pt idx="69">
                  <c:v>63.815228267507308</c:v>
                </c:pt>
                <c:pt idx="70">
                  <c:v>63.551961305301376</c:v>
                </c:pt>
                <c:pt idx="71">
                  <c:v>63.290934326412362</c:v>
                </c:pt>
                <c:pt idx="72">
                  <c:v>63.719373102966173</c:v>
                </c:pt>
                <c:pt idx="73">
                  <c:v>64.143591628463355</c:v>
                </c:pt>
                <c:pt idx="74">
                  <c:v>64.563651953414123</c:v>
                </c:pt>
                <c:pt idx="75">
                  <c:v>65.316780507758793</c:v>
                </c:pt>
                <c:pt idx="76">
                  <c:v>66.065419257260956</c:v>
                </c:pt>
                <c:pt idx="77">
                  <c:v>66.809608231818046</c:v>
                </c:pt>
                <c:pt idx="78">
                  <c:v>67.248994847506154</c:v>
                </c:pt>
                <c:pt idx="79">
                  <c:v>67.684333163256142</c:v>
                </c:pt>
                <c:pt idx="80">
                  <c:v>68.115678871185253</c:v>
                </c:pt>
                <c:pt idx="81">
                  <c:v>68.485203154876686</c:v>
                </c:pt>
                <c:pt idx="82">
                  <c:v>68.85182721514299</c:v>
                </c:pt>
                <c:pt idx="83">
                  <c:v>69.215585062269497</c:v>
                </c:pt>
                <c:pt idx="84">
                  <c:v>70.691080976870083</c:v>
                </c:pt>
                <c:pt idx="85">
                  <c:v>72.156263206060174</c:v>
                </c:pt>
                <c:pt idx="86">
                  <c:v>73.61123951187804</c:v>
                </c:pt>
                <c:pt idx="87">
                  <c:v>73.966614803260867</c:v>
                </c:pt>
                <c:pt idx="88">
                  <c:v>74.31884181804395</c:v>
                </c:pt>
                <c:pt idx="89">
                  <c:v>74.667962207695894</c:v>
                </c:pt>
                <c:pt idx="90">
                  <c:v>74.810778468086554</c:v>
                </c:pt>
                <c:pt idx="91">
                  <c:v>74.952260801369022</c:v>
                </c:pt>
                <c:pt idx="92">
                  <c:v>75.092427809314074</c:v>
                </c:pt>
                <c:pt idx="93">
                  <c:v>75.309262446020199</c:v>
                </c:pt>
                <c:pt idx="94">
                  <c:v>75.524611692805905</c:v>
                </c:pt>
                <c:pt idx="95">
                  <c:v>75.738490760705844</c:v>
                </c:pt>
                <c:pt idx="96">
                  <c:v>75.238057534661024</c:v>
                </c:pt>
                <c:pt idx="97">
                  <c:v>74.743916575506191</c:v>
                </c:pt>
                <c:pt idx="98">
                  <c:v>74.255949949625617</c:v>
                </c:pt>
                <c:pt idx="99">
                  <c:v>74.325747278849889</c:v>
                </c:pt>
                <c:pt idx="100">
                  <c:v>74.394794477587126</c:v>
                </c:pt>
                <c:pt idx="101">
                  <c:v>74.463103573976866</c:v>
                </c:pt>
                <c:pt idx="102">
                  <c:v>74.642004077737084</c:v>
                </c:pt>
                <c:pt idx="103">
                  <c:v>74.818761787493088</c:v>
                </c:pt>
                <c:pt idx="104">
                  <c:v>74.993414972266379</c:v>
                </c:pt>
                <c:pt idx="105">
                  <c:v>74.86525083641861</c:v>
                </c:pt>
                <c:pt idx="106">
                  <c:v>74.738390034402229</c:v>
                </c:pt>
                <c:pt idx="107">
                  <c:v>74.61281278589469</c:v>
                </c:pt>
                <c:pt idx="108">
                  <c:v>73.291664599460375</c:v>
                </c:pt>
                <c:pt idx="109">
                  <c:v>71.991882205396863</c:v>
                </c:pt>
                <c:pt idx="110">
                  <c:v>70.712951465205236</c:v>
                </c:pt>
                <c:pt idx="111">
                  <c:v>70.229155298349198</c:v>
                </c:pt>
                <c:pt idx="112">
                  <c:v>69.750704802468206</c:v>
                </c:pt>
                <c:pt idx="113">
                  <c:v>69.277511864452293</c:v>
                </c:pt>
                <c:pt idx="114">
                  <c:v>69.258766078788568</c:v>
                </c:pt>
                <c:pt idx="115">
                  <c:v>69.240211838599961</c:v>
                </c:pt>
                <c:pt idx="116">
                  <c:v>69.221846222980645</c:v>
                </c:pt>
                <c:pt idx="117">
                  <c:v>70.879350303263095</c:v>
                </c:pt>
                <c:pt idx="118">
                  <c:v>72.523286290585659</c:v>
                </c:pt>
                <c:pt idx="119">
                  <c:v>74.153820105568897</c:v>
                </c:pt>
                <c:pt idx="120">
                  <c:v>74.282395002430206</c:v>
                </c:pt>
                <c:pt idx="121">
                  <c:v>74.409747087238941</c:v>
                </c:pt>
                <c:pt idx="122">
                  <c:v>74.535893721775508</c:v>
                </c:pt>
                <c:pt idx="123">
                  <c:v>75.310734232776042</c:v>
                </c:pt>
                <c:pt idx="124">
                  <c:v>76.076915014566111</c:v>
                </c:pt>
                <c:pt idx="125">
                  <c:v>76.834580433988634</c:v>
                </c:pt>
                <c:pt idx="126">
                  <c:v>78.799768019198794</c:v>
                </c:pt>
                <c:pt idx="127">
                  <c:v>80.739264015552749</c:v>
                </c:pt>
                <c:pt idx="128">
                  <c:v>82.653568963948146</c:v>
                </c:pt>
                <c:pt idx="129">
                  <c:v>83.422355157569712</c:v>
                </c:pt>
                <c:pt idx="130">
                  <c:v>84.18392868236046</c:v>
                </c:pt>
                <c:pt idx="131">
                  <c:v>84.938390567115036</c:v>
                </c:pt>
                <c:pt idx="132">
                  <c:v>86.126541801534898</c:v>
                </c:pt>
                <c:pt idx="133">
                  <c:v>87.305116703947476</c:v>
                </c:pt>
                <c:pt idx="134">
                  <c:v>88.474230585494652</c:v>
                </c:pt>
                <c:pt idx="135">
                  <c:v>90.672694382998003</c:v>
                </c:pt>
                <c:pt idx="136">
                  <c:v>92.853495009709619</c:v>
                </c:pt>
                <c:pt idx="137">
                  <c:v>95.016844481388844</c:v>
                </c:pt>
                <c:pt idx="138">
                  <c:v>96.694759592772002</c:v>
                </c:pt>
                <c:pt idx="139">
                  <c:v>98.355726265265915</c:v>
                </c:pt>
                <c:pt idx="140">
                  <c:v>100</c:v>
                </c:pt>
                <c:pt idx="141">
                  <c:v>99.357541015376881</c:v>
                </c:pt>
                <c:pt idx="142">
                  <c:v>98.726948377006963</c:v>
                </c:pt>
                <c:pt idx="143">
                  <c:v>98.107896332557203</c:v>
                </c:pt>
                <c:pt idx="144">
                  <c:v>98.148906851712482</c:v>
                </c:pt>
                <c:pt idx="145">
                  <c:v>98.189494880920535</c:v>
                </c:pt>
                <c:pt idx="146">
                  <c:v>98.22966691545912</c:v>
                </c:pt>
                <c:pt idx="147">
                  <c:v>96.628974616838164</c:v>
                </c:pt>
                <c:pt idx="148">
                  <c:v>95.05374819727534</c:v>
                </c:pt>
                <c:pt idx="149">
                  <c:v>93.503384736679976</c:v>
                </c:pt>
                <c:pt idx="150">
                  <c:v>90.168415868899245</c:v>
                </c:pt>
                <c:pt idx="151">
                  <c:v>86.916395844135678</c:v>
                </c:pt>
                <c:pt idx="152">
                  <c:v>83.744267964860001</c:v>
                </c:pt>
                <c:pt idx="153">
                  <c:v>82.529888540319007</c:v>
                </c:pt>
                <c:pt idx="154">
                  <c:v>81.332480256807116</c:v>
                </c:pt>
                <c:pt idx="155">
                  <c:v>80.151689821485874</c:v>
                </c:pt>
                <c:pt idx="156">
                  <c:v>78.071009434604363</c:v>
                </c:pt>
                <c:pt idx="157">
                  <c:v>76.021760347017519</c:v>
                </c:pt>
                <c:pt idx="158">
                  <c:v>74.003235683763236</c:v>
                </c:pt>
                <c:pt idx="159">
                  <c:v>70.56503285648202</c:v>
                </c:pt>
                <c:pt idx="160">
                  <c:v>67.198548762231653</c:v>
                </c:pt>
                <c:pt idx="161">
                  <c:v>63.901562552740067</c:v>
                </c:pt>
                <c:pt idx="162">
                  <c:v>59.689533280050981</c:v>
                </c:pt>
                <c:pt idx="163">
                  <c:v>55.560492527643049</c:v>
                </c:pt>
                <c:pt idx="164">
                  <c:v>51.512011569853108</c:v>
                </c:pt>
                <c:pt idx="165">
                  <c:v>49.004230230089249</c:v>
                </c:pt>
                <c:pt idx="166">
                  <c:v>46.533674554123337</c:v>
                </c:pt>
                <c:pt idx="167">
                  <c:v>44.099521778392706</c:v>
                </c:pt>
                <c:pt idx="168">
                  <c:v>41.888256208913468</c:v>
                </c:pt>
                <c:pt idx="169">
                  <c:v>39.700290112013839</c:v>
                </c:pt>
                <c:pt idx="170">
                  <c:v>37.535257167784003</c:v>
                </c:pt>
                <c:pt idx="171">
                  <c:v>34.237405864356795</c:v>
                </c:pt>
                <c:pt idx="172">
                  <c:v>30.961787802134499</c:v>
                </c:pt>
                <c:pt idx="173">
                  <c:v>27.708178900515634</c:v>
                </c:pt>
                <c:pt idx="174">
                  <c:v>24.105552201029575</c:v>
                </c:pt>
                <c:pt idx="175">
                  <c:v>20.522995845271851</c:v>
                </c:pt>
                <c:pt idx="176">
                  <c:v>16.960342580379109</c:v>
                </c:pt>
                <c:pt idx="177">
                  <c:v>15.292176946447142</c:v>
                </c:pt>
                <c:pt idx="178">
                  <c:v>13.635199903479684</c:v>
                </c:pt>
                <c:pt idx="179">
                  <c:v>11.989299262836857</c:v>
                </c:pt>
                <c:pt idx="180">
                  <c:v>12.306934454765791</c:v>
                </c:pt>
                <c:pt idx="181">
                  <c:v>12.62378518241076</c:v>
                </c:pt>
                <c:pt idx="182">
                  <c:v>12.939854348277017</c:v>
                </c:pt>
                <c:pt idx="183">
                  <c:v>10.706589835465584</c:v>
                </c:pt>
                <c:pt idx="184">
                  <c:v>8.4723805753576311</c:v>
                </c:pt>
                <c:pt idx="185">
                  <c:v>6.2372259683370608</c:v>
                </c:pt>
                <c:pt idx="186">
                  <c:v>4.9416239703191787</c:v>
                </c:pt>
                <c:pt idx="187">
                  <c:v>3.6364032728508846</c:v>
                </c:pt>
                <c:pt idx="188">
                  <c:v>2.3214563613211112</c:v>
                </c:pt>
                <c:pt idx="189">
                  <c:v>1.9601473742332329</c:v>
                </c:pt>
                <c:pt idx="190">
                  <c:v>1.5981414027098815</c:v>
                </c:pt>
                <c:pt idx="191">
                  <c:v>1.2354364280233259</c:v>
                </c:pt>
                <c:pt idx="192">
                  <c:v>0.82555784892995743</c:v>
                </c:pt>
                <c:pt idx="193">
                  <c:v>0.41375025622545031</c:v>
                </c:pt>
                <c:pt idx="194">
                  <c:v>0</c:v>
                </c:pt>
                <c:pt idx="195">
                  <c:v>1.31770606097776</c:v>
                </c:pt>
                <c:pt idx="196">
                  <c:v>2.6576075040777676</c:v>
                </c:pt>
                <c:pt idx="197">
                  <c:v>4.0202698793885734</c:v>
                </c:pt>
                <c:pt idx="198">
                  <c:v>7.4585203337050956</c:v>
                </c:pt>
                <c:pt idx="199">
                  <c:v>10.969838148521976</c:v>
                </c:pt>
                <c:pt idx="200">
                  <c:v>14.556577505356</c:v>
                </c:pt>
                <c:pt idx="201">
                  <c:v>14.7136715332511</c:v>
                </c:pt>
                <c:pt idx="202">
                  <c:v>14.871711357285466</c:v>
                </c:pt>
                <c:pt idx="203">
                  <c:v>15.030705544601593</c:v>
                </c:pt>
                <c:pt idx="204">
                  <c:v>11.999023236456305</c:v>
                </c:pt>
                <c:pt idx="205">
                  <c:v>8.9822514595217164</c:v>
                </c:pt>
                <c:pt idx="206">
                  <c:v>5.9802804833559948</c:v>
                </c:pt>
                <c:pt idx="207">
                  <c:v>6.789485917406946</c:v>
                </c:pt>
                <c:pt idx="208">
                  <c:v>7.6132534952276067</c:v>
                </c:pt>
                <c:pt idx="209">
                  <c:v>8.4519798677502678</c:v>
                </c:pt>
                <c:pt idx="210">
                  <c:v>11.376862348826522</c:v>
                </c:pt>
                <c:pt idx="211">
                  <c:v>14.35417505323403</c:v>
                </c:pt>
                <c:pt idx="212">
                  <c:v>17.385340494133224</c:v>
                </c:pt>
                <c:pt idx="213">
                  <c:v>18.425167887904234</c:v>
                </c:pt>
                <c:pt idx="214">
                  <c:v>19.470046358941399</c:v>
                </c:pt>
                <c:pt idx="215">
                  <c:v>20.520012801108962</c:v>
                </c:pt>
                <c:pt idx="216">
                  <c:v>20.66935093616539</c:v>
                </c:pt>
                <c:pt idx="217">
                  <c:v>20.819892499631194</c:v>
                </c:pt>
                <c:pt idx="218">
                  <c:v>20.9716520969396</c:v>
                </c:pt>
                <c:pt idx="219">
                  <c:v>21.436606596431044</c:v>
                </c:pt>
                <c:pt idx="220">
                  <c:v>21.904336972352684</c:v>
                </c:pt>
                <c:pt idx="221">
                  <c:v>22.374868157985567</c:v>
                </c:pt>
                <c:pt idx="222">
                  <c:v>22.665780189755129</c:v>
                </c:pt>
                <c:pt idx="223">
                  <c:v>22.954835559218797</c:v>
                </c:pt>
                <c:pt idx="224">
                  <c:v>23.242051984256189</c:v>
                </c:pt>
                <c:pt idx="225">
                  <c:v>24.631131522124512</c:v>
                </c:pt>
                <c:pt idx="226">
                  <c:v>26.026885126791722</c:v>
                </c:pt>
                <c:pt idx="227">
                  <c:v>27.429361014105709</c:v>
                </c:pt>
                <c:pt idx="228">
                  <c:v>30.443442577281761</c:v>
                </c:pt>
                <c:pt idx="229">
                  <c:v>33.513883467223678</c:v>
                </c:pt>
                <c:pt idx="230">
                  <c:v>36.642279369498304</c:v>
                </c:pt>
                <c:pt idx="231">
                  <c:v>39.771232458463082</c:v>
                </c:pt>
                <c:pt idx="232">
                  <c:v>42.935972687715015</c:v>
                </c:pt>
                <c:pt idx="233">
                  <c:v>46.137117557212306</c:v>
                </c:pt>
                <c:pt idx="234">
                  <c:v>46.959842572646323</c:v>
                </c:pt>
                <c:pt idx="235">
                  <c:v>47.778320169310447</c:v>
                </c:pt>
                <c:pt idx="236">
                  <c:v>48.592583154250477</c:v>
                </c:pt>
                <c:pt idx="237">
                  <c:v>49.066827354283788</c:v>
                </c:pt>
                <c:pt idx="238">
                  <c:v>49.539631069262441</c:v>
                </c:pt>
                <c:pt idx="239">
                  <c:v>50.011000852296938</c:v>
                </c:pt>
                <c:pt idx="240">
                  <c:v>51.933382618022563</c:v>
                </c:pt>
                <c:pt idx="241">
                  <c:v>53.869076646990735</c:v>
                </c:pt>
                <c:pt idx="242">
                  <c:v>55.818221698387575</c:v>
                </c:pt>
                <c:pt idx="243">
                  <c:v>58.252856546316032</c:v>
                </c:pt>
                <c:pt idx="244">
                  <c:v>60.693495815596584</c:v>
                </c:pt>
                <c:pt idx="245">
                  <c:v>63.140161746275488</c:v>
                </c:pt>
                <c:pt idx="246">
                  <c:v>63.395757766548996</c:v>
                </c:pt>
                <c:pt idx="247">
                  <c:v>63.649174600756218</c:v>
                </c:pt>
                <c:pt idx="248">
                  <c:v>63.900439999876802</c:v>
                </c:pt>
                <c:pt idx="249">
                  <c:v>63.9542484075345</c:v>
                </c:pt>
                <c:pt idx="250">
                  <c:v>64.007761570152368</c:v>
                </c:pt>
                <c:pt idx="251">
                  <c:v>64.060981911090138</c:v>
                </c:pt>
                <c:pt idx="252">
                  <c:v>64.517046866625648</c:v>
                </c:pt>
                <c:pt idx="253">
                  <c:v>64.971521385454821</c:v>
                </c:pt>
                <c:pt idx="254">
                  <c:v>65.424413772593638</c:v>
                </c:pt>
                <c:pt idx="255">
                  <c:v>65.815951826609492</c:v>
                </c:pt>
                <c:pt idx="256">
                  <c:v>66.203337885396124</c:v>
                </c:pt>
                <c:pt idx="257">
                  <c:v>66.586637644264741</c:v>
                </c:pt>
                <c:pt idx="258">
                  <c:v>66.680350587502019</c:v>
                </c:pt>
                <c:pt idx="259">
                  <c:v>66.773058659098496</c:v>
                </c:pt>
                <c:pt idx="260">
                  <c:v>66.864777935520365</c:v>
                </c:pt>
                <c:pt idx="261">
                  <c:v>66.738042041509331</c:v>
                </c:pt>
                <c:pt idx="262">
                  <c:v>66.612096172057932</c:v>
                </c:pt>
                <c:pt idx="263">
                  <c:v>66.48693296303594</c:v>
                </c:pt>
                <c:pt idx="264">
                  <c:v>66.336497357177819</c:v>
                </c:pt>
                <c:pt idx="265">
                  <c:v>66.186969767650368</c:v>
                </c:pt>
                <c:pt idx="266">
                  <c:v>66.038341998132339</c:v>
                </c:pt>
                <c:pt idx="267">
                  <c:v>64.688352520027721</c:v>
                </c:pt>
                <c:pt idx="268">
                  <c:v>63.356555782079951</c:v>
                </c:pt>
                <c:pt idx="269">
                  <c:v>62.042586491913184</c:v>
                </c:pt>
              </c:numCache>
            </c:numRef>
          </c:val>
          <c:smooth val="0"/>
        </c:ser>
        <c:ser>
          <c:idx val="1"/>
          <c:order val="1"/>
          <c:tx>
            <c:strRef>
              <c:f>Sheet1!$C$1</c:f>
              <c:strCache>
                <c:ptCount val="1"/>
                <c:pt idx="0">
                  <c:v>MBA CAI</c:v>
                </c:pt>
              </c:strCache>
            </c:strRef>
          </c:tx>
          <c:spPr>
            <a:ln>
              <a:solidFill>
                <a:srgbClr val="AD275C"/>
              </a:solidFill>
            </a:ln>
          </c:spPr>
          <c:marker>
            <c:symbol val="none"/>
          </c:marker>
          <c:cat>
            <c:numRef>
              <c:f>Sheet1!$A$2:$A$271</c:f>
              <c:numCache>
                <c:formatCode>m/d/yyyy</c:formatCode>
                <c:ptCount val="270"/>
                <c:pt idx="0">
                  <c:v>34335</c:v>
                </c:pt>
                <c:pt idx="1">
                  <c:v>34366</c:v>
                </c:pt>
                <c:pt idx="2">
                  <c:v>34394</c:v>
                </c:pt>
                <c:pt idx="3">
                  <c:v>34425</c:v>
                </c:pt>
                <c:pt idx="4">
                  <c:v>34455</c:v>
                </c:pt>
                <c:pt idx="5">
                  <c:v>34486</c:v>
                </c:pt>
                <c:pt idx="6">
                  <c:v>34516</c:v>
                </c:pt>
                <c:pt idx="7">
                  <c:v>34547</c:v>
                </c:pt>
                <c:pt idx="8">
                  <c:v>34578</c:v>
                </c:pt>
                <c:pt idx="9">
                  <c:v>34608</c:v>
                </c:pt>
                <c:pt idx="10">
                  <c:v>34639</c:v>
                </c:pt>
                <c:pt idx="11">
                  <c:v>34669</c:v>
                </c:pt>
                <c:pt idx="12">
                  <c:v>34700</c:v>
                </c:pt>
                <c:pt idx="13">
                  <c:v>34731</c:v>
                </c:pt>
                <c:pt idx="14">
                  <c:v>34759</c:v>
                </c:pt>
                <c:pt idx="15">
                  <c:v>34790</c:v>
                </c:pt>
                <c:pt idx="16">
                  <c:v>34820</c:v>
                </c:pt>
                <c:pt idx="17">
                  <c:v>34851</c:v>
                </c:pt>
                <c:pt idx="18">
                  <c:v>34881</c:v>
                </c:pt>
                <c:pt idx="19">
                  <c:v>34912</c:v>
                </c:pt>
                <c:pt idx="20">
                  <c:v>34943</c:v>
                </c:pt>
                <c:pt idx="21">
                  <c:v>34973</c:v>
                </c:pt>
                <c:pt idx="22">
                  <c:v>35004</c:v>
                </c:pt>
                <c:pt idx="23">
                  <c:v>35034</c:v>
                </c:pt>
                <c:pt idx="24">
                  <c:v>35065</c:v>
                </c:pt>
                <c:pt idx="25">
                  <c:v>35096</c:v>
                </c:pt>
                <c:pt idx="26">
                  <c:v>35125</c:v>
                </c:pt>
                <c:pt idx="27">
                  <c:v>35156</c:v>
                </c:pt>
                <c:pt idx="28">
                  <c:v>35186</c:v>
                </c:pt>
                <c:pt idx="29">
                  <c:v>35217</c:v>
                </c:pt>
                <c:pt idx="30">
                  <c:v>35247</c:v>
                </c:pt>
                <c:pt idx="31">
                  <c:v>35278</c:v>
                </c:pt>
                <c:pt idx="32">
                  <c:v>35309</c:v>
                </c:pt>
                <c:pt idx="33">
                  <c:v>35339</c:v>
                </c:pt>
                <c:pt idx="34">
                  <c:v>35370</c:v>
                </c:pt>
                <c:pt idx="35">
                  <c:v>35400</c:v>
                </c:pt>
                <c:pt idx="36">
                  <c:v>35431</c:v>
                </c:pt>
                <c:pt idx="37">
                  <c:v>35462</c:v>
                </c:pt>
                <c:pt idx="38">
                  <c:v>35490</c:v>
                </c:pt>
                <c:pt idx="39">
                  <c:v>35521</c:v>
                </c:pt>
                <c:pt idx="40">
                  <c:v>35551</c:v>
                </c:pt>
                <c:pt idx="41">
                  <c:v>35582</c:v>
                </c:pt>
                <c:pt idx="42">
                  <c:v>35612</c:v>
                </c:pt>
                <c:pt idx="43">
                  <c:v>35643</c:v>
                </c:pt>
                <c:pt idx="44">
                  <c:v>35674</c:v>
                </c:pt>
                <c:pt idx="45">
                  <c:v>35704</c:v>
                </c:pt>
                <c:pt idx="46">
                  <c:v>35735</c:v>
                </c:pt>
                <c:pt idx="47">
                  <c:v>35765</c:v>
                </c:pt>
                <c:pt idx="48">
                  <c:v>35796</c:v>
                </c:pt>
                <c:pt idx="49">
                  <c:v>35827</c:v>
                </c:pt>
                <c:pt idx="50">
                  <c:v>35855</c:v>
                </c:pt>
                <c:pt idx="51">
                  <c:v>35886</c:v>
                </c:pt>
                <c:pt idx="52">
                  <c:v>35916</c:v>
                </c:pt>
                <c:pt idx="53">
                  <c:v>35947</c:v>
                </c:pt>
                <c:pt idx="54">
                  <c:v>35977</c:v>
                </c:pt>
                <c:pt idx="55">
                  <c:v>36008</c:v>
                </c:pt>
                <c:pt idx="56">
                  <c:v>36039</c:v>
                </c:pt>
                <c:pt idx="57">
                  <c:v>36069</c:v>
                </c:pt>
                <c:pt idx="58">
                  <c:v>36100</c:v>
                </c:pt>
                <c:pt idx="59">
                  <c:v>36130</c:v>
                </c:pt>
                <c:pt idx="60">
                  <c:v>36161</c:v>
                </c:pt>
                <c:pt idx="61">
                  <c:v>36192</c:v>
                </c:pt>
                <c:pt idx="62">
                  <c:v>36220</c:v>
                </c:pt>
                <c:pt idx="63">
                  <c:v>36251</c:v>
                </c:pt>
                <c:pt idx="64">
                  <c:v>36281</c:v>
                </c:pt>
                <c:pt idx="65">
                  <c:v>36312</c:v>
                </c:pt>
                <c:pt idx="66">
                  <c:v>36342</c:v>
                </c:pt>
                <c:pt idx="67">
                  <c:v>36373</c:v>
                </c:pt>
                <c:pt idx="68">
                  <c:v>36404</c:v>
                </c:pt>
                <c:pt idx="69">
                  <c:v>36434</c:v>
                </c:pt>
                <c:pt idx="70">
                  <c:v>36465</c:v>
                </c:pt>
                <c:pt idx="71">
                  <c:v>36495</c:v>
                </c:pt>
                <c:pt idx="72">
                  <c:v>36526</c:v>
                </c:pt>
                <c:pt idx="73">
                  <c:v>36557</c:v>
                </c:pt>
                <c:pt idx="74">
                  <c:v>36586</c:v>
                </c:pt>
                <c:pt idx="75">
                  <c:v>36617</c:v>
                </c:pt>
                <c:pt idx="76">
                  <c:v>36647</c:v>
                </c:pt>
                <c:pt idx="77">
                  <c:v>36678</c:v>
                </c:pt>
                <c:pt idx="78">
                  <c:v>36708</c:v>
                </c:pt>
                <c:pt idx="79">
                  <c:v>36739</c:v>
                </c:pt>
                <c:pt idx="80">
                  <c:v>36770</c:v>
                </c:pt>
                <c:pt idx="81">
                  <c:v>36800</c:v>
                </c:pt>
                <c:pt idx="82">
                  <c:v>36831</c:v>
                </c:pt>
                <c:pt idx="83">
                  <c:v>36861</c:v>
                </c:pt>
                <c:pt idx="84">
                  <c:v>36892</c:v>
                </c:pt>
                <c:pt idx="85">
                  <c:v>36923</c:v>
                </c:pt>
                <c:pt idx="86">
                  <c:v>36951</c:v>
                </c:pt>
                <c:pt idx="87">
                  <c:v>36982</c:v>
                </c:pt>
                <c:pt idx="88">
                  <c:v>37012</c:v>
                </c:pt>
                <c:pt idx="89">
                  <c:v>37043</c:v>
                </c:pt>
                <c:pt idx="90">
                  <c:v>37073</c:v>
                </c:pt>
                <c:pt idx="91">
                  <c:v>37104</c:v>
                </c:pt>
                <c:pt idx="92">
                  <c:v>37135</c:v>
                </c:pt>
                <c:pt idx="93">
                  <c:v>37165</c:v>
                </c:pt>
                <c:pt idx="94">
                  <c:v>37196</c:v>
                </c:pt>
                <c:pt idx="95">
                  <c:v>37226</c:v>
                </c:pt>
                <c:pt idx="96">
                  <c:v>37257</c:v>
                </c:pt>
                <c:pt idx="97">
                  <c:v>37288</c:v>
                </c:pt>
                <c:pt idx="98">
                  <c:v>37316</c:v>
                </c:pt>
                <c:pt idx="99">
                  <c:v>37347</c:v>
                </c:pt>
                <c:pt idx="100">
                  <c:v>37377</c:v>
                </c:pt>
                <c:pt idx="101">
                  <c:v>37408</c:v>
                </c:pt>
                <c:pt idx="102">
                  <c:v>37438</c:v>
                </c:pt>
                <c:pt idx="103">
                  <c:v>37469</c:v>
                </c:pt>
                <c:pt idx="104">
                  <c:v>37500</c:v>
                </c:pt>
                <c:pt idx="105">
                  <c:v>37530</c:v>
                </c:pt>
                <c:pt idx="106">
                  <c:v>37561</c:v>
                </c:pt>
                <c:pt idx="107">
                  <c:v>37591</c:v>
                </c:pt>
                <c:pt idx="108">
                  <c:v>37622</c:v>
                </c:pt>
                <c:pt idx="109">
                  <c:v>37653</c:v>
                </c:pt>
                <c:pt idx="110">
                  <c:v>37681</c:v>
                </c:pt>
                <c:pt idx="111">
                  <c:v>37712</c:v>
                </c:pt>
                <c:pt idx="112">
                  <c:v>37742</c:v>
                </c:pt>
                <c:pt idx="113">
                  <c:v>37773</c:v>
                </c:pt>
                <c:pt idx="114">
                  <c:v>37803</c:v>
                </c:pt>
                <c:pt idx="115">
                  <c:v>37834</c:v>
                </c:pt>
                <c:pt idx="116">
                  <c:v>37865</c:v>
                </c:pt>
                <c:pt idx="117">
                  <c:v>37895</c:v>
                </c:pt>
                <c:pt idx="118">
                  <c:v>37926</c:v>
                </c:pt>
                <c:pt idx="119">
                  <c:v>37956</c:v>
                </c:pt>
                <c:pt idx="120">
                  <c:v>37987</c:v>
                </c:pt>
                <c:pt idx="121">
                  <c:v>38018</c:v>
                </c:pt>
                <c:pt idx="122">
                  <c:v>38047</c:v>
                </c:pt>
                <c:pt idx="123">
                  <c:v>38078</c:v>
                </c:pt>
                <c:pt idx="124">
                  <c:v>38108</c:v>
                </c:pt>
                <c:pt idx="125">
                  <c:v>38139</c:v>
                </c:pt>
                <c:pt idx="126">
                  <c:v>38169</c:v>
                </c:pt>
                <c:pt idx="127">
                  <c:v>38200</c:v>
                </c:pt>
                <c:pt idx="128">
                  <c:v>38231</c:v>
                </c:pt>
                <c:pt idx="129">
                  <c:v>38261</c:v>
                </c:pt>
                <c:pt idx="130">
                  <c:v>38292</c:v>
                </c:pt>
                <c:pt idx="131">
                  <c:v>38322</c:v>
                </c:pt>
                <c:pt idx="132">
                  <c:v>38353</c:v>
                </c:pt>
                <c:pt idx="133">
                  <c:v>38384</c:v>
                </c:pt>
                <c:pt idx="134">
                  <c:v>38412</c:v>
                </c:pt>
                <c:pt idx="135">
                  <c:v>38443</c:v>
                </c:pt>
                <c:pt idx="136">
                  <c:v>38473</c:v>
                </c:pt>
                <c:pt idx="137">
                  <c:v>38504</c:v>
                </c:pt>
                <c:pt idx="138">
                  <c:v>38534</c:v>
                </c:pt>
                <c:pt idx="139">
                  <c:v>38565</c:v>
                </c:pt>
                <c:pt idx="140">
                  <c:v>38596</c:v>
                </c:pt>
                <c:pt idx="141">
                  <c:v>38626</c:v>
                </c:pt>
                <c:pt idx="142">
                  <c:v>38657</c:v>
                </c:pt>
                <c:pt idx="143">
                  <c:v>38687</c:v>
                </c:pt>
                <c:pt idx="144">
                  <c:v>38718</c:v>
                </c:pt>
                <c:pt idx="145">
                  <c:v>38749</c:v>
                </c:pt>
                <c:pt idx="146">
                  <c:v>38777</c:v>
                </c:pt>
                <c:pt idx="147">
                  <c:v>38808</c:v>
                </c:pt>
                <c:pt idx="148">
                  <c:v>38838</c:v>
                </c:pt>
                <c:pt idx="149">
                  <c:v>38869</c:v>
                </c:pt>
                <c:pt idx="150">
                  <c:v>38899</c:v>
                </c:pt>
                <c:pt idx="151">
                  <c:v>38930</c:v>
                </c:pt>
                <c:pt idx="152">
                  <c:v>38961</c:v>
                </c:pt>
                <c:pt idx="153">
                  <c:v>38991</c:v>
                </c:pt>
                <c:pt idx="154">
                  <c:v>39022</c:v>
                </c:pt>
                <c:pt idx="155">
                  <c:v>39052</c:v>
                </c:pt>
                <c:pt idx="156">
                  <c:v>39083</c:v>
                </c:pt>
                <c:pt idx="157">
                  <c:v>39114</c:v>
                </c:pt>
                <c:pt idx="158">
                  <c:v>39142</c:v>
                </c:pt>
                <c:pt idx="159">
                  <c:v>39173</c:v>
                </c:pt>
                <c:pt idx="160">
                  <c:v>39203</c:v>
                </c:pt>
                <c:pt idx="161">
                  <c:v>39234</c:v>
                </c:pt>
                <c:pt idx="162">
                  <c:v>39264</c:v>
                </c:pt>
                <c:pt idx="163">
                  <c:v>39295</c:v>
                </c:pt>
                <c:pt idx="164">
                  <c:v>39326</c:v>
                </c:pt>
                <c:pt idx="165">
                  <c:v>39356</c:v>
                </c:pt>
                <c:pt idx="166">
                  <c:v>39387</c:v>
                </c:pt>
                <c:pt idx="167">
                  <c:v>39417</c:v>
                </c:pt>
                <c:pt idx="168">
                  <c:v>39448</c:v>
                </c:pt>
                <c:pt idx="169">
                  <c:v>39479</c:v>
                </c:pt>
                <c:pt idx="170">
                  <c:v>39508</c:v>
                </c:pt>
                <c:pt idx="171">
                  <c:v>39539</c:v>
                </c:pt>
                <c:pt idx="172">
                  <c:v>39569</c:v>
                </c:pt>
                <c:pt idx="173">
                  <c:v>39600</c:v>
                </c:pt>
                <c:pt idx="174">
                  <c:v>39630</c:v>
                </c:pt>
                <c:pt idx="175">
                  <c:v>39661</c:v>
                </c:pt>
                <c:pt idx="176">
                  <c:v>39692</c:v>
                </c:pt>
                <c:pt idx="177">
                  <c:v>39722</c:v>
                </c:pt>
                <c:pt idx="178">
                  <c:v>39753</c:v>
                </c:pt>
                <c:pt idx="179">
                  <c:v>39783</c:v>
                </c:pt>
                <c:pt idx="180">
                  <c:v>39814</c:v>
                </c:pt>
                <c:pt idx="181">
                  <c:v>39845</c:v>
                </c:pt>
                <c:pt idx="182">
                  <c:v>39873</c:v>
                </c:pt>
                <c:pt idx="183">
                  <c:v>39904</c:v>
                </c:pt>
                <c:pt idx="184">
                  <c:v>39934</c:v>
                </c:pt>
                <c:pt idx="185">
                  <c:v>39965</c:v>
                </c:pt>
                <c:pt idx="186">
                  <c:v>39995</c:v>
                </c:pt>
                <c:pt idx="187">
                  <c:v>40026</c:v>
                </c:pt>
                <c:pt idx="188">
                  <c:v>40057</c:v>
                </c:pt>
                <c:pt idx="189">
                  <c:v>40087</c:v>
                </c:pt>
                <c:pt idx="190">
                  <c:v>40118</c:v>
                </c:pt>
                <c:pt idx="191">
                  <c:v>40148</c:v>
                </c:pt>
                <c:pt idx="192">
                  <c:v>40179</c:v>
                </c:pt>
                <c:pt idx="193">
                  <c:v>40210</c:v>
                </c:pt>
                <c:pt idx="194">
                  <c:v>40238</c:v>
                </c:pt>
                <c:pt idx="195">
                  <c:v>40269</c:v>
                </c:pt>
                <c:pt idx="196">
                  <c:v>40299</c:v>
                </c:pt>
                <c:pt idx="197">
                  <c:v>40330</c:v>
                </c:pt>
                <c:pt idx="198">
                  <c:v>40360</c:v>
                </c:pt>
                <c:pt idx="199">
                  <c:v>40391</c:v>
                </c:pt>
                <c:pt idx="200">
                  <c:v>40422</c:v>
                </c:pt>
                <c:pt idx="201">
                  <c:v>40452</c:v>
                </c:pt>
                <c:pt idx="202">
                  <c:v>40483</c:v>
                </c:pt>
                <c:pt idx="203">
                  <c:v>40513</c:v>
                </c:pt>
                <c:pt idx="204">
                  <c:v>40544</c:v>
                </c:pt>
                <c:pt idx="205">
                  <c:v>40575</c:v>
                </c:pt>
                <c:pt idx="206">
                  <c:v>40603</c:v>
                </c:pt>
                <c:pt idx="207">
                  <c:v>40634</c:v>
                </c:pt>
                <c:pt idx="208">
                  <c:v>40664</c:v>
                </c:pt>
                <c:pt idx="209">
                  <c:v>40695</c:v>
                </c:pt>
                <c:pt idx="210">
                  <c:v>40725</c:v>
                </c:pt>
                <c:pt idx="211">
                  <c:v>40756</c:v>
                </c:pt>
                <c:pt idx="212">
                  <c:v>40787</c:v>
                </c:pt>
                <c:pt idx="213">
                  <c:v>40817</c:v>
                </c:pt>
                <c:pt idx="214">
                  <c:v>40848</c:v>
                </c:pt>
                <c:pt idx="215">
                  <c:v>40878</c:v>
                </c:pt>
                <c:pt idx="216">
                  <c:v>40909</c:v>
                </c:pt>
                <c:pt idx="217">
                  <c:v>40940</c:v>
                </c:pt>
                <c:pt idx="218">
                  <c:v>40969</c:v>
                </c:pt>
                <c:pt idx="219">
                  <c:v>41000</c:v>
                </c:pt>
                <c:pt idx="220">
                  <c:v>41030</c:v>
                </c:pt>
                <c:pt idx="221">
                  <c:v>41061</c:v>
                </c:pt>
                <c:pt idx="222">
                  <c:v>41091</c:v>
                </c:pt>
                <c:pt idx="223">
                  <c:v>41122</c:v>
                </c:pt>
                <c:pt idx="224">
                  <c:v>41153</c:v>
                </c:pt>
                <c:pt idx="225">
                  <c:v>41183</c:v>
                </c:pt>
                <c:pt idx="226">
                  <c:v>41214</c:v>
                </c:pt>
                <c:pt idx="227">
                  <c:v>41244</c:v>
                </c:pt>
                <c:pt idx="228">
                  <c:v>41275</c:v>
                </c:pt>
                <c:pt idx="229">
                  <c:v>41306</c:v>
                </c:pt>
                <c:pt idx="230">
                  <c:v>41334</c:v>
                </c:pt>
                <c:pt idx="231">
                  <c:v>41365</c:v>
                </c:pt>
                <c:pt idx="232">
                  <c:v>41395</c:v>
                </c:pt>
                <c:pt idx="233">
                  <c:v>41426</c:v>
                </c:pt>
                <c:pt idx="234">
                  <c:v>41456</c:v>
                </c:pt>
                <c:pt idx="235">
                  <c:v>41487</c:v>
                </c:pt>
                <c:pt idx="236">
                  <c:v>41518</c:v>
                </c:pt>
                <c:pt idx="237">
                  <c:v>41548</c:v>
                </c:pt>
                <c:pt idx="238">
                  <c:v>41579</c:v>
                </c:pt>
                <c:pt idx="239">
                  <c:v>41609</c:v>
                </c:pt>
                <c:pt idx="240">
                  <c:v>41640</c:v>
                </c:pt>
                <c:pt idx="241">
                  <c:v>41671</c:v>
                </c:pt>
                <c:pt idx="242">
                  <c:v>41699</c:v>
                </c:pt>
                <c:pt idx="243">
                  <c:v>41730</c:v>
                </c:pt>
                <c:pt idx="244">
                  <c:v>41760</c:v>
                </c:pt>
                <c:pt idx="245">
                  <c:v>41791</c:v>
                </c:pt>
                <c:pt idx="246">
                  <c:v>41821</c:v>
                </c:pt>
                <c:pt idx="247">
                  <c:v>41852</c:v>
                </c:pt>
                <c:pt idx="248">
                  <c:v>41883</c:v>
                </c:pt>
                <c:pt idx="249">
                  <c:v>41913</c:v>
                </c:pt>
                <c:pt idx="250">
                  <c:v>41944</c:v>
                </c:pt>
                <c:pt idx="251">
                  <c:v>41974</c:v>
                </c:pt>
                <c:pt idx="252">
                  <c:v>42005</c:v>
                </c:pt>
                <c:pt idx="253">
                  <c:v>42036</c:v>
                </c:pt>
                <c:pt idx="254">
                  <c:v>42064</c:v>
                </c:pt>
                <c:pt idx="255">
                  <c:v>42095</c:v>
                </c:pt>
                <c:pt idx="256">
                  <c:v>42125</c:v>
                </c:pt>
                <c:pt idx="257">
                  <c:v>42156</c:v>
                </c:pt>
                <c:pt idx="258">
                  <c:v>42186</c:v>
                </c:pt>
                <c:pt idx="259">
                  <c:v>42217</c:v>
                </c:pt>
                <c:pt idx="260">
                  <c:v>42248</c:v>
                </c:pt>
                <c:pt idx="261">
                  <c:v>42278</c:v>
                </c:pt>
                <c:pt idx="262">
                  <c:v>42309</c:v>
                </c:pt>
                <c:pt idx="263">
                  <c:v>42339</c:v>
                </c:pt>
                <c:pt idx="264">
                  <c:v>42370</c:v>
                </c:pt>
                <c:pt idx="265">
                  <c:v>42401</c:v>
                </c:pt>
                <c:pt idx="266">
                  <c:v>42430</c:v>
                </c:pt>
                <c:pt idx="267">
                  <c:v>42461</c:v>
                </c:pt>
                <c:pt idx="268">
                  <c:v>42491</c:v>
                </c:pt>
                <c:pt idx="269">
                  <c:v>42522</c:v>
                </c:pt>
              </c:numCache>
            </c:numRef>
          </c:cat>
          <c:val>
            <c:numRef>
              <c:f>Sheet1!$C$2:$C$271</c:f>
              <c:numCache>
                <c:formatCode>0.00</c:formatCode>
                <c:ptCount val="27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39.639883367902129</c:v>
                </c:pt>
                <c:pt idx="126">
                  <c:v>40.108816544924402</c:v>
                </c:pt>
                <c:pt idx="127">
                  <c:v>40.577749721946674</c:v>
                </c:pt>
                <c:pt idx="128">
                  <c:v>41.046682898968953</c:v>
                </c:pt>
                <c:pt idx="129">
                  <c:v>41.515616075991225</c:v>
                </c:pt>
                <c:pt idx="130">
                  <c:v>41.984549253013498</c:v>
                </c:pt>
                <c:pt idx="131">
                  <c:v>42.45348243003577</c:v>
                </c:pt>
                <c:pt idx="132">
                  <c:v>43.974509273454181</c:v>
                </c:pt>
                <c:pt idx="133">
                  <c:v>46.196931894469998</c:v>
                </c:pt>
                <c:pt idx="134">
                  <c:v>48.910331559804007</c:v>
                </c:pt>
                <c:pt idx="135">
                  <c:v>51.98080543918762</c:v>
                </c:pt>
                <c:pt idx="136">
                  <c:v>55.319084979108432</c:v>
                </c:pt>
                <c:pt idx="137">
                  <c:v>58.863368873288614</c:v>
                </c:pt>
                <c:pt idx="138">
                  <c:v>61.975187766512505</c:v>
                </c:pt>
                <c:pt idx="139">
                  <c:v>64.741034658971358</c:v>
                </c:pt>
                <c:pt idx="140">
                  <c:v>67.225779300808611</c:v>
                </c:pt>
                <c:pt idx="141">
                  <c:v>69.479027971545719</c:v>
                </c:pt>
                <c:pt idx="142">
                  <c:v>71.539363333032753</c:v>
                </c:pt>
                <c:pt idx="143">
                  <c:v>73.437245381467008</c:v>
                </c:pt>
                <c:pt idx="144">
                  <c:v>75.172994258574562</c:v>
                </c:pt>
                <c:pt idx="145">
                  <c:v>76.769771845973494</c:v>
                </c:pt>
                <c:pt idx="146">
                  <c:v>78.246528774078598</c:v>
                </c:pt>
                <c:pt idx="147">
                  <c:v>79.61891991149345</c:v>
                </c:pt>
                <c:pt idx="148">
                  <c:v>80.899990982054291</c:v>
                </c:pt>
                <c:pt idx="149">
                  <c:v>83.869901103195346</c:v>
                </c:pt>
                <c:pt idx="150">
                  <c:v>86.655444334225095</c:v>
                </c:pt>
                <c:pt idx="151">
                  <c:v>89.256620675143523</c:v>
                </c:pt>
                <c:pt idx="152">
                  <c:v>91.673430125950645</c:v>
                </c:pt>
                <c:pt idx="153">
                  <c:v>93.905872686646418</c:v>
                </c:pt>
                <c:pt idx="154">
                  <c:v>95.953948357230871</c:v>
                </c:pt>
                <c:pt idx="155">
                  <c:v>97.817657137704032</c:v>
                </c:pt>
                <c:pt idx="156">
                  <c:v>99.113235338323264</c:v>
                </c:pt>
                <c:pt idx="157">
                  <c:v>99.840682959088582</c:v>
                </c:pt>
                <c:pt idx="158">
                  <c:v>100</c:v>
                </c:pt>
                <c:pt idx="159">
                  <c:v>99.591186461057475</c:v>
                </c:pt>
                <c:pt idx="160">
                  <c:v>98.614242342261093</c:v>
                </c:pt>
                <c:pt idx="161">
                  <c:v>97.069167643610783</c:v>
                </c:pt>
                <c:pt idx="162">
                  <c:v>95.249546597729477</c:v>
                </c:pt>
                <c:pt idx="163">
                  <c:v>93.155379204617191</c:v>
                </c:pt>
                <c:pt idx="164">
                  <c:v>90.786665464273895</c:v>
                </c:pt>
                <c:pt idx="165">
                  <c:v>88.143405376699619</c:v>
                </c:pt>
                <c:pt idx="166">
                  <c:v>85.225598941894361</c:v>
                </c:pt>
                <c:pt idx="167">
                  <c:v>82.033246159858109</c:v>
                </c:pt>
                <c:pt idx="168">
                  <c:v>78.618450716926674</c:v>
                </c:pt>
                <c:pt idx="169">
                  <c:v>74.98121261310007</c:v>
                </c:pt>
                <c:pt idx="170">
                  <c:v>71.121531848378268</c:v>
                </c:pt>
                <c:pt idx="171">
                  <c:v>67.039408422761298</c:v>
                </c:pt>
                <c:pt idx="172">
                  <c:v>62.734842336249145</c:v>
                </c:pt>
                <c:pt idx="173">
                  <c:v>58.207833588841794</c:v>
                </c:pt>
                <c:pt idx="174">
                  <c:v>53.792046171882056</c:v>
                </c:pt>
                <c:pt idx="175">
                  <c:v>49.487480085369889</c:v>
                </c:pt>
                <c:pt idx="176">
                  <c:v>45.29413532930532</c:v>
                </c:pt>
                <c:pt idx="177">
                  <c:v>41.212011903688342</c:v>
                </c:pt>
                <c:pt idx="178">
                  <c:v>37.241109808518956</c:v>
                </c:pt>
                <c:pt idx="179">
                  <c:v>33.381429043797162</c:v>
                </c:pt>
                <c:pt idx="180">
                  <c:v>29.743188946002558</c:v>
                </c:pt>
                <c:pt idx="181">
                  <c:v>26.326389515135123</c:v>
                </c:pt>
                <c:pt idx="182">
                  <c:v>23.131030751194878</c:v>
                </c:pt>
                <c:pt idx="183">
                  <c:v>20.157112654181823</c:v>
                </c:pt>
                <c:pt idx="184">
                  <c:v>17.404635224095951</c:v>
                </c:pt>
                <c:pt idx="185">
                  <c:v>14.873598460937265</c:v>
                </c:pt>
                <c:pt idx="186">
                  <c:v>12.54095650344185</c:v>
                </c:pt>
                <c:pt idx="187">
                  <c:v>10.406709351609706</c:v>
                </c:pt>
                <c:pt idx="188">
                  <c:v>8.470857005440827</c:v>
                </c:pt>
                <c:pt idx="189">
                  <c:v>6.7333994649352222</c:v>
                </c:pt>
                <c:pt idx="190">
                  <c:v>5.1943367300928873</c:v>
                </c:pt>
                <c:pt idx="191">
                  <c:v>3.8536688009138178</c:v>
                </c:pt>
                <c:pt idx="192">
                  <c:v>2.7164056472380049</c:v>
                </c:pt>
                <c:pt idx="193">
                  <c:v>1.7825472690654411</c:v>
                </c:pt>
                <c:pt idx="194">
                  <c:v>1.0520936663961291</c:v>
                </c:pt>
                <c:pt idx="195">
                  <c:v>0.52504483923006739</c:v>
                </c:pt>
                <c:pt idx="196">
                  <c:v>0.20140078756726021</c:v>
                </c:pt>
                <c:pt idx="197">
                  <c:v>8.1161511407701323E-2</c:v>
                </c:pt>
                <c:pt idx="198">
                  <c:v>1.4027915551947236E-2</c:v>
                </c:pt>
                <c:pt idx="199">
                  <c:v>0</c:v>
                </c:pt>
                <c:pt idx="200">
                  <c:v>3.9077764751857563E-2</c:v>
                </c:pt>
                <c:pt idx="201">
                  <c:v>0.13126120980751582</c:v>
                </c:pt>
                <c:pt idx="202">
                  <c:v>0.27655033516698296</c:v>
                </c:pt>
                <c:pt idx="203">
                  <c:v>0.47494514083025291</c:v>
                </c:pt>
                <c:pt idx="204">
                  <c:v>0.62324024809370837</c:v>
                </c:pt>
                <c:pt idx="205">
                  <c:v>0.72143565695734513</c:v>
                </c:pt>
                <c:pt idx="206">
                  <c:v>0.76099437881384047</c:v>
                </c:pt>
                <c:pt idx="207">
                  <c:v>0.7271670624542822</c:v>
                </c:pt>
                <c:pt idx="208">
                  <c:v>0.66372080440075865</c:v>
                </c:pt>
                <c:pt idx="209">
                  <c:v>0.56482399975952446</c:v>
                </c:pt>
                <c:pt idx="210">
                  <c:v>0.4953858177773775</c:v>
                </c:pt>
                <c:pt idx="211">
                  <c:v>0.44578711636156004</c:v>
                </c:pt>
                <c:pt idx="212">
                  <c:v>0.44993537138906509</c:v>
                </c:pt>
                <c:pt idx="213">
                  <c:v>0.4625604953858195</c:v>
                </c:pt>
                <c:pt idx="214">
                  <c:v>0.50332161000390729</c:v>
                </c:pt>
                <c:pt idx="215">
                  <c:v>0.5689722547870254</c:v>
                </c:pt>
                <c:pt idx="216">
                  <c:v>0.61534453562589697</c:v>
                </c:pt>
                <c:pt idx="217">
                  <c:v>0.63762888147413599</c:v>
                </c:pt>
                <c:pt idx="218">
                  <c:v>0.6616767367060481</c:v>
                </c:pt>
                <c:pt idx="219">
                  <c:v>0.69199707417761491</c:v>
                </c:pt>
                <c:pt idx="220">
                  <c:v>0.71734752156792181</c:v>
                </c:pt>
                <c:pt idx="221">
                  <c:v>0.74746746024589228</c:v>
                </c:pt>
                <c:pt idx="222">
                  <c:v>0.73846955441328677</c:v>
                </c:pt>
                <c:pt idx="223">
                  <c:v>0.73604472901073448</c:v>
                </c:pt>
                <c:pt idx="224">
                  <c:v>0.71452189857817272</c:v>
                </c:pt>
                <c:pt idx="225">
                  <c:v>0.65881103395758056</c:v>
                </c:pt>
                <c:pt idx="226">
                  <c:v>0.61141671927134955</c:v>
                </c:pt>
                <c:pt idx="227">
                  <c:v>0.5582709592088243</c:v>
                </c:pt>
                <c:pt idx="228">
                  <c:v>0.51243975511267437</c:v>
                </c:pt>
                <c:pt idx="229">
                  <c:v>0.47915351549583562</c:v>
                </c:pt>
                <c:pt idx="230">
                  <c:v>0.45468482279737155</c:v>
                </c:pt>
                <c:pt idx="231">
                  <c:v>0.46382300778549779</c:v>
                </c:pt>
                <c:pt idx="232">
                  <c:v>0.461358102624225</c:v>
                </c:pt>
                <c:pt idx="233">
                  <c:v>0.45690924940632133</c:v>
                </c:pt>
                <c:pt idx="234">
                  <c:v>0.47103736435506877</c:v>
                </c:pt>
                <c:pt idx="235">
                  <c:v>0.49358222863498991</c:v>
                </c:pt>
                <c:pt idx="236">
                  <c:v>0.49063636636907926</c:v>
                </c:pt>
                <c:pt idx="237">
                  <c:v>0.51708900712417838</c:v>
                </c:pt>
                <c:pt idx="238">
                  <c:v>0.5406559052514508</c:v>
                </c:pt>
                <c:pt idx="239">
                  <c:v>0.57660744882315451</c:v>
                </c:pt>
                <c:pt idx="240">
                  <c:v>0.64045450446388497</c:v>
                </c:pt>
                <c:pt idx="241">
                  <c:v>0.72738750112724182</c:v>
                </c:pt>
                <c:pt idx="242">
                  <c:v>0.81155499443893353</c:v>
                </c:pt>
                <c:pt idx="243">
                  <c:v>0.8842396368773856</c:v>
                </c:pt>
                <c:pt idx="244">
                  <c:v>0.96570174647548968</c:v>
                </c:pt>
                <c:pt idx="245">
                  <c:v>1.0425947635795265</c:v>
                </c:pt>
                <c:pt idx="246">
                  <c:v>1.1431749180869972</c:v>
                </c:pt>
                <c:pt idx="247">
                  <c:v>1.216340517630085</c:v>
                </c:pt>
                <c:pt idx="248">
                  <c:v>1.2895662368112544</c:v>
                </c:pt>
                <c:pt idx="249">
                  <c:v>1.3605074097453944</c:v>
                </c:pt>
                <c:pt idx="250">
                  <c:v>1.4125108966844009</c:v>
                </c:pt>
                <c:pt idx="251">
                  <c:v>1.4578411037965517</c:v>
                </c:pt>
                <c:pt idx="252">
                  <c:v>1.5154958367150604</c:v>
                </c:pt>
                <c:pt idx="253">
                  <c:v>1.5724291339766125</c:v>
                </c:pt>
                <c:pt idx="254">
                  <c:v>1.6526828388493069</c:v>
                </c:pt>
                <c:pt idx="255">
                  <c:v>1.7334836324285336</c:v>
                </c:pt>
                <c:pt idx="256">
                  <c:v>1.8160278955120668</c:v>
                </c:pt>
                <c:pt idx="257">
                  <c:v>1.889313734331318</c:v>
                </c:pt>
                <c:pt idx="258">
                  <c:v>1.9686716565966236</c:v>
                </c:pt>
                <c:pt idx="259">
                  <c:v>2.0564463281931027</c:v>
                </c:pt>
                <c:pt idx="260">
                  <c:v>2.1514353563591526</c:v>
                </c:pt>
                <c:pt idx="261">
                  <c:v>2.2530375447139788</c:v>
                </c:pt>
                <c:pt idx="262">
                  <c:v>2.3564433222112005</c:v>
                </c:pt>
                <c:pt idx="263">
                  <c:v>2.437280187573271</c:v>
                </c:pt>
                <c:pt idx="264">
                  <c:v>2.5022093966994321</c:v>
                </c:pt>
                <c:pt idx="265">
                  <c:v>2.5641326239216071</c:v>
                </c:pt>
                <c:pt idx="266">
                  <c:v>2.6212462800973988</c:v>
                </c:pt>
                <c:pt idx="267">
                  <c:v>2.6729491688460065</c:v>
                </c:pt>
                <c:pt idx="268">
                  <c:v>#N/A</c:v>
                </c:pt>
                <c:pt idx="269">
                  <c:v>#N/A</c:v>
                </c:pt>
              </c:numCache>
            </c:numRef>
          </c:val>
          <c:smooth val="0"/>
        </c:ser>
        <c:ser>
          <c:idx val="2"/>
          <c:order val="2"/>
          <c:tx>
            <c:strRef>
              <c:f>Sheet1!$D$1</c:f>
              <c:strCache>
                <c:ptCount val="1"/>
                <c:pt idx="0">
                  <c:v>Purchase</c:v>
                </c:pt>
              </c:strCache>
            </c:strRef>
          </c:tx>
          <c:spPr>
            <a:ln>
              <a:solidFill>
                <a:srgbClr val="2E8A60"/>
              </a:solidFill>
            </a:ln>
          </c:spPr>
          <c:marker>
            <c:symbol val="none"/>
          </c:marker>
          <c:cat>
            <c:numRef>
              <c:f>Sheet1!$A$2:$A$271</c:f>
              <c:numCache>
                <c:formatCode>m/d/yyyy</c:formatCode>
                <c:ptCount val="270"/>
                <c:pt idx="0">
                  <c:v>34335</c:v>
                </c:pt>
                <c:pt idx="1">
                  <c:v>34366</c:v>
                </c:pt>
                <c:pt idx="2">
                  <c:v>34394</c:v>
                </c:pt>
                <c:pt idx="3">
                  <c:v>34425</c:v>
                </c:pt>
                <c:pt idx="4">
                  <c:v>34455</c:v>
                </c:pt>
                <c:pt idx="5">
                  <c:v>34486</c:v>
                </c:pt>
                <c:pt idx="6">
                  <c:v>34516</c:v>
                </c:pt>
                <c:pt idx="7">
                  <c:v>34547</c:v>
                </c:pt>
                <c:pt idx="8">
                  <c:v>34578</c:v>
                </c:pt>
                <c:pt idx="9">
                  <c:v>34608</c:v>
                </c:pt>
                <c:pt idx="10">
                  <c:v>34639</c:v>
                </c:pt>
                <c:pt idx="11">
                  <c:v>34669</c:v>
                </c:pt>
                <c:pt idx="12">
                  <c:v>34700</c:v>
                </c:pt>
                <c:pt idx="13">
                  <c:v>34731</c:v>
                </c:pt>
                <c:pt idx="14">
                  <c:v>34759</c:v>
                </c:pt>
                <c:pt idx="15">
                  <c:v>34790</c:v>
                </c:pt>
                <c:pt idx="16">
                  <c:v>34820</c:v>
                </c:pt>
                <c:pt idx="17">
                  <c:v>34851</c:v>
                </c:pt>
                <c:pt idx="18">
                  <c:v>34881</c:v>
                </c:pt>
                <c:pt idx="19">
                  <c:v>34912</c:v>
                </c:pt>
                <c:pt idx="20">
                  <c:v>34943</c:v>
                </c:pt>
                <c:pt idx="21">
                  <c:v>34973</c:v>
                </c:pt>
                <c:pt idx="22">
                  <c:v>35004</c:v>
                </c:pt>
                <c:pt idx="23">
                  <c:v>35034</c:v>
                </c:pt>
                <c:pt idx="24">
                  <c:v>35065</c:v>
                </c:pt>
                <c:pt idx="25">
                  <c:v>35096</c:v>
                </c:pt>
                <c:pt idx="26">
                  <c:v>35125</c:v>
                </c:pt>
                <c:pt idx="27">
                  <c:v>35156</c:v>
                </c:pt>
                <c:pt idx="28">
                  <c:v>35186</c:v>
                </c:pt>
                <c:pt idx="29">
                  <c:v>35217</c:v>
                </c:pt>
                <c:pt idx="30">
                  <c:v>35247</c:v>
                </c:pt>
                <c:pt idx="31">
                  <c:v>35278</c:v>
                </c:pt>
                <c:pt idx="32">
                  <c:v>35309</c:v>
                </c:pt>
                <c:pt idx="33">
                  <c:v>35339</c:v>
                </c:pt>
                <c:pt idx="34">
                  <c:v>35370</c:v>
                </c:pt>
                <c:pt idx="35">
                  <c:v>35400</c:v>
                </c:pt>
                <c:pt idx="36">
                  <c:v>35431</c:v>
                </c:pt>
                <c:pt idx="37">
                  <c:v>35462</c:v>
                </c:pt>
                <c:pt idx="38">
                  <c:v>35490</c:v>
                </c:pt>
                <c:pt idx="39">
                  <c:v>35521</c:v>
                </c:pt>
                <c:pt idx="40">
                  <c:v>35551</c:v>
                </c:pt>
                <c:pt idx="41">
                  <c:v>35582</c:v>
                </c:pt>
                <c:pt idx="42">
                  <c:v>35612</c:v>
                </c:pt>
                <c:pt idx="43">
                  <c:v>35643</c:v>
                </c:pt>
                <c:pt idx="44">
                  <c:v>35674</c:v>
                </c:pt>
                <c:pt idx="45">
                  <c:v>35704</c:v>
                </c:pt>
                <c:pt idx="46">
                  <c:v>35735</c:v>
                </c:pt>
                <c:pt idx="47">
                  <c:v>35765</c:v>
                </c:pt>
                <c:pt idx="48">
                  <c:v>35796</c:v>
                </c:pt>
                <c:pt idx="49">
                  <c:v>35827</c:v>
                </c:pt>
                <c:pt idx="50">
                  <c:v>35855</c:v>
                </c:pt>
                <c:pt idx="51">
                  <c:v>35886</c:v>
                </c:pt>
                <c:pt idx="52">
                  <c:v>35916</c:v>
                </c:pt>
                <c:pt idx="53">
                  <c:v>35947</c:v>
                </c:pt>
                <c:pt idx="54">
                  <c:v>35977</c:v>
                </c:pt>
                <c:pt idx="55">
                  <c:v>36008</c:v>
                </c:pt>
                <c:pt idx="56">
                  <c:v>36039</c:v>
                </c:pt>
                <c:pt idx="57">
                  <c:v>36069</c:v>
                </c:pt>
                <c:pt idx="58">
                  <c:v>36100</c:v>
                </c:pt>
                <c:pt idx="59">
                  <c:v>36130</c:v>
                </c:pt>
                <c:pt idx="60">
                  <c:v>36161</c:v>
                </c:pt>
                <c:pt idx="61">
                  <c:v>36192</c:v>
                </c:pt>
                <c:pt idx="62">
                  <c:v>36220</c:v>
                </c:pt>
                <c:pt idx="63">
                  <c:v>36251</c:v>
                </c:pt>
                <c:pt idx="64">
                  <c:v>36281</c:v>
                </c:pt>
                <c:pt idx="65">
                  <c:v>36312</c:v>
                </c:pt>
                <c:pt idx="66">
                  <c:v>36342</c:v>
                </c:pt>
                <c:pt idx="67">
                  <c:v>36373</c:v>
                </c:pt>
                <c:pt idx="68">
                  <c:v>36404</c:v>
                </c:pt>
                <c:pt idx="69">
                  <c:v>36434</c:v>
                </c:pt>
                <c:pt idx="70">
                  <c:v>36465</c:v>
                </c:pt>
                <c:pt idx="71">
                  <c:v>36495</c:v>
                </c:pt>
                <c:pt idx="72">
                  <c:v>36526</c:v>
                </c:pt>
                <c:pt idx="73">
                  <c:v>36557</c:v>
                </c:pt>
                <c:pt idx="74">
                  <c:v>36586</c:v>
                </c:pt>
                <c:pt idx="75">
                  <c:v>36617</c:v>
                </c:pt>
                <c:pt idx="76">
                  <c:v>36647</c:v>
                </c:pt>
                <c:pt idx="77">
                  <c:v>36678</c:v>
                </c:pt>
                <c:pt idx="78">
                  <c:v>36708</c:v>
                </c:pt>
                <c:pt idx="79">
                  <c:v>36739</c:v>
                </c:pt>
                <c:pt idx="80">
                  <c:v>36770</c:v>
                </c:pt>
                <c:pt idx="81">
                  <c:v>36800</c:v>
                </c:pt>
                <c:pt idx="82">
                  <c:v>36831</c:v>
                </c:pt>
                <c:pt idx="83">
                  <c:v>36861</c:v>
                </c:pt>
                <c:pt idx="84">
                  <c:v>36892</c:v>
                </c:pt>
                <c:pt idx="85">
                  <c:v>36923</c:v>
                </c:pt>
                <c:pt idx="86">
                  <c:v>36951</c:v>
                </c:pt>
                <c:pt idx="87">
                  <c:v>36982</c:v>
                </c:pt>
                <c:pt idx="88">
                  <c:v>37012</c:v>
                </c:pt>
                <c:pt idx="89">
                  <c:v>37043</c:v>
                </c:pt>
                <c:pt idx="90">
                  <c:v>37073</c:v>
                </c:pt>
                <c:pt idx="91">
                  <c:v>37104</c:v>
                </c:pt>
                <c:pt idx="92">
                  <c:v>37135</c:v>
                </c:pt>
                <c:pt idx="93">
                  <c:v>37165</c:v>
                </c:pt>
                <c:pt idx="94">
                  <c:v>37196</c:v>
                </c:pt>
                <c:pt idx="95">
                  <c:v>37226</c:v>
                </c:pt>
                <c:pt idx="96">
                  <c:v>37257</c:v>
                </c:pt>
                <c:pt idx="97">
                  <c:v>37288</c:v>
                </c:pt>
                <c:pt idx="98">
                  <c:v>37316</c:v>
                </c:pt>
                <c:pt idx="99">
                  <c:v>37347</c:v>
                </c:pt>
                <c:pt idx="100">
                  <c:v>37377</c:v>
                </c:pt>
                <c:pt idx="101">
                  <c:v>37408</c:v>
                </c:pt>
                <c:pt idx="102">
                  <c:v>37438</c:v>
                </c:pt>
                <c:pt idx="103">
                  <c:v>37469</c:v>
                </c:pt>
                <c:pt idx="104">
                  <c:v>37500</c:v>
                </c:pt>
                <c:pt idx="105">
                  <c:v>37530</c:v>
                </c:pt>
                <c:pt idx="106">
                  <c:v>37561</c:v>
                </c:pt>
                <c:pt idx="107">
                  <c:v>37591</c:v>
                </c:pt>
                <c:pt idx="108">
                  <c:v>37622</c:v>
                </c:pt>
                <c:pt idx="109">
                  <c:v>37653</c:v>
                </c:pt>
                <c:pt idx="110">
                  <c:v>37681</c:v>
                </c:pt>
                <c:pt idx="111">
                  <c:v>37712</c:v>
                </c:pt>
                <c:pt idx="112">
                  <c:v>37742</c:v>
                </c:pt>
                <c:pt idx="113">
                  <c:v>37773</c:v>
                </c:pt>
                <c:pt idx="114">
                  <c:v>37803</c:v>
                </c:pt>
                <c:pt idx="115">
                  <c:v>37834</c:v>
                </c:pt>
                <c:pt idx="116">
                  <c:v>37865</c:v>
                </c:pt>
                <c:pt idx="117">
                  <c:v>37895</c:v>
                </c:pt>
                <c:pt idx="118">
                  <c:v>37926</c:v>
                </c:pt>
                <c:pt idx="119">
                  <c:v>37956</c:v>
                </c:pt>
                <c:pt idx="120">
                  <c:v>37987</c:v>
                </c:pt>
                <c:pt idx="121">
                  <c:v>38018</c:v>
                </c:pt>
                <c:pt idx="122">
                  <c:v>38047</c:v>
                </c:pt>
                <c:pt idx="123">
                  <c:v>38078</c:v>
                </c:pt>
                <c:pt idx="124">
                  <c:v>38108</c:v>
                </c:pt>
                <c:pt idx="125">
                  <c:v>38139</c:v>
                </c:pt>
                <c:pt idx="126">
                  <c:v>38169</c:v>
                </c:pt>
                <c:pt idx="127">
                  <c:v>38200</c:v>
                </c:pt>
                <c:pt idx="128">
                  <c:v>38231</c:v>
                </c:pt>
                <c:pt idx="129">
                  <c:v>38261</c:v>
                </c:pt>
                <c:pt idx="130">
                  <c:v>38292</c:v>
                </c:pt>
                <c:pt idx="131">
                  <c:v>38322</c:v>
                </c:pt>
                <c:pt idx="132">
                  <c:v>38353</c:v>
                </c:pt>
                <c:pt idx="133">
                  <c:v>38384</c:v>
                </c:pt>
                <c:pt idx="134">
                  <c:v>38412</c:v>
                </c:pt>
                <c:pt idx="135">
                  <c:v>38443</c:v>
                </c:pt>
                <c:pt idx="136">
                  <c:v>38473</c:v>
                </c:pt>
                <c:pt idx="137">
                  <c:v>38504</c:v>
                </c:pt>
                <c:pt idx="138">
                  <c:v>38534</c:v>
                </c:pt>
                <c:pt idx="139">
                  <c:v>38565</c:v>
                </c:pt>
                <c:pt idx="140">
                  <c:v>38596</c:v>
                </c:pt>
                <c:pt idx="141">
                  <c:v>38626</c:v>
                </c:pt>
                <c:pt idx="142">
                  <c:v>38657</c:v>
                </c:pt>
                <c:pt idx="143">
                  <c:v>38687</c:v>
                </c:pt>
                <c:pt idx="144">
                  <c:v>38718</c:v>
                </c:pt>
                <c:pt idx="145">
                  <c:v>38749</c:v>
                </c:pt>
                <c:pt idx="146">
                  <c:v>38777</c:v>
                </c:pt>
                <c:pt idx="147">
                  <c:v>38808</c:v>
                </c:pt>
                <c:pt idx="148">
                  <c:v>38838</c:v>
                </c:pt>
                <c:pt idx="149">
                  <c:v>38869</c:v>
                </c:pt>
                <c:pt idx="150">
                  <c:v>38899</c:v>
                </c:pt>
                <c:pt idx="151">
                  <c:v>38930</c:v>
                </c:pt>
                <c:pt idx="152">
                  <c:v>38961</c:v>
                </c:pt>
                <c:pt idx="153">
                  <c:v>38991</c:v>
                </c:pt>
                <c:pt idx="154">
                  <c:v>39022</c:v>
                </c:pt>
                <c:pt idx="155">
                  <c:v>39052</c:v>
                </c:pt>
                <c:pt idx="156">
                  <c:v>39083</c:v>
                </c:pt>
                <c:pt idx="157">
                  <c:v>39114</c:v>
                </c:pt>
                <c:pt idx="158">
                  <c:v>39142</c:v>
                </c:pt>
                <c:pt idx="159">
                  <c:v>39173</c:v>
                </c:pt>
                <c:pt idx="160">
                  <c:v>39203</c:v>
                </c:pt>
                <c:pt idx="161">
                  <c:v>39234</c:v>
                </c:pt>
                <c:pt idx="162">
                  <c:v>39264</c:v>
                </c:pt>
                <c:pt idx="163">
                  <c:v>39295</c:v>
                </c:pt>
                <c:pt idx="164">
                  <c:v>39326</c:v>
                </c:pt>
                <c:pt idx="165">
                  <c:v>39356</c:v>
                </c:pt>
                <c:pt idx="166">
                  <c:v>39387</c:v>
                </c:pt>
                <c:pt idx="167">
                  <c:v>39417</c:v>
                </c:pt>
                <c:pt idx="168">
                  <c:v>39448</c:v>
                </c:pt>
                <c:pt idx="169">
                  <c:v>39479</c:v>
                </c:pt>
                <c:pt idx="170">
                  <c:v>39508</c:v>
                </c:pt>
                <c:pt idx="171">
                  <c:v>39539</c:v>
                </c:pt>
                <c:pt idx="172">
                  <c:v>39569</c:v>
                </c:pt>
                <c:pt idx="173">
                  <c:v>39600</c:v>
                </c:pt>
                <c:pt idx="174">
                  <c:v>39630</c:v>
                </c:pt>
                <c:pt idx="175">
                  <c:v>39661</c:v>
                </c:pt>
                <c:pt idx="176">
                  <c:v>39692</c:v>
                </c:pt>
                <c:pt idx="177">
                  <c:v>39722</c:v>
                </c:pt>
                <c:pt idx="178">
                  <c:v>39753</c:v>
                </c:pt>
                <c:pt idx="179">
                  <c:v>39783</c:v>
                </c:pt>
                <c:pt idx="180">
                  <c:v>39814</c:v>
                </c:pt>
                <c:pt idx="181">
                  <c:v>39845</c:v>
                </c:pt>
                <c:pt idx="182">
                  <c:v>39873</c:v>
                </c:pt>
                <c:pt idx="183">
                  <c:v>39904</c:v>
                </c:pt>
                <c:pt idx="184">
                  <c:v>39934</c:v>
                </c:pt>
                <c:pt idx="185">
                  <c:v>39965</c:v>
                </c:pt>
                <c:pt idx="186">
                  <c:v>39995</c:v>
                </c:pt>
                <c:pt idx="187">
                  <c:v>40026</c:v>
                </c:pt>
                <c:pt idx="188">
                  <c:v>40057</c:v>
                </c:pt>
                <c:pt idx="189">
                  <c:v>40087</c:v>
                </c:pt>
                <c:pt idx="190">
                  <c:v>40118</c:v>
                </c:pt>
                <c:pt idx="191">
                  <c:v>40148</c:v>
                </c:pt>
                <c:pt idx="192">
                  <c:v>40179</c:v>
                </c:pt>
                <c:pt idx="193">
                  <c:v>40210</c:v>
                </c:pt>
                <c:pt idx="194">
                  <c:v>40238</c:v>
                </c:pt>
                <c:pt idx="195">
                  <c:v>40269</c:v>
                </c:pt>
                <c:pt idx="196">
                  <c:v>40299</c:v>
                </c:pt>
                <c:pt idx="197">
                  <c:v>40330</c:v>
                </c:pt>
                <c:pt idx="198">
                  <c:v>40360</c:v>
                </c:pt>
                <c:pt idx="199">
                  <c:v>40391</c:v>
                </c:pt>
                <c:pt idx="200">
                  <c:v>40422</c:v>
                </c:pt>
                <c:pt idx="201">
                  <c:v>40452</c:v>
                </c:pt>
                <c:pt idx="202">
                  <c:v>40483</c:v>
                </c:pt>
                <c:pt idx="203">
                  <c:v>40513</c:v>
                </c:pt>
                <c:pt idx="204">
                  <c:v>40544</c:v>
                </c:pt>
                <c:pt idx="205">
                  <c:v>40575</c:v>
                </c:pt>
                <c:pt idx="206">
                  <c:v>40603</c:v>
                </c:pt>
                <c:pt idx="207">
                  <c:v>40634</c:v>
                </c:pt>
                <c:pt idx="208">
                  <c:v>40664</c:v>
                </c:pt>
                <c:pt idx="209">
                  <c:v>40695</c:v>
                </c:pt>
                <c:pt idx="210">
                  <c:v>40725</c:v>
                </c:pt>
                <c:pt idx="211">
                  <c:v>40756</c:v>
                </c:pt>
                <c:pt idx="212">
                  <c:v>40787</c:v>
                </c:pt>
                <c:pt idx="213">
                  <c:v>40817</c:v>
                </c:pt>
                <c:pt idx="214">
                  <c:v>40848</c:v>
                </c:pt>
                <c:pt idx="215">
                  <c:v>40878</c:v>
                </c:pt>
                <c:pt idx="216">
                  <c:v>40909</c:v>
                </c:pt>
                <c:pt idx="217">
                  <c:v>40940</c:v>
                </c:pt>
                <c:pt idx="218">
                  <c:v>40969</c:v>
                </c:pt>
                <c:pt idx="219">
                  <c:v>41000</c:v>
                </c:pt>
                <c:pt idx="220">
                  <c:v>41030</c:v>
                </c:pt>
                <c:pt idx="221">
                  <c:v>41061</c:v>
                </c:pt>
                <c:pt idx="222">
                  <c:v>41091</c:v>
                </c:pt>
                <c:pt idx="223">
                  <c:v>41122</c:v>
                </c:pt>
                <c:pt idx="224">
                  <c:v>41153</c:v>
                </c:pt>
                <c:pt idx="225">
                  <c:v>41183</c:v>
                </c:pt>
                <c:pt idx="226">
                  <c:v>41214</c:v>
                </c:pt>
                <c:pt idx="227">
                  <c:v>41244</c:v>
                </c:pt>
                <c:pt idx="228">
                  <c:v>41275</c:v>
                </c:pt>
                <c:pt idx="229">
                  <c:v>41306</c:v>
                </c:pt>
                <c:pt idx="230">
                  <c:v>41334</c:v>
                </c:pt>
                <c:pt idx="231">
                  <c:v>41365</c:v>
                </c:pt>
                <c:pt idx="232">
                  <c:v>41395</c:v>
                </c:pt>
                <c:pt idx="233">
                  <c:v>41426</c:v>
                </c:pt>
                <c:pt idx="234">
                  <c:v>41456</c:v>
                </c:pt>
                <c:pt idx="235">
                  <c:v>41487</c:v>
                </c:pt>
                <c:pt idx="236">
                  <c:v>41518</c:v>
                </c:pt>
                <c:pt idx="237">
                  <c:v>41548</c:v>
                </c:pt>
                <c:pt idx="238">
                  <c:v>41579</c:v>
                </c:pt>
                <c:pt idx="239">
                  <c:v>41609</c:v>
                </c:pt>
                <c:pt idx="240">
                  <c:v>41640</c:v>
                </c:pt>
                <c:pt idx="241">
                  <c:v>41671</c:v>
                </c:pt>
                <c:pt idx="242">
                  <c:v>41699</c:v>
                </c:pt>
                <c:pt idx="243">
                  <c:v>41730</c:v>
                </c:pt>
                <c:pt idx="244">
                  <c:v>41760</c:v>
                </c:pt>
                <c:pt idx="245">
                  <c:v>41791</c:v>
                </c:pt>
                <c:pt idx="246">
                  <c:v>41821</c:v>
                </c:pt>
                <c:pt idx="247">
                  <c:v>41852</c:v>
                </c:pt>
                <c:pt idx="248">
                  <c:v>41883</c:v>
                </c:pt>
                <c:pt idx="249">
                  <c:v>41913</c:v>
                </c:pt>
                <c:pt idx="250">
                  <c:v>41944</c:v>
                </c:pt>
                <c:pt idx="251">
                  <c:v>41974</c:v>
                </c:pt>
                <c:pt idx="252">
                  <c:v>42005</c:v>
                </c:pt>
                <c:pt idx="253">
                  <c:v>42036</c:v>
                </c:pt>
                <c:pt idx="254">
                  <c:v>42064</c:v>
                </c:pt>
                <c:pt idx="255">
                  <c:v>42095</c:v>
                </c:pt>
                <c:pt idx="256">
                  <c:v>42125</c:v>
                </c:pt>
                <c:pt idx="257">
                  <c:v>42156</c:v>
                </c:pt>
                <c:pt idx="258">
                  <c:v>42186</c:v>
                </c:pt>
                <c:pt idx="259">
                  <c:v>42217</c:v>
                </c:pt>
                <c:pt idx="260">
                  <c:v>42248</c:v>
                </c:pt>
                <c:pt idx="261">
                  <c:v>42278</c:v>
                </c:pt>
                <c:pt idx="262">
                  <c:v>42309</c:v>
                </c:pt>
                <c:pt idx="263">
                  <c:v>42339</c:v>
                </c:pt>
                <c:pt idx="264">
                  <c:v>42370</c:v>
                </c:pt>
                <c:pt idx="265">
                  <c:v>42401</c:v>
                </c:pt>
                <c:pt idx="266">
                  <c:v>42430</c:v>
                </c:pt>
                <c:pt idx="267">
                  <c:v>42461</c:v>
                </c:pt>
                <c:pt idx="268">
                  <c:v>42491</c:v>
                </c:pt>
                <c:pt idx="269">
                  <c:v>42522</c:v>
                </c:pt>
              </c:numCache>
            </c:numRef>
          </c:cat>
          <c:val>
            <c:numRef>
              <c:f>Sheet1!$D$2:$D$271</c:f>
              <c:numCache>
                <c:formatCode>0.00</c:formatCode>
                <c:ptCount val="27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42.278367027303823</c:v>
                </c:pt>
                <c:pt idx="84">
                  <c:v>42.845781494633115</c:v>
                </c:pt>
                <c:pt idx="85">
                  <c:v>43.332857778933629</c:v>
                </c:pt>
                <c:pt idx="86">
                  <c:v>43.82188337520649</c:v>
                </c:pt>
                <c:pt idx="87">
                  <c:v>44.038645897520432</c:v>
                </c:pt>
                <c:pt idx="88">
                  <c:v>44.177955800778747</c:v>
                </c:pt>
                <c:pt idx="89">
                  <c:v>44.251354345970007</c:v>
                </c:pt>
                <c:pt idx="90">
                  <c:v>44.486872038200644</c:v>
                </c:pt>
                <c:pt idx="91">
                  <c:v>44.747084947276967</c:v>
                </c:pt>
                <c:pt idx="92">
                  <c:v>45.072359312695419</c:v>
                </c:pt>
                <c:pt idx="93">
                  <c:v>44.928381802757286</c:v>
                </c:pt>
                <c:pt idx="94">
                  <c:v>45.063697645008894</c:v>
                </c:pt>
                <c:pt idx="95">
                  <c:v>45.585984835349464</c:v>
                </c:pt>
                <c:pt idx="96">
                  <c:v>46.535566389095806</c:v>
                </c:pt>
                <c:pt idx="97">
                  <c:v>46.933563591836808</c:v>
                </c:pt>
                <c:pt idx="98">
                  <c:v>47.292091101836419</c:v>
                </c:pt>
                <c:pt idx="99">
                  <c:v>47.823484065146239</c:v>
                </c:pt>
                <c:pt idx="100">
                  <c:v>48.711942066625127</c:v>
                </c:pt>
                <c:pt idx="101">
                  <c:v>49.516765421212533</c:v>
                </c:pt>
                <c:pt idx="102">
                  <c:v>50.399051717987994</c:v>
                </c:pt>
                <c:pt idx="103">
                  <c:v>51.15796832507521</c:v>
                </c:pt>
                <c:pt idx="104">
                  <c:v>51.962588931033537</c:v>
                </c:pt>
                <c:pt idx="105">
                  <c:v>52.648371470958075</c:v>
                </c:pt>
                <c:pt idx="106">
                  <c:v>53.352549708548111</c:v>
                </c:pt>
                <c:pt idx="107">
                  <c:v>54.349382459013803</c:v>
                </c:pt>
                <c:pt idx="108">
                  <c:v>55.205689719374071</c:v>
                </c:pt>
                <c:pt idx="109">
                  <c:v>55.899737595305396</c:v>
                </c:pt>
                <c:pt idx="110">
                  <c:v>56.898504688290622</c:v>
                </c:pt>
                <c:pt idx="111">
                  <c:v>58.060506074653297</c:v>
                </c:pt>
                <c:pt idx="112">
                  <c:v>59.784247476076466</c:v>
                </c:pt>
                <c:pt idx="113">
                  <c:v>61.328531181246348</c:v>
                </c:pt>
                <c:pt idx="114">
                  <c:v>63.23344983978518</c:v>
                </c:pt>
                <c:pt idx="115">
                  <c:v>64.833548792703183</c:v>
                </c:pt>
                <c:pt idx="116">
                  <c:v>66.632508694210813</c:v>
                </c:pt>
                <c:pt idx="117">
                  <c:v>68.496647650401215</c:v>
                </c:pt>
                <c:pt idx="118">
                  <c:v>70.253498189165782</c:v>
                </c:pt>
                <c:pt idx="119">
                  <c:v>71.770563449962026</c:v>
                </c:pt>
                <c:pt idx="120">
                  <c:v>73.272041079166485</c:v>
                </c:pt>
                <c:pt idx="121">
                  <c:v>74.848736974541268</c:v>
                </c:pt>
                <c:pt idx="122">
                  <c:v>76.626735268143463</c:v>
                </c:pt>
                <c:pt idx="123">
                  <c:v>78.312017881283907</c:v>
                </c:pt>
                <c:pt idx="124">
                  <c:v>79.749577013948311</c:v>
                </c:pt>
                <c:pt idx="125">
                  <c:v>80.780983564184666</c:v>
                </c:pt>
                <c:pt idx="126">
                  <c:v>82.04200637802991</c:v>
                </c:pt>
                <c:pt idx="127">
                  <c:v>83.288703909185259</c:v>
                </c:pt>
                <c:pt idx="128">
                  <c:v>84.609269248645859</c:v>
                </c:pt>
                <c:pt idx="129">
                  <c:v>86.133656199057356</c:v>
                </c:pt>
                <c:pt idx="130">
                  <c:v>87.696425696476666</c:v>
                </c:pt>
                <c:pt idx="131">
                  <c:v>89.202102505979312</c:v>
                </c:pt>
                <c:pt idx="132">
                  <c:v>89.978020329271018</c:v>
                </c:pt>
                <c:pt idx="133">
                  <c:v>91.309621205298114</c:v>
                </c:pt>
                <c:pt idx="134">
                  <c:v>92.562952534647422</c:v>
                </c:pt>
                <c:pt idx="135">
                  <c:v>93.798351923382967</c:v>
                </c:pt>
                <c:pt idx="136">
                  <c:v>94.59380761991774</c:v>
                </c:pt>
                <c:pt idx="137">
                  <c:v>95.398618790033524</c:v>
                </c:pt>
                <c:pt idx="138">
                  <c:v>96.102072157183187</c:v>
                </c:pt>
                <c:pt idx="139">
                  <c:v>97.119383079400251</c:v>
                </c:pt>
                <c:pt idx="140">
                  <c:v>98.12924883605011</c:v>
                </c:pt>
                <c:pt idx="141">
                  <c:v>99.07124121742676</c:v>
                </c:pt>
                <c:pt idx="142">
                  <c:v>99.543252339392041</c:v>
                </c:pt>
                <c:pt idx="143">
                  <c:v>100</c:v>
                </c:pt>
                <c:pt idx="144">
                  <c:v>99.830335456368246</c:v>
                </c:pt>
                <c:pt idx="145">
                  <c:v>99.498769466145987</c:v>
                </c:pt>
                <c:pt idx="146">
                  <c:v>98.772917227857405</c:v>
                </c:pt>
                <c:pt idx="147">
                  <c:v>97.900399885428314</c:v>
                </c:pt>
                <c:pt idx="148">
                  <c:v>96.891503026076961</c:v>
                </c:pt>
                <c:pt idx="149">
                  <c:v>96.163865154522767</c:v>
                </c:pt>
                <c:pt idx="150">
                  <c:v>95.048576515398793</c:v>
                </c:pt>
                <c:pt idx="151">
                  <c:v>93.929936901822856</c:v>
                </c:pt>
                <c:pt idx="152">
                  <c:v>92.762182048322501</c:v>
                </c:pt>
                <c:pt idx="153">
                  <c:v>91.479856701047851</c:v>
                </c:pt>
                <c:pt idx="154">
                  <c:v>90.362062777054845</c:v>
                </c:pt>
                <c:pt idx="155">
                  <c:v>89.541331125505891</c:v>
                </c:pt>
                <c:pt idx="156">
                  <c:v>89.40055211670159</c:v>
                </c:pt>
                <c:pt idx="157">
                  <c:v>88.767749111573565</c:v>
                </c:pt>
                <c:pt idx="158">
                  <c:v>87.92528746155314</c:v>
                </c:pt>
                <c:pt idx="159">
                  <c:v>86.958502455456141</c:v>
                </c:pt>
                <c:pt idx="160">
                  <c:v>86.096418973414302</c:v>
                </c:pt>
                <c:pt idx="161">
                  <c:v>85.283864204484075</c:v>
                </c:pt>
                <c:pt idx="162">
                  <c:v>84.307715858886212</c:v>
                </c:pt>
                <c:pt idx="163">
                  <c:v>83.510315195305978</c:v>
                </c:pt>
                <c:pt idx="164">
                  <c:v>82.538041470470148</c:v>
                </c:pt>
                <c:pt idx="165">
                  <c:v>81.744602013878165</c:v>
                </c:pt>
                <c:pt idx="166">
                  <c:v>81.019219506105088</c:v>
                </c:pt>
                <c:pt idx="167">
                  <c:v>80.341774858316199</c:v>
                </c:pt>
                <c:pt idx="168">
                  <c:v>79.811727018401697</c:v>
                </c:pt>
                <c:pt idx="169">
                  <c:v>79.35355291397353</c:v>
                </c:pt>
                <c:pt idx="170">
                  <c:v>78.823263909059861</c:v>
                </c:pt>
                <c:pt idx="171">
                  <c:v>78.126821189780088</c:v>
                </c:pt>
                <c:pt idx="172">
                  <c:v>77.390524566494179</c:v>
                </c:pt>
                <c:pt idx="173">
                  <c:v>76.608582283270309</c:v>
                </c:pt>
                <c:pt idx="174">
                  <c:v>75.80134833655849</c:v>
                </c:pt>
                <c:pt idx="175">
                  <c:v>74.900632165848279</c:v>
                </c:pt>
                <c:pt idx="176">
                  <c:v>74.221896693670487</c:v>
                </c:pt>
                <c:pt idx="177">
                  <c:v>72.958829873132743</c:v>
                </c:pt>
                <c:pt idx="178">
                  <c:v>71.275616951795001</c:v>
                </c:pt>
                <c:pt idx="179">
                  <c:v>69.564840728477577</c:v>
                </c:pt>
                <c:pt idx="180">
                  <c:v>67.686614431267259</c:v>
                </c:pt>
                <c:pt idx="181">
                  <c:v>65.512305112893728</c:v>
                </c:pt>
                <c:pt idx="182">
                  <c:v>63.405492651616683</c:v>
                </c:pt>
                <c:pt idx="183">
                  <c:v>61.324245153166267</c:v>
                </c:pt>
                <c:pt idx="184">
                  <c:v>58.862807293168061</c:v>
                </c:pt>
                <c:pt idx="185">
                  <c:v>56.390069314942359</c:v>
                </c:pt>
                <c:pt idx="186">
                  <c:v>53.980740867056021</c:v>
                </c:pt>
                <c:pt idx="187">
                  <c:v>51.625412964455109</c:v>
                </c:pt>
                <c:pt idx="188">
                  <c:v>49.504785187149558</c:v>
                </c:pt>
                <c:pt idx="189">
                  <c:v>47.432151286685162</c:v>
                </c:pt>
                <c:pt idx="190">
                  <c:v>44.472532087946945</c:v>
                </c:pt>
                <c:pt idx="191">
                  <c:v>41.80221909257294</c:v>
                </c:pt>
                <c:pt idx="192">
                  <c:v>38.965986633352827</c:v>
                </c:pt>
                <c:pt idx="193">
                  <c:v>36.596051974890528</c:v>
                </c:pt>
                <c:pt idx="194">
                  <c:v>34.555024879243632</c:v>
                </c:pt>
                <c:pt idx="195">
                  <c:v>32.917113169211753</c:v>
                </c:pt>
                <c:pt idx="196">
                  <c:v>30.721099993868741</c:v>
                </c:pt>
                <c:pt idx="197">
                  <c:v>28.185887818434203</c:v>
                </c:pt>
                <c:pt idx="198">
                  <c:v>25.733686519351394</c:v>
                </c:pt>
                <c:pt idx="199">
                  <c:v>23.618203142141876</c:v>
                </c:pt>
                <c:pt idx="200">
                  <c:v>21.247346764179458</c:v>
                </c:pt>
                <c:pt idx="201">
                  <c:v>19.657552413129167</c:v>
                </c:pt>
                <c:pt idx="202">
                  <c:v>18.346498438451079</c:v>
                </c:pt>
                <c:pt idx="203">
                  <c:v>16.891517641422304</c:v>
                </c:pt>
                <c:pt idx="204">
                  <c:v>15.295028933798822</c:v>
                </c:pt>
                <c:pt idx="205">
                  <c:v>14.387222406007799</c:v>
                </c:pt>
                <c:pt idx="206">
                  <c:v>13.395874910487715</c:v>
                </c:pt>
                <c:pt idx="207">
                  <c:v>12.378205643088327</c:v>
                </c:pt>
                <c:pt idx="208">
                  <c:v>11.397213653026315</c:v>
                </c:pt>
                <c:pt idx="209">
                  <c:v>10.200509480638051</c:v>
                </c:pt>
                <c:pt idx="210">
                  <c:v>9.0314522793727683</c:v>
                </c:pt>
                <c:pt idx="211">
                  <c:v>7.4910639398500543</c:v>
                </c:pt>
                <c:pt idx="212">
                  <c:v>5.8826185734526408</c:v>
                </c:pt>
                <c:pt idx="213">
                  <c:v>4.4152615313659096</c:v>
                </c:pt>
                <c:pt idx="214">
                  <c:v>3.944834129131007</c:v>
                </c:pt>
                <c:pt idx="215">
                  <c:v>3.3719438687540051</c:v>
                </c:pt>
                <c:pt idx="216">
                  <c:v>2.8580241052647715</c:v>
                </c:pt>
                <c:pt idx="217">
                  <c:v>2.2851571060804852</c:v>
                </c:pt>
                <c:pt idx="218">
                  <c:v>1.6997924432026277</c:v>
                </c:pt>
                <c:pt idx="219">
                  <c:v>0.83588351889363999</c:v>
                </c:pt>
                <c:pt idx="220">
                  <c:v>0.62905825229761769</c:v>
                </c:pt>
                <c:pt idx="221">
                  <c:v>0.84596969174266767</c:v>
                </c:pt>
                <c:pt idx="222">
                  <c:v>1.1150290797913471</c:v>
                </c:pt>
                <c:pt idx="223">
                  <c:v>1.2023969062305291</c:v>
                </c:pt>
                <c:pt idx="224">
                  <c:v>1.3203338976426355</c:v>
                </c:pt>
                <c:pt idx="225">
                  <c:v>1.4848770762253607</c:v>
                </c:pt>
                <c:pt idx="226">
                  <c:v>1.5195028724439175</c:v>
                </c:pt>
                <c:pt idx="227">
                  <c:v>1.3752715382214658</c:v>
                </c:pt>
                <c:pt idx="228">
                  <c:v>1.6642025520148769</c:v>
                </c:pt>
                <c:pt idx="229">
                  <c:v>1.9125254610125917</c:v>
                </c:pt>
                <c:pt idx="230">
                  <c:v>2.1526903880985997</c:v>
                </c:pt>
                <c:pt idx="231">
                  <c:v>2.4744432912489014</c:v>
                </c:pt>
                <c:pt idx="232">
                  <c:v>2.7665777460953773</c:v>
                </c:pt>
                <c:pt idx="233">
                  <c:v>3.1762840014975153</c:v>
                </c:pt>
                <c:pt idx="234">
                  <c:v>3.4042134502967709</c:v>
                </c:pt>
                <c:pt idx="235">
                  <c:v>3.7140620090451826</c:v>
                </c:pt>
                <c:pt idx="236">
                  <c:v>4.011848978774454</c:v>
                </c:pt>
                <c:pt idx="237">
                  <c:v>4.1983783724546333</c:v>
                </c:pt>
                <c:pt idx="238">
                  <c:v>4.2203361885306929</c:v>
                </c:pt>
                <c:pt idx="239">
                  <c:v>4.1032338094556415</c:v>
                </c:pt>
                <c:pt idx="240">
                  <c:v>4.105920959775208</c:v>
                </c:pt>
                <c:pt idx="241">
                  <c:v>4.0226880058233929</c:v>
                </c:pt>
                <c:pt idx="242">
                  <c:v>3.7964488953804132</c:v>
                </c:pt>
                <c:pt idx="243">
                  <c:v>3.6383497784805354</c:v>
                </c:pt>
                <c:pt idx="244">
                  <c:v>3.5034404170245725</c:v>
                </c:pt>
                <c:pt idx="245">
                  <c:v>3.3709135197091387</c:v>
                </c:pt>
                <c:pt idx="246">
                  <c:v>3.1419932094204377</c:v>
                </c:pt>
                <c:pt idx="247">
                  <c:v>2.9735533258870661</c:v>
                </c:pt>
                <c:pt idx="248">
                  <c:v>2.6513320831483926</c:v>
                </c:pt>
                <c:pt idx="249">
                  <c:v>2.2548756770146805</c:v>
                </c:pt>
                <c:pt idx="250">
                  <c:v>1.8930755207959018</c:v>
                </c:pt>
                <c:pt idx="251">
                  <c:v>1.528424929924276</c:v>
                </c:pt>
                <c:pt idx="252">
                  <c:v>1.2277136535413293</c:v>
                </c:pt>
                <c:pt idx="253">
                  <c:v>0.83829248961849212</c:v>
                </c:pt>
                <c:pt idx="254">
                  <c:v>0.42257563091262329</c:v>
                </c:pt>
                <c:pt idx="255">
                  <c:v>0.22686229149641665</c:v>
                </c:pt>
                <c:pt idx="256">
                  <c:v>9.0886328978162734E-2</c:v>
                </c:pt>
                <c:pt idx="257">
                  <c:v>0</c:v>
                </c:pt>
                <c:pt idx="258">
                  <c:v>4.1528759048230168E-2</c:v>
                </c:pt>
                <c:pt idx="259">
                  <c:v>0.20526484284844124</c:v>
                </c:pt>
                <c:pt idx="260">
                  <c:v>0.398944993671073</c:v>
                </c:pt>
                <c:pt idx="261">
                  <c:v>0.65217057152232405</c:v>
                </c:pt>
                <c:pt idx="262">
                  <c:v>0.98374023050507264</c:v>
                </c:pt>
                <c:pt idx="263">
                  <c:v>1.691882067715073</c:v>
                </c:pt>
                <c:pt idx="264">
                  <c:v>2.2486338437682605</c:v>
                </c:pt>
                <c:pt idx="265">
                  <c:v>3.0052616245379715</c:v>
                </c:pt>
                <c:pt idx="266">
                  <c:v>3.7777436326833058</c:v>
                </c:pt>
                <c:pt idx="267">
                  <c:v>4.5949855986160166</c:v>
                </c:pt>
                <c:pt idx="268">
                  <c:v>5.3018500122935075</c:v>
                </c:pt>
                <c:pt idx="269">
                  <c:v>#N/A</c:v>
                </c:pt>
              </c:numCache>
            </c:numRef>
          </c:val>
          <c:smooth val="0"/>
        </c:ser>
        <c:ser>
          <c:idx val="3"/>
          <c:order val="3"/>
          <c:tx>
            <c:strRef>
              <c:f>Sheet1!$E$1</c:f>
              <c:strCache>
                <c:ptCount val="1"/>
                <c:pt idx="0">
                  <c:v>Cello CAI</c:v>
                </c:pt>
              </c:strCache>
            </c:strRef>
          </c:tx>
          <c:spPr>
            <a:ln>
              <a:solidFill>
                <a:schemeClr val="bg2">
                  <a:lumMod val="50000"/>
                </a:schemeClr>
              </a:solidFill>
            </a:ln>
          </c:spPr>
          <c:marker>
            <c:symbol val="none"/>
          </c:marker>
          <c:cat>
            <c:numRef>
              <c:f>Sheet1!$A$2:$A$271</c:f>
              <c:numCache>
                <c:formatCode>m/d/yyyy</c:formatCode>
                <c:ptCount val="270"/>
                <c:pt idx="0">
                  <c:v>34335</c:v>
                </c:pt>
                <c:pt idx="1">
                  <c:v>34366</c:v>
                </c:pt>
                <c:pt idx="2">
                  <c:v>34394</c:v>
                </c:pt>
                <c:pt idx="3">
                  <c:v>34425</c:v>
                </c:pt>
                <c:pt idx="4">
                  <c:v>34455</c:v>
                </c:pt>
                <c:pt idx="5">
                  <c:v>34486</c:v>
                </c:pt>
                <c:pt idx="6">
                  <c:v>34516</c:v>
                </c:pt>
                <c:pt idx="7">
                  <c:v>34547</c:v>
                </c:pt>
                <c:pt idx="8">
                  <c:v>34578</c:v>
                </c:pt>
                <c:pt idx="9">
                  <c:v>34608</c:v>
                </c:pt>
                <c:pt idx="10">
                  <c:v>34639</c:v>
                </c:pt>
                <c:pt idx="11">
                  <c:v>34669</c:v>
                </c:pt>
                <c:pt idx="12">
                  <c:v>34700</c:v>
                </c:pt>
                <c:pt idx="13">
                  <c:v>34731</c:v>
                </c:pt>
                <c:pt idx="14">
                  <c:v>34759</c:v>
                </c:pt>
                <c:pt idx="15">
                  <c:v>34790</c:v>
                </c:pt>
                <c:pt idx="16">
                  <c:v>34820</c:v>
                </c:pt>
                <c:pt idx="17">
                  <c:v>34851</c:v>
                </c:pt>
                <c:pt idx="18">
                  <c:v>34881</c:v>
                </c:pt>
                <c:pt idx="19">
                  <c:v>34912</c:v>
                </c:pt>
                <c:pt idx="20">
                  <c:v>34943</c:v>
                </c:pt>
                <c:pt idx="21">
                  <c:v>34973</c:v>
                </c:pt>
                <c:pt idx="22">
                  <c:v>35004</c:v>
                </c:pt>
                <c:pt idx="23">
                  <c:v>35034</c:v>
                </c:pt>
                <c:pt idx="24">
                  <c:v>35065</c:v>
                </c:pt>
                <c:pt idx="25">
                  <c:v>35096</c:v>
                </c:pt>
                <c:pt idx="26">
                  <c:v>35125</c:v>
                </c:pt>
                <c:pt idx="27">
                  <c:v>35156</c:v>
                </c:pt>
                <c:pt idx="28">
                  <c:v>35186</c:v>
                </c:pt>
                <c:pt idx="29">
                  <c:v>35217</c:v>
                </c:pt>
                <c:pt idx="30">
                  <c:v>35247</c:v>
                </c:pt>
                <c:pt idx="31">
                  <c:v>35278</c:v>
                </c:pt>
                <c:pt idx="32">
                  <c:v>35309</c:v>
                </c:pt>
                <c:pt idx="33">
                  <c:v>35339</c:v>
                </c:pt>
                <c:pt idx="34">
                  <c:v>35370</c:v>
                </c:pt>
                <c:pt idx="35">
                  <c:v>35400</c:v>
                </c:pt>
                <c:pt idx="36">
                  <c:v>35431</c:v>
                </c:pt>
                <c:pt idx="37">
                  <c:v>35462</c:v>
                </c:pt>
                <c:pt idx="38">
                  <c:v>35490</c:v>
                </c:pt>
                <c:pt idx="39">
                  <c:v>35521</c:v>
                </c:pt>
                <c:pt idx="40">
                  <c:v>35551</c:v>
                </c:pt>
                <c:pt idx="41">
                  <c:v>35582</c:v>
                </c:pt>
                <c:pt idx="42">
                  <c:v>35612</c:v>
                </c:pt>
                <c:pt idx="43">
                  <c:v>35643</c:v>
                </c:pt>
                <c:pt idx="44">
                  <c:v>35674</c:v>
                </c:pt>
                <c:pt idx="45">
                  <c:v>35704</c:v>
                </c:pt>
                <c:pt idx="46">
                  <c:v>35735</c:v>
                </c:pt>
                <c:pt idx="47">
                  <c:v>35765</c:v>
                </c:pt>
                <c:pt idx="48">
                  <c:v>35796</c:v>
                </c:pt>
                <c:pt idx="49">
                  <c:v>35827</c:v>
                </c:pt>
                <c:pt idx="50">
                  <c:v>35855</c:v>
                </c:pt>
                <c:pt idx="51">
                  <c:v>35886</c:v>
                </c:pt>
                <c:pt idx="52">
                  <c:v>35916</c:v>
                </c:pt>
                <c:pt idx="53">
                  <c:v>35947</c:v>
                </c:pt>
                <c:pt idx="54">
                  <c:v>35977</c:v>
                </c:pt>
                <c:pt idx="55">
                  <c:v>36008</c:v>
                </c:pt>
                <c:pt idx="56">
                  <c:v>36039</c:v>
                </c:pt>
                <c:pt idx="57">
                  <c:v>36069</c:v>
                </c:pt>
                <c:pt idx="58">
                  <c:v>36100</c:v>
                </c:pt>
                <c:pt idx="59">
                  <c:v>36130</c:v>
                </c:pt>
                <c:pt idx="60">
                  <c:v>36161</c:v>
                </c:pt>
                <c:pt idx="61">
                  <c:v>36192</c:v>
                </c:pt>
                <c:pt idx="62">
                  <c:v>36220</c:v>
                </c:pt>
                <c:pt idx="63">
                  <c:v>36251</c:v>
                </c:pt>
                <c:pt idx="64">
                  <c:v>36281</c:v>
                </c:pt>
                <c:pt idx="65">
                  <c:v>36312</c:v>
                </c:pt>
                <c:pt idx="66">
                  <c:v>36342</c:v>
                </c:pt>
                <c:pt idx="67">
                  <c:v>36373</c:v>
                </c:pt>
                <c:pt idx="68">
                  <c:v>36404</c:v>
                </c:pt>
                <c:pt idx="69">
                  <c:v>36434</c:v>
                </c:pt>
                <c:pt idx="70">
                  <c:v>36465</c:v>
                </c:pt>
                <c:pt idx="71">
                  <c:v>36495</c:v>
                </c:pt>
                <c:pt idx="72">
                  <c:v>36526</c:v>
                </c:pt>
                <c:pt idx="73">
                  <c:v>36557</c:v>
                </c:pt>
                <c:pt idx="74">
                  <c:v>36586</c:v>
                </c:pt>
                <c:pt idx="75">
                  <c:v>36617</c:v>
                </c:pt>
                <c:pt idx="76">
                  <c:v>36647</c:v>
                </c:pt>
                <c:pt idx="77">
                  <c:v>36678</c:v>
                </c:pt>
                <c:pt idx="78">
                  <c:v>36708</c:v>
                </c:pt>
                <c:pt idx="79">
                  <c:v>36739</c:v>
                </c:pt>
                <c:pt idx="80">
                  <c:v>36770</c:v>
                </c:pt>
                <c:pt idx="81">
                  <c:v>36800</c:v>
                </c:pt>
                <c:pt idx="82">
                  <c:v>36831</c:v>
                </c:pt>
                <c:pt idx="83">
                  <c:v>36861</c:v>
                </c:pt>
                <c:pt idx="84">
                  <c:v>36892</c:v>
                </c:pt>
                <c:pt idx="85">
                  <c:v>36923</c:v>
                </c:pt>
                <c:pt idx="86">
                  <c:v>36951</c:v>
                </c:pt>
                <c:pt idx="87">
                  <c:v>36982</c:v>
                </c:pt>
                <c:pt idx="88">
                  <c:v>37012</c:v>
                </c:pt>
                <c:pt idx="89">
                  <c:v>37043</c:v>
                </c:pt>
                <c:pt idx="90">
                  <c:v>37073</c:v>
                </c:pt>
                <c:pt idx="91">
                  <c:v>37104</c:v>
                </c:pt>
                <c:pt idx="92">
                  <c:v>37135</c:v>
                </c:pt>
                <c:pt idx="93">
                  <c:v>37165</c:v>
                </c:pt>
                <c:pt idx="94">
                  <c:v>37196</c:v>
                </c:pt>
                <c:pt idx="95">
                  <c:v>37226</c:v>
                </c:pt>
                <c:pt idx="96">
                  <c:v>37257</c:v>
                </c:pt>
                <c:pt idx="97">
                  <c:v>37288</c:v>
                </c:pt>
                <c:pt idx="98">
                  <c:v>37316</c:v>
                </c:pt>
                <c:pt idx="99">
                  <c:v>37347</c:v>
                </c:pt>
                <c:pt idx="100">
                  <c:v>37377</c:v>
                </c:pt>
                <c:pt idx="101">
                  <c:v>37408</c:v>
                </c:pt>
                <c:pt idx="102">
                  <c:v>37438</c:v>
                </c:pt>
                <c:pt idx="103">
                  <c:v>37469</c:v>
                </c:pt>
                <c:pt idx="104">
                  <c:v>37500</c:v>
                </c:pt>
                <c:pt idx="105">
                  <c:v>37530</c:v>
                </c:pt>
                <c:pt idx="106">
                  <c:v>37561</c:v>
                </c:pt>
                <c:pt idx="107">
                  <c:v>37591</c:v>
                </c:pt>
                <c:pt idx="108">
                  <c:v>37622</c:v>
                </c:pt>
                <c:pt idx="109">
                  <c:v>37653</c:v>
                </c:pt>
                <c:pt idx="110">
                  <c:v>37681</c:v>
                </c:pt>
                <c:pt idx="111">
                  <c:v>37712</c:v>
                </c:pt>
                <c:pt idx="112">
                  <c:v>37742</c:v>
                </c:pt>
                <c:pt idx="113">
                  <c:v>37773</c:v>
                </c:pt>
                <c:pt idx="114">
                  <c:v>37803</c:v>
                </c:pt>
                <c:pt idx="115">
                  <c:v>37834</c:v>
                </c:pt>
                <c:pt idx="116">
                  <c:v>37865</c:v>
                </c:pt>
                <c:pt idx="117">
                  <c:v>37895</c:v>
                </c:pt>
                <c:pt idx="118">
                  <c:v>37926</c:v>
                </c:pt>
                <c:pt idx="119">
                  <c:v>37956</c:v>
                </c:pt>
                <c:pt idx="120">
                  <c:v>37987</c:v>
                </c:pt>
                <c:pt idx="121">
                  <c:v>38018</c:v>
                </c:pt>
                <c:pt idx="122">
                  <c:v>38047</c:v>
                </c:pt>
                <c:pt idx="123">
                  <c:v>38078</c:v>
                </c:pt>
                <c:pt idx="124">
                  <c:v>38108</c:v>
                </c:pt>
                <c:pt idx="125">
                  <c:v>38139</c:v>
                </c:pt>
                <c:pt idx="126">
                  <c:v>38169</c:v>
                </c:pt>
                <c:pt idx="127">
                  <c:v>38200</c:v>
                </c:pt>
                <c:pt idx="128">
                  <c:v>38231</c:v>
                </c:pt>
                <c:pt idx="129">
                  <c:v>38261</c:v>
                </c:pt>
                <c:pt idx="130">
                  <c:v>38292</c:v>
                </c:pt>
                <c:pt idx="131">
                  <c:v>38322</c:v>
                </c:pt>
                <c:pt idx="132">
                  <c:v>38353</c:v>
                </c:pt>
                <c:pt idx="133">
                  <c:v>38384</c:v>
                </c:pt>
                <c:pt idx="134">
                  <c:v>38412</c:v>
                </c:pt>
                <c:pt idx="135">
                  <c:v>38443</c:v>
                </c:pt>
                <c:pt idx="136">
                  <c:v>38473</c:v>
                </c:pt>
                <c:pt idx="137">
                  <c:v>38504</c:v>
                </c:pt>
                <c:pt idx="138">
                  <c:v>38534</c:v>
                </c:pt>
                <c:pt idx="139">
                  <c:v>38565</c:v>
                </c:pt>
                <c:pt idx="140">
                  <c:v>38596</c:v>
                </c:pt>
                <c:pt idx="141">
                  <c:v>38626</c:v>
                </c:pt>
                <c:pt idx="142">
                  <c:v>38657</c:v>
                </c:pt>
                <c:pt idx="143">
                  <c:v>38687</c:v>
                </c:pt>
                <c:pt idx="144">
                  <c:v>38718</c:v>
                </c:pt>
                <c:pt idx="145">
                  <c:v>38749</c:v>
                </c:pt>
                <c:pt idx="146">
                  <c:v>38777</c:v>
                </c:pt>
                <c:pt idx="147">
                  <c:v>38808</c:v>
                </c:pt>
                <c:pt idx="148">
                  <c:v>38838</c:v>
                </c:pt>
                <c:pt idx="149">
                  <c:v>38869</c:v>
                </c:pt>
                <c:pt idx="150">
                  <c:v>38899</c:v>
                </c:pt>
                <c:pt idx="151">
                  <c:v>38930</c:v>
                </c:pt>
                <c:pt idx="152">
                  <c:v>38961</c:v>
                </c:pt>
                <c:pt idx="153">
                  <c:v>38991</c:v>
                </c:pt>
                <c:pt idx="154">
                  <c:v>39022</c:v>
                </c:pt>
                <c:pt idx="155">
                  <c:v>39052</c:v>
                </c:pt>
                <c:pt idx="156">
                  <c:v>39083</c:v>
                </c:pt>
                <c:pt idx="157">
                  <c:v>39114</c:v>
                </c:pt>
                <c:pt idx="158">
                  <c:v>39142</c:v>
                </c:pt>
                <c:pt idx="159">
                  <c:v>39173</c:v>
                </c:pt>
                <c:pt idx="160">
                  <c:v>39203</c:v>
                </c:pt>
                <c:pt idx="161">
                  <c:v>39234</c:v>
                </c:pt>
                <c:pt idx="162">
                  <c:v>39264</c:v>
                </c:pt>
                <c:pt idx="163">
                  <c:v>39295</c:v>
                </c:pt>
                <c:pt idx="164">
                  <c:v>39326</c:v>
                </c:pt>
                <c:pt idx="165">
                  <c:v>39356</c:v>
                </c:pt>
                <c:pt idx="166">
                  <c:v>39387</c:v>
                </c:pt>
                <c:pt idx="167">
                  <c:v>39417</c:v>
                </c:pt>
                <c:pt idx="168">
                  <c:v>39448</c:v>
                </c:pt>
                <c:pt idx="169">
                  <c:v>39479</c:v>
                </c:pt>
                <c:pt idx="170">
                  <c:v>39508</c:v>
                </c:pt>
                <c:pt idx="171">
                  <c:v>39539</c:v>
                </c:pt>
                <c:pt idx="172">
                  <c:v>39569</c:v>
                </c:pt>
                <c:pt idx="173">
                  <c:v>39600</c:v>
                </c:pt>
                <c:pt idx="174">
                  <c:v>39630</c:v>
                </c:pt>
                <c:pt idx="175">
                  <c:v>39661</c:v>
                </c:pt>
                <c:pt idx="176">
                  <c:v>39692</c:v>
                </c:pt>
                <c:pt idx="177">
                  <c:v>39722</c:v>
                </c:pt>
                <c:pt idx="178">
                  <c:v>39753</c:v>
                </c:pt>
                <c:pt idx="179">
                  <c:v>39783</c:v>
                </c:pt>
                <c:pt idx="180">
                  <c:v>39814</c:v>
                </c:pt>
                <c:pt idx="181">
                  <c:v>39845</c:v>
                </c:pt>
                <c:pt idx="182">
                  <c:v>39873</c:v>
                </c:pt>
                <c:pt idx="183">
                  <c:v>39904</c:v>
                </c:pt>
                <c:pt idx="184">
                  <c:v>39934</c:v>
                </c:pt>
                <c:pt idx="185">
                  <c:v>39965</c:v>
                </c:pt>
                <c:pt idx="186">
                  <c:v>39995</c:v>
                </c:pt>
                <c:pt idx="187">
                  <c:v>40026</c:v>
                </c:pt>
                <c:pt idx="188">
                  <c:v>40057</c:v>
                </c:pt>
                <c:pt idx="189">
                  <c:v>40087</c:v>
                </c:pt>
                <c:pt idx="190">
                  <c:v>40118</c:v>
                </c:pt>
                <c:pt idx="191">
                  <c:v>40148</c:v>
                </c:pt>
                <c:pt idx="192">
                  <c:v>40179</c:v>
                </c:pt>
                <c:pt idx="193">
                  <c:v>40210</c:v>
                </c:pt>
                <c:pt idx="194">
                  <c:v>40238</c:v>
                </c:pt>
                <c:pt idx="195">
                  <c:v>40269</c:v>
                </c:pt>
                <c:pt idx="196">
                  <c:v>40299</c:v>
                </c:pt>
                <c:pt idx="197">
                  <c:v>40330</c:v>
                </c:pt>
                <c:pt idx="198">
                  <c:v>40360</c:v>
                </c:pt>
                <c:pt idx="199">
                  <c:v>40391</c:v>
                </c:pt>
                <c:pt idx="200">
                  <c:v>40422</c:v>
                </c:pt>
                <c:pt idx="201">
                  <c:v>40452</c:v>
                </c:pt>
                <c:pt idx="202">
                  <c:v>40483</c:v>
                </c:pt>
                <c:pt idx="203">
                  <c:v>40513</c:v>
                </c:pt>
                <c:pt idx="204">
                  <c:v>40544</c:v>
                </c:pt>
                <c:pt idx="205">
                  <c:v>40575</c:v>
                </c:pt>
                <c:pt idx="206">
                  <c:v>40603</c:v>
                </c:pt>
                <c:pt idx="207">
                  <c:v>40634</c:v>
                </c:pt>
                <c:pt idx="208">
                  <c:v>40664</c:v>
                </c:pt>
                <c:pt idx="209">
                  <c:v>40695</c:v>
                </c:pt>
                <c:pt idx="210">
                  <c:v>40725</c:v>
                </c:pt>
                <c:pt idx="211">
                  <c:v>40756</c:v>
                </c:pt>
                <c:pt idx="212">
                  <c:v>40787</c:v>
                </c:pt>
                <c:pt idx="213">
                  <c:v>40817</c:v>
                </c:pt>
                <c:pt idx="214">
                  <c:v>40848</c:v>
                </c:pt>
                <c:pt idx="215">
                  <c:v>40878</c:v>
                </c:pt>
                <c:pt idx="216">
                  <c:v>40909</c:v>
                </c:pt>
                <c:pt idx="217">
                  <c:v>40940</c:v>
                </c:pt>
                <c:pt idx="218">
                  <c:v>40969</c:v>
                </c:pt>
                <c:pt idx="219">
                  <c:v>41000</c:v>
                </c:pt>
                <c:pt idx="220">
                  <c:v>41030</c:v>
                </c:pt>
                <c:pt idx="221">
                  <c:v>41061</c:v>
                </c:pt>
                <c:pt idx="222">
                  <c:v>41091</c:v>
                </c:pt>
                <c:pt idx="223">
                  <c:v>41122</c:v>
                </c:pt>
                <c:pt idx="224">
                  <c:v>41153</c:v>
                </c:pt>
                <c:pt idx="225">
                  <c:v>41183</c:v>
                </c:pt>
                <c:pt idx="226">
                  <c:v>41214</c:v>
                </c:pt>
                <c:pt idx="227">
                  <c:v>41244</c:v>
                </c:pt>
                <c:pt idx="228">
                  <c:v>41275</c:v>
                </c:pt>
                <c:pt idx="229">
                  <c:v>41306</c:v>
                </c:pt>
                <c:pt idx="230">
                  <c:v>41334</c:v>
                </c:pt>
                <c:pt idx="231">
                  <c:v>41365</c:v>
                </c:pt>
                <c:pt idx="232">
                  <c:v>41395</c:v>
                </c:pt>
                <c:pt idx="233">
                  <c:v>41426</c:v>
                </c:pt>
                <c:pt idx="234">
                  <c:v>41456</c:v>
                </c:pt>
                <c:pt idx="235">
                  <c:v>41487</c:v>
                </c:pt>
                <c:pt idx="236">
                  <c:v>41518</c:v>
                </c:pt>
                <c:pt idx="237">
                  <c:v>41548</c:v>
                </c:pt>
                <c:pt idx="238">
                  <c:v>41579</c:v>
                </c:pt>
                <c:pt idx="239">
                  <c:v>41609</c:v>
                </c:pt>
                <c:pt idx="240">
                  <c:v>41640</c:v>
                </c:pt>
                <c:pt idx="241">
                  <c:v>41671</c:v>
                </c:pt>
                <c:pt idx="242">
                  <c:v>41699</c:v>
                </c:pt>
                <c:pt idx="243">
                  <c:v>41730</c:v>
                </c:pt>
                <c:pt idx="244">
                  <c:v>41760</c:v>
                </c:pt>
                <c:pt idx="245">
                  <c:v>41791</c:v>
                </c:pt>
                <c:pt idx="246">
                  <c:v>41821</c:v>
                </c:pt>
                <c:pt idx="247">
                  <c:v>41852</c:v>
                </c:pt>
                <c:pt idx="248">
                  <c:v>41883</c:v>
                </c:pt>
                <c:pt idx="249">
                  <c:v>41913</c:v>
                </c:pt>
                <c:pt idx="250">
                  <c:v>41944</c:v>
                </c:pt>
                <c:pt idx="251">
                  <c:v>41974</c:v>
                </c:pt>
                <c:pt idx="252">
                  <c:v>42005</c:v>
                </c:pt>
                <c:pt idx="253">
                  <c:v>42036</c:v>
                </c:pt>
                <c:pt idx="254">
                  <c:v>42064</c:v>
                </c:pt>
                <c:pt idx="255">
                  <c:v>42095</c:v>
                </c:pt>
                <c:pt idx="256">
                  <c:v>42125</c:v>
                </c:pt>
                <c:pt idx="257">
                  <c:v>42156</c:v>
                </c:pt>
                <c:pt idx="258">
                  <c:v>42186</c:v>
                </c:pt>
                <c:pt idx="259">
                  <c:v>42217</c:v>
                </c:pt>
                <c:pt idx="260">
                  <c:v>42248</c:v>
                </c:pt>
                <c:pt idx="261">
                  <c:v>42278</c:v>
                </c:pt>
                <c:pt idx="262">
                  <c:v>42309</c:v>
                </c:pt>
                <c:pt idx="263">
                  <c:v>42339</c:v>
                </c:pt>
                <c:pt idx="264">
                  <c:v>42370</c:v>
                </c:pt>
                <c:pt idx="265">
                  <c:v>42401</c:v>
                </c:pt>
                <c:pt idx="266">
                  <c:v>42430</c:v>
                </c:pt>
                <c:pt idx="267">
                  <c:v>42461</c:v>
                </c:pt>
                <c:pt idx="268">
                  <c:v>42491</c:v>
                </c:pt>
                <c:pt idx="269">
                  <c:v>42522</c:v>
                </c:pt>
              </c:numCache>
            </c:numRef>
          </c:cat>
          <c:val>
            <c:numRef>
              <c:f>Sheet1!$E$2:$E$271</c:f>
              <c:numCache>
                <c:formatCode>0.00</c:formatCode>
                <c:ptCount val="27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32.255883907725668</c:v>
                </c:pt>
                <c:pt idx="113">
                  <c:v>29.721506647115714</c:v>
                </c:pt>
                <c:pt idx="114">
                  <c:v>30.716856440674444</c:v>
                </c:pt>
                <c:pt idx="115">
                  <c:v>31.041288278385014</c:v>
                </c:pt>
                <c:pt idx="116">
                  <c:v>28.061175631347989</c:v>
                </c:pt>
                <c:pt idx="117">
                  <c:v>25.148703556478786</c:v>
                </c:pt>
                <c:pt idx="118">
                  <c:v>25.674880954635924</c:v>
                </c:pt>
                <c:pt idx="119">
                  <c:v>26.354018178667303</c:v>
                </c:pt>
                <c:pt idx="120">
                  <c:v>32.325551227757757</c:v>
                </c:pt>
                <c:pt idx="121">
                  <c:v>36.921368831113341</c:v>
                </c:pt>
                <c:pt idx="122">
                  <c:v>40.887271993770852</c:v>
                </c:pt>
                <c:pt idx="123">
                  <c:v>44.583210329399392</c:v>
                </c:pt>
                <c:pt idx="124">
                  <c:v>48.164013581574864</c:v>
                </c:pt>
                <c:pt idx="125">
                  <c:v>49.617487588808004</c:v>
                </c:pt>
                <c:pt idx="126">
                  <c:v>50.352795796965403</c:v>
                </c:pt>
                <c:pt idx="127">
                  <c:v>52.117478543536762</c:v>
                </c:pt>
                <c:pt idx="128">
                  <c:v>54.331972412776594</c:v>
                </c:pt>
                <c:pt idx="129">
                  <c:v>56.046842760675183</c:v>
                </c:pt>
                <c:pt idx="130">
                  <c:v>57.777017142353223</c:v>
                </c:pt>
                <c:pt idx="131">
                  <c:v>59.010785971165582</c:v>
                </c:pt>
                <c:pt idx="132">
                  <c:v>60.891482139751552</c:v>
                </c:pt>
                <c:pt idx="133">
                  <c:v>62.417542571424399</c:v>
                </c:pt>
                <c:pt idx="134">
                  <c:v>63.813726107912238</c:v>
                </c:pt>
                <c:pt idx="135">
                  <c:v>65.12367484772534</c:v>
                </c:pt>
                <c:pt idx="136">
                  <c:v>67.066662393776937</c:v>
                </c:pt>
                <c:pt idx="137">
                  <c:v>69.819880492340729</c:v>
                </c:pt>
                <c:pt idx="138">
                  <c:v>72.464603620974472</c:v>
                </c:pt>
                <c:pt idx="139">
                  <c:v>75.30708494222938</c:v>
                </c:pt>
                <c:pt idx="140">
                  <c:v>78.150800558440707</c:v>
                </c:pt>
                <c:pt idx="141">
                  <c:v>81.531766613770202</c:v>
                </c:pt>
                <c:pt idx="142">
                  <c:v>84.259364430332482</c:v>
                </c:pt>
                <c:pt idx="143">
                  <c:v>86.324275535440165</c:v>
                </c:pt>
                <c:pt idx="144">
                  <c:v>86.800825044481044</c:v>
                </c:pt>
                <c:pt idx="145">
                  <c:v>87.566803951614972</c:v>
                </c:pt>
                <c:pt idx="146">
                  <c:v>88.470339519045169</c:v>
                </c:pt>
                <c:pt idx="147">
                  <c:v>89.037846538495401</c:v>
                </c:pt>
                <c:pt idx="148">
                  <c:v>89.399356906179278</c:v>
                </c:pt>
                <c:pt idx="149">
                  <c:v>90.461586788439419</c:v>
                </c:pt>
                <c:pt idx="150">
                  <c:v>92.251468256032155</c:v>
                </c:pt>
                <c:pt idx="151">
                  <c:v>93.460401472614436</c:v>
                </c:pt>
                <c:pt idx="152">
                  <c:v>94.821733877602668</c:v>
                </c:pt>
                <c:pt idx="153">
                  <c:v>96.778071458915022</c:v>
                </c:pt>
                <c:pt idx="154">
                  <c:v>98.050675092536906</c:v>
                </c:pt>
                <c:pt idx="155">
                  <c:v>100</c:v>
                </c:pt>
                <c:pt idx="156">
                  <c:v>98.830990897339959</c:v>
                </c:pt>
                <c:pt idx="157">
                  <c:v>97.740432882168776</c:v>
                </c:pt>
                <c:pt idx="158">
                  <c:v>96.477602825172255</c:v>
                </c:pt>
                <c:pt idx="159">
                  <c:v>95.599918353649826</c:v>
                </c:pt>
                <c:pt idx="160">
                  <c:v>95.416445687244646</c:v>
                </c:pt>
                <c:pt idx="161">
                  <c:v>94.714821690904998</c:v>
                </c:pt>
                <c:pt idx="162">
                  <c:v>94.100663320376128</c:v>
                </c:pt>
                <c:pt idx="163">
                  <c:v>92.605852300302217</c:v>
                </c:pt>
                <c:pt idx="164">
                  <c:v>92.309006502264722</c:v>
                </c:pt>
                <c:pt idx="165">
                  <c:v>92.387966278408072</c:v>
                </c:pt>
                <c:pt idx="166">
                  <c:v>92.290376817782004</c:v>
                </c:pt>
                <c:pt idx="167">
                  <c:v>92.596640316867479</c:v>
                </c:pt>
                <c:pt idx="168">
                  <c:v>91.411674774036229</c:v>
                </c:pt>
                <c:pt idx="169">
                  <c:v>89.845973386896475</c:v>
                </c:pt>
                <c:pt idx="170">
                  <c:v>88.403500268475995</c:v>
                </c:pt>
                <c:pt idx="171">
                  <c:v>86.357551455305455</c:v>
                </c:pt>
                <c:pt idx="172">
                  <c:v>84.226376896217985</c:v>
                </c:pt>
                <c:pt idx="173">
                  <c:v>81.897643571154759</c:v>
                </c:pt>
                <c:pt idx="174">
                  <c:v>78.91609233788553</c:v>
                </c:pt>
                <c:pt idx="175">
                  <c:v>75.550826746832143</c:v>
                </c:pt>
                <c:pt idx="176">
                  <c:v>71.61018668546555</c:v>
                </c:pt>
                <c:pt idx="177">
                  <c:v>67.303702050476005</c:v>
                </c:pt>
                <c:pt idx="178">
                  <c:v>64.028917078259383</c:v>
                </c:pt>
                <c:pt idx="179">
                  <c:v>59.667252699532902</c:v>
                </c:pt>
                <c:pt idx="180">
                  <c:v>57.971796776881099</c:v>
                </c:pt>
                <c:pt idx="181">
                  <c:v>56.596818607391377</c:v>
                </c:pt>
                <c:pt idx="182">
                  <c:v>54.780139459116725</c:v>
                </c:pt>
                <c:pt idx="183">
                  <c:v>52.315111031097075</c:v>
                </c:pt>
                <c:pt idx="184">
                  <c:v>49.996883645304209</c:v>
                </c:pt>
                <c:pt idx="185">
                  <c:v>47.280583442941463</c:v>
                </c:pt>
                <c:pt idx="186">
                  <c:v>44.228921573212382</c:v>
                </c:pt>
                <c:pt idx="187">
                  <c:v>41.646313254732611</c:v>
                </c:pt>
                <c:pt idx="188">
                  <c:v>38.881825293151905</c:v>
                </c:pt>
                <c:pt idx="189">
                  <c:v>35.513271095487745</c:v>
                </c:pt>
                <c:pt idx="190">
                  <c:v>32.313699011299654</c:v>
                </c:pt>
                <c:pt idx="191">
                  <c:v>29.169083718441101</c:v>
                </c:pt>
                <c:pt idx="192">
                  <c:v>26.922379664929952</c:v>
                </c:pt>
                <c:pt idx="193">
                  <c:v>24.546079301460129</c:v>
                </c:pt>
                <c:pt idx="194">
                  <c:v>21.726487440111896</c:v>
                </c:pt>
                <c:pt idx="195">
                  <c:v>19.694350565842132</c:v>
                </c:pt>
                <c:pt idx="196">
                  <c:v>17.700156926483494</c:v>
                </c:pt>
                <c:pt idx="197">
                  <c:v>16.082306067263239</c:v>
                </c:pt>
                <c:pt idx="198">
                  <c:v>14.899327939527579</c:v>
                </c:pt>
                <c:pt idx="199">
                  <c:v>13.987807680252171</c:v>
                </c:pt>
                <c:pt idx="200">
                  <c:v>12.939369913804475</c:v>
                </c:pt>
                <c:pt idx="201">
                  <c:v>11.788905422277688</c:v>
                </c:pt>
                <c:pt idx="202">
                  <c:v>10.085837478165331</c:v>
                </c:pt>
                <c:pt idx="203">
                  <c:v>9.1022322250759942</c:v>
                </c:pt>
                <c:pt idx="204">
                  <c:v>7.6923233661353843</c:v>
                </c:pt>
                <c:pt idx="205">
                  <c:v>5.8838981679744915</c:v>
                </c:pt>
                <c:pt idx="206">
                  <c:v>4.8674205593986297</c:v>
                </c:pt>
                <c:pt idx="207">
                  <c:v>4.0698959593967707</c:v>
                </c:pt>
                <c:pt idx="208">
                  <c:v>3.2766243796231507</c:v>
                </c:pt>
                <c:pt idx="209">
                  <c:v>2.7798764428380753</c:v>
                </c:pt>
                <c:pt idx="210">
                  <c:v>2.5542655331998434</c:v>
                </c:pt>
                <c:pt idx="211">
                  <c:v>2.5518332027030448</c:v>
                </c:pt>
                <c:pt idx="212">
                  <c:v>2.1383637372303532</c:v>
                </c:pt>
                <c:pt idx="213">
                  <c:v>1.8320243748420777</c:v>
                </c:pt>
                <c:pt idx="214">
                  <c:v>1.38073288322544</c:v>
                </c:pt>
                <c:pt idx="215">
                  <c:v>0.90039414386159333</c:v>
                </c:pt>
                <c:pt idx="216">
                  <c:v>0.53005456172918841</c:v>
                </c:pt>
                <c:pt idx="217">
                  <c:v>0.44840440867094039</c:v>
                </c:pt>
                <c:pt idx="218">
                  <c:v>0.44948164487347381</c:v>
                </c:pt>
                <c:pt idx="219">
                  <c:v>0.37313008393368707</c:v>
                </c:pt>
                <c:pt idx="220">
                  <c:v>0.24646377695480837</c:v>
                </c:pt>
                <c:pt idx="221">
                  <c:v>0.2646001711768014</c:v>
                </c:pt>
                <c:pt idx="222">
                  <c:v>0.15101420239425467</c:v>
                </c:pt>
                <c:pt idx="223">
                  <c:v>5.1286017198183091E-3</c:v>
                </c:pt>
                <c:pt idx="224">
                  <c:v>0</c:v>
                </c:pt>
                <c:pt idx="225">
                  <c:v>1.0985824997374364E-2</c:v>
                </c:pt>
                <c:pt idx="226">
                  <c:v>0.15843726462362034</c:v>
                </c:pt>
                <c:pt idx="227">
                  <c:v>0.27059386962954912</c:v>
                </c:pt>
                <c:pt idx="228">
                  <c:v>0.5364778569118398</c:v>
                </c:pt>
                <c:pt idx="229">
                  <c:v>0.96312629019253171</c:v>
                </c:pt>
                <c:pt idx="230">
                  <c:v>1.2290867733022615</c:v>
                </c:pt>
                <c:pt idx="231">
                  <c:v>1.5196741236248694</c:v>
                </c:pt>
                <c:pt idx="232">
                  <c:v>1.7155250234918162</c:v>
                </c:pt>
                <c:pt idx="233">
                  <c:v>2.0562964145531879</c:v>
                </c:pt>
                <c:pt idx="234">
                  <c:v>2.1126492029998936</c:v>
                </c:pt>
                <c:pt idx="235">
                  <c:v>1.9454916041578494</c:v>
                </c:pt>
                <c:pt idx="236">
                  <c:v>1.9885193806313868</c:v>
                </c:pt>
                <c:pt idx="237">
                  <c:v>2.0513973378057204</c:v>
                </c:pt>
                <c:pt idx="238">
                  <c:v>2.2889019054249666</c:v>
                </c:pt>
                <c:pt idx="239">
                  <c:v>2.895252324830949</c:v>
                </c:pt>
                <c:pt idx="240">
                  <c:v>3.4426851775851133</c:v>
                </c:pt>
                <c:pt idx="241">
                  <c:v>3.8736596144642523</c:v>
                </c:pt>
                <c:pt idx="242">
                  <c:v>4.4856400081238936</c:v>
                </c:pt>
                <c:pt idx="243">
                  <c:v>5.2438810102131521</c:v>
                </c:pt>
                <c:pt idx="244">
                  <c:v>6.0095656709717744</c:v>
                </c:pt>
                <c:pt idx="245">
                  <c:v>6.7436964055568902</c:v>
                </c:pt>
                <c:pt idx="246">
                  <c:v>7.5783098796025721</c:v>
                </c:pt>
                <c:pt idx="247">
                  <c:v>8.3012795187366226</c:v>
                </c:pt>
                <c:pt idx="248">
                  <c:v>8.9859964985894916</c:v>
                </c:pt>
                <c:pt idx="249">
                  <c:v>9.7776926741008428</c:v>
                </c:pt>
                <c:pt idx="250">
                  <c:v>10.478010700204534</c:v>
                </c:pt>
                <c:pt idx="251">
                  <c:v>11.296121537117944</c:v>
                </c:pt>
                <c:pt idx="252">
                  <c:v>12.119382232106412</c:v>
                </c:pt>
                <c:pt idx="253">
                  <c:v>13.049406702359365</c:v>
                </c:pt>
                <c:pt idx="254">
                  <c:v>14.077783989462276</c:v>
                </c:pt>
                <c:pt idx="255">
                  <c:v>14.831200115836054</c:v>
                </c:pt>
                <c:pt idx="256">
                  <c:v>15.483867925768813</c:v>
                </c:pt>
                <c:pt idx="257">
                  <c:v>16.098193123532564</c:v>
                </c:pt>
                <c:pt idx="258">
                  <c:v>16.595664609855852</c:v>
                </c:pt>
                <c:pt idx="259">
                  <c:v>17.302135117542527</c:v>
                </c:pt>
                <c:pt idx="260">
                  <c:v>17.954245985056893</c:v>
                </c:pt>
                <c:pt idx="261">
                  <c:v>18.536014210990928</c:v>
                </c:pt>
                <c:pt idx="262">
                  <c:v>18.985530136198822</c:v>
                </c:pt>
                <c:pt idx="263">
                  <c:v>19.290288759459965</c:v>
                </c:pt>
                <c:pt idx="264">
                  <c:v>19.413122646012603</c:v>
                </c:pt>
                <c:pt idx="265">
                  <c:v>#N/A</c:v>
                </c:pt>
                <c:pt idx="266">
                  <c:v>#N/A</c:v>
                </c:pt>
                <c:pt idx="267">
                  <c:v>#N/A</c:v>
                </c:pt>
                <c:pt idx="268">
                  <c:v>#N/A</c:v>
                </c:pt>
                <c:pt idx="269">
                  <c:v>#N/A</c:v>
                </c:pt>
              </c:numCache>
            </c:numRef>
          </c:val>
          <c:smooth val="0"/>
        </c:ser>
        <c:dLbls>
          <c:showLegendKey val="0"/>
          <c:showVal val="0"/>
          <c:showCatName val="0"/>
          <c:showSerName val="0"/>
          <c:showPercent val="0"/>
          <c:showBubbleSize val="0"/>
        </c:dLbls>
        <c:marker val="1"/>
        <c:smooth val="0"/>
        <c:axId val="113513984"/>
        <c:axId val="113515520"/>
      </c:lineChart>
      <c:dateAx>
        <c:axId val="113513984"/>
        <c:scaling>
          <c:orientation val="minMax"/>
        </c:scaling>
        <c:delete val="0"/>
        <c:axPos val="b"/>
        <c:numFmt formatCode="m/d/yyyy" sourceLinked="1"/>
        <c:majorTickMark val="out"/>
        <c:minorTickMark val="none"/>
        <c:tickLblPos val="nextTo"/>
        <c:crossAx val="113515520"/>
        <c:crosses val="autoZero"/>
        <c:auto val="1"/>
        <c:lblOffset val="100"/>
        <c:baseTimeUnit val="months"/>
        <c:majorUnit val="12"/>
        <c:majorTimeUnit val="months"/>
      </c:dateAx>
      <c:valAx>
        <c:axId val="113515520"/>
        <c:scaling>
          <c:orientation val="minMax"/>
          <c:max val="100"/>
        </c:scaling>
        <c:delete val="0"/>
        <c:axPos val="l"/>
        <c:numFmt formatCode="0.00" sourceLinked="1"/>
        <c:majorTickMark val="out"/>
        <c:minorTickMark val="none"/>
        <c:tickLblPos val="nextTo"/>
        <c:crossAx val="113513984"/>
        <c:crosses val="autoZero"/>
        <c:crossBetween val="between"/>
      </c:valAx>
    </c:plotArea>
    <c:legend>
      <c:legendPos val="b"/>
      <c:layout/>
      <c:overlay val="0"/>
    </c:legend>
    <c:plotVisOnly val="1"/>
    <c:dispBlanksAs val="gap"/>
    <c:showDLblsOverMax val="0"/>
  </c:chart>
  <c:txPr>
    <a:bodyPr/>
    <a:lstStyle/>
    <a:p>
      <a:pPr>
        <a:defRPr sz="10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HPA2Yr</c:v>
                </c:pt>
              </c:strCache>
            </c:strRef>
          </c:tx>
          <c:marker>
            <c:symbol val="none"/>
          </c:marker>
          <c:cat>
            <c:numRef>
              <c:f>Sheet1!$A$2:$A$271</c:f>
              <c:numCache>
                <c:formatCode>m/d/yyyy</c:formatCode>
                <c:ptCount val="270"/>
                <c:pt idx="0">
                  <c:v>34335</c:v>
                </c:pt>
                <c:pt idx="1">
                  <c:v>34366</c:v>
                </c:pt>
                <c:pt idx="2">
                  <c:v>34394</c:v>
                </c:pt>
                <c:pt idx="3">
                  <c:v>34425</c:v>
                </c:pt>
                <c:pt idx="4">
                  <c:v>34455</c:v>
                </c:pt>
                <c:pt idx="5">
                  <c:v>34486</c:v>
                </c:pt>
                <c:pt idx="6">
                  <c:v>34516</c:v>
                </c:pt>
                <c:pt idx="7">
                  <c:v>34547</c:v>
                </c:pt>
                <c:pt idx="8">
                  <c:v>34578</c:v>
                </c:pt>
                <c:pt idx="9">
                  <c:v>34608</c:v>
                </c:pt>
                <c:pt idx="10">
                  <c:v>34639</c:v>
                </c:pt>
                <c:pt idx="11">
                  <c:v>34669</c:v>
                </c:pt>
                <c:pt idx="12">
                  <c:v>34700</c:v>
                </c:pt>
                <c:pt idx="13">
                  <c:v>34731</c:v>
                </c:pt>
                <c:pt idx="14">
                  <c:v>34759</c:v>
                </c:pt>
                <c:pt idx="15">
                  <c:v>34790</c:v>
                </c:pt>
                <c:pt idx="16">
                  <c:v>34820</c:v>
                </c:pt>
                <c:pt idx="17">
                  <c:v>34851</c:v>
                </c:pt>
                <c:pt idx="18">
                  <c:v>34881</c:v>
                </c:pt>
                <c:pt idx="19">
                  <c:v>34912</c:v>
                </c:pt>
                <c:pt idx="20">
                  <c:v>34943</c:v>
                </c:pt>
                <c:pt idx="21">
                  <c:v>34973</c:v>
                </c:pt>
                <c:pt idx="22">
                  <c:v>35004</c:v>
                </c:pt>
                <c:pt idx="23">
                  <c:v>35034</c:v>
                </c:pt>
                <c:pt idx="24">
                  <c:v>35065</c:v>
                </c:pt>
                <c:pt idx="25">
                  <c:v>35096</c:v>
                </c:pt>
                <c:pt idx="26">
                  <c:v>35125</c:v>
                </c:pt>
                <c:pt idx="27">
                  <c:v>35156</c:v>
                </c:pt>
                <c:pt idx="28">
                  <c:v>35186</c:v>
                </c:pt>
                <c:pt idx="29">
                  <c:v>35217</c:v>
                </c:pt>
                <c:pt idx="30">
                  <c:v>35247</c:v>
                </c:pt>
                <c:pt idx="31">
                  <c:v>35278</c:v>
                </c:pt>
                <c:pt idx="32">
                  <c:v>35309</c:v>
                </c:pt>
                <c:pt idx="33">
                  <c:v>35339</c:v>
                </c:pt>
                <c:pt idx="34">
                  <c:v>35370</c:v>
                </c:pt>
                <c:pt idx="35">
                  <c:v>35400</c:v>
                </c:pt>
                <c:pt idx="36">
                  <c:v>35431</c:v>
                </c:pt>
                <c:pt idx="37">
                  <c:v>35462</c:v>
                </c:pt>
                <c:pt idx="38">
                  <c:v>35490</c:v>
                </c:pt>
                <c:pt idx="39">
                  <c:v>35521</c:v>
                </c:pt>
                <c:pt idx="40">
                  <c:v>35551</c:v>
                </c:pt>
                <c:pt idx="41">
                  <c:v>35582</c:v>
                </c:pt>
                <c:pt idx="42">
                  <c:v>35612</c:v>
                </c:pt>
                <c:pt idx="43">
                  <c:v>35643</c:v>
                </c:pt>
                <c:pt idx="44">
                  <c:v>35674</c:v>
                </c:pt>
                <c:pt idx="45">
                  <c:v>35704</c:v>
                </c:pt>
                <c:pt idx="46">
                  <c:v>35735</c:v>
                </c:pt>
                <c:pt idx="47">
                  <c:v>35765</c:v>
                </c:pt>
                <c:pt idx="48">
                  <c:v>35796</c:v>
                </c:pt>
                <c:pt idx="49">
                  <c:v>35827</c:v>
                </c:pt>
                <c:pt idx="50">
                  <c:v>35855</c:v>
                </c:pt>
                <c:pt idx="51">
                  <c:v>35886</c:v>
                </c:pt>
                <c:pt idx="52">
                  <c:v>35916</c:v>
                </c:pt>
                <c:pt idx="53">
                  <c:v>35947</c:v>
                </c:pt>
                <c:pt idx="54">
                  <c:v>35977</c:v>
                </c:pt>
                <c:pt idx="55">
                  <c:v>36008</c:v>
                </c:pt>
                <c:pt idx="56">
                  <c:v>36039</c:v>
                </c:pt>
                <c:pt idx="57">
                  <c:v>36069</c:v>
                </c:pt>
                <c:pt idx="58">
                  <c:v>36100</c:v>
                </c:pt>
                <c:pt idx="59">
                  <c:v>36130</c:v>
                </c:pt>
                <c:pt idx="60">
                  <c:v>36161</c:v>
                </c:pt>
                <c:pt idx="61">
                  <c:v>36192</c:v>
                </c:pt>
                <c:pt idx="62">
                  <c:v>36220</c:v>
                </c:pt>
                <c:pt idx="63">
                  <c:v>36251</c:v>
                </c:pt>
                <c:pt idx="64">
                  <c:v>36281</c:v>
                </c:pt>
                <c:pt idx="65">
                  <c:v>36312</c:v>
                </c:pt>
                <c:pt idx="66">
                  <c:v>36342</c:v>
                </c:pt>
                <c:pt idx="67">
                  <c:v>36373</c:v>
                </c:pt>
                <c:pt idx="68">
                  <c:v>36404</c:v>
                </c:pt>
                <c:pt idx="69">
                  <c:v>36434</c:v>
                </c:pt>
                <c:pt idx="70">
                  <c:v>36465</c:v>
                </c:pt>
                <c:pt idx="71">
                  <c:v>36495</c:v>
                </c:pt>
                <c:pt idx="72">
                  <c:v>36526</c:v>
                </c:pt>
                <c:pt idx="73">
                  <c:v>36557</c:v>
                </c:pt>
                <c:pt idx="74">
                  <c:v>36586</c:v>
                </c:pt>
                <c:pt idx="75">
                  <c:v>36617</c:v>
                </c:pt>
                <c:pt idx="76">
                  <c:v>36647</c:v>
                </c:pt>
                <c:pt idx="77">
                  <c:v>36678</c:v>
                </c:pt>
                <c:pt idx="78">
                  <c:v>36708</c:v>
                </c:pt>
                <c:pt idx="79">
                  <c:v>36739</c:v>
                </c:pt>
                <c:pt idx="80">
                  <c:v>36770</c:v>
                </c:pt>
                <c:pt idx="81">
                  <c:v>36800</c:v>
                </c:pt>
                <c:pt idx="82">
                  <c:v>36831</c:v>
                </c:pt>
                <c:pt idx="83">
                  <c:v>36861</c:v>
                </c:pt>
                <c:pt idx="84">
                  <c:v>36892</c:v>
                </c:pt>
                <c:pt idx="85">
                  <c:v>36923</c:v>
                </c:pt>
                <c:pt idx="86">
                  <c:v>36951</c:v>
                </c:pt>
                <c:pt idx="87">
                  <c:v>36982</c:v>
                </c:pt>
                <c:pt idx="88">
                  <c:v>37012</c:v>
                </c:pt>
                <c:pt idx="89">
                  <c:v>37043</c:v>
                </c:pt>
                <c:pt idx="90">
                  <c:v>37073</c:v>
                </c:pt>
                <c:pt idx="91">
                  <c:v>37104</c:v>
                </c:pt>
                <c:pt idx="92">
                  <c:v>37135</c:v>
                </c:pt>
                <c:pt idx="93">
                  <c:v>37165</c:v>
                </c:pt>
                <c:pt idx="94">
                  <c:v>37196</c:v>
                </c:pt>
                <c:pt idx="95">
                  <c:v>37226</c:v>
                </c:pt>
                <c:pt idx="96">
                  <c:v>37257</c:v>
                </c:pt>
                <c:pt idx="97">
                  <c:v>37288</c:v>
                </c:pt>
                <c:pt idx="98">
                  <c:v>37316</c:v>
                </c:pt>
                <c:pt idx="99">
                  <c:v>37347</c:v>
                </c:pt>
                <c:pt idx="100">
                  <c:v>37377</c:v>
                </c:pt>
                <c:pt idx="101">
                  <c:v>37408</c:v>
                </c:pt>
                <c:pt idx="102">
                  <c:v>37438</c:v>
                </c:pt>
                <c:pt idx="103">
                  <c:v>37469</c:v>
                </c:pt>
                <c:pt idx="104">
                  <c:v>37500</c:v>
                </c:pt>
                <c:pt idx="105">
                  <c:v>37530</c:v>
                </c:pt>
                <c:pt idx="106">
                  <c:v>37561</c:v>
                </c:pt>
                <c:pt idx="107">
                  <c:v>37591</c:v>
                </c:pt>
                <c:pt idx="108">
                  <c:v>37622</c:v>
                </c:pt>
                <c:pt idx="109">
                  <c:v>37653</c:v>
                </c:pt>
                <c:pt idx="110">
                  <c:v>37681</c:v>
                </c:pt>
                <c:pt idx="111">
                  <c:v>37712</c:v>
                </c:pt>
                <c:pt idx="112">
                  <c:v>37742</c:v>
                </c:pt>
                <c:pt idx="113">
                  <c:v>37773</c:v>
                </c:pt>
                <c:pt idx="114">
                  <c:v>37803</c:v>
                </c:pt>
                <c:pt idx="115">
                  <c:v>37834</c:v>
                </c:pt>
                <c:pt idx="116">
                  <c:v>37865</c:v>
                </c:pt>
                <c:pt idx="117">
                  <c:v>37895</c:v>
                </c:pt>
                <c:pt idx="118">
                  <c:v>37926</c:v>
                </c:pt>
                <c:pt idx="119">
                  <c:v>37956</c:v>
                </c:pt>
                <c:pt idx="120">
                  <c:v>37987</c:v>
                </c:pt>
                <c:pt idx="121">
                  <c:v>38018</c:v>
                </c:pt>
                <c:pt idx="122">
                  <c:v>38047</c:v>
                </c:pt>
                <c:pt idx="123">
                  <c:v>38078</c:v>
                </c:pt>
                <c:pt idx="124">
                  <c:v>38108</c:v>
                </c:pt>
                <c:pt idx="125">
                  <c:v>38139</c:v>
                </c:pt>
                <c:pt idx="126">
                  <c:v>38169</c:v>
                </c:pt>
                <c:pt idx="127">
                  <c:v>38200</c:v>
                </c:pt>
                <c:pt idx="128">
                  <c:v>38231</c:v>
                </c:pt>
                <c:pt idx="129">
                  <c:v>38261</c:v>
                </c:pt>
                <c:pt idx="130">
                  <c:v>38292</c:v>
                </c:pt>
                <c:pt idx="131">
                  <c:v>38322</c:v>
                </c:pt>
                <c:pt idx="132">
                  <c:v>38353</c:v>
                </c:pt>
                <c:pt idx="133">
                  <c:v>38384</c:v>
                </c:pt>
                <c:pt idx="134">
                  <c:v>38412</c:v>
                </c:pt>
                <c:pt idx="135">
                  <c:v>38443</c:v>
                </c:pt>
                <c:pt idx="136">
                  <c:v>38473</c:v>
                </c:pt>
                <c:pt idx="137">
                  <c:v>38504</c:v>
                </c:pt>
                <c:pt idx="138">
                  <c:v>38534</c:v>
                </c:pt>
                <c:pt idx="139">
                  <c:v>38565</c:v>
                </c:pt>
                <c:pt idx="140">
                  <c:v>38596</c:v>
                </c:pt>
                <c:pt idx="141">
                  <c:v>38626</c:v>
                </c:pt>
                <c:pt idx="142">
                  <c:v>38657</c:v>
                </c:pt>
                <c:pt idx="143">
                  <c:v>38687</c:v>
                </c:pt>
                <c:pt idx="144">
                  <c:v>38718</c:v>
                </c:pt>
                <c:pt idx="145">
                  <c:v>38749</c:v>
                </c:pt>
                <c:pt idx="146">
                  <c:v>38777</c:v>
                </c:pt>
                <c:pt idx="147">
                  <c:v>38808</c:v>
                </c:pt>
                <c:pt idx="148">
                  <c:v>38838</c:v>
                </c:pt>
                <c:pt idx="149">
                  <c:v>38869</c:v>
                </c:pt>
                <c:pt idx="150">
                  <c:v>38899</c:v>
                </c:pt>
                <c:pt idx="151">
                  <c:v>38930</c:v>
                </c:pt>
                <c:pt idx="152">
                  <c:v>38961</c:v>
                </c:pt>
                <c:pt idx="153">
                  <c:v>38991</c:v>
                </c:pt>
                <c:pt idx="154">
                  <c:v>39022</c:v>
                </c:pt>
                <c:pt idx="155">
                  <c:v>39052</c:v>
                </c:pt>
                <c:pt idx="156">
                  <c:v>39083</c:v>
                </c:pt>
                <c:pt idx="157">
                  <c:v>39114</c:v>
                </c:pt>
                <c:pt idx="158">
                  <c:v>39142</c:v>
                </c:pt>
                <c:pt idx="159">
                  <c:v>39173</c:v>
                </c:pt>
                <c:pt idx="160">
                  <c:v>39203</c:v>
                </c:pt>
                <c:pt idx="161">
                  <c:v>39234</c:v>
                </c:pt>
                <c:pt idx="162">
                  <c:v>39264</c:v>
                </c:pt>
                <c:pt idx="163">
                  <c:v>39295</c:v>
                </c:pt>
                <c:pt idx="164">
                  <c:v>39326</c:v>
                </c:pt>
                <c:pt idx="165">
                  <c:v>39356</c:v>
                </c:pt>
                <c:pt idx="166">
                  <c:v>39387</c:v>
                </c:pt>
                <c:pt idx="167">
                  <c:v>39417</c:v>
                </c:pt>
                <c:pt idx="168">
                  <c:v>39448</c:v>
                </c:pt>
                <c:pt idx="169">
                  <c:v>39479</c:v>
                </c:pt>
                <c:pt idx="170">
                  <c:v>39508</c:v>
                </c:pt>
                <c:pt idx="171">
                  <c:v>39539</c:v>
                </c:pt>
                <c:pt idx="172">
                  <c:v>39569</c:v>
                </c:pt>
                <c:pt idx="173">
                  <c:v>39600</c:v>
                </c:pt>
                <c:pt idx="174">
                  <c:v>39630</c:v>
                </c:pt>
                <c:pt idx="175">
                  <c:v>39661</c:v>
                </c:pt>
                <c:pt idx="176">
                  <c:v>39692</c:v>
                </c:pt>
                <c:pt idx="177">
                  <c:v>39722</c:v>
                </c:pt>
                <c:pt idx="178">
                  <c:v>39753</c:v>
                </c:pt>
                <c:pt idx="179">
                  <c:v>39783</c:v>
                </c:pt>
                <c:pt idx="180">
                  <c:v>39814</c:v>
                </c:pt>
                <c:pt idx="181">
                  <c:v>39845</c:v>
                </c:pt>
                <c:pt idx="182">
                  <c:v>39873</c:v>
                </c:pt>
                <c:pt idx="183">
                  <c:v>39904</c:v>
                </c:pt>
                <c:pt idx="184">
                  <c:v>39934</c:v>
                </c:pt>
                <c:pt idx="185">
                  <c:v>39965</c:v>
                </c:pt>
                <c:pt idx="186">
                  <c:v>39995</c:v>
                </c:pt>
                <c:pt idx="187">
                  <c:v>40026</c:v>
                </c:pt>
                <c:pt idx="188">
                  <c:v>40057</c:v>
                </c:pt>
                <c:pt idx="189">
                  <c:v>40087</c:v>
                </c:pt>
                <c:pt idx="190">
                  <c:v>40118</c:v>
                </c:pt>
                <c:pt idx="191">
                  <c:v>40148</c:v>
                </c:pt>
                <c:pt idx="192">
                  <c:v>40179</c:v>
                </c:pt>
                <c:pt idx="193">
                  <c:v>40210</c:v>
                </c:pt>
                <c:pt idx="194">
                  <c:v>40238</c:v>
                </c:pt>
                <c:pt idx="195">
                  <c:v>40269</c:v>
                </c:pt>
                <c:pt idx="196">
                  <c:v>40299</c:v>
                </c:pt>
                <c:pt idx="197">
                  <c:v>40330</c:v>
                </c:pt>
                <c:pt idx="198">
                  <c:v>40360</c:v>
                </c:pt>
                <c:pt idx="199">
                  <c:v>40391</c:v>
                </c:pt>
                <c:pt idx="200">
                  <c:v>40422</c:v>
                </c:pt>
                <c:pt idx="201">
                  <c:v>40452</c:v>
                </c:pt>
                <c:pt idx="202">
                  <c:v>40483</c:v>
                </c:pt>
                <c:pt idx="203">
                  <c:v>40513</c:v>
                </c:pt>
                <c:pt idx="204">
                  <c:v>40544</c:v>
                </c:pt>
                <c:pt idx="205">
                  <c:v>40575</c:v>
                </c:pt>
                <c:pt idx="206">
                  <c:v>40603</c:v>
                </c:pt>
                <c:pt idx="207">
                  <c:v>40634</c:v>
                </c:pt>
                <c:pt idx="208">
                  <c:v>40664</c:v>
                </c:pt>
                <c:pt idx="209">
                  <c:v>40695</c:v>
                </c:pt>
                <c:pt idx="210">
                  <c:v>40725</c:v>
                </c:pt>
                <c:pt idx="211">
                  <c:v>40756</c:v>
                </c:pt>
                <c:pt idx="212">
                  <c:v>40787</c:v>
                </c:pt>
                <c:pt idx="213">
                  <c:v>40817</c:v>
                </c:pt>
                <c:pt idx="214">
                  <c:v>40848</c:v>
                </c:pt>
                <c:pt idx="215">
                  <c:v>40878</c:v>
                </c:pt>
                <c:pt idx="216">
                  <c:v>40909</c:v>
                </c:pt>
                <c:pt idx="217">
                  <c:v>40940</c:v>
                </c:pt>
                <c:pt idx="218">
                  <c:v>40969</c:v>
                </c:pt>
                <c:pt idx="219">
                  <c:v>41000</c:v>
                </c:pt>
                <c:pt idx="220">
                  <c:v>41030</c:v>
                </c:pt>
                <c:pt idx="221">
                  <c:v>41061</c:v>
                </c:pt>
                <c:pt idx="222">
                  <c:v>41091</c:v>
                </c:pt>
                <c:pt idx="223">
                  <c:v>41122</c:v>
                </c:pt>
                <c:pt idx="224">
                  <c:v>41153</c:v>
                </c:pt>
                <c:pt idx="225">
                  <c:v>41183</c:v>
                </c:pt>
                <c:pt idx="226">
                  <c:v>41214</c:v>
                </c:pt>
                <c:pt idx="227">
                  <c:v>41244</c:v>
                </c:pt>
                <c:pt idx="228">
                  <c:v>41275</c:v>
                </c:pt>
                <c:pt idx="229">
                  <c:v>41306</c:v>
                </c:pt>
                <c:pt idx="230">
                  <c:v>41334</c:v>
                </c:pt>
                <c:pt idx="231">
                  <c:v>41365</c:v>
                </c:pt>
                <c:pt idx="232">
                  <c:v>41395</c:v>
                </c:pt>
                <c:pt idx="233">
                  <c:v>41426</c:v>
                </c:pt>
                <c:pt idx="234">
                  <c:v>41456</c:v>
                </c:pt>
                <c:pt idx="235">
                  <c:v>41487</c:v>
                </c:pt>
                <c:pt idx="236">
                  <c:v>41518</c:v>
                </c:pt>
                <c:pt idx="237">
                  <c:v>41548</c:v>
                </c:pt>
                <c:pt idx="238">
                  <c:v>41579</c:v>
                </c:pt>
                <c:pt idx="239">
                  <c:v>41609</c:v>
                </c:pt>
                <c:pt idx="240">
                  <c:v>41640</c:v>
                </c:pt>
                <c:pt idx="241">
                  <c:v>41671</c:v>
                </c:pt>
                <c:pt idx="242">
                  <c:v>41699</c:v>
                </c:pt>
                <c:pt idx="243">
                  <c:v>41730</c:v>
                </c:pt>
                <c:pt idx="244">
                  <c:v>41760</c:v>
                </c:pt>
                <c:pt idx="245">
                  <c:v>41791</c:v>
                </c:pt>
                <c:pt idx="246">
                  <c:v>41821</c:v>
                </c:pt>
                <c:pt idx="247">
                  <c:v>41852</c:v>
                </c:pt>
                <c:pt idx="248">
                  <c:v>41883</c:v>
                </c:pt>
                <c:pt idx="249">
                  <c:v>41913</c:v>
                </c:pt>
                <c:pt idx="250">
                  <c:v>41944</c:v>
                </c:pt>
                <c:pt idx="251">
                  <c:v>41974</c:v>
                </c:pt>
                <c:pt idx="252">
                  <c:v>42005</c:v>
                </c:pt>
                <c:pt idx="253">
                  <c:v>42036</c:v>
                </c:pt>
                <c:pt idx="254">
                  <c:v>42064</c:v>
                </c:pt>
                <c:pt idx="255">
                  <c:v>42095</c:v>
                </c:pt>
                <c:pt idx="256">
                  <c:v>42125</c:v>
                </c:pt>
                <c:pt idx="257">
                  <c:v>42156</c:v>
                </c:pt>
                <c:pt idx="258">
                  <c:v>42186</c:v>
                </c:pt>
                <c:pt idx="259">
                  <c:v>42217</c:v>
                </c:pt>
                <c:pt idx="260">
                  <c:v>42248</c:v>
                </c:pt>
                <c:pt idx="261">
                  <c:v>42278</c:v>
                </c:pt>
                <c:pt idx="262">
                  <c:v>42309</c:v>
                </c:pt>
                <c:pt idx="263">
                  <c:v>42339</c:v>
                </c:pt>
                <c:pt idx="264">
                  <c:v>42370</c:v>
                </c:pt>
                <c:pt idx="265">
                  <c:v>42401</c:v>
                </c:pt>
                <c:pt idx="266">
                  <c:v>42430</c:v>
                </c:pt>
                <c:pt idx="267">
                  <c:v>42461</c:v>
                </c:pt>
                <c:pt idx="268">
                  <c:v>42491</c:v>
                </c:pt>
                <c:pt idx="269">
                  <c:v>42522</c:v>
                </c:pt>
              </c:numCache>
            </c:numRef>
          </c:cat>
          <c:val>
            <c:numRef>
              <c:f>Sheet1!$B$2:$B$271</c:f>
              <c:numCache>
                <c:formatCode>0.00</c:formatCode>
                <c:ptCount val="270"/>
                <c:pt idx="0">
                  <c:v>48.786493241894412</c:v>
                </c:pt>
                <c:pt idx="1">
                  <c:v>48.657148412659659</c:v>
                </c:pt>
                <c:pt idx="2">
                  <c:v>48.528466426717479</c:v>
                </c:pt>
                <c:pt idx="3">
                  <c:v>49.144405247854294</c:v>
                </c:pt>
                <c:pt idx="4">
                  <c:v>49.760415814922759</c:v>
                </c:pt>
                <c:pt idx="5">
                  <c:v>50.376498140457436</c:v>
                </c:pt>
                <c:pt idx="6">
                  <c:v>49.665965399972187</c:v>
                </c:pt>
                <c:pt idx="7">
                  <c:v>48.960772231500727</c:v>
                </c:pt>
                <c:pt idx="8">
                  <c:v>48.260858670948252</c:v>
                </c:pt>
                <c:pt idx="9">
                  <c:v>47.667840773138245</c:v>
                </c:pt>
                <c:pt idx="10">
                  <c:v>47.076842335544583</c:v>
                </c:pt>
                <c:pt idx="11">
                  <c:v>46.487853060119669</c:v>
                </c:pt>
                <c:pt idx="12">
                  <c:v>46.979146395269986</c:v>
                </c:pt>
                <c:pt idx="13">
                  <c:v>47.470327158192397</c:v>
                </c:pt>
                <c:pt idx="14">
                  <c:v>47.961395387575884</c:v>
                </c:pt>
                <c:pt idx="15">
                  <c:v>48.623492076558819</c:v>
                </c:pt>
                <c:pt idx="16">
                  <c:v>49.281418394242294</c:v>
                </c:pt>
                <c:pt idx="17">
                  <c:v>49.935213619019251</c:v>
                </c:pt>
                <c:pt idx="18">
                  <c:v>50.650355956869006</c:v>
                </c:pt>
                <c:pt idx="19">
                  <c:v>51.361677673116077</c:v>
                </c:pt>
                <c:pt idx="20">
                  <c:v>52.069209303482225</c:v>
                </c:pt>
                <c:pt idx="21">
                  <c:v>52.037092717306535</c:v>
                </c:pt>
                <c:pt idx="22">
                  <c:v>52.005151117472373</c:v>
                </c:pt>
                <c:pt idx="23">
                  <c:v>51.97338307775977</c:v>
                </c:pt>
                <c:pt idx="24">
                  <c:v>52.456872755659802</c:v>
                </c:pt>
                <c:pt idx="25">
                  <c:v>52.93830194279834</c:v>
                </c:pt>
                <c:pt idx="26">
                  <c:v>53.417683782975011</c:v>
                </c:pt>
                <c:pt idx="27">
                  <c:v>52.97579324658458</c:v>
                </c:pt>
                <c:pt idx="28">
                  <c:v>52.535692926715782</c:v>
                </c:pt>
                <c:pt idx="29">
                  <c:v>52.097371966394668</c:v>
                </c:pt>
                <c:pt idx="30">
                  <c:v>52.140121095949191</c:v>
                </c:pt>
                <c:pt idx="31">
                  <c:v>52.182752705354517</c:v>
                </c:pt>
                <c:pt idx="32">
                  <c:v>52.22526727855422</c:v>
                </c:pt>
                <c:pt idx="33">
                  <c:v>53.08296941019546</c:v>
                </c:pt>
                <c:pt idx="34">
                  <c:v>53.941205593165378</c:v>
                </c:pt>
                <c:pt idx="35">
                  <c:v>54.799976326403979</c:v>
                </c:pt>
                <c:pt idx="36">
                  <c:v>55.096990342763263</c:v>
                </c:pt>
                <c:pt idx="37">
                  <c:v>55.392941735958487</c:v>
                </c:pt>
                <c:pt idx="38">
                  <c:v>55.687836198413201</c:v>
                </c:pt>
                <c:pt idx="39">
                  <c:v>54.897798990064096</c:v>
                </c:pt>
                <c:pt idx="40">
                  <c:v>54.116249149253839</c:v>
                </c:pt>
                <c:pt idx="41">
                  <c:v>53.34305063705964</c:v>
                </c:pt>
                <c:pt idx="42">
                  <c:v>53.192490696791126</c:v>
                </c:pt>
                <c:pt idx="43">
                  <c:v>53.043453831199706</c:v>
                </c:pt>
                <c:pt idx="44">
                  <c:v>52.89591704531076</c:v>
                </c:pt>
                <c:pt idx="45">
                  <c:v>53.3959623716175</c:v>
                </c:pt>
                <c:pt idx="46">
                  <c:v>53.893390165435875</c:v>
                </c:pt>
                <c:pt idx="47">
                  <c:v>54.388220925671945</c:v>
                </c:pt>
                <c:pt idx="48">
                  <c:v>54.749378018063901</c:v>
                </c:pt>
                <c:pt idx="49">
                  <c:v>55.107834659216103</c:v>
                </c:pt>
                <c:pt idx="50">
                  <c:v>55.463621024124066</c:v>
                </c:pt>
                <c:pt idx="51">
                  <c:v>56.199742841109014</c:v>
                </c:pt>
                <c:pt idx="52">
                  <c:v>56.935049391749374</c:v>
                </c:pt>
                <c:pt idx="53">
                  <c:v>57.669542029673963</c:v>
                </c:pt>
                <c:pt idx="54">
                  <c:v>58.617437574591257</c:v>
                </c:pt>
                <c:pt idx="55">
                  <c:v>59.562456498835772</c:v>
                </c:pt>
                <c:pt idx="56">
                  <c:v>60.504611877280979</c:v>
                </c:pt>
                <c:pt idx="57">
                  <c:v>60.9293807497343</c:v>
                </c:pt>
                <c:pt idx="58">
                  <c:v>61.351981431785951</c:v>
                </c:pt>
                <c:pt idx="59">
                  <c:v>61.772430482137864</c:v>
                </c:pt>
                <c:pt idx="60">
                  <c:v>61.997822438214889</c:v>
                </c:pt>
                <c:pt idx="61">
                  <c:v>62.221965961206926</c:v>
                </c:pt>
                <c:pt idx="62">
                  <c:v>62.444871394964586</c:v>
                </c:pt>
                <c:pt idx="63">
                  <c:v>62.959356346548958</c:v>
                </c:pt>
                <c:pt idx="64">
                  <c:v>63.470980592242086</c:v>
                </c:pt>
                <c:pt idx="65">
                  <c:v>63.979767925593713</c:v>
                </c:pt>
                <c:pt idx="66">
                  <c:v>64.013741908341999</c:v>
                </c:pt>
                <c:pt idx="67">
                  <c:v>64.047405915689566</c:v>
                </c:pt>
                <c:pt idx="68">
                  <c:v>64.080764170650525</c:v>
                </c:pt>
                <c:pt idx="69">
                  <c:v>63.815228267507308</c:v>
                </c:pt>
                <c:pt idx="70">
                  <c:v>63.551961305301376</c:v>
                </c:pt>
                <c:pt idx="71">
                  <c:v>63.290934326412362</c:v>
                </c:pt>
                <c:pt idx="72">
                  <c:v>63.719373102966173</c:v>
                </c:pt>
                <c:pt idx="73">
                  <c:v>64.143591628463355</c:v>
                </c:pt>
                <c:pt idx="74">
                  <c:v>64.563651953414123</c:v>
                </c:pt>
                <c:pt idx="75">
                  <c:v>65.316780507758793</c:v>
                </c:pt>
                <c:pt idx="76">
                  <c:v>66.065419257260956</c:v>
                </c:pt>
                <c:pt idx="77">
                  <c:v>66.809608231818046</c:v>
                </c:pt>
                <c:pt idx="78">
                  <c:v>67.248994847506154</c:v>
                </c:pt>
                <c:pt idx="79">
                  <c:v>67.684333163256142</c:v>
                </c:pt>
                <c:pt idx="80">
                  <c:v>68.115678871185253</c:v>
                </c:pt>
                <c:pt idx="81">
                  <c:v>68.485203154876686</c:v>
                </c:pt>
                <c:pt idx="82">
                  <c:v>68.85182721514299</c:v>
                </c:pt>
                <c:pt idx="83">
                  <c:v>69.215585062269497</c:v>
                </c:pt>
                <c:pt idx="84">
                  <c:v>70.691080976870083</c:v>
                </c:pt>
                <c:pt idx="85">
                  <c:v>72.156263206060174</c:v>
                </c:pt>
                <c:pt idx="86">
                  <c:v>73.61123951187804</c:v>
                </c:pt>
                <c:pt idx="87">
                  <c:v>73.966614803260867</c:v>
                </c:pt>
                <c:pt idx="88">
                  <c:v>74.31884181804395</c:v>
                </c:pt>
                <c:pt idx="89">
                  <c:v>74.667962207695894</c:v>
                </c:pt>
                <c:pt idx="90">
                  <c:v>74.810778468086554</c:v>
                </c:pt>
                <c:pt idx="91">
                  <c:v>74.952260801369022</c:v>
                </c:pt>
                <c:pt idx="92">
                  <c:v>75.092427809314074</c:v>
                </c:pt>
                <c:pt idx="93">
                  <c:v>75.309262446020199</c:v>
                </c:pt>
                <c:pt idx="94">
                  <c:v>75.524611692805905</c:v>
                </c:pt>
                <c:pt idx="95">
                  <c:v>75.738490760705844</c:v>
                </c:pt>
                <c:pt idx="96">
                  <c:v>75.238057534661024</c:v>
                </c:pt>
                <c:pt idx="97">
                  <c:v>74.743916575506191</c:v>
                </c:pt>
                <c:pt idx="98">
                  <c:v>74.255949949625617</c:v>
                </c:pt>
                <c:pt idx="99">
                  <c:v>74.325747278849889</c:v>
                </c:pt>
                <c:pt idx="100">
                  <c:v>74.394794477587126</c:v>
                </c:pt>
                <c:pt idx="101">
                  <c:v>74.463103573976866</c:v>
                </c:pt>
                <c:pt idx="102">
                  <c:v>74.642004077737084</c:v>
                </c:pt>
                <c:pt idx="103">
                  <c:v>74.818761787493088</c:v>
                </c:pt>
                <c:pt idx="104">
                  <c:v>74.993414972266379</c:v>
                </c:pt>
                <c:pt idx="105">
                  <c:v>74.86525083641861</c:v>
                </c:pt>
                <c:pt idx="106">
                  <c:v>74.738390034402229</c:v>
                </c:pt>
                <c:pt idx="107">
                  <c:v>74.61281278589469</c:v>
                </c:pt>
                <c:pt idx="108">
                  <c:v>73.291664599460375</c:v>
                </c:pt>
                <c:pt idx="109">
                  <c:v>71.991882205396863</c:v>
                </c:pt>
                <c:pt idx="110">
                  <c:v>70.712951465205236</c:v>
                </c:pt>
                <c:pt idx="111">
                  <c:v>70.229155298349198</c:v>
                </c:pt>
                <c:pt idx="112">
                  <c:v>69.750704802468206</c:v>
                </c:pt>
                <c:pt idx="113">
                  <c:v>69.277511864452293</c:v>
                </c:pt>
                <c:pt idx="114">
                  <c:v>69.258766078788568</c:v>
                </c:pt>
                <c:pt idx="115">
                  <c:v>69.240211838599961</c:v>
                </c:pt>
                <c:pt idx="116">
                  <c:v>69.221846222980645</c:v>
                </c:pt>
                <c:pt idx="117">
                  <c:v>70.879350303263095</c:v>
                </c:pt>
                <c:pt idx="118">
                  <c:v>72.523286290585659</c:v>
                </c:pt>
                <c:pt idx="119">
                  <c:v>74.153820105568897</c:v>
                </c:pt>
                <c:pt idx="120">
                  <c:v>74.282395002430206</c:v>
                </c:pt>
                <c:pt idx="121">
                  <c:v>74.409747087238941</c:v>
                </c:pt>
                <c:pt idx="122">
                  <c:v>74.535893721775508</c:v>
                </c:pt>
                <c:pt idx="123">
                  <c:v>75.310734232776042</c:v>
                </c:pt>
                <c:pt idx="124">
                  <c:v>76.076915014566111</c:v>
                </c:pt>
                <c:pt idx="125">
                  <c:v>76.834580433988634</c:v>
                </c:pt>
                <c:pt idx="126">
                  <c:v>78.799768019198794</c:v>
                </c:pt>
                <c:pt idx="127">
                  <c:v>80.739264015552749</c:v>
                </c:pt>
                <c:pt idx="128">
                  <c:v>82.653568963948146</c:v>
                </c:pt>
                <c:pt idx="129">
                  <c:v>83.422355157569712</c:v>
                </c:pt>
                <c:pt idx="130">
                  <c:v>84.18392868236046</c:v>
                </c:pt>
                <c:pt idx="131">
                  <c:v>84.938390567115036</c:v>
                </c:pt>
                <c:pt idx="132">
                  <c:v>86.126541801534898</c:v>
                </c:pt>
                <c:pt idx="133">
                  <c:v>87.305116703947476</c:v>
                </c:pt>
                <c:pt idx="134">
                  <c:v>88.474230585494652</c:v>
                </c:pt>
                <c:pt idx="135">
                  <c:v>90.672694382998003</c:v>
                </c:pt>
                <c:pt idx="136">
                  <c:v>92.853495009709619</c:v>
                </c:pt>
                <c:pt idx="137">
                  <c:v>95.016844481388844</c:v>
                </c:pt>
                <c:pt idx="138">
                  <c:v>96.694759592772002</c:v>
                </c:pt>
                <c:pt idx="139">
                  <c:v>98.355726265265915</c:v>
                </c:pt>
                <c:pt idx="140">
                  <c:v>100</c:v>
                </c:pt>
                <c:pt idx="141">
                  <c:v>99.357541015376881</c:v>
                </c:pt>
                <c:pt idx="142">
                  <c:v>98.726948377006963</c:v>
                </c:pt>
                <c:pt idx="143">
                  <c:v>98.107896332557203</c:v>
                </c:pt>
                <c:pt idx="144">
                  <c:v>98.148906851712482</c:v>
                </c:pt>
                <c:pt idx="145">
                  <c:v>98.189494880920535</c:v>
                </c:pt>
                <c:pt idx="146">
                  <c:v>98.22966691545912</c:v>
                </c:pt>
                <c:pt idx="147">
                  <c:v>96.628974616838164</c:v>
                </c:pt>
                <c:pt idx="148">
                  <c:v>95.05374819727534</c:v>
                </c:pt>
                <c:pt idx="149">
                  <c:v>93.503384736679976</c:v>
                </c:pt>
                <c:pt idx="150">
                  <c:v>90.168415868899245</c:v>
                </c:pt>
                <c:pt idx="151">
                  <c:v>86.916395844135678</c:v>
                </c:pt>
                <c:pt idx="152">
                  <c:v>83.744267964860001</c:v>
                </c:pt>
                <c:pt idx="153">
                  <c:v>82.529888540319007</c:v>
                </c:pt>
                <c:pt idx="154">
                  <c:v>81.332480256807116</c:v>
                </c:pt>
                <c:pt idx="155">
                  <c:v>80.151689821485874</c:v>
                </c:pt>
                <c:pt idx="156">
                  <c:v>78.071009434604363</c:v>
                </c:pt>
                <c:pt idx="157">
                  <c:v>76.021760347017519</c:v>
                </c:pt>
                <c:pt idx="158">
                  <c:v>74.003235683763236</c:v>
                </c:pt>
                <c:pt idx="159">
                  <c:v>70.56503285648202</c:v>
                </c:pt>
                <c:pt idx="160">
                  <c:v>67.198548762231653</c:v>
                </c:pt>
                <c:pt idx="161">
                  <c:v>63.901562552740067</c:v>
                </c:pt>
                <c:pt idx="162">
                  <c:v>59.689533280050981</c:v>
                </c:pt>
                <c:pt idx="163">
                  <c:v>55.560492527643049</c:v>
                </c:pt>
                <c:pt idx="164">
                  <c:v>51.512011569853108</c:v>
                </c:pt>
                <c:pt idx="165">
                  <c:v>49.004230230089249</c:v>
                </c:pt>
                <c:pt idx="166">
                  <c:v>46.533674554123337</c:v>
                </c:pt>
                <c:pt idx="167">
                  <c:v>44.099521778392706</c:v>
                </c:pt>
                <c:pt idx="168">
                  <c:v>41.888256208913468</c:v>
                </c:pt>
                <c:pt idx="169">
                  <c:v>39.700290112013839</c:v>
                </c:pt>
                <c:pt idx="170">
                  <c:v>37.535257167784003</c:v>
                </c:pt>
                <c:pt idx="171">
                  <c:v>34.237405864356795</c:v>
                </c:pt>
                <c:pt idx="172">
                  <c:v>30.961787802134499</c:v>
                </c:pt>
                <c:pt idx="173">
                  <c:v>27.708178900515634</c:v>
                </c:pt>
                <c:pt idx="174">
                  <c:v>24.105552201029575</c:v>
                </c:pt>
                <c:pt idx="175">
                  <c:v>20.522995845271851</c:v>
                </c:pt>
                <c:pt idx="176">
                  <c:v>16.960342580379109</c:v>
                </c:pt>
                <c:pt idx="177">
                  <c:v>15.292176946447142</c:v>
                </c:pt>
                <c:pt idx="178">
                  <c:v>13.635199903479684</c:v>
                </c:pt>
                <c:pt idx="179">
                  <c:v>11.989299262836857</c:v>
                </c:pt>
                <c:pt idx="180">
                  <c:v>12.306934454765791</c:v>
                </c:pt>
                <c:pt idx="181">
                  <c:v>12.62378518241076</c:v>
                </c:pt>
                <c:pt idx="182">
                  <c:v>12.939854348277017</c:v>
                </c:pt>
                <c:pt idx="183">
                  <c:v>10.706589835465584</c:v>
                </c:pt>
                <c:pt idx="184">
                  <c:v>8.4723805753576311</c:v>
                </c:pt>
                <c:pt idx="185">
                  <c:v>6.2372259683370608</c:v>
                </c:pt>
                <c:pt idx="186">
                  <c:v>4.9416239703191787</c:v>
                </c:pt>
                <c:pt idx="187">
                  <c:v>3.6364032728508846</c:v>
                </c:pt>
                <c:pt idx="188">
                  <c:v>2.3214563613211112</c:v>
                </c:pt>
                <c:pt idx="189">
                  <c:v>1.9601473742332329</c:v>
                </c:pt>
                <c:pt idx="190">
                  <c:v>1.5981414027098815</c:v>
                </c:pt>
                <c:pt idx="191">
                  <c:v>1.2354364280233259</c:v>
                </c:pt>
                <c:pt idx="192">
                  <c:v>0.82555784892995743</c:v>
                </c:pt>
                <c:pt idx="193">
                  <c:v>0.41375025622545031</c:v>
                </c:pt>
                <c:pt idx="194">
                  <c:v>0</c:v>
                </c:pt>
                <c:pt idx="195">
                  <c:v>1.31770606097776</c:v>
                </c:pt>
                <c:pt idx="196">
                  <c:v>2.6576075040777676</c:v>
                </c:pt>
                <c:pt idx="197">
                  <c:v>4.0202698793885734</c:v>
                </c:pt>
                <c:pt idx="198">
                  <c:v>7.4585203337050956</c:v>
                </c:pt>
                <c:pt idx="199">
                  <c:v>10.969838148521976</c:v>
                </c:pt>
                <c:pt idx="200">
                  <c:v>14.556577505356</c:v>
                </c:pt>
                <c:pt idx="201">
                  <c:v>14.7136715332511</c:v>
                </c:pt>
                <c:pt idx="202">
                  <c:v>14.871711357285466</c:v>
                </c:pt>
                <c:pt idx="203">
                  <c:v>15.030705544601593</c:v>
                </c:pt>
                <c:pt idx="204">
                  <c:v>11.999023236456305</c:v>
                </c:pt>
                <c:pt idx="205">
                  <c:v>8.9822514595217164</c:v>
                </c:pt>
                <c:pt idx="206">
                  <c:v>5.9802804833559948</c:v>
                </c:pt>
                <c:pt idx="207">
                  <c:v>6.789485917406946</c:v>
                </c:pt>
                <c:pt idx="208">
                  <c:v>7.6132534952276067</c:v>
                </c:pt>
                <c:pt idx="209">
                  <c:v>8.4519798677502678</c:v>
                </c:pt>
                <c:pt idx="210">
                  <c:v>11.376862348826522</c:v>
                </c:pt>
                <c:pt idx="211">
                  <c:v>14.35417505323403</c:v>
                </c:pt>
                <c:pt idx="212">
                  <c:v>17.385340494133224</c:v>
                </c:pt>
                <c:pt idx="213">
                  <c:v>18.425167887904234</c:v>
                </c:pt>
                <c:pt idx="214">
                  <c:v>19.470046358941399</c:v>
                </c:pt>
                <c:pt idx="215">
                  <c:v>20.520012801108962</c:v>
                </c:pt>
                <c:pt idx="216">
                  <c:v>20.66935093616539</c:v>
                </c:pt>
                <c:pt idx="217">
                  <c:v>20.819892499631194</c:v>
                </c:pt>
                <c:pt idx="218">
                  <c:v>20.9716520969396</c:v>
                </c:pt>
                <c:pt idx="219">
                  <c:v>21.436606596431044</c:v>
                </c:pt>
                <c:pt idx="220">
                  <c:v>21.904336972352684</c:v>
                </c:pt>
                <c:pt idx="221">
                  <c:v>22.374868157985567</c:v>
                </c:pt>
                <c:pt idx="222">
                  <c:v>22.665780189755129</c:v>
                </c:pt>
                <c:pt idx="223">
                  <c:v>22.954835559218797</c:v>
                </c:pt>
                <c:pt idx="224">
                  <c:v>23.242051984256189</c:v>
                </c:pt>
                <c:pt idx="225">
                  <c:v>24.631131522124512</c:v>
                </c:pt>
                <c:pt idx="226">
                  <c:v>26.026885126791722</c:v>
                </c:pt>
                <c:pt idx="227">
                  <c:v>27.429361014105709</c:v>
                </c:pt>
                <c:pt idx="228">
                  <c:v>30.443442577281761</c:v>
                </c:pt>
                <c:pt idx="229">
                  <c:v>33.513883467223678</c:v>
                </c:pt>
                <c:pt idx="230">
                  <c:v>36.642279369498304</c:v>
                </c:pt>
                <c:pt idx="231">
                  <c:v>39.771232458463082</c:v>
                </c:pt>
                <c:pt idx="232">
                  <c:v>42.935972687715015</c:v>
                </c:pt>
                <c:pt idx="233">
                  <c:v>46.137117557212306</c:v>
                </c:pt>
                <c:pt idx="234">
                  <c:v>46.959842572646323</c:v>
                </c:pt>
                <c:pt idx="235">
                  <c:v>47.778320169310447</c:v>
                </c:pt>
                <c:pt idx="236">
                  <c:v>48.592583154250477</c:v>
                </c:pt>
                <c:pt idx="237">
                  <c:v>49.066827354283788</c:v>
                </c:pt>
                <c:pt idx="238">
                  <c:v>49.539631069262441</c:v>
                </c:pt>
                <c:pt idx="239">
                  <c:v>50.011000852296938</c:v>
                </c:pt>
                <c:pt idx="240">
                  <c:v>51.933382618022563</c:v>
                </c:pt>
                <c:pt idx="241">
                  <c:v>53.869076646990735</c:v>
                </c:pt>
                <c:pt idx="242">
                  <c:v>55.818221698387575</c:v>
                </c:pt>
                <c:pt idx="243">
                  <c:v>58.252856546316032</c:v>
                </c:pt>
                <c:pt idx="244">
                  <c:v>60.693495815596584</c:v>
                </c:pt>
                <c:pt idx="245">
                  <c:v>63.140161746275488</c:v>
                </c:pt>
                <c:pt idx="246">
                  <c:v>63.395757766548996</c:v>
                </c:pt>
                <c:pt idx="247">
                  <c:v>63.649174600756218</c:v>
                </c:pt>
                <c:pt idx="248">
                  <c:v>63.900439999876802</c:v>
                </c:pt>
                <c:pt idx="249">
                  <c:v>63.9542484075345</c:v>
                </c:pt>
                <c:pt idx="250">
                  <c:v>64.007761570152368</c:v>
                </c:pt>
                <c:pt idx="251">
                  <c:v>64.060981911090138</c:v>
                </c:pt>
                <c:pt idx="252">
                  <c:v>64.517046866625648</c:v>
                </c:pt>
                <c:pt idx="253">
                  <c:v>64.971521385454821</c:v>
                </c:pt>
                <c:pt idx="254">
                  <c:v>65.424413772593638</c:v>
                </c:pt>
                <c:pt idx="255">
                  <c:v>65.815951826609492</c:v>
                </c:pt>
                <c:pt idx="256">
                  <c:v>66.203337885396124</c:v>
                </c:pt>
                <c:pt idx="257">
                  <c:v>66.586637644264741</c:v>
                </c:pt>
                <c:pt idx="258">
                  <c:v>66.680350587502019</c:v>
                </c:pt>
                <c:pt idx="259">
                  <c:v>66.773058659098496</c:v>
                </c:pt>
                <c:pt idx="260">
                  <c:v>66.864777935520365</c:v>
                </c:pt>
                <c:pt idx="261">
                  <c:v>66.738042041509331</c:v>
                </c:pt>
                <c:pt idx="262">
                  <c:v>66.612096172057932</c:v>
                </c:pt>
                <c:pt idx="263">
                  <c:v>66.48693296303594</c:v>
                </c:pt>
                <c:pt idx="264">
                  <c:v>66.336497357177819</c:v>
                </c:pt>
                <c:pt idx="265">
                  <c:v>66.186969767650368</c:v>
                </c:pt>
                <c:pt idx="266">
                  <c:v>66.038341998132339</c:v>
                </c:pt>
                <c:pt idx="267">
                  <c:v>64.688352520027721</c:v>
                </c:pt>
                <c:pt idx="268">
                  <c:v>63.356555782079951</c:v>
                </c:pt>
                <c:pt idx="269">
                  <c:v>62.042586491913184</c:v>
                </c:pt>
              </c:numCache>
            </c:numRef>
          </c:val>
          <c:smooth val="0"/>
        </c:ser>
        <c:ser>
          <c:idx val="1"/>
          <c:order val="1"/>
          <c:tx>
            <c:strRef>
              <c:f>Sheet1!$C$1</c:f>
              <c:strCache>
                <c:ptCount val="1"/>
                <c:pt idx="0">
                  <c:v>MBA CAI</c:v>
                </c:pt>
              </c:strCache>
            </c:strRef>
          </c:tx>
          <c:spPr>
            <a:ln>
              <a:solidFill>
                <a:srgbClr val="AD275C"/>
              </a:solidFill>
            </a:ln>
          </c:spPr>
          <c:marker>
            <c:symbol val="none"/>
          </c:marker>
          <c:cat>
            <c:numRef>
              <c:f>Sheet1!$A$2:$A$271</c:f>
              <c:numCache>
                <c:formatCode>m/d/yyyy</c:formatCode>
                <c:ptCount val="270"/>
                <c:pt idx="0">
                  <c:v>34335</c:v>
                </c:pt>
                <c:pt idx="1">
                  <c:v>34366</c:v>
                </c:pt>
                <c:pt idx="2">
                  <c:v>34394</c:v>
                </c:pt>
                <c:pt idx="3">
                  <c:v>34425</c:v>
                </c:pt>
                <c:pt idx="4">
                  <c:v>34455</c:v>
                </c:pt>
                <c:pt idx="5">
                  <c:v>34486</c:v>
                </c:pt>
                <c:pt idx="6">
                  <c:v>34516</c:v>
                </c:pt>
                <c:pt idx="7">
                  <c:v>34547</c:v>
                </c:pt>
                <c:pt idx="8">
                  <c:v>34578</c:v>
                </c:pt>
                <c:pt idx="9">
                  <c:v>34608</c:v>
                </c:pt>
                <c:pt idx="10">
                  <c:v>34639</c:v>
                </c:pt>
                <c:pt idx="11">
                  <c:v>34669</c:v>
                </c:pt>
                <c:pt idx="12">
                  <c:v>34700</c:v>
                </c:pt>
                <c:pt idx="13">
                  <c:v>34731</c:v>
                </c:pt>
                <c:pt idx="14">
                  <c:v>34759</c:v>
                </c:pt>
                <c:pt idx="15">
                  <c:v>34790</c:v>
                </c:pt>
                <c:pt idx="16">
                  <c:v>34820</c:v>
                </c:pt>
                <c:pt idx="17">
                  <c:v>34851</c:v>
                </c:pt>
                <c:pt idx="18">
                  <c:v>34881</c:v>
                </c:pt>
                <c:pt idx="19">
                  <c:v>34912</c:v>
                </c:pt>
                <c:pt idx="20">
                  <c:v>34943</c:v>
                </c:pt>
                <c:pt idx="21">
                  <c:v>34973</c:v>
                </c:pt>
                <c:pt idx="22">
                  <c:v>35004</c:v>
                </c:pt>
                <c:pt idx="23">
                  <c:v>35034</c:v>
                </c:pt>
                <c:pt idx="24">
                  <c:v>35065</c:v>
                </c:pt>
                <c:pt idx="25">
                  <c:v>35096</c:v>
                </c:pt>
                <c:pt idx="26">
                  <c:v>35125</c:v>
                </c:pt>
                <c:pt idx="27">
                  <c:v>35156</c:v>
                </c:pt>
                <c:pt idx="28">
                  <c:v>35186</c:v>
                </c:pt>
                <c:pt idx="29">
                  <c:v>35217</c:v>
                </c:pt>
                <c:pt idx="30">
                  <c:v>35247</c:v>
                </c:pt>
                <c:pt idx="31">
                  <c:v>35278</c:v>
                </c:pt>
                <c:pt idx="32">
                  <c:v>35309</c:v>
                </c:pt>
                <c:pt idx="33">
                  <c:v>35339</c:v>
                </c:pt>
                <c:pt idx="34">
                  <c:v>35370</c:v>
                </c:pt>
                <c:pt idx="35">
                  <c:v>35400</c:v>
                </c:pt>
                <c:pt idx="36">
                  <c:v>35431</c:v>
                </c:pt>
                <c:pt idx="37">
                  <c:v>35462</c:v>
                </c:pt>
                <c:pt idx="38">
                  <c:v>35490</c:v>
                </c:pt>
                <c:pt idx="39">
                  <c:v>35521</c:v>
                </c:pt>
                <c:pt idx="40">
                  <c:v>35551</c:v>
                </c:pt>
                <c:pt idx="41">
                  <c:v>35582</c:v>
                </c:pt>
                <c:pt idx="42">
                  <c:v>35612</c:v>
                </c:pt>
                <c:pt idx="43">
                  <c:v>35643</c:v>
                </c:pt>
                <c:pt idx="44">
                  <c:v>35674</c:v>
                </c:pt>
                <c:pt idx="45">
                  <c:v>35704</c:v>
                </c:pt>
                <c:pt idx="46">
                  <c:v>35735</c:v>
                </c:pt>
                <c:pt idx="47">
                  <c:v>35765</c:v>
                </c:pt>
                <c:pt idx="48">
                  <c:v>35796</c:v>
                </c:pt>
                <c:pt idx="49">
                  <c:v>35827</c:v>
                </c:pt>
                <c:pt idx="50">
                  <c:v>35855</c:v>
                </c:pt>
                <c:pt idx="51">
                  <c:v>35886</c:v>
                </c:pt>
                <c:pt idx="52">
                  <c:v>35916</c:v>
                </c:pt>
                <c:pt idx="53">
                  <c:v>35947</c:v>
                </c:pt>
                <c:pt idx="54">
                  <c:v>35977</c:v>
                </c:pt>
                <c:pt idx="55">
                  <c:v>36008</c:v>
                </c:pt>
                <c:pt idx="56">
                  <c:v>36039</c:v>
                </c:pt>
                <c:pt idx="57">
                  <c:v>36069</c:v>
                </c:pt>
                <c:pt idx="58">
                  <c:v>36100</c:v>
                </c:pt>
                <c:pt idx="59">
                  <c:v>36130</c:v>
                </c:pt>
                <c:pt idx="60">
                  <c:v>36161</c:v>
                </c:pt>
                <c:pt idx="61">
                  <c:v>36192</c:v>
                </c:pt>
                <c:pt idx="62">
                  <c:v>36220</c:v>
                </c:pt>
                <c:pt idx="63">
                  <c:v>36251</c:v>
                </c:pt>
                <c:pt idx="64">
                  <c:v>36281</c:v>
                </c:pt>
                <c:pt idx="65">
                  <c:v>36312</c:v>
                </c:pt>
                <c:pt idx="66">
                  <c:v>36342</c:v>
                </c:pt>
                <c:pt idx="67">
                  <c:v>36373</c:v>
                </c:pt>
                <c:pt idx="68">
                  <c:v>36404</c:v>
                </c:pt>
                <c:pt idx="69">
                  <c:v>36434</c:v>
                </c:pt>
                <c:pt idx="70">
                  <c:v>36465</c:v>
                </c:pt>
                <c:pt idx="71">
                  <c:v>36495</c:v>
                </c:pt>
                <c:pt idx="72">
                  <c:v>36526</c:v>
                </c:pt>
                <c:pt idx="73">
                  <c:v>36557</c:v>
                </c:pt>
                <c:pt idx="74">
                  <c:v>36586</c:v>
                </c:pt>
                <c:pt idx="75">
                  <c:v>36617</c:v>
                </c:pt>
                <c:pt idx="76">
                  <c:v>36647</c:v>
                </c:pt>
                <c:pt idx="77">
                  <c:v>36678</c:v>
                </c:pt>
                <c:pt idx="78">
                  <c:v>36708</c:v>
                </c:pt>
                <c:pt idx="79">
                  <c:v>36739</c:v>
                </c:pt>
                <c:pt idx="80">
                  <c:v>36770</c:v>
                </c:pt>
                <c:pt idx="81">
                  <c:v>36800</c:v>
                </c:pt>
                <c:pt idx="82">
                  <c:v>36831</c:v>
                </c:pt>
                <c:pt idx="83">
                  <c:v>36861</c:v>
                </c:pt>
                <c:pt idx="84">
                  <c:v>36892</c:v>
                </c:pt>
                <c:pt idx="85">
                  <c:v>36923</c:v>
                </c:pt>
                <c:pt idx="86">
                  <c:v>36951</c:v>
                </c:pt>
                <c:pt idx="87">
                  <c:v>36982</c:v>
                </c:pt>
                <c:pt idx="88">
                  <c:v>37012</c:v>
                </c:pt>
                <c:pt idx="89">
                  <c:v>37043</c:v>
                </c:pt>
                <c:pt idx="90">
                  <c:v>37073</c:v>
                </c:pt>
                <c:pt idx="91">
                  <c:v>37104</c:v>
                </c:pt>
                <c:pt idx="92">
                  <c:v>37135</c:v>
                </c:pt>
                <c:pt idx="93">
                  <c:v>37165</c:v>
                </c:pt>
                <c:pt idx="94">
                  <c:v>37196</c:v>
                </c:pt>
                <c:pt idx="95">
                  <c:v>37226</c:v>
                </c:pt>
                <c:pt idx="96">
                  <c:v>37257</c:v>
                </c:pt>
                <c:pt idx="97">
                  <c:v>37288</c:v>
                </c:pt>
                <c:pt idx="98">
                  <c:v>37316</c:v>
                </c:pt>
                <c:pt idx="99">
                  <c:v>37347</c:v>
                </c:pt>
                <c:pt idx="100">
                  <c:v>37377</c:v>
                </c:pt>
                <c:pt idx="101">
                  <c:v>37408</c:v>
                </c:pt>
                <c:pt idx="102">
                  <c:v>37438</c:v>
                </c:pt>
                <c:pt idx="103">
                  <c:v>37469</c:v>
                </c:pt>
                <c:pt idx="104">
                  <c:v>37500</c:v>
                </c:pt>
                <c:pt idx="105">
                  <c:v>37530</c:v>
                </c:pt>
                <c:pt idx="106">
                  <c:v>37561</c:v>
                </c:pt>
                <c:pt idx="107">
                  <c:v>37591</c:v>
                </c:pt>
                <c:pt idx="108">
                  <c:v>37622</c:v>
                </c:pt>
                <c:pt idx="109">
                  <c:v>37653</c:v>
                </c:pt>
                <c:pt idx="110">
                  <c:v>37681</c:v>
                </c:pt>
                <c:pt idx="111">
                  <c:v>37712</c:v>
                </c:pt>
                <c:pt idx="112">
                  <c:v>37742</c:v>
                </c:pt>
                <c:pt idx="113">
                  <c:v>37773</c:v>
                </c:pt>
                <c:pt idx="114">
                  <c:v>37803</c:v>
                </c:pt>
                <c:pt idx="115">
                  <c:v>37834</c:v>
                </c:pt>
                <c:pt idx="116">
                  <c:v>37865</c:v>
                </c:pt>
                <c:pt idx="117">
                  <c:v>37895</c:v>
                </c:pt>
                <c:pt idx="118">
                  <c:v>37926</c:v>
                </c:pt>
                <c:pt idx="119">
                  <c:v>37956</c:v>
                </c:pt>
                <c:pt idx="120">
                  <c:v>37987</c:v>
                </c:pt>
                <c:pt idx="121">
                  <c:v>38018</c:v>
                </c:pt>
                <c:pt idx="122">
                  <c:v>38047</c:v>
                </c:pt>
                <c:pt idx="123">
                  <c:v>38078</c:v>
                </c:pt>
                <c:pt idx="124">
                  <c:v>38108</c:v>
                </c:pt>
                <c:pt idx="125">
                  <c:v>38139</c:v>
                </c:pt>
                <c:pt idx="126">
                  <c:v>38169</c:v>
                </c:pt>
                <c:pt idx="127">
                  <c:v>38200</c:v>
                </c:pt>
                <c:pt idx="128">
                  <c:v>38231</c:v>
                </c:pt>
                <c:pt idx="129">
                  <c:v>38261</c:v>
                </c:pt>
                <c:pt idx="130">
                  <c:v>38292</c:v>
                </c:pt>
                <c:pt idx="131">
                  <c:v>38322</c:v>
                </c:pt>
                <c:pt idx="132">
                  <c:v>38353</c:v>
                </c:pt>
                <c:pt idx="133">
                  <c:v>38384</c:v>
                </c:pt>
                <c:pt idx="134">
                  <c:v>38412</c:v>
                </c:pt>
                <c:pt idx="135">
                  <c:v>38443</c:v>
                </c:pt>
                <c:pt idx="136">
                  <c:v>38473</c:v>
                </c:pt>
                <c:pt idx="137">
                  <c:v>38504</c:v>
                </c:pt>
                <c:pt idx="138">
                  <c:v>38534</c:v>
                </c:pt>
                <c:pt idx="139">
                  <c:v>38565</c:v>
                </c:pt>
                <c:pt idx="140">
                  <c:v>38596</c:v>
                </c:pt>
                <c:pt idx="141">
                  <c:v>38626</c:v>
                </c:pt>
                <c:pt idx="142">
                  <c:v>38657</c:v>
                </c:pt>
                <c:pt idx="143">
                  <c:v>38687</c:v>
                </c:pt>
                <c:pt idx="144">
                  <c:v>38718</c:v>
                </c:pt>
                <c:pt idx="145">
                  <c:v>38749</c:v>
                </c:pt>
                <c:pt idx="146">
                  <c:v>38777</c:v>
                </c:pt>
                <c:pt idx="147">
                  <c:v>38808</c:v>
                </c:pt>
                <c:pt idx="148">
                  <c:v>38838</c:v>
                </c:pt>
                <c:pt idx="149">
                  <c:v>38869</c:v>
                </c:pt>
                <c:pt idx="150">
                  <c:v>38899</c:v>
                </c:pt>
                <c:pt idx="151">
                  <c:v>38930</c:v>
                </c:pt>
                <c:pt idx="152">
                  <c:v>38961</c:v>
                </c:pt>
                <c:pt idx="153">
                  <c:v>38991</c:v>
                </c:pt>
                <c:pt idx="154">
                  <c:v>39022</c:v>
                </c:pt>
                <c:pt idx="155">
                  <c:v>39052</c:v>
                </c:pt>
                <c:pt idx="156">
                  <c:v>39083</c:v>
                </c:pt>
                <c:pt idx="157">
                  <c:v>39114</c:v>
                </c:pt>
                <c:pt idx="158">
                  <c:v>39142</c:v>
                </c:pt>
                <c:pt idx="159">
                  <c:v>39173</c:v>
                </c:pt>
                <c:pt idx="160">
                  <c:v>39203</c:v>
                </c:pt>
                <c:pt idx="161">
                  <c:v>39234</c:v>
                </c:pt>
                <c:pt idx="162">
                  <c:v>39264</c:v>
                </c:pt>
                <c:pt idx="163">
                  <c:v>39295</c:v>
                </c:pt>
                <c:pt idx="164">
                  <c:v>39326</c:v>
                </c:pt>
                <c:pt idx="165">
                  <c:v>39356</c:v>
                </c:pt>
                <c:pt idx="166">
                  <c:v>39387</c:v>
                </c:pt>
                <c:pt idx="167">
                  <c:v>39417</c:v>
                </c:pt>
                <c:pt idx="168">
                  <c:v>39448</c:v>
                </c:pt>
                <c:pt idx="169">
                  <c:v>39479</c:v>
                </c:pt>
                <c:pt idx="170">
                  <c:v>39508</c:v>
                </c:pt>
                <c:pt idx="171">
                  <c:v>39539</c:v>
                </c:pt>
                <c:pt idx="172">
                  <c:v>39569</c:v>
                </c:pt>
                <c:pt idx="173">
                  <c:v>39600</c:v>
                </c:pt>
                <c:pt idx="174">
                  <c:v>39630</c:v>
                </c:pt>
                <c:pt idx="175">
                  <c:v>39661</c:v>
                </c:pt>
                <c:pt idx="176">
                  <c:v>39692</c:v>
                </c:pt>
                <c:pt idx="177">
                  <c:v>39722</c:v>
                </c:pt>
                <c:pt idx="178">
                  <c:v>39753</c:v>
                </c:pt>
                <c:pt idx="179">
                  <c:v>39783</c:v>
                </c:pt>
                <c:pt idx="180">
                  <c:v>39814</c:v>
                </c:pt>
                <c:pt idx="181">
                  <c:v>39845</c:v>
                </c:pt>
                <c:pt idx="182">
                  <c:v>39873</c:v>
                </c:pt>
                <c:pt idx="183">
                  <c:v>39904</c:v>
                </c:pt>
                <c:pt idx="184">
                  <c:v>39934</c:v>
                </c:pt>
                <c:pt idx="185">
                  <c:v>39965</c:v>
                </c:pt>
                <c:pt idx="186">
                  <c:v>39995</c:v>
                </c:pt>
                <c:pt idx="187">
                  <c:v>40026</c:v>
                </c:pt>
                <c:pt idx="188">
                  <c:v>40057</c:v>
                </c:pt>
                <c:pt idx="189">
                  <c:v>40087</c:v>
                </c:pt>
                <c:pt idx="190">
                  <c:v>40118</c:v>
                </c:pt>
                <c:pt idx="191">
                  <c:v>40148</c:v>
                </c:pt>
                <c:pt idx="192">
                  <c:v>40179</c:v>
                </c:pt>
                <c:pt idx="193">
                  <c:v>40210</c:v>
                </c:pt>
                <c:pt idx="194">
                  <c:v>40238</c:v>
                </c:pt>
                <c:pt idx="195">
                  <c:v>40269</c:v>
                </c:pt>
                <c:pt idx="196">
                  <c:v>40299</c:v>
                </c:pt>
                <c:pt idx="197">
                  <c:v>40330</c:v>
                </c:pt>
                <c:pt idx="198">
                  <c:v>40360</c:v>
                </c:pt>
                <c:pt idx="199">
                  <c:v>40391</c:v>
                </c:pt>
                <c:pt idx="200">
                  <c:v>40422</c:v>
                </c:pt>
                <c:pt idx="201">
                  <c:v>40452</c:v>
                </c:pt>
                <c:pt idx="202">
                  <c:v>40483</c:v>
                </c:pt>
                <c:pt idx="203">
                  <c:v>40513</c:v>
                </c:pt>
                <c:pt idx="204">
                  <c:v>40544</c:v>
                </c:pt>
                <c:pt idx="205">
                  <c:v>40575</c:v>
                </c:pt>
                <c:pt idx="206">
                  <c:v>40603</c:v>
                </c:pt>
                <c:pt idx="207">
                  <c:v>40634</c:v>
                </c:pt>
                <c:pt idx="208">
                  <c:v>40664</c:v>
                </c:pt>
                <c:pt idx="209">
                  <c:v>40695</c:v>
                </c:pt>
                <c:pt idx="210">
                  <c:v>40725</c:v>
                </c:pt>
                <c:pt idx="211">
                  <c:v>40756</c:v>
                </c:pt>
                <c:pt idx="212">
                  <c:v>40787</c:v>
                </c:pt>
                <c:pt idx="213">
                  <c:v>40817</c:v>
                </c:pt>
                <c:pt idx="214">
                  <c:v>40848</c:v>
                </c:pt>
                <c:pt idx="215">
                  <c:v>40878</c:v>
                </c:pt>
                <c:pt idx="216">
                  <c:v>40909</c:v>
                </c:pt>
                <c:pt idx="217">
                  <c:v>40940</c:v>
                </c:pt>
                <c:pt idx="218">
                  <c:v>40969</c:v>
                </c:pt>
                <c:pt idx="219">
                  <c:v>41000</c:v>
                </c:pt>
                <c:pt idx="220">
                  <c:v>41030</c:v>
                </c:pt>
                <c:pt idx="221">
                  <c:v>41061</c:v>
                </c:pt>
                <c:pt idx="222">
                  <c:v>41091</c:v>
                </c:pt>
                <c:pt idx="223">
                  <c:v>41122</c:v>
                </c:pt>
                <c:pt idx="224">
                  <c:v>41153</c:v>
                </c:pt>
                <c:pt idx="225">
                  <c:v>41183</c:v>
                </c:pt>
                <c:pt idx="226">
                  <c:v>41214</c:v>
                </c:pt>
                <c:pt idx="227">
                  <c:v>41244</c:v>
                </c:pt>
                <c:pt idx="228">
                  <c:v>41275</c:v>
                </c:pt>
                <c:pt idx="229">
                  <c:v>41306</c:v>
                </c:pt>
                <c:pt idx="230">
                  <c:v>41334</c:v>
                </c:pt>
                <c:pt idx="231">
                  <c:v>41365</c:v>
                </c:pt>
                <c:pt idx="232">
                  <c:v>41395</c:v>
                </c:pt>
                <c:pt idx="233">
                  <c:v>41426</c:v>
                </c:pt>
                <c:pt idx="234">
                  <c:v>41456</c:v>
                </c:pt>
                <c:pt idx="235">
                  <c:v>41487</c:v>
                </c:pt>
                <c:pt idx="236">
                  <c:v>41518</c:v>
                </c:pt>
                <c:pt idx="237">
                  <c:v>41548</c:v>
                </c:pt>
                <c:pt idx="238">
                  <c:v>41579</c:v>
                </c:pt>
                <c:pt idx="239">
                  <c:v>41609</c:v>
                </c:pt>
                <c:pt idx="240">
                  <c:v>41640</c:v>
                </c:pt>
                <c:pt idx="241">
                  <c:v>41671</c:v>
                </c:pt>
                <c:pt idx="242">
                  <c:v>41699</c:v>
                </c:pt>
                <c:pt idx="243">
                  <c:v>41730</c:v>
                </c:pt>
                <c:pt idx="244">
                  <c:v>41760</c:v>
                </c:pt>
                <c:pt idx="245">
                  <c:v>41791</c:v>
                </c:pt>
                <c:pt idx="246">
                  <c:v>41821</c:v>
                </c:pt>
                <c:pt idx="247">
                  <c:v>41852</c:v>
                </c:pt>
                <c:pt idx="248">
                  <c:v>41883</c:v>
                </c:pt>
                <c:pt idx="249">
                  <c:v>41913</c:v>
                </c:pt>
                <c:pt idx="250">
                  <c:v>41944</c:v>
                </c:pt>
                <c:pt idx="251">
                  <c:v>41974</c:v>
                </c:pt>
                <c:pt idx="252">
                  <c:v>42005</c:v>
                </c:pt>
                <c:pt idx="253">
                  <c:v>42036</c:v>
                </c:pt>
                <c:pt idx="254">
                  <c:v>42064</c:v>
                </c:pt>
                <c:pt idx="255">
                  <c:v>42095</c:v>
                </c:pt>
                <c:pt idx="256">
                  <c:v>42125</c:v>
                </c:pt>
                <c:pt idx="257">
                  <c:v>42156</c:v>
                </c:pt>
                <c:pt idx="258">
                  <c:v>42186</c:v>
                </c:pt>
                <c:pt idx="259">
                  <c:v>42217</c:v>
                </c:pt>
                <c:pt idx="260">
                  <c:v>42248</c:v>
                </c:pt>
                <c:pt idx="261">
                  <c:v>42278</c:v>
                </c:pt>
                <c:pt idx="262">
                  <c:v>42309</c:v>
                </c:pt>
                <c:pt idx="263">
                  <c:v>42339</c:v>
                </c:pt>
                <c:pt idx="264">
                  <c:v>42370</c:v>
                </c:pt>
                <c:pt idx="265">
                  <c:v>42401</c:v>
                </c:pt>
                <c:pt idx="266">
                  <c:v>42430</c:v>
                </c:pt>
                <c:pt idx="267">
                  <c:v>42461</c:v>
                </c:pt>
                <c:pt idx="268">
                  <c:v>42491</c:v>
                </c:pt>
                <c:pt idx="269">
                  <c:v>42522</c:v>
                </c:pt>
              </c:numCache>
            </c:numRef>
          </c:cat>
          <c:val>
            <c:numRef>
              <c:f>Sheet1!$C$2:$C$271</c:f>
              <c:numCache>
                <c:formatCode>0.00</c:formatCode>
                <c:ptCount val="27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39.639883367902129</c:v>
                </c:pt>
                <c:pt idx="126">
                  <c:v>40.108816544924402</c:v>
                </c:pt>
                <c:pt idx="127">
                  <c:v>40.577749721946674</c:v>
                </c:pt>
                <c:pt idx="128">
                  <c:v>41.046682898968953</c:v>
                </c:pt>
                <c:pt idx="129">
                  <c:v>41.515616075991225</c:v>
                </c:pt>
                <c:pt idx="130">
                  <c:v>41.984549253013498</c:v>
                </c:pt>
                <c:pt idx="131">
                  <c:v>42.45348243003577</c:v>
                </c:pt>
                <c:pt idx="132">
                  <c:v>43.974509273454181</c:v>
                </c:pt>
                <c:pt idx="133">
                  <c:v>46.196931894469998</c:v>
                </c:pt>
                <c:pt idx="134">
                  <c:v>48.910331559804007</c:v>
                </c:pt>
                <c:pt idx="135">
                  <c:v>51.98080543918762</c:v>
                </c:pt>
                <c:pt idx="136">
                  <c:v>55.319084979108432</c:v>
                </c:pt>
                <c:pt idx="137">
                  <c:v>58.863368873288614</c:v>
                </c:pt>
                <c:pt idx="138">
                  <c:v>61.975187766512505</c:v>
                </c:pt>
                <c:pt idx="139">
                  <c:v>64.741034658971358</c:v>
                </c:pt>
                <c:pt idx="140">
                  <c:v>67.225779300808611</c:v>
                </c:pt>
                <c:pt idx="141">
                  <c:v>69.479027971545719</c:v>
                </c:pt>
                <c:pt idx="142">
                  <c:v>71.539363333032753</c:v>
                </c:pt>
                <c:pt idx="143">
                  <c:v>73.437245381467008</c:v>
                </c:pt>
                <c:pt idx="144">
                  <c:v>75.172994258574562</c:v>
                </c:pt>
                <c:pt idx="145">
                  <c:v>76.769771845973494</c:v>
                </c:pt>
                <c:pt idx="146">
                  <c:v>78.246528774078598</c:v>
                </c:pt>
                <c:pt idx="147">
                  <c:v>79.61891991149345</c:v>
                </c:pt>
                <c:pt idx="148">
                  <c:v>80.899990982054291</c:v>
                </c:pt>
                <c:pt idx="149">
                  <c:v>83.869901103195346</c:v>
                </c:pt>
                <c:pt idx="150">
                  <c:v>86.655444334225095</c:v>
                </c:pt>
                <c:pt idx="151">
                  <c:v>89.256620675143523</c:v>
                </c:pt>
                <c:pt idx="152">
                  <c:v>91.673430125950645</c:v>
                </c:pt>
                <c:pt idx="153">
                  <c:v>93.905872686646418</c:v>
                </c:pt>
                <c:pt idx="154">
                  <c:v>95.953948357230871</c:v>
                </c:pt>
                <c:pt idx="155">
                  <c:v>97.817657137704032</c:v>
                </c:pt>
                <c:pt idx="156">
                  <c:v>99.113235338323264</c:v>
                </c:pt>
                <c:pt idx="157">
                  <c:v>99.840682959088582</c:v>
                </c:pt>
                <c:pt idx="158">
                  <c:v>100</c:v>
                </c:pt>
                <c:pt idx="159">
                  <c:v>99.591186461057475</c:v>
                </c:pt>
                <c:pt idx="160">
                  <c:v>98.614242342261093</c:v>
                </c:pt>
                <c:pt idx="161">
                  <c:v>97.069167643610783</c:v>
                </c:pt>
                <c:pt idx="162">
                  <c:v>95.249546597729477</c:v>
                </c:pt>
                <c:pt idx="163">
                  <c:v>93.155379204617191</c:v>
                </c:pt>
                <c:pt idx="164">
                  <c:v>90.786665464273895</c:v>
                </c:pt>
                <c:pt idx="165">
                  <c:v>88.143405376699619</c:v>
                </c:pt>
                <c:pt idx="166">
                  <c:v>85.225598941894361</c:v>
                </c:pt>
                <c:pt idx="167">
                  <c:v>82.033246159858109</c:v>
                </c:pt>
                <c:pt idx="168">
                  <c:v>78.618450716926674</c:v>
                </c:pt>
                <c:pt idx="169">
                  <c:v>74.98121261310007</c:v>
                </c:pt>
                <c:pt idx="170">
                  <c:v>71.121531848378268</c:v>
                </c:pt>
                <c:pt idx="171">
                  <c:v>67.039408422761298</c:v>
                </c:pt>
                <c:pt idx="172">
                  <c:v>62.734842336249145</c:v>
                </c:pt>
                <c:pt idx="173">
                  <c:v>58.207833588841794</c:v>
                </c:pt>
                <c:pt idx="174">
                  <c:v>53.792046171882056</c:v>
                </c:pt>
                <c:pt idx="175">
                  <c:v>49.487480085369889</c:v>
                </c:pt>
                <c:pt idx="176">
                  <c:v>45.29413532930532</c:v>
                </c:pt>
                <c:pt idx="177">
                  <c:v>41.212011903688342</c:v>
                </c:pt>
                <c:pt idx="178">
                  <c:v>37.241109808518956</c:v>
                </c:pt>
                <c:pt idx="179">
                  <c:v>33.381429043797162</c:v>
                </c:pt>
                <c:pt idx="180">
                  <c:v>29.743188946002558</c:v>
                </c:pt>
                <c:pt idx="181">
                  <c:v>26.326389515135123</c:v>
                </c:pt>
                <c:pt idx="182">
                  <c:v>23.131030751194878</c:v>
                </c:pt>
                <c:pt idx="183">
                  <c:v>20.157112654181823</c:v>
                </c:pt>
                <c:pt idx="184">
                  <c:v>17.404635224095951</c:v>
                </c:pt>
                <c:pt idx="185">
                  <c:v>14.873598460937265</c:v>
                </c:pt>
                <c:pt idx="186">
                  <c:v>12.54095650344185</c:v>
                </c:pt>
                <c:pt idx="187">
                  <c:v>10.406709351609706</c:v>
                </c:pt>
                <c:pt idx="188">
                  <c:v>8.470857005440827</c:v>
                </c:pt>
                <c:pt idx="189">
                  <c:v>6.7333994649352222</c:v>
                </c:pt>
                <c:pt idx="190">
                  <c:v>5.1943367300928873</c:v>
                </c:pt>
                <c:pt idx="191">
                  <c:v>3.8536688009138178</c:v>
                </c:pt>
                <c:pt idx="192">
                  <c:v>2.7164056472380049</c:v>
                </c:pt>
                <c:pt idx="193">
                  <c:v>1.7825472690654411</c:v>
                </c:pt>
                <c:pt idx="194">
                  <c:v>1.0520936663961291</c:v>
                </c:pt>
                <c:pt idx="195">
                  <c:v>0.52504483923006739</c:v>
                </c:pt>
                <c:pt idx="196">
                  <c:v>0.20140078756726021</c:v>
                </c:pt>
                <c:pt idx="197">
                  <c:v>8.1161511407701323E-2</c:v>
                </c:pt>
                <c:pt idx="198">
                  <c:v>1.4027915551947236E-2</c:v>
                </c:pt>
                <c:pt idx="199">
                  <c:v>0</c:v>
                </c:pt>
                <c:pt idx="200">
                  <c:v>3.9077764751857563E-2</c:v>
                </c:pt>
                <c:pt idx="201">
                  <c:v>0.13126120980751582</c:v>
                </c:pt>
                <c:pt idx="202">
                  <c:v>0.27655033516698296</c:v>
                </c:pt>
                <c:pt idx="203">
                  <c:v>0.47494514083025291</c:v>
                </c:pt>
                <c:pt idx="204">
                  <c:v>0.62324024809370837</c:v>
                </c:pt>
                <c:pt idx="205">
                  <c:v>0.72143565695734513</c:v>
                </c:pt>
                <c:pt idx="206">
                  <c:v>0.76099437881384047</c:v>
                </c:pt>
                <c:pt idx="207">
                  <c:v>0.7271670624542822</c:v>
                </c:pt>
                <c:pt idx="208">
                  <c:v>0.66372080440075865</c:v>
                </c:pt>
                <c:pt idx="209">
                  <c:v>0.56482399975952446</c:v>
                </c:pt>
                <c:pt idx="210">
                  <c:v>0.4953858177773775</c:v>
                </c:pt>
                <c:pt idx="211">
                  <c:v>0.44578711636156004</c:v>
                </c:pt>
                <c:pt idx="212">
                  <c:v>0.44993537138906509</c:v>
                </c:pt>
                <c:pt idx="213">
                  <c:v>0.4625604953858195</c:v>
                </c:pt>
                <c:pt idx="214">
                  <c:v>0.50332161000390729</c:v>
                </c:pt>
                <c:pt idx="215">
                  <c:v>0.5689722547870254</c:v>
                </c:pt>
                <c:pt idx="216">
                  <c:v>0.61534453562589697</c:v>
                </c:pt>
                <c:pt idx="217">
                  <c:v>0.63762888147413599</c:v>
                </c:pt>
                <c:pt idx="218">
                  <c:v>0.6616767367060481</c:v>
                </c:pt>
                <c:pt idx="219">
                  <c:v>0.69199707417761491</c:v>
                </c:pt>
                <c:pt idx="220">
                  <c:v>0.71734752156792181</c:v>
                </c:pt>
                <c:pt idx="221">
                  <c:v>0.74746746024589228</c:v>
                </c:pt>
                <c:pt idx="222">
                  <c:v>0.73846955441328677</c:v>
                </c:pt>
                <c:pt idx="223">
                  <c:v>0.73604472901073448</c:v>
                </c:pt>
                <c:pt idx="224">
                  <c:v>0.71452189857817272</c:v>
                </c:pt>
                <c:pt idx="225">
                  <c:v>0.65881103395758056</c:v>
                </c:pt>
                <c:pt idx="226">
                  <c:v>0.61141671927134955</c:v>
                </c:pt>
                <c:pt idx="227">
                  <c:v>0.5582709592088243</c:v>
                </c:pt>
                <c:pt idx="228">
                  <c:v>0.51243975511267437</c:v>
                </c:pt>
                <c:pt idx="229">
                  <c:v>0.47915351549583562</c:v>
                </c:pt>
                <c:pt idx="230">
                  <c:v>0.45468482279737155</c:v>
                </c:pt>
                <c:pt idx="231">
                  <c:v>0.46382300778549779</c:v>
                </c:pt>
                <c:pt idx="232">
                  <c:v>0.461358102624225</c:v>
                </c:pt>
                <c:pt idx="233">
                  <c:v>0.45690924940632133</c:v>
                </c:pt>
                <c:pt idx="234">
                  <c:v>0.47103736435506877</c:v>
                </c:pt>
                <c:pt idx="235">
                  <c:v>0.49358222863498991</c:v>
                </c:pt>
                <c:pt idx="236">
                  <c:v>0.49063636636907926</c:v>
                </c:pt>
                <c:pt idx="237">
                  <c:v>0.51708900712417838</c:v>
                </c:pt>
                <c:pt idx="238">
                  <c:v>0.5406559052514508</c:v>
                </c:pt>
                <c:pt idx="239">
                  <c:v>0.57660744882315451</c:v>
                </c:pt>
                <c:pt idx="240">
                  <c:v>0.64045450446388497</c:v>
                </c:pt>
                <c:pt idx="241">
                  <c:v>0.72738750112724182</c:v>
                </c:pt>
                <c:pt idx="242">
                  <c:v>0.81155499443893353</c:v>
                </c:pt>
                <c:pt idx="243">
                  <c:v>0.8842396368773856</c:v>
                </c:pt>
                <c:pt idx="244">
                  <c:v>0.96570174647548968</c:v>
                </c:pt>
                <c:pt idx="245">
                  <c:v>1.0425947635795265</c:v>
                </c:pt>
                <c:pt idx="246">
                  <c:v>1.1431749180869972</c:v>
                </c:pt>
                <c:pt idx="247">
                  <c:v>1.216340517630085</c:v>
                </c:pt>
                <c:pt idx="248">
                  <c:v>1.2895662368112544</c:v>
                </c:pt>
                <c:pt idx="249">
                  <c:v>1.3605074097453944</c:v>
                </c:pt>
                <c:pt idx="250">
                  <c:v>1.4125108966844009</c:v>
                </c:pt>
                <c:pt idx="251">
                  <c:v>1.4578411037965517</c:v>
                </c:pt>
                <c:pt idx="252">
                  <c:v>1.5154958367150604</c:v>
                </c:pt>
                <c:pt idx="253">
                  <c:v>1.5724291339766125</c:v>
                </c:pt>
                <c:pt idx="254">
                  <c:v>1.6526828388493069</c:v>
                </c:pt>
                <c:pt idx="255">
                  <c:v>1.7334836324285336</c:v>
                </c:pt>
                <c:pt idx="256">
                  <c:v>1.8160278955120668</c:v>
                </c:pt>
                <c:pt idx="257">
                  <c:v>1.889313734331318</c:v>
                </c:pt>
                <c:pt idx="258">
                  <c:v>1.9686716565966236</c:v>
                </c:pt>
                <c:pt idx="259">
                  <c:v>2.0564463281931027</c:v>
                </c:pt>
                <c:pt idx="260">
                  <c:v>2.1514353563591526</c:v>
                </c:pt>
                <c:pt idx="261">
                  <c:v>2.2530375447139788</c:v>
                </c:pt>
                <c:pt idx="262">
                  <c:v>2.3564433222112005</c:v>
                </c:pt>
                <c:pt idx="263">
                  <c:v>2.437280187573271</c:v>
                </c:pt>
                <c:pt idx="264">
                  <c:v>2.5022093966994321</c:v>
                </c:pt>
                <c:pt idx="265">
                  <c:v>2.5641326239216071</c:v>
                </c:pt>
                <c:pt idx="266">
                  <c:v>2.6212462800973988</c:v>
                </c:pt>
                <c:pt idx="267">
                  <c:v>2.6729491688460065</c:v>
                </c:pt>
                <c:pt idx="268">
                  <c:v>#N/A</c:v>
                </c:pt>
                <c:pt idx="269">
                  <c:v>#N/A</c:v>
                </c:pt>
              </c:numCache>
            </c:numRef>
          </c:val>
          <c:smooth val="0"/>
        </c:ser>
        <c:ser>
          <c:idx val="2"/>
          <c:order val="2"/>
          <c:tx>
            <c:strRef>
              <c:f>Sheet1!$D$1</c:f>
              <c:strCache>
                <c:ptCount val="1"/>
                <c:pt idx="0">
                  <c:v>Purchase</c:v>
                </c:pt>
              </c:strCache>
            </c:strRef>
          </c:tx>
          <c:spPr>
            <a:ln>
              <a:solidFill>
                <a:srgbClr val="2E8A60"/>
              </a:solidFill>
            </a:ln>
          </c:spPr>
          <c:marker>
            <c:symbol val="none"/>
          </c:marker>
          <c:cat>
            <c:numRef>
              <c:f>Sheet1!$A$2:$A$271</c:f>
              <c:numCache>
                <c:formatCode>m/d/yyyy</c:formatCode>
                <c:ptCount val="270"/>
                <c:pt idx="0">
                  <c:v>34335</c:v>
                </c:pt>
                <c:pt idx="1">
                  <c:v>34366</c:v>
                </c:pt>
                <c:pt idx="2">
                  <c:v>34394</c:v>
                </c:pt>
                <c:pt idx="3">
                  <c:v>34425</c:v>
                </c:pt>
                <c:pt idx="4">
                  <c:v>34455</c:v>
                </c:pt>
                <c:pt idx="5">
                  <c:v>34486</c:v>
                </c:pt>
                <c:pt idx="6">
                  <c:v>34516</c:v>
                </c:pt>
                <c:pt idx="7">
                  <c:v>34547</c:v>
                </c:pt>
                <c:pt idx="8">
                  <c:v>34578</c:v>
                </c:pt>
                <c:pt idx="9">
                  <c:v>34608</c:v>
                </c:pt>
                <c:pt idx="10">
                  <c:v>34639</c:v>
                </c:pt>
                <c:pt idx="11">
                  <c:v>34669</c:v>
                </c:pt>
                <c:pt idx="12">
                  <c:v>34700</c:v>
                </c:pt>
                <c:pt idx="13">
                  <c:v>34731</c:v>
                </c:pt>
                <c:pt idx="14">
                  <c:v>34759</c:v>
                </c:pt>
                <c:pt idx="15">
                  <c:v>34790</c:v>
                </c:pt>
                <c:pt idx="16">
                  <c:v>34820</c:v>
                </c:pt>
                <c:pt idx="17">
                  <c:v>34851</c:v>
                </c:pt>
                <c:pt idx="18">
                  <c:v>34881</c:v>
                </c:pt>
                <c:pt idx="19">
                  <c:v>34912</c:v>
                </c:pt>
                <c:pt idx="20">
                  <c:v>34943</c:v>
                </c:pt>
                <c:pt idx="21">
                  <c:v>34973</c:v>
                </c:pt>
                <c:pt idx="22">
                  <c:v>35004</c:v>
                </c:pt>
                <c:pt idx="23">
                  <c:v>35034</c:v>
                </c:pt>
                <c:pt idx="24">
                  <c:v>35065</c:v>
                </c:pt>
                <c:pt idx="25">
                  <c:v>35096</c:v>
                </c:pt>
                <c:pt idx="26">
                  <c:v>35125</c:v>
                </c:pt>
                <c:pt idx="27">
                  <c:v>35156</c:v>
                </c:pt>
                <c:pt idx="28">
                  <c:v>35186</c:v>
                </c:pt>
                <c:pt idx="29">
                  <c:v>35217</c:v>
                </c:pt>
                <c:pt idx="30">
                  <c:v>35247</c:v>
                </c:pt>
                <c:pt idx="31">
                  <c:v>35278</c:v>
                </c:pt>
                <c:pt idx="32">
                  <c:v>35309</c:v>
                </c:pt>
                <c:pt idx="33">
                  <c:v>35339</c:v>
                </c:pt>
                <c:pt idx="34">
                  <c:v>35370</c:v>
                </c:pt>
                <c:pt idx="35">
                  <c:v>35400</c:v>
                </c:pt>
                <c:pt idx="36">
                  <c:v>35431</c:v>
                </c:pt>
                <c:pt idx="37">
                  <c:v>35462</c:v>
                </c:pt>
                <c:pt idx="38">
                  <c:v>35490</c:v>
                </c:pt>
                <c:pt idx="39">
                  <c:v>35521</c:v>
                </c:pt>
                <c:pt idx="40">
                  <c:v>35551</c:v>
                </c:pt>
                <c:pt idx="41">
                  <c:v>35582</c:v>
                </c:pt>
                <c:pt idx="42">
                  <c:v>35612</c:v>
                </c:pt>
                <c:pt idx="43">
                  <c:v>35643</c:v>
                </c:pt>
                <c:pt idx="44">
                  <c:v>35674</c:v>
                </c:pt>
                <c:pt idx="45">
                  <c:v>35704</c:v>
                </c:pt>
                <c:pt idx="46">
                  <c:v>35735</c:v>
                </c:pt>
                <c:pt idx="47">
                  <c:v>35765</c:v>
                </c:pt>
                <c:pt idx="48">
                  <c:v>35796</c:v>
                </c:pt>
                <c:pt idx="49">
                  <c:v>35827</c:v>
                </c:pt>
                <c:pt idx="50">
                  <c:v>35855</c:v>
                </c:pt>
                <c:pt idx="51">
                  <c:v>35886</c:v>
                </c:pt>
                <c:pt idx="52">
                  <c:v>35916</c:v>
                </c:pt>
                <c:pt idx="53">
                  <c:v>35947</c:v>
                </c:pt>
                <c:pt idx="54">
                  <c:v>35977</c:v>
                </c:pt>
                <c:pt idx="55">
                  <c:v>36008</c:v>
                </c:pt>
                <c:pt idx="56">
                  <c:v>36039</c:v>
                </c:pt>
                <c:pt idx="57">
                  <c:v>36069</c:v>
                </c:pt>
                <c:pt idx="58">
                  <c:v>36100</c:v>
                </c:pt>
                <c:pt idx="59">
                  <c:v>36130</c:v>
                </c:pt>
                <c:pt idx="60">
                  <c:v>36161</c:v>
                </c:pt>
                <c:pt idx="61">
                  <c:v>36192</c:v>
                </c:pt>
                <c:pt idx="62">
                  <c:v>36220</c:v>
                </c:pt>
                <c:pt idx="63">
                  <c:v>36251</c:v>
                </c:pt>
                <c:pt idx="64">
                  <c:v>36281</c:v>
                </c:pt>
                <c:pt idx="65">
                  <c:v>36312</c:v>
                </c:pt>
                <c:pt idx="66">
                  <c:v>36342</c:v>
                </c:pt>
                <c:pt idx="67">
                  <c:v>36373</c:v>
                </c:pt>
                <c:pt idx="68">
                  <c:v>36404</c:v>
                </c:pt>
                <c:pt idx="69">
                  <c:v>36434</c:v>
                </c:pt>
                <c:pt idx="70">
                  <c:v>36465</c:v>
                </c:pt>
                <c:pt idx="71">
                  <c:v>36495</c:v>
                </c:pt>
                <c:pt idx="72">
                  <c:v>36526</c:v>
                </c:pt>
                <c:pt idx="73">
                  <c:v>36557</c:v>
                </c:pt>
                <c:pt idx="74">
                  <c:v>36586</c:v>
                </c:pt>
                <c:pt idx="75">
                  <c:v>36617</c:v>
                </c:pt>
                <c:pt idx="76">
                  <c:v>36647</c:v>
                </c:pt>
                <c:pt idx="77">
                  <c:v>36678</c:v>
                </c:pt>
                <c:pt idx="78">
                  <c:v>36708</c:v>
                </c:pt>
                <c:pt idx="79">
                  <c:v>36739</c:v>
                </c:pt>
                <c:pt idx="80">
                  <c:v>36770</c:v>
                </c:pt>
                <c:pt idx="81">
                  <c:v>36800</c:v>
                </c:pt>
                <c:pt idx="82">
                  <c:v>36831</c:v>
                </c:pt>
                <c:pt idx="83">
                  <c:v>36861</c:v>
                </c:pt>
                <c:pt idx="84">
                  <c:v>36892</c:v>
                </c:pt>
                <c:pt idx="85">
                  <c:v>36923</c:v>
                </c:pt>
                <c:pt idx="86">
                  <c:v>36951</c:v>
                </c:pt>
                <c:pt idx="87">
                  <c:v>36982</c:v>
                </c:pt>
                <c:pt idx="88">
                  <c:v>37012</c:v>
                </c:pt>
                <c:pt idx="89">
                  <c:v>37043</c:v>
                </c:pt>
                <c:pt idx="90">
                  <c:v>37073</c:v>
                </c:pt>
                <c:pt idx="91">
                  <c:v>37104</c:v>
                </c:pt>
                <c:pt idx="92">
                  <c:v>37135</c:v>
                </c:pt>
                <c:pt idx="93">
                  <c:v>37165</c:v>
                </c:pt>
                <c:pt idx="94">
                  <c:v>37196</c:v>
                </c:pt>
                <c:pt idx="95">
                  <c:v>37226</c:v>
                </c:pt>
                <c:pt idx="96">
                  <c:v>37257</c:v>
                </c:pt>
                <c:pt idx="97">
                  <c:v>37288</c:v>
                </c:pt>
                <c:pt idx="98">
                  <c:v>37316</c:v>
                </c:pt>
                <c:pt idx="99">
                  <c:v>37347</c:v>
                </c:pt>
                <c:pt idx="100">
                  <c:v>37377</c:v>
                </c:pt>
                <c:pt idx="101">
                  <c:v>37408</c:v>
                </c:pt>
                <c:pt idx="102">
                  <c:v>37438</c:v>
                </c:pt>
                <c:pt idx="103">
                  <c:v>37469</c:v>
                </c:pt>
                <c:pt idx="104">
                  <c:v>37500</c:v>
                </c:pt>
                <c:pt idx="105">
                  <c:v>37530</c:v>
                </c:pt>
                <c:pt idx="106">
                  <c:v>37561</c:v>
                </c:pt>
                <c:pt idx="107">
                  <c:v>37591</c:v>
                </c:pt>
                <c:pt idx="108">
                  <c:v>37622</c:v>
                </c:pt>
                <c:pt idx="109">
                  <c:v>37653</c:v>
                </c:pt>
                <c:pt idx="110">
                  <c:v>37681</c:v>
                </c:pt>
                <c:pt idx="111">
                  <c:v>37712</c:v>
                </c:pt>
                <c:pt idx="112">
                  <c:v>37742</c:v>
                </c:pt>
                <c:pt idx="113">
                  <c:v>37773</c:v>
                </c:pt>
                <c:pt idx="114">
                  <c:v>37803</c:v>
                </c:pt>
                <c:pt idx="115">
                  <c:v>37834</c:v>
                </c:pt>
                <c:pt idx="116">
                  <c:v>37865</c:v>
                </c:pt>
                <c:pt idx="117">
                  <c:v>37895</c:v>
                </c:pt>
                <c:pt idx="118">
                  <c:v>37926</c:v>
                </c:pt>
                <c:pt idx="119">
                  <c:v>37956</c:v>
                </c:pt>
                <c:pt idx="120">
                  <c:v>37987</c:v>
                </c:pt>
                <c:pt idx="121">
                  <c:v>38018</c:v>
                </c:pt>
                <c:pt idx="122">
                  <c:v>38047</c:v>
                </c:pt>
                <c:pt idx="123">
                  <c:v>38078</c:v>
                </c:pt>
                <c:pt idx="124">
                  <c:v>38108</c:v>
                </c:pt>
                <c:pt idx="125">
                  <c:v>38139</c:v>
                </c:pt>
                <c:pt idx="126">
                  <c:v>38169</c:v>
                </c:pt>
                <c:pt idx="127">
                  <c:v>38200</c:v>
                </c:pt>
                <c:pt idx="128">
                  <c:v>38231</c:v>
                </c:pt>
                <c:pt idx="129">
                  <c:v>38261</c:v>
                </c:pt>
                <c:pt idx="130">
                  <c:v>38292</c:v>
                </c:pt>
                <c:pt idx="131">
                  <c:v>38322</c:v>
                </c:pt>
                <c:pt idx="132">
                  <c:v>38353</c:v>
                </c:pt>
                <c:pt idx="133">
                  <c:v>38384</c:v>
                </c:pt>
                <c:pt idx="134">
                  <c:v>38412</c:v>
                </c:pt>
                <c:pt idx="135">
                  <c:v>38443</c:v>
                </c:pt>
                <c:pt idx="136">
                  <c:v>38473</c:v>
                </c:pt>
                <c:pt idx="137">
                  <c:v>38504</c:v>
                </c:pt>
                <c:pt idx="138">
                  <c:v>38534</c:v>
                </c:pt>
                <c:pt idx="139">
                  <c:v>38565</c:v>
                </c:pt>
                <c:pt idx="140">
                  <c:v>38596</c:v>
                </c:pt>
                <c:pt idx="141">
                  <c:v>38626</c:v>
                </c:pt>
                <c:pt idx="142">
                  <c:v>38657</c:v>
                </c:pt>
                <c:pt idx="143">
                  <c:v>38687</c:v>
                </c:pt>
                <c:pt idx="144">
                  <c:v>38718</c:v>
                </c:pt>
                <c:pt idx="145">
                  <c:v>38749</c:v>
                </c:pt>
                <c:pt idx="146">
                  <c:v>38777</c:v>
                </c:pt>
                <c:pt idx="147">
                  <c:v>38808</c:v>
                </c:pt>
                <c:pt idx="148">
                  <c:v>38838</c:v>
                </c:pt>
                <c:pt idx="149">
                  <c:v>38869</c:v>
                </c:pt>
                <c:pt idx="150">
                  <c:v>38899</c:v>
                </c:pt>
                <c:pt idx="151">
                  <c:v>38930</c:v>
                </c:pt>
                <c:pt idx="152">
                  <c:v>38961</c:v>
                </c:pt>
                <c:pt idx="153">
                  <c:v>38991</c:v>
                </c:pt>
                <c:pt idx="154">
                  <c:v>39022</c:v>
                </c:pt>
                <c:pt idx="155">
                  <c:v>39052</c:v>
                </c:pt>
                <c:pt idx="156">
                  <c:v>39083</c:v>
                </c:pt>
                <c:pt idx="157">
                  <c:v>39114</c:v>
                </c:pt>
                <c:pt idx="158">
                  <c:v>39142</c:v>
                </c:pt>
                <c:pt idx="159">
                  <c:v>39173</c:v>
                </c:pt>
                <c:pt idx="160">
                  <c:v>39203</c:v>
                </c:pt>
                <c:pt idx="161">
                  <c:v>39234</c:v>
                </c:pt>
                <c:pt idx="162">
                  <c:v>39264</c:v>
                </c:pt>
                <c:pt idx="163">
                  <c:v>39295</c:v>
                </c:pt>
                <c:pt idx="164">
                  <c:v>39326</c:v>
                </c:pt>
                <c:pt idx="165">
                  <c:v>39356</c:v>
                </c:pt>
                <c:pt idx="166">
                  <c:v>39387</c:v>
                </c:pt>
                <c:pt idx="167">
                  <c:v>39417</c:v>
                </c:pt>
                <c:pt idx="168">
                  <c:v>39448</c:v>
                </c:pt>
                <c:pt idx="169">
                  <c:v>39479</c:v>
                </c:pt>
                <c:pt idx="170">
                  <c:v>39508</c:v>
                </c:pt>
                <c:pt idx="171">
                  <c:v>39539</c:v>
                </c:pt>
                <c:pt idx="172">
                  <c:v>39569</c:v>
                </c:pt>
                <c:pt idx="173">
                  <c:v>39600</c:v>
                </c:pt>
                <c:pt idx="174">
                  <c:v>39630</c:v>
                </c:pt>
                <c:pt idx="175">
                  <c:v>39661</c:v>
                </c:pt>
                <c:pt idx="176">
                  <c:v>39692</c:v>
                </c:pt>
                <c:pt idx="177">
                  <c:v>39722</c:v>
                </c:pt>
                <c:pt idx="178">
                  <c:v>39753</c:v>
                </c:pt>
                <c:pt idx="179">
                  <c:v>39783</c:v>
                </c:pt>
                <c:pt idx="180">
                  <c:v>39814</c:v>
                </c:pt>
                <c:pt idx="181">
                  <c:v>39845</c:v>
                </c:pt>
                <c:pt idx="182">
                  <c:v>39873</c:v>
                </c:pt>
                <c:pt idx="183">
                  <c:v>39904</c:v>
                </c:pt>
                <c:pt idx="184">
                  <c:v>39934</c:v>
                </c:pt>
                <c:pt idx="185">
                  <c:v>39965</c:v>
                </c:pt>
                <c:pt idx="186">
                  <c:v>39995</c:v>
                </c:pt>
                <c:pt idx="187">
                  <c:v>40026</c:v>
                </c:pt>
                <c:pt idx="188">
                  <c:v>40057</c:v>
                </c:pt>
                <c:pt idx="189">
                  <c:v>40087</c:v>
                </c:pt>
                <c:pt idx="190">
                  <c:v>40118</c:v>
                </c:pt>
                <c:pt idx="191">
                  <c:v>40148</c:v>
                </c:pt>
                <c:pt idx="192">
                  <c:v>40179</c:v>
                </c:pt>
                <c:pt idx="193">
                  <c:v>40210</c:v>
                </c:pt>
                <c:pt idx="194">
                  <c:v>40238</c:v>
                </c:pt>
                <c:pt idx="195">
                  <c:v>40269</c:v>
                </c:pt>
                <c:pt idx="196">
                  <c:v>40299</c:v>
                </c:pt>
                <c:pt idx="197">
                  <c:v>40330</c:v>
                </c:pt>
                <c:pt idx="198">
                  <c:v>40360</c:v>
                </c:pt>
                <c:pt idx="199">
                  <c:v>40391</c:v>
                </c:pt>
                <c:pt idx="200">
                  <c:v>40422</c:v>
                </c:pt>
                <c:pt idx="201">
                  <c:v>40452</c:v>
                </c:pt>
                <c:pt idx="202">
                  <c:v>40483</c:v>
                </c:pt>
                <c:pt idx="203">
                  <c:v>40513</c:v>
                </c:pt>
                <c:pt idx="204">
                  <c:v>40544</c:v>
                </c:pt>
                <c:pt idx="205">
                  <c:v>40575</c:v>
                </c:pt>
                <c:pt idx="206">
                  <c:v>40603</c:v>
                </c:pt>
                <c:pt idx="207">
                  <c:v>40634</c:v>
                </c:pt>
                <c:pt idx="208">
                  <c:v>40664</c:v>
                </c:pt>
                <c:pt idx="209">
                  <c:v>40695</c:v>
                </c:pt>
                <c:pt idx="210">
                  <c:v>40725</c:v>
                </c:pt>
                <c:pt idx="211">
                  <c:v>40756</c:v>
                </c:pt>
                <c:pt idx="212">
                  <c:v>40787</c:v>
                </c:pt>
                <c:pt idx="213">
                  <c:v>40817</c:v>
                </c:pt>
                <c:pt idx="214">
                  <c:v>40848</c:v>
                </c:pt>
                <c:pt idx="215">
                  <c:v>40878</c:v>
                </c:pt>
                <c:pt idx="216">
                  <c:v>40909</c:v>
                </c:pt>
                <c:pt idx="217">
                  <c:v>40940</c:v>
                </c:pt>
                <c:pt idx="218">
                  <c:v>40969</c:v>
                </c:pt>
                <c:pt idx="219">
                  <c:v>41000</c:v>
                </c:pt>
                <c:pt idx="220">
                  <c:v>41030</c:v>
                </c:pt>
                <c:pt idx="221">
                  <c:v>41061</c:v>
                </c:pt>
                <c:pt idx="222">
                  <c:v>41091</c:v>
                </c:pt>
                <c:pt idx="223">
                  <c:v>41122</c:v>
                </c:pt>
                <c:pt idx="224">
                  <c:v>41153</c:v>
                </c:pt>
                <c:pt idx="225">
                  <c:v>41183</c:v>
                </c:pt>
                <c:pt idx="226">
                  <c:v>41214</c:v>
                </c:pt>
                <c:pt idx="227">
                  <c:v>41244</c:v>
                </c:pt>
                <c:pt idx="228">
                  <c:v>41275</c:v>
                </c:pt>
                <c:pt idx="229">
                  <c:v>41306</c:v>
                </c:pt>
                <c:pt idx="230">
                  <c:v>41334</c:v>
                </c:pt>
                <c:pt idx="231">
                  <c:v>41365</c:v>
                </c:pt>
                <c:pt idx="232">
                  <c:v>41395</c:v>
                </c:pt>
                <c:pt idx="233">
                  <c:v>41426</c:v>
                </c:pt>
                <c:pt idx="234">
                  <c:v>41456</c:v>
                </c:pt>
                <c:pt idx="235">
                  <c:v>41487</c:v>
                </c:pt>
                <c:pt idx="236">
                  <c:v>41518</c:v>
                </c:pt>
                <c:pt idx="237">
                  <c:v>41548</c:v>
                </c:pt>
                <c:pt idx="238">
                  <c:v>41579</c:v>
                </c:pt>
                <c:pt idx="239">
                  <c:v>41609</c:v>
                </c:pt>
                <c:pt idx="240">
                  <c:v>41640</c:v>
                </c:pt>
                <c:pt idx="241">
                  <c:v>41671</c:v>
                </c:pt>
                <c:pt idx="242">
                  <c:v>41699</c:v>
                </c:pt>
                <c:pt idx="243">
                  <c:v>41730</c:v>
                </c:pt>
                <c:pt idx="244">
                  <c:v>41760</c:v>
                </c:pt>
                <c:pt idx="245">
                  <c:v>41791</c:v>
                </c:pt>
                <c:pt idx="246">
                  <c:v>41821</c:v>
                </c:pt>
                <c:pt idx="247">
                  <c:v>41852</c:v>
                </c:pt>
                <c:pt idx="248">
                  <c:v>41883</c:v>
                </c:pt>
                <c:pt idx="249">
                  <c:v>41913</c:v>
                </c:pt>
                <c:pt idx="250">
                  <c:v>41944</c:v>
                </c:pt>
                <c:pt idx="251">
                  <c:v>41974</c:v>
                </c:pt>
                <c:pt idx="252">
                  <c:v>42005</c:v>
                </c:pt>
                <c:pt idx="253">
                  <c:v>42036</c:v>
                </c:pt>
                <c:pt idx="254">
                  <c:v>42064</c:v>
                </c:pt>
                <c:pt idx="255">
                  <c:v>42095</c:v>
                </c:pt>
                <c:pt idx="256">
                  <c:v>42125</c:v>
                </c:pt>
                <c:pt idx="257">
                  <c:v>42156</c:v>
                </c:pt>
                <c:pt idx="258">
                  <c:v>42186</c:v>
                </c:pt>
                <c:pt idx="259">
                  <c:v>42217</c:v>
                </c:pt>
                <c:pt idx="260">
                  <c:v>42248</c:v>
                </c:pt>
                <c:pt idx="261">
                  <c:v>42278</c:v>
                </c:pt>
                <c:pt idx="262">
                  <c:v>42309</c:v>
                </c:pt>
                <c:pt idx="263">
                  <c:v>42339</c:v>
                </c:pt>
                <c:pt idx="264">
                  <c:v>42370</c:v>
                </c:pt>
                <c:pt idx="265">
                  <c:v>42401</c:v>
                </c:pt>
                <c:pt idx="266">
                  <c:v>42430</c:v>
                </c:pt>
                <c:pt idx="267">
                  <c:v>42461</c:v>
                </c:pt>
                <c:pt idx="268">
                  <c:v>42491</c:v>
                </c:pt>
                <c:pt idx="269">
                  <c:v>42522</c:v>
                </c:pt>
              </c:numCache>
            </c:numRef>
          </c:cat>
          <c:val>
            <c:numRef>
              <c:f>Sheet1!$D$2:$D$271</c:f>
              <c:numCache>
                <c:formatCode>0.00</c:formatCode>
                <c:ptCount val="27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42.278367027303823</c:v>
                </c:pt>
                <c:pt idx="84">
                  <c:v>42.845781494633115</c:v>
                </c:pt>
                <c:pt idx="85">
                  <c:v>43.332857778933629</c:v>
                </c:pt>
                <c:pt idx="86">
                  <c:v>43.82188337520649</c:v>
                </c:pt>
                <c:pt idx="87">
                  <c:v>44.038645897520432</c:v>
                </c:pt>
                <c:pt idx="88">
                  <c:v>44.177955800778747</c:v>
                </c:pt>
                <c:pt idx="89">
                  <c:v>44.251354345970007</c:v>
                </c:pt>
                <c:pt idx="90">
                  <c:v>44.486872038200644</c:v>
                </c:pt>
                <c:pt idx="91">
                  <c:v>44.747084947276967</c:v>
                </c:pt>
                <c:pt idx="92">
                  <c:v>45.072359312695419</c:v>
                </c:pt>
                <c:pt idx="93">
                  <c:v>44.928381802757286</c:v>
                </c:pt>
                <c:pt idx="94">
                  <c:v>45.063697645008894</c:v>
                </c:pt>
                <c:pt idx="95">
                  <c:v>45.585984835349464</c:v>
                </c:pt>
                <c:pt idx="96">
                  <c:v>46.535566389095806</c:v>
                </c:pt>
                <c:pt idx="97">
                  <c:v>46.933563591836808</c:v>
                </c:pt>
                <c:pt idx="98">
                  <c:v>47.292091101836419</c:v>
                </c:pt>
                <c:pt idx="99">
                  <c:v>47.823484065146239</c:v>
                </c:pt>
                <c:pt idx="100">
                  <c:v>48.711942066625127</c:v>
                </c:pt>
                <c:pt idx="101">
                  <c:v>49.516765421212533</c:v>
                </c:pt>
                <c:pt idx="102">
                  <c:v>50.399051717987994</c:v>
                </c:pt>
                <c:pt idx="103">
                  <c:v>51.15796832507521</c:v>
                </c:pt>
                <c:pt idx="104">
                  <c:v>51.962588931033537</c:v>
                </c:pt>
                <c:pt idx="105">
                  <c:v>52.648371470958075</c:v>
                </c:pt>
                <c:pt idx="106">
                  <c:v>53.352549708548111</c:v>
                </c:pt>
                <c:pt idx="107">
                  <c:v>54.349382459013803</c:v>
                </c:pt>
                <c:pt idx="108">
                  <c:v>55.205689719374071</c:v>
                </c:pt>
                <c:pt idx="109">
                  <c:v>55.899737595305396</c:v>
                </c:pt>
                <c:pt idx="110">
                  <c:v>56.898504688290622</c:v>
                </c:pt>
                <c:pt idx="111">
                  <c:v>58.060506074653297</c:v>
                </c:pt>
                <c:pt idx="112">
                  <c:v>59.784247476076466</c:v>
                </c:pt>
                <c:pt idx="113">
                  <c:v>61.328531181246348</c:v>
                </c:pt>
                <c:pt idx="114">
                  <c:v>63.23344983978518</c:v>
                </c:pt>
                <c:pt idx="115">
                  <c:v>64.833548792703183</c:v>
                </c:pt>
                <c:pt idx="116">
                  <c:v>66.632508694210813</c:v>
                </c:pt>
                <c:pt idx="117">
                  <c:v>68.496647650401215</c:v>
                </c:pt>
                <c:pt idx="118">
                  <c:v>70.253498189165782</c:v>
                </c:pt>
                <c:pt idx="119">
                  <c:v>71.770563449962026</c:v>
                </c:pt>
                <c:pt idx="120">
                  <c:v>73.272041079166485</c:v>
                </c:pt>
                <c:pt idx="121">
                  <c:v>74.848736974541268</c:v>
                </c:pt>
                <c:pt idx="122">
                  <c:v>76.626735268143463</c:v>
                </c:pt>
                <c:pt idx="123">
                  <c:v>78.312017881283907</c:v>
                </c:pt>
                <c:pt idx="124">
                  <c:v>79.749577013948311</c:v>
                </c:pt>
                <c:pt idx="125">
                  <c:v>80.780983564184666</c:v>
                </c:pt>
                <c:pt idx="126">
                  <c:v>82.04200637802991</c:v>
                </c:pt>
                <c:pt idx="127">
                  <c:v>83.288703909185259</c:v>
                </c:pt>
                <c:pt idx="128">
                  <c:v>84.609269248645859</c:v>
                </c:pt>
                <c:pt idx="129">
                  <c:v>86.133656199057356</c:v>
                </c:pt>
                <c:pt idx="130">
                  <c:v>87.696425696476666</c:v>
                </c:pt>
                <c:pt idx="131">
                  <c:v>89.202102505979312</c:v>
                </c:pt>
                <c:pt idx="132">
                  <c:v>89.978020329271018</c:v>
                </c:pt>
                <c:pt idx="133">
                  <c:v>91.309621205298114</c:v>
                </c:pt>
                <c:pt idx="134">
                  <c:v>92.562952534647422</c:v>
                </c:pt>
                <c:pt idx="135">
                  <c:v>93.798351923382967</c:v>
                </c:pt>
                <c:pt idx="136">
                  <c:v>94.59380761991774</c:v>
                </c:pt>
                <c:pt idx="137">
                  <c:v>95.398618790033524</c:v>
                </c:pt>
                <c:pt idx="138">
                  <c:v>96.102072157183187</c:v>
                </c:pt>
                <c:pt idx="139">
                  <c:v>97.119383079400251</c:v>
                </c:pt>
                <c:pt idx="140">
                  <c:v>98.12924883605011</c:v>
                </c:pt>
                <c:pt idx="141">
                  <c:v>99.07124121742676</c:v>
                </c:pt>
                <c:pt idx="142">
                  <c:v>99.543252339392041</c:v>
                </c:pt>
                <c:pt idx="143">
                  <c:v>100</c:v>
                </c:pt>
                <c:pt idx="144">
                  <c:v>99.830335456368246</c:v>
                </c:pt>
                <c:pt idx="145">
                  <c:v>99.498769466145987</c:v>
                </c:pt>
                <c:pt idx="146">
                  <c:v>98.772917227857405</c:v>
                </c:pt>
                <c:pt idx="147">
                  <c:v>97.900399885428314</c:v>
                </c:pt>
                <c:pt idx="148">
                  <c:v>96.891503026076961</c:v>
                </c:pt>
                <c:pt idx="149">
                  <c:v>96.163865154522767</c:v>
                </c:pt>
                <c:pt idx="150">
                  <c:v>95.048576515398793</c:v>
                </c:pt>
                <c:pt idx="151">
                  <c:v>93.929936901822856</c:v>
                </c:pt>
                <c:pt idx="152">
                  <c:v>92.762182048322501</c:v>
                </c:pt>
                <c:pt idx="153">
                  <c:v>91.479856701047851</c:v>
                </c:pt>
                <c:pt idx="154">
                  <c:v>90.362062777054845</c:v>
                </c:pt>
                <c:pt idx="155">
                  <c:v>89.541331125505891</c:v>
                </c:pt>
                <c:pt idx="156">
                  <c:v>89.40055211670159</c:v>
                </c:pt>
                <c:pt idx="157">
                  <c:v>88.767749111573565</c:v>
                </c:pt>
                <c:pt idx="158">
                  <c:v>87.92528746155314</c:v>
                </c:pt>
                <c:pt idx="159">
                  <c:v>86.958502455456141</c:v>
                </c:pt>
                <c:pt idx="160">
                  <c:v>86.096418973414302</c:v>
                </c:pt>
                <c:pt idx="161">
                  <c:v>85.283864204484075</c:v>
                </c:pt>
                <c:pt idx="162">
                  <c:v>84.307715858886212</c:v>
                </c:pt>
                <c:pt idx="163">
                  <c:v>83.510315195305978</c:v>
                </c:pt>
                <c:pt idx="164">
                  <c:v>82.538041470470148</c:v>
                </c:pt>
                <c:pt idx="165">
                  <c:v>81.744602013878165</c:v>
                </c:pt>
                <c:pt idx="166">
                  <c:v>81.019219506105088</c:v>
                </c:pt>
                <c:pt idx="167">
                  <c:v>80.341774858316199</c:v>
                </c:pt>
                <c:pt idx="168">
                  <c:v>79.811727018401697</c:v>
                </c:pt>
                <c:pt idx="169">
                  <c:v>79.35355291397353</c:v>
                </c:pt>
                <c:pt idx="170">
                  <c:v>78.823263909059861</c:v>
                </c:pt>
                <c:pt idx="171">
                  <c:v>78.126821189780088</c:v>
                </c:pt>
                <c:pt idx="172">
                  <c:v>77.390524566494179</c:v>
                </c:pt>
                <c:pt idx="173">
                  <c:v>76.608582283270309</c:v>
                </c:pt>
                <c:pt idx="174">
                  <c:v>75.80134833655849</c:v>
                </c:pt>
                <c:pt idx="175">
                  <c:v>74.900632165848279</c:v>
                </c:pt>
                <c:pt idx="176">
                  <c:v>74.221896693670487</c:v>
                </c:pt>
                <c:pt idx="177">
                  <c:v>72.958829873132743</c:v>
                </c:pt>
                <c:pt idx="178">
                  <c:v>71.275616951795001</c:v>
                </c:pt>
                <c:pt idx="179">
                  <c:v>69.564840728477577</c:v>
                </c:pt>
                <c:pt idx="180">
                  <c:v>67.686614431267259</c:v>
                </c:pt>
                <c:pt idx="181">
                  <c:v>65.512305112893728</c:v>
                </c:pt>
                <c:pt idx="182">
                  <c:v>63.405492651616683</c:v>
                </c:pt>
                <c:pt idx="183">
                  <c:v>61.324245153166267</c:v>
                </c:pt>
                <c:pt idx="184">
                  <c:v>58.862807293168061</c:v>
                </c:pt>
                <c:pt idx="185">
                  <c:v>56.390069314942359</c:v>
                </c:pt>
                <c:pt idx="186">
                  <c:v>53.980740867056021</c:v>
                </c:pt>
                <c:pt idx="187">
                  <c:v>51.625412964455109</c:v>
                </c:pt>
                <c:pt idx="188">
                  <c:v>49.504785187149558</c:v>
                </c:pt>
                <c:pt idx="189">
                  <c:v>47.432151286685162</c:v>
                </c:pt>
                <c:pt idx="190">
                  <c:v>44.472532087946945</c:v>
                </c:pt>
                <c:pt idx="191">
                  <c:v>41.80221909257294</c:v>
                </c:pt>
                <c:pt idx="192">
                  <c:v>38.965986633352827</c:v>
                </c:pt>
                <c:pt idx="193">
                  <c:v>36.596051974890528</c:v>
                </c:pt>
                <c:pt idx="194">
                  <c:v>34.555024879243632</c:v>
                </c:pt>
                <c:pt idx="195">
                  <c:v>32.917113169211753</c:v>
                </c:pt>
                <c:pt idx="196">
                  <c:v>30.721099993868741</c:v>
                </c:pt>
                <c:pt idx="197">
                  <c:v>28.185887818434203</c:v>
                </c:pt>
                <c:pt idx="198">
                  <c:v>25.733686519351394</c:v>
                </c:pt>
                <c:pt idx="199">
                  <c:v>23.618203142141876</c:v>
                </c:pt>
                <c:pt idx="200">
                  <c:v>21.247346764179458</c:v>
                </c:pt>
                <c:pt idx="201">
                  <c:v>19.657552413129167</c:v>
                </c:pt>
                <c:pt idx="202">
                  <c:v>18.346498438451079</c:v>
                </c:pt>
                <c:pt idx="203">
                  <c:v>16.891517641422304</c:v>
                </c:pt>
                <c:pt idx="204">
                  <c:v>15.295028933798822</c:v>
                </c:pt>
                <c:pt idx="205">
                  <c:v>14.387222406007799</c:v>
                </c:pt>
                <c:pt idx="206">
                  <c:v>13.395874910487715</c:v>
                </c:pt>
                <c:pt idx="207">
                  <c:v>12.378205643088327</c:v>
                </c:pt>
                <c:pt idx="208">
                  <c:v>11.397213653026315</c:v>
                </c:pt>
                <c:pt idx="209">
                  <c:v>10.200509480638051</c:v>
                </c:pt>
                <c:pt idx="210">
                  <c:v>9.0314522793727683</c:v>
                </c:pt>
                <c:pt idx="211">
                  <c:v>7.4910639398500543</c:v>
                </c:pt>
                <c:pt idx="212">
                  <c:v>5.8826185734526408</c:v>
                </c:pt>
                <c:pt idx="213">
                  <c:v>4.4152615313659096</c:v>
                </c:pt>
                <c:pt idx="214">
                  <c:v>3.944834129131007</c:v>
                </c:pt>
                <c:pt idx="215">
                  <c:v>3.3719438687540051</c:v>
                </c:pt>
                <c:pt idx="216">
                  <c:v>2.8580241052647715</c:v>
                </c:pt>
                <c:pt idx="217">
                  <c:v>2.2851571060804852</c:v>
                </c:pt>
                <c:pt idx="218">
                  <c:v>1.6997924432026277</c:v>
                </c:pt>
                <c:pt idx="219">
                  <c:v>0.83588351889363999</c:v>
                </c:pt>
                <c:pt idx="220">
                  <c:v>0.62905825229761769</c:v>
                </c:pt>
                <c:pt idx="221">
                  <c:v>0.84596969174266767</c:v>
                </c:pt>
                <c:pt idx="222">
                  <c:v>1.1150290797913471</c:v>
                </c:pt>
                <c:pt idx="223">
                  <c:v>1.2023969062305291</c:v>
                </c:pt>
                <c:pt idx="224">
                  <c:v>1.3203338976426355</c:v>
                </c:pt>
                <c:pt idx="225">
                  <c:v>1.4848770762253607</c:v>
                </c:pt>
                <c:pt idx="226">
                  <c:v>1.5195028724439175</c:v>
                </c:pt>
                <c:pt idx="227">
                  <c:v>1.3752715382214658</c:v>
                </c:pt>
                <c:pt idx="228">
                  <c:v>1.6642025520148769</c:v>
                </c:pt>
                <c:pt idx="229">
                  <c:v>1.9125254610125917</c:v>
                </c:pt>
                <c:pt idx="230">
                  <c:v>2.1526903880985997</c:v>
                </c:pt>
                <c:pt idx="231">
                  <c:v>2.4744432912489014</c:v>
                </c:pt>
                <c:pt idx="232">
                  <c:v>2.7665777460953773</c:v>
                </c:pt>
                <c:pt idx="233">
                  <c:v>3.1762840014975153</c:v>
                </c:pt>
                <c:pt idx="234">
                  <c:v>3.4042134502967709</c:v>
                </c:pt>
                <c:pt idx="235">
                  <c:v>3.7140620090451826</c:v>
                </c:pt>
                <c:pt idx="236">
                  <c:v>4.011848978774454</c:v>
                </c:pt>
                <c:pt idx="237">
                  <c:v>4.1983783724546333</c:v>
                </c:pt>
                <c:pt idx="238">
                  <c:v>4.2203361885306929</c:v>
                </c:pt>
                <c:pt idx="239">
                  <c:v>4.1032338094556415</c:v>
                </c:pt>
                <c:pt idx="240">
                  <c:v>4.105920959775208</c:v>
                </c:pt>
                <c:pt idx="241">
                  <c:v>4.0226880058233929</c:v>
                </c:pt>
                <c:pt idx="242">
                  <c:v>3.7964488953804132</c:v>
                </c:pt>
                <c:pt idx="243">
                  <c:v>3.6383497784805354</c:v>
                </c:pt>
                <c:pt idx="244">
                  <c:v>3.5034404170245725</c:v>
                </c:pt>
                <c:pt idx="245">
                  <c:v>3.3709135197091387</c:v>
                </c:pt>
                <c:pt idx="246">
                  <c:v>3.1419932094204377</c:v>
                </c:pt>
                <c:pt idx="247">
                  <c:v>2.9735533258870661</c:v>
                </c:pt>
                <c:pt idx="248">
                  <c:v>2.6513320831483926</c:v>
                </c:pt>
                <c:pt idx="249">
                  <c:v>2.2548756770146805</c:v>
                </c:pt>
                <c:pt idx="250">
                  <c:v>1.8930755207959018</c:v>
                </c:pt>
                <c:pt idx="251">
                  <c:v>1.528424929924276</c:v>
                </c:pt>
                <c:pt idx="252">
                  <c:v>1.2277136535413293</c:v>
                </c:pt>
                <c:pt idx="253">
                  <c:v>0.83829248961849212</c:v>
                </c:pt>
                <c:pt idx="254">
                  <c:v>0.42257563091262329</c:v>
                </c:pt>
                <c:pt idx="255">
                  <c:v>0.22686229149641665</c:v>
                </c:pt>
                <c:pt idx="256">
                  <c:v>9.0886328978162734E-2</c:v>
                </c:pt>
                <c:pt idx="257">
                  <c:v>0</c:v>
                </c:pt>
                <c:pt idx="258">
                  <c:v>4.1528759048230168E-2</c:v>
                </c:pt>
                <c:pt idx="259">
                  <c:v>0.20526484284844124</c:v>
                </c:pt>
                <c:pt idx="260">
                  <c:v>0.398944993671073</c:v>
                </c:pt>
                <c:pt idx="261">
                  <c:v>0.65217057152232405</c:v>
                </c:pt>
                <c:pt idx="262">
                  <c:v>0.98374023050507264</c:v>
                </c:pt>
                <c:pt idx="263">
                  <c:v>1.691882067715073</c:v>
                </c:pt>
                <c:pt idx="264">
                  <c:v>2.2486338437682605</c:v>
                </c:pt>
                <c:pt idx="265">
                  <c:v>3.0052616245379715</c:v>
                </c:pt>
                <c:pt idx="266">
                  <c:v>3.7777436326833058</c:v>
                </c:pt>
                <c:pt idx="267">
                  <c:v>4.5949855986160166</c:v>
                </c:pt>
                <c:pt idx="268">
                  <c:v>5.3018500122935075</c:v>
                </c:pt>
                <c:pt idx="269">
                  <c:v>#N/A</c:v>
                </c:pt>
              </c:numCache>
            </c:numRef>
          </c:val>
          <c:smooth val="0"/>
        </c:ser>
        <c:ser>
          <c:idx val="3"/>
          <c:order val="3"/>
          <c:tx>
            <c:strRef>
              <c:f>Sheet1!$E$1</c:f>
              <c:strCache>
                <c:ptCount val="1"/>
                <c:pt idx="0">
                  <c:v>Cello CAI</c:v>
                </c:pt>
              </c:strCache>
            </c:strRef>
          </c:tx>
          <c:spPr>
            <a:ln>
              <a:solidFill>
                <a:schemeClr val="bg2">
                  <a:lumMod val="50000"/>
                </a:schemeClr>
              </a:solidFill>
            </a:ln>
          </c:spPr>
          <c:marker>
            <c:symbol val="none"/>
          </c:marker>
          <c:cat>
            <c:numRef>
              <c:f>Sheet1!$A$2:$A$271</c:f>
              <c:numCache>
                <c:formatCode>m/d/yyyy</c:formatCode>
                <c:ptCount val="270"/>
                <c:pt idx="0">
                  <c:v>34335</c:v>
                </c:pt>
                <c:pt idx="1">
                  <c:v>34366</c:v>
                </c:pt>
                <c:pt idx="2">
                  <c:v>34394</c:v>
                </c:pt>
                <c:pt idx="3">
                  <c:v>34425</c:v>
                </c:pt>
                <c:pt idx="4">
                  <c:v>34455</c:v>
                </c:pt>
                <c:pt idx="5">
                  <c:v>34486</c:v>
                </c:pt>
                <c:pt idx="6">
                  <c:v>34516</c:v>
                </c:pt>
                <c:pt idx="7">
                  <c:v>34547</c:v>
                </c:pt>
                <c:pt idx="8">
                  <c:v>34578</c:v>
                </c:pt>
                <c:pt idx="9">
                  <c:v>34608</c:v>
                </c:pt>
                <c:pt idx="10">
                  <c:v>34639</c:v>
                </c:pt>
                <c:pt idx="11">
                  <c:v>34669</c:v>
                </c:pt>
                <c:pt idx="12">
                  <c:v>34700</c:v>
                </c:pt>
                <c:pt idx="13">
                  <c:v>34731</c:v>
                </c:pt>
                <c:pt idx="14">
                  <c:v>34759</c:v>
                </c:pt>
                <c:pt idx="15">
                  <c:v>34790</c:v>
                </c:pt>
                <c:pt idx="16">
                  <c:v>34820</c:v>
                </c:pt>
                <c:pt idx="17">
                  <c:v>34851</c:v>
                </c:pt>
                <c:pt idx="18">
                  <c:v>34881</c:v>
                </c:pt>
                <c:pt idx="19">
                  <c:v>34912</c:v>
                </c:pt>
                <c:pt idx="20">
                  <c:v>34943</c:v>
                </c:pt>
                <c:pt idx="21">
                  <c:v>34973</c:v>
                </c:pt>
                <c:pt idx="22">
                  <c:v>35004</c:v>
                </c:pt>
                <c:pt idx="23">
                  <c:v>35034</c:v>
                </c:pt>
                <c:pt idx="24">
                  <c:v>35065</c:v>
                </c:pt>
                <c:pt idx="25">
                  <c:v>35096</c:v>
                </c:pt>
                <c:pt idx="26">
                  <c:v>35125</c:v>
                </c:pt>
                <c:pt idx="27">
                  <c:v>35156</c:v>
                </c:pt>
                <c:pt idx="28">
                  <c:v>35186</c:v>
                </c:pt>
                <c:pt idx="29">
                  <c:v>35217</c:v>
                </c:pt>
                <c:pt idx="30">
                  <c:v>35247</c:v>
                </c:pt>
                <c:pt idx="31">
                  <c:v>35278</c:v>
                </c:pt>
                <c:pt idx="32">
                  <c:v>35309</c:v>
                </c:pt>
                <c:pt idx="33">
                  <c:v>35339</c:v>
                </c:pt>
                <c:pt idx="34">
                  <c:v>35370</c:v>
                </c:pt>
                <c:pt idx="35">
                  <c:v>35400</c:v>
                </c:pt>
                <c:pt idx="36">
                  <c:v>35431</c:v>
                </c:pt>
                <c:pt idx="37">
                  <c:v>35462</c:v>
                </c:pt>
                <c:pt idx="38">
                  <c:v>35490</c:v>
                </c:pt>
                <c:pt idx="39">
                  <c:v>35521</c:v>
                </c:pt>
                <c:pt idx="40">
                  <c:v>35551</c:v>
                </c:pt>
                <c:pt idx="41">
                  <c:v>35582</c:v>
                </c:pt>
                <c:pt idx="42">
                  <c:v>35612</c:v>
                </c:pt>
                <c:pt idx="43">
                  <c:v>35643</c:v>
                </c:pt>
                <c:pt idx="44">
                  <c:v>35674</c:v>
                </c:pt>
                <c:pt idx="45">
                  <c:v>35704</c:v>
                </c:pt>
                <c:pt idx="46">
                  <c:v>35735</c:v>
                </c:pt>
                <c:pt idx="47">
                  <c:v>35765</c:v>
                </c:pt>
                <c:pt idx="48">
                  <c:v>35796</c:v>
                </c:pt>
                <c:pt idx="49">
                  <c:v>35827</c:v>
                </c:pt>
                <c:pt idx="50">
                  <c:v>35855</c:v>
                </c:pt>
                <c:pt idx="51">
                  <c:v>35886</c:v>
                </c:pt>
                <c:pt idx="52">
                  <c:v>35916</c:v>
                </c:pt>
                <c:pt idx="53">
                  <c:v>35947</c:v>
                </c:pt>
                <c:pt idx="54">
                  <c:v>35977</c:v>
                </c:pt>
                <c:pt idx="55">
                  <c:v>36008</c:v>
                </c:pt>
                <c:pt idx="56">
                  <c:v>36039</c:v>
                </c:pt>
                <c:pt idx="57">
                  <c:v>36069</c:v>
                </c:pt>
                <c:pt idx="58">
                  <c:v>36100</c:v>
                </c:pt>
                <c:pt idx="59">
                  <c:v>36130</c:v>
                </c:pt>
                <c:pt idx="60">
                  <c:v>36161</c:v>
                </c:pt>
                <c:pt idx="61">
                  <c:v>36192</c:v>
                </c:pt>
                <c:pt idx="62">
                  <c:v>36220</c:v>
                </c:pt>
                <c:pt idx="63">
                  <c:v>36251</c:v>
                </c:pt>
                <c:pt idx="64">
                  <c:v>36281</c:v>
                </c:pt>
                <c:pt idx="65">
                  <c:v>36312</c:v>
                </c:pt>
                <c:pt idx="66">
                  <c:v>36342</c:v>
                </c:pt>
                <c:pt idx="67">
                  <c:v>36373</c:v>
                </c:pt>
                <c:pt idx="68">
                  <c:v>36404</c:v>
                </c:pt>
                <c:pt idx="69">
                  <c:v>36434</c:v>
                </c:pt>
                <c:pt idx="70">
                  <c:v>36465</c:v>
                </c:pt>
                <c:pt idx="71">
                  <c:v>36495</c:v>
                </c:pt>
                <c:pt idx="72">
                  <c:v>36526</c:v>
                </c:pt>
                <c:pt idx="73">
                  <c:v>36557</c:v>
                </c:pt>
                <c:pt idx="74">
                  <c:v>36586</c:v>
                </c:pt>
                <c:pt idx="75">
                  <c:v>36617</c:v>
                </c:pt>
                <c:pt idx="76">
                  <c:v>36647</c:v>
                </c:pt>
                <c:pt idx="77">
                  <c:v>36678</c:v>
                </c:pt>
                <c:pt idx="78">
                  <c:v>36708</c:v>
                </c:pt>
                <c:pt idx="79">
                  <c:v>36739</c:v>
                </c:pt>
                <c:pt idx="80">
                  <c:v>36770</c:v>
                </c:pt>
                <c:pt idx="81">
                  <c:v>36800</c:v>
                </c:pt>
                <c:pt idx="82">
                  <c:v>36831</c:v>
                </c:pt>
                <c:pt idx="83">
                  <c:v>36861</c:v>
                </c:pt>
                <c:pt idx="84">
                  <c:v>36892</c:v>
                </c:pt>
                <c:pt idx="85">
                  <c:v>36923</c:v>
                </c:pt>
                <c:pt idx="86">
                  <c:v>36951</c:v>
                </c:pt>
                <c:pt idx="87">
                  <c:v>36982</c:v>
                </c:pt>
                <c:pt idx="88">
                  <c:v>37012</c:v>
                </c:pt>
                <c:pt idx="89">
                  <c:v>37043</c:v>
                </c:pt>
                <c:pt idx="90">
                  <c:v>37073</c:v>
                </c:pt>
                <c:pt idx="91">
                  <c:v>37104</c:v>
                </c:pt>
                <c:pt idx="92">
                  <c:v>37135</c:v>
                </c:pt>
                <c:pt idx="93">
                  <c:v>37165</c:v>
                </c:pt>
                <c:pt idx="94">
                  <c:v>37196</c:v>
                </c:pt>
                <c:pt idx="95">
                  <c:v>37226</c:v>
                </c:pt>
                <c:pt idx="96">
                  <c:v>37257</c:v>
                </c:pt>
                <c:pt idx="97">
                  <c:v>37288</c:v>
                </c:pt>
                <c:pt idx="98">
                  <c:v>37316</c:v>
                </c:pt>
                <c:pt idx="99">
                  <c:v>37347</c:v>
                </c:pt>
                <c:pt idx="100">
                  <c:v>37377</c:v>
                </c:pt>
                <c:pt idx="101">
                  <c:v>37408</c:v>
                </c:pt>
                <c:pt idx="102">
                  <c:v>37438</c:v>
                </c:pt>
                <c:pt idx="103">
                  <c:v>37469</c:v>
                </c:pt>
                <c:pt idx="104">
                  <c:v>37500</c:v>
                </c:pt>
                <c:pt idx="105">
                  <c:v>37530</c:v>
                </c:pt>
                <c:pt idx="106">
                  <c:v>37561</c:v>
                </c:pt>
                <c:pt idx="107">
                  <c:v>37591</c:v>
                </c:pt>
                <c:pt idx="108">
                  <c:v>37622</c:v>
                </c:pt>
                <c:pt idx="109">
                  <c:v>37653</c:v>
                </c:pt>
                <c:pt idx="110">
                  <c:v>37681</c:v>
                </c:pt>
                <c:pt idx="111">
                  <c:v>37712</c:v>
                </c:pt>
                <c:pt idx="112">
                  <c:v>37742</c:v>
                </c:pt>
                <c:pt idx="113">
                  <c:v>37773</c:v>
                </c:pt>
                <c:pt idx="114">
                  <c:v>37803</c:v>
                </c:pt>
                <c:pt idx="115">
                  <c:v>37834</c:v>
                </c:pt>
                <c:pt idx="116">
                  <c:v>37865</c:v>
                </c:pt>
                <c:pt idx="117">
                  <c:v>37895</c:v>
                </c:pt>
                <c:pt idx="118">
                  <c:v>37926</c:v>
                </c:pt>
                <c:pt idx="119">
                  <c:v>37956</c:v>
                </c:pt>
                <c:pt idx="120">
                  <c:v>37987</c:v>
                </c:pt>
                <c:pt idx="121">
                  <c:v>38018</c:v>
                </c:pt>
                <c:pt idx="122">
                  <c:v>38047</c:v>
                </c:pt>
                <c:pt idx="123">
                  <c:v>38078</c:v>
                </c:pt>
                <c:pt idx="124">
                  <c:v>38108</c:v>
                </c:pt>
                <c:pt idx="125">
                  <c:v>38139</c:v>
                </c:pt>
                <c:pt idx="126">
                  <c:v>38169</c:v>
                </c:pt>
                <c:pt idx="127">
                  <c:v>38200</c:v>
                </c:pt>
                <c:pt idx="128">
                  <c:v>38231</c:v>
                </c:pt>
                <c:pt idx="129">
                  <c:v>38261</c:v>
                </c:pt>
                <c:pt idx="130">
                  <c:v>38292</c:v>
                </c:pt>
                <c:pt idx="131">
                  <c:v>38322</c:v>
                </c:pt>
                <c:pt idx="132">
                  <c:v>38353</c:v>
                </c:pt>
                <c:pt idx="133">
                  <c:v>38384</c:v>
                </c:pt>
                <c:pt idx="134">
                  <c:v>38412</c:v>
                </c:pt>
                <c:pt idx="135">
                  <c:v>38443</c:v>
                </c:pt>
                <c:pt idx="136">
                  <c:v>38473</c:v>
                </c:pt>
                <c:pt idx="137">
                  <c:v>38504</c:v>
                </c:pt>
                <c:pt idx="138">
                  <c:v>38534</c:v>
                </c:pt>
                <c:pt idx="139">
                  <c:v>38565</c:v>
                </c:pt>
                <c:pt idx="140">
                  <c:v>38596</c:v>
                </c:pt>
                <c:pt idx="141">
                  <c:v>38626</c:v>
                </c:pt>
                <c:pt idx="142">
                  <c:v>38657</c:v>
                </c:pt>
                <c:pt idx="143">
                  <c:v>38687</c:v>
                </c:pt>
                <c:pt idx="144">
                  <c:v>38718</c:v>
                </c:pt>
                <c:pt idx="145">
                  <c:v>38749</c:v>
                </c:pt>
                <c:pt idx="146">
                  <c:v>38777</c:v>
                </c:pt>
                <c:pt idx="147">
                  <c:v>38808</c:v>
                </c:pt>
                <c:pt idx="148">
                  <c:v>38838</c:v>
                </c:pt>
                <c:pt idx="149">
                  <c:v>38869</c:v>
                </c:pt>
                <c:pt idx="150">
                  <c:v>38899</c:v>
                </c:pt>
                <c:pt idx="151">
                  <c:v>38930</c:v>
                </c:pt>
                <c:pt idx="152">
                  <c:v>38961</c:v>
                </c:pt>
                <c:pt idx="153">
                  <c:v>38991</c:v>
                </c:pt>
                <c:pt idx="154">
                  <c:v>39022</c:v>
                </c:pt>
                <c:pt idx="155">
                  <c:v>39052</c:v>
                </c:pt>
                <c:pt idx="156">
                  <c:v>39083</c:v>
                </c:pt>
                <c:pt idx="157">
                  <c:v>39114</c:v>
                </c:pt>
                <c:pt idx="158">
                  <c:v>39142</c:v>
                </c:pt>
                <c:pt idx="159">
                  <c:v>39173</c:v>
                </c:pt>
                <c:pt idx="160">
                  <c:v>39203</c:v>
                </c:pt>
                <c:pt idx="161">
                  <c:v>39234</c:v>
                </c:pt>
                <c:pt idx="162">
                  <c:v>39264</c:v>
                </c:pt>
                <c:pt idx="163">
                  <c:v>39295</c:v>
                </c:pt>
                <c:pt idx="164">
                  <c:v>39326</c:v>
                </c:pt>
                <c:pt idx="165">
                  <c:v>39356</c:v>
                </c:pt>
                <c:pt idx="166">
                  <c:v>39387</c:v>
                </c:pt>
                <c:pt idx="167">
                  <c:v>39417</c:v>
                </c:pt>
                <c:pt idx="168">
                  <c:v>39448</c:v>
                </c:pt>
                <c:pt idx="169">
                  <c:v>39479</c:v>
                </c:pt>
                <c:pt idx="170">
                  <c:v>39508</c:v>
                </c:pt>
                <c:pt idx="171">
                  <c:v>39539</c:v>
                </c:pt>
                <c:pt idx="172">
                  <c:v>39569</c:v>
                </c:pt>
                <c:pt idx="173">
                  <c:v>39600</c:v>
                </c:pt>
                <c:pt idx="174">
                  <c:v>39630</c:v>
                </c:pt>
                <c:pt idx="175">
                  <c:v>39661</c:v>
                </c:pt>
                <c:pt idx="176">
                  <c:v>39692</c:v>
                </c:pt>
                <c:pt idx="177">
                  <c:v>39722</c:v>
                </c:pt>
                <c:pt idx="178">
                  <c:v>39753</c:v>
                </c:pt>
                <c:pt idx="179">
                  <c:v>39783</c:v>
                </c:pt>
                <c:pt idx="180">
                  <c:v>39814</c:v>
                </c:pt>
                <c:pt idx="181">
                  <c:v>39845</c:v>
                </c:pt>
                <c:pt idx="182">
                  <c:v>39873</c:v>
                </c:pt>
                <c:pt idx="183">
                  <c:v>39904</c:v>
                </c:pt>
                <c:pt idx="184">
                  <c:v>39934</c:v>
                </c:pt>
                <c:pt idx="185">
                  <c:v>39965</c:v>
                </c:pt>
                <c:pt idx="186">
                  <c:v>39995</c:v>
                </c:pt>
                <c:pt idx="187">
                  <c:v>40026</c:v>
                </c:pt>
                <c:pt idx="188">
                  <c:v>40057</c:v>
                </c:pt>
                <c:pt idx="189">
                  <c:v>40087</c:v>
                </c:pt>
                <c:pt idx="190">
                  <c:v>40118</c:v>
                </c:pt>
                <c:pt idx="191">
                  <c:v>40148</c:v>
                </c:pt>
                <c:pt idx="192">
                  <c:v>40179</c:v>
                </c:pt>
                <c:pt idx="193">
                  <c:v>40210</c:v>
                </c:pt>
                <c:pt idx="194">
                  <c:v>40238</c:v>
                </c:pt>
                <c:pt idx="195">
                  <c:v>40269</c:v>
                </c:pt>
                <c:pt idx="196">
                  <c:v>40299</c:v>
                </c:pt>
                <c:pt idx="197">
                  <c:v>40330</c:v>
                </c:pt>
                <c:pt idx="198">
                  <c:v>40360</c:v>
                </c:pt>
                <c:pt idx="199">
                  <c:v>40391</c:v>
                </c:pt>
                <c:pt idx="200">
                  <c:v>40422</c:v>
                </c:pt>
                <c:pt idx="201">
                  <c:v>40452</c:v>
                </c:pt>
                <c:pt idx="202">
                  <c:v>40483</c:v>
                </c:pt>
                <c:pt idx="203">
                  <c:v>40513</c:v>
                </c:pt>
                <c:pt idx="204">
                  <c:v>40544</c:v>
                </c:pt>
                <c:pt idx="205">
                  <c:v>40575</c:v>
                </c:pt>
                <c:pt idx="206">
                  <c:v>40603</c:v>
                </c:pt>
                <c:pt idx="207">
                  <c:v>40634</c:v>
                </c:pt>
                <c:pt idx="208">
                  <c:v>40664</c:v>
                </c:pt>
                <c:pt idx="209">
                  <c:v>40695</c:v>
                </c:pt>
                <c:pt idx="210">
                  <c:v>40725</c:v>
                </c:pt>
                <c:pt idx="211">
                  <c:v>40756</c:v>
                </c:pt>
                <c:pt idx="212">
                  <c:v>40787</c:v>
                </c:pt>
                <c:pt idx="213">
                  <c:v>40817</c:v>
                </c:pt>
                <c:pt idx="214">
                  <c:v>40848</c:v>
                </c:pt>
                <c:pt idx="215">
                  <c:v>40878</c:v>
                </c:pt>
                <c:pt idx="216">
                  <c:v>40909</c:v>
                </c:pt>
                <c:pt idx="217">
                  <c:v>40940</c:v>
                </c:pt>
                <c:pt idx="218">
                  <c:v>40969</c:v>
                </c:pt>
                <c:pt idx="219">
                  <c:v>41000</c:v>
                </c:pt>
                <c:pt idx="220">
                  <c:v>41030</c:v>
                </c:pt>
                <c:pt idx="221">
                  <c:v>41061</c:v>
                </c:pt>
                <c:pt idx="222">
                  <c:v>41091</c:v>
                </c:pt>
                <c:pt idx="223">
                  <c:v>41122</c:v>
                </c:pt>
                <c:pt idx="224">
                  <c:v>41153</c:v>
                </c:pt>
                <c:pt idx="225">
                  <c:v>41183</c:v>
                </c:pt>
                <c:pt idx="226">
                  <c:v>41214</c:v>
                </c:pt>
                <c:pt idx="227">
                  <c:v>41244</c:v>
                </c:pt>
                <c:pt idx="228">
                  <c:v>41275</c:v>
                </c:pt>
                <c:pt idx="229">
                  <c:v>41306</c:v>
                </c:pt>
                <c:pt idx="230">
                  <c:v>41334</c:v>
                </c:pt>
                <c:pt idx="231">
                  <c:v>41365</c:v>
                </c:pt>
                <c:pt idx="232">
                  <c:v>41395</c:v>
                </c:pt>
                <c:pt idx="233">
                  <c:v>41426</c:v>
                </c:pt>
                <c:pt idx="234">
                  <c:v>41456</c:v>
                </c:pt>
                <c:pt idx="235">
                  <c:v>41487</c:v>
                </c:pt>
                <c:pt idx="236">
                  <c:v>41518</c:v>
                </c:pt>
                <c:pt idx="237">
                  <c:v>41548</c:v>
                </c:pt>
                <c:pt idx="238">
                  <c:v>41579</c:v>
                </c:pt>
                <c:pt idx="239">
                  <c:v>41609</c:v>
                </c:pt>
                <c:pt idx="240">
                  <c:v>41640</c:v>
                </c:pt>
                <c:pt idx="241">
                  <c:v>41671</c:v>
                </c:pt>
                <c:pt idx="242">
                  <c:v>41699</c:v>
                </c:pt>
                <c:pt idx="243">
                  <c:v>41730</c:v>
                </c:pt>
                <c:pt idx="244">
                  <c:v>41760</c:v>
                </c:pt>
                <c:pt idx="245">
                  <c:v>41791</c:v>
                </c:pt>
                <c:pt idx="246">
                  <c:v>41821</c:v>
                </c:pt>
                <c:pt idx="247">
                  <c:v>41852</c:v>
                </c:pt>
                <c:pt idx="248">
                  <c:v>41883</c:v>
                </c:pt>
                <c:pt idx="249">
                  <c:v>41913</c:v>
                </c:pt>
                <c:pt idx="250">
                  <c:v>41944</c:v>
                </c:pt>
                <c:pt idx="251">
                  <c:v>41974</c:v>
                </c:pt>
                <c:pt idx="252">
                  <c:v>42005</c:v>
                </c:pt>
                <c:pt idx="253">
                  <c:v>42036</c:v>
                </c:pt>
                <c:pt idx="254">
                  <c:v>42064</c:v>
                </c:pt>
                <c:pt idx="255">
                  <c:v>42095</c:v>
                </c:pt>
                <c:pt idx="256">
                  <c:v>42125</c:v>
                </c:pt>
                <c:pt idx="257">
                  <c:v>42156</c:v>
                </c:pt>
                <c:pt idx="258">
                  <c:v>42186</c:v>
                </c:pt>
                <c:pt idx="259">
                  <c:v>42217</c:v>
                </c:pt>
                <c:pt idx="260">
                  <c:v>42248</c:v>
                </c:pt>
                <c:pt idx="261">
                  <c:v>42278</c:v>
                </c:pt>
                <c:pt idx="262">
                  <c:v>42309</c:v>
                </c:pt>
                <c:pt idx="263">
                  <c:v>42339</c:v>
                </c:pt>
                <c:pt idx="264">
                  <c:v>42370</c:v>
                </c:pt>
                <c:pt idx="265">
                  <c:v>42401</c:v>
                </c:pt>
                <c:pt idx="266">
                  <c:v>42430</c:v>
                </c:pt>
                <c:pt idx="267">
                  <c:v>42461</c:v>
                </c:pt>
                <c:pt idx="268">
                  <c:v>42491</c:v>
                </c:pt>
                <c:pt idx="269">
                  <c:v>42522</c:v>
                </c:pt>
              </c:numCache>
            </c:numRef>
          </c:cat>
          <c:val>
            <c:numRef>
              <c:f>Sheet1!$E$2:$E$271</c:f>
              <c:numCache>
                <c:formatCode>0.00</c:formatCode>
                <c:ptCount val="27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32.255883907725668</c:v>
                </c:pt>
                <c:pt idx="113">
                  <c:v>29.721506647115714</c:v>
                </c:pt>
                <c:pt idx="114">
                  <c:v>30.716856440674444</c:v>
                </c:pt>
                <c:pt idx="115">
                  <c:v>31.041288278385014</c:v>
                </c:pt>
                <c:pt idx="116">
                  <c:v>28.061175631347989</c:v>
                </c:pt>
                <c:pt idx="117">
                  <c:v>25.148703556478786</c:v>
                </c:pt>
                <c:pt idx="118">
                  <c:v>25.674880954635924</c:v>
                </c:pt>
                <c:pt idx="119">
                  <c:v>26.354018178667303</c:v>
                </c:pt>
                <c:pt idx="120">
                  <c:v>32.325551227757757</c:v>
                </c:pt>
                <c:pt idx="121">
                  <c:v>36.921368831113341</c:v>
                </c:pt>
                <c:pt idx="122">
                  <c:v>40.887271993770852</c:v>
                </c:pt>
                <c:pt idx="123">
                  <c:v>44.583210329399392</c:v>
                </c:pt>
                <c:pt idx="124">
                  <c:v>48.164013581574864</c:v>
                </c:pt>
                <c:pt idx="125">
                  <c:v>49.617487588808004</c:v>
                </c:pt>
                <c:pt idx="126">
                  <c:v>50.352795796965403</c:v>
                </c:pt>
                <c:pt idx="127">
                  <c:v>52.117478543536762</c:v>
                </c:pt>
                <c:pt idx="128">
                  <c:v>54.331972412776594</c:v>
                </c:pt>
                <c:pt idx="129">
                  <c:v>56.046842760675183</c:v>
                </c:pt>
                <c:pt idx="130">
                  <c:v>57.777017142353223</c:v>
                </c:pt>
                <c:pt idx="131">
                  <c:v>59.010785971165582</c:v>
                </c:pt>
                <c:pt idx="132">
                  <c:v>60.891482139751552</c:v>
                </c:pt>
                <c:pt idx="133">
                  <c:v>62.417542571424399</c:v>
                </c:pt>
                <c:pt idx="134">
                  <c:v>63.813726107912238</c:v>
                </c:pt>
                <c:pt idx="135">
                  <c:v>65.12367484772534</c:v>
                </c:pt>
                <c:pt idx="136">
                  <c:v>67.066662393776937</c:v>
                </c:pt>
                <c:pt idx="137">
                  <c:v>69.819880492340729</c:v>
                </c:pt>
                <c:pt idx="138">
                  <c:v>72.464603620974472</c:v>
                </c:pt>
                <c:pt idx="139">
                  <c:v>75.30708494222938</c:v>
                </c:pt>
                <c:pt idx="140">
                  <c:v>78.150800558440707</c:v>
                </c:pt>
                <c:pt idx="141">
                  <c:v>81.531766613770202</c:v>
                </c:pt>
                <c:pt idx="142">
                  <c:v>84.259364430332482</c:v>
                </c:pt>
                <c:pt idx="143">
                  <c:v>86.324275535440165</c:v>
                </c:pt>
                <c:pt idx="144">
                  <c:v>86.800825044481044</c:v>
                </c:pt>
                <c:pt idx="145">
                  <c:v>87.566803951614972</c:v>
                </c:pt>
                <c:pt idx="146">
                  <c:v>88.470339519045169</c:v>
                </c:pt>
                <c:pt idx="147">
                  <c:v>89.037846538495401</c:v>
                </c:pt>
                <c:pt idx="148">
                  <c:v>89.399356906179278</c:v>
                </c:pt>
                <c:pt idx="149">
                  <c:v>90.461586788439419</c:v>
                </c:pt>
                <c:pt idx="150">
                  <c:v>92.251468256032155</c:v>
                </c:pt>
                <c:pt idx="151">
                  <c:v>93.460401472614436</c:v>
                </c:pt>
                <c:pt idx="152">
                  <c:v>94.821733877602668</c:v>
                </c:pt>
                <c:pt idx="153">
                  <c:v>96.778071458915022</c:v>
                </c:pt>
                <c:pt idx="154">
                  <c:v>98.050675092536906</c:v>
                </c:pt>
                <c:pt idx="155">
                  <c:v>100</c:v>
                </c:pt>
                <c:pt idx="156">
                  <c:v>98.830990897339959</c:v>
                </c:pt>
                <c:pt idx="157">
                  <c:v>97.740432882168776</c:v>
                </c:pt>
                <c:pt idx="158">
                  <c:v>96.477602825172255</c:v>
                </c:pt>
                <c:pt idx="159">
                  <c:v>95.599918353649826</c:v>
                </c:pt>
                <c:pt idx="160">
                  <c:v>95.416445687244646</c:v>
                </c:pt>
                <c:pt idx="161">
                  <c:v>94.714821690904998</c:v>
                </c:pt>
                <c:pt idx="162">
                  <c:v>94.100663320376128</c:v>
                </c:pt>
                <c:pt idx="163">
                  <c:v>92.605852300302217</c:v>
                </c:pt>
                <c:pt idx="164">
                  <c:v>92.309006502264722</c:v>
                </c:pt>
                <c:pt idx="165">
                  <c:v>92.387966278408072</c:v>
                </c:pt>
                <c:pt idx="166">
                  <c:v>92.290376817782004</c:v>
                </c:pt>
                <c:pt idx="167">
                  <c:v>92.596640316867479</c:v>
                </c:pt>
                <c:pt idx="168">
                  <c:v>91.411674774036229</c:v>
                </c:pt>
                <c:pt idx="169">
                  <c:v>89.845973386896475</c:v>
                </c:pt>
                <c:pt idx="170">
                  <c:v>88.403500268475995</c:v>
                </c:pt>
                <c:pt idx="171">
                  <c:v>86.357551455305455</c:v>
                </c:pt>
                <c:pt idx="172">
                  <c:v>84.226376896217985</c:v>
                </c:pt>
                <c:pt idx="173">
                  <c:v>81.897643571154759</c:v>
                </c:pt>
                <c:pt idx="174">
                  <c:v>78.91609233788553</c:v>
                </c:pt>
                <c:pt idx="175">
                  <c:v>75.550826746832143</c:v>
                </c:pt>
                <c:pt idx="176">
                  <c:v>71.61018668546555</c:v>
                </c:pt>
                <c:pt idx="177">
                  <c:v>67.303702050476005</c:v>
                </c:pt>
                <c:pt idx="178">
                  <c:v>64.028917078259383</c:v>
                </c:pt>
                <c:pt idx="179">
                  <c:v>59.667252699532902</c:v>
                </c:pt>
                <c:pt idx="180">
                  <c:v>57.971796776881099</c:v>
                </c:pt>
                <c:pt idx="181">
                  <c:v>56.596818607391377</c:v>
                </c:pt>
                <c:pt idx="182">
                  <c:v>54.780139459116725</c:v>
                </c:pt>
                <c:pt idx="183">
                  <c:v>52.315111031097075</c:v>
                </c:pt>
                <c:pt idx="184">
                  <c:v>49.996883645304209</c:v>
                </c:pt>
                <c:pt idx="185">
                  <c:v>47.280583442941463</c:v>
                </c:pt>
                <c:pt idx="186">
                  <c:v>44.228921573212382</c:v>
                </c:pt>
                <c:pt idx="187">
                  <c:v>41.646313254732611</c:v>
                </c:pt>
                <c:pt idx="188">
                  <c:v>38.881825293151905</c:v>
                </c:pt>
                <c:pt idx="189">
                  <c:v>35.513271095487745</c:v>
                </c:pt>
                <c:pt idx="190">
                  <c:v>32.313699011299654</c:v>
                </c:pt>
                <c:pt idx="191">
                  <c:v>29.169083718441101</c:v>
                </c:pt>
                <c:pt idx="192">
                  <c:v>26.922379664929952</c:v>
                </c:pt>
                <c:pt idx="193">
                  <c:v>24.546079301460129</c:v>
                </c:pt>
                <c:pt idx="194">
                  <c:v>21.726487440111896</c:v>
                </c:pt>
                <c:pt idx="195">
                  <c:v>19.694350565842132</c:v>
                </c:pt>
                <c:pt idx="196">
                  <c:v>17.700156926483494</c:v>
                </c:pt>
                <c:pt idx="197">
                  <c:v>16.082306067263239</c:v>
                </c:pt>
                <c:pt idx="198">
                  <c:v>14.899327939527579</c:v>
                </c:pt>
                <c:pt idx="199">
                  <c:v>13.987807680252171</c:v>
                </c:pt>
                <c:pt idx="200">
                  <c:v>12.939369913804475</c:v>
                </c:pt>
                <c:pt idx="201">
                  <c:v>11.788905422277688</c:v>
                </c:pt>
                <c:pt idx="202">
                  <c:v>10.085837478165331</c:v>
                </c:pt>
                <c:pt idx="203">
                  <c:v>9.1022322250759942</c:v>
                </c:pt>
                <c:pt idx="204">
                  <c:v>7.6923233661353843</c:v>
                </c:pt>
                <c:pt idx="205">
                  <c:v>5.8838981679744915</c:v>
                </c:pt>
                <c:pt idx="206">
                  <c:v>4.8674205593986297</c:v>
                </c:pt>
                <c:pt idx="207">
                  <c:v>4.0698959593967707</c:v>
                </c:pt>
                <c:pt idx="208">
                  <c:v>3.2766243796231507</c:v>
                </c:pt>
                <c:pt idx="209">
                  <c:v>2.7798764428380753</c:v>
                </c:pt>
                <c:pt idx="210">
                  <c:v>2.5542655331998434</c:v>
                </c:pt>
                <c:pt idx="211">
                  <c:v>2.5518332027030448</c:v>
                </c:pt>
                <c:pt idx="212">
                  <c:v>2.1383637372303532</c:v>
                </c:pt>
                <c:pt idx="213">
                  <c:v>1.8320243748420777</c:v>
                </c:pt>
                <c:pt idx="214">
                  <c:v>1.38073288322544</c:v>
                </c:pt>
                <c:pt idx="215">
                  <c:v>0.90039414386159333</c:v>
                </c:pt>
                <c:pt idx="216">
                  <c:v>0.53005456172918841</c:v>
                </c:pt>
                <c:pt idx="217">
                  <c:v>0.44840440867094039</c:v>
                </c:pt>
                <c:pt idx="218">
                  <c:v>0.44948164487347381</c:v>
                </c:pt>
                <c:pt idx="219">
                  <c:v>0.37313008393368707</c:v>
                </c:pt>
                <c:pt idx="220">
                  <c:v>0.24646377695480837</c:v>
                </c:pt>
                <c:pt idx="221">
                  <c:v>0.2646001711768014</c:v>
                </c:pt>
                <c:pt idx="222">
                  <c:v>0.15101420239425467</c:v>
                </c:pt>
                <c:pt idx="223">
                  <c:v>5.1286017198183091E-3</c:v>
                </c:pt>
                <c:pt idx="224">
                  <c:v>0</c:v>
                </c:pt>
                <c:pt idx="225">
                  <c:v>1.0985824997374364E-2</c:v>
                </c:pt>
                <c:pt idx="226">
                  <c:v>0.15843726462362034</c:v>
                </c:pt>
                <c:pt idx="227">
                  <c:v>0.27059386962954912</c:v>
                </c:pt>
                <c:pt idx="228">
                  <c:v>0.5364778569118398</c:v>
                </c:pt>
                <c:pt idx="229">
                  <c:v>0.96312629019253171</c:v>
                </c:pt>
                <c:pt idx="230">
                  <c:v>1.2290867733022615</c:v>
                </c:pt>
                <c:pt idx="231">
                  <c:v>1.5196741236248694</c:v>
                </c:pt>
                <c:pt idx="232">
                  <c:v>1.7155250234918162</c:v>
                </c:pt>
                <c:pt idx="233">
                  <c:v>2.0562964145531879</c:v>
                </c:pt>
                <c:pt idx="234">
                  <c:v>2.1126492029998936</c:v>
                </c:pt>
                <c:pt idx="235">
                  <c:v>1.9454916041578494</c:v>
                </c:pt>
                <c:pt idx="236">
                  <c:v>1.9885193806313868</c:v>
                </c:pt>
                <c:pt idx="237">
                  <c:v>2.0513973378057204</c:v>
                </c:pt>
                <c:pt idx="238">
                  <c:v>2.2889019054249666</c:v>
                </c:pt>
                <c:pt idx="239">
                  <c:v>2.895252324830949</c:v>
                </c:pt>
                <c:pt idx="240">
                  <c:v>3.4426851775851133</c:v>
                </c:pt>
                <c:pt idx="241">
                  <c:v>3.8736596144642523</c:v>
                </c:pt>
                <c:pt idx="242">
                  <c:v>4.4856400081238936</c:v>
                </c:pt>
                <c:pt idx="243">
                  <c:v>5.2438810102131521</c:v>
                </c:pt>
                <c:pt idx="244">
                  <c:v>6.0095656709717744</c:v>
                </c:pt>
                <c:pt idx="245">
                  <c:v>6.7436964055568902</c:v>
                </c:pt>
                <c:pt idx="246">
                  <c:v>7.5783098796025721</c:v>
                </c:pt>
                <c:pt idx="247">
                  <c:v>8.3012795187366226</c:v>
                </c:pt>
                <c:pt idx="248">
                  <c:v>8.9859964985894916</c:v>
                </c:pt>
                <c:pt idx="249">
                  <c:v>9.7776926741008428</c:v>
                </c:pt>
                <c:pt idx="250">
                  <c:v>10.478010700204534</c:v>
                </c:pt>
                <c:pt idx="251">
                  <c:v>11.296121537117944</c:v>
                </c:pt>
                <c:pt idx="252">
                  <c:v>12.119382232106412</c:v>
                </c:pt>
                <c:pt idx="253">
                  <c:v>13.049406702359365</c:v>
                </c:pt>
                <c:pt idx="254">
                  <c:v>14.077783989462276</c:v>
                </c:pt>
                <c:pt idx="255">
                  <c:v>14.831200115836054</c:v>
                </c:pt>
                <c:pt idx="256">
                  <c:v>15.483867925768813</c:v>
                </c:pt>
                <c:pt idx="257">
                  <c:v>16.098193123532564</c:v>
                </c:pt>
                <c:pt idx="258">
                  <c:v>16.595664609855852</c:v>
                </c:pt>
                <c:pt idx="259">
                  <c:v>17.302135117542527</c:v>
                </c:pt>
                <c:pt idx="260">
                  <c:v>17.954245985056893</c:v>
                </c:pt>
                <c:pt idx="261">
                  <c:v>18.536014210990928</c:v>
                </c:pt>
                <c:pt idx="262">
                  <c:v>18.985530136198822</c:v>
                </c:pt>
                <c:pt idx="263">
                  <c:v>19.290288759459965</c:v>
                </c:pt>
                <c:pt idx="264">
                  <c:v>19.413122646012603</c:v>
                </c:pt>
                <c:pt idx="265">
                  <c:v>#N/A</c:v>
                </c:pt>
                <c:pt idx="266">
                  <c:v>#N/A</c:v>
                </c:pt>
                <c:pt idx="267">
                  <c:v>#N/A</c:v>
                </c:pt>
                <c:pt idx="268">
                  <c:v>#N/A</c:v>
                </c:pt>
                <c:pt idx="269">
                  <c:v>#N/A</c:v>
                </c:pt>
              </c:numCache>
            </c:numRef>
          </c:val>
          <c:smooth val="0"/>
        </c:ser>
        <c:dLbls>
          <c:showLegendKey val="0"/>
          <c:showVal val="0"/>
          <c:showCatName val="0"/>
          <c:showSerName val="0"/>
          <c:showPercent val="0"/>
          <c:showBubbleSize val="0"/>
        </c:dLbls>
        <c:marker val="1"/>
        <c:smooth val="0"/>
        <c:axId val="114118656"/>
        <c:axId val="114120192"/>
      </c:lineChart>
      <c:dateAx>
        <c:axId val="114118656"/>
        <c:scaling>
          <c:orientation val="minMax"/>
        </c:scaling>
        <c:delete val="0"/>
        <c:axPos val="b"/>
        <c:numFmt formatCode="m/d/yyyy" sourceLinked="1"/>
        <c:majorTickMark val="out"/>
        <c:minorTickMark val="none"/>
        <c:tickLblPos val="nextTo"/>
        <c:crossAx val="114120192"/>
        <c:crosses val="autoZero"/>
        <c:auto val="1"/>
        <c:lblOffset val="100"/>
        <c:baseTimeUnit val="months"/>
        <c:majorUnit val="12"/>
        <c:majorTimeUnit val="months"/>
      </c:dateAx>
      <c:valAx>
        <c:axId val="114120192"/>
        <c:scaling>
          <c:orientation val="minMax"/>
          <c:max val="100"/>
        </c:scaling>
        <c:delete val="0"/>
        <c:axPos val="l"/>
        <c:numFmt formatCode="0.00" sourceLinked="1"/>
        <c:majorTickMark val="out"/>
        <c:minorTickMark val="none"/>
        <c:tickLblPos val="nextTo"/>
        <c:crossAx val="114118656"/>
        <c:crosses val="autoZero"/>
        <c:crossBetween val="between"/>
      </c:valAx>
    </c:plotArea>
    <c:legend>
      <c:legendPos val="b"/>
      <c:layout/>
      <c:overlay val="0"/>
    </c:legend>
    <c:plotVisOnly val="1"/>
    <c:dispBlanksAs val="gap"/>
    <c:showDLblsOverMax val="0"/>
  </c:chart>
  <c:txPr>
    <a:bodyPr/>
    <a:lstStyle/>
    <a:p>
      <a:pPr>
        <a:defRPr sz="1000"/>
      </a:pPr>
      <a:endParaRPr lang="en-US"/>
    </a:p>
  </c:txPr>
  <c:externalData r:id="rId1">
    <c:autoUpdate val="0"/>
  </c:externalData>
  <c:userShapes r:id="rId2"/>
</c:chartSpace>
</file>

<file path=ppt/charts/chart9.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1"/>
          <c:order val="1"/>
          <c:tx>
            <c:strRef>
              <c:f>Sheet1!$C$1</c:f>
              <c:strCache>
                <c:ptCount val="1"/>
                <c:pt idx="0">
                  <c:v>MBA CAI</c:v>
                </c:pt>
              </c:strCache>
            </c:strRef>
          </c:tx>
          <c:spPr>
            <a:ln>
              <a:solidFill>
                <a:srgbClr val="AD275C"/>
              </a:solidFill>
            </a:ln>
          </c:spPr>
          <c:marker>
            <c:symbol val="none"/>
          </c:marker>
          <c:cat>
            <c:numRef>
              <c:f>Sheet1!$A$2:$A$269</c:f>
              <c:numCache>
                <c:formatCode>m/d/yyyy</c:formatCode>
                <c:ptCount val="268"/>
                <c:pt idx="0">
                  <c:v>34335</c:v>
                </c:pt>
                <c:pt idx="1">
                  <c:v>34366</c:v>
                </c:pt>
                <c:pt idx="2">
                  <c:v>34394</c:v>
                </c:pt>
                <c:pt idx="3">
                  <c:v>34425</c:v>
                </c:pt>
                <c:pt idx="4">
                  <c:v>34455</c:v>
                </c:pt>
                <c:pt idx="5">
                  <c:v>34486</c:v>
                </c:pt>
                <c:pt idx="6">
                  <c:v>34516</c:v>
                </c:pt>
                <c:pt idx="7">
                  <c:v>34547</c:v>
                </c:pt>
                <c:pt idx="8">
                  <c:v>34578</c:v>
                </c:pt>
                <c:pt idx="9">
                  <c:v>34608</c:v>
                </c:pt>
                <c:pt idx="10">
                  <c:v>34639</c:v>
                </c:pt>
                <c:pt idx="11">
                  <c:v>34669</c:v>
                </c:pt>
                <c:pt idx="12">
                  <c:v>34700</c:v>
                </c:pt>
                <c:pt idx="13">
                  <c:v>34731</c:v>
                </c:pt>
                <c:pt idx="14">
                  <c:v>34759</c:v>
                </c:pt>
                <c:pt idx="15">
                  <c:v>34790</c:v>
                </c:pt>
                <c:pt idx="16">
                  <c:v>34820</c:v>
                </c:pt>
                <c:pt idx="17">
                  <c:v>34851</c:v>
                </c:pt>
                <c:pt idx="18">
                  <c:v>34881</c:v>
                </c:pt>
                <c:pt idx="19">
                  <c:v>34912</c:v>
                </c:pt>
                <c:pt idx="20">
                  <c:v>34943</c:v>
                </c:pt>
                <c:pt idx="21">
                  <c:v>34973</c:v>
                </c:pt>
                <c:pt idx="22">
                  <c:v>35004</c:v>
                </c:pt>
                <c:pt idx="23">
                  <c:v>35034</c:v>
                </c:pt>
                <c:pt idx="24">
                  <c:v>35065</c:v>
                </c:pt>
                <c:pt idx="25">
                  <c:v>35096</c:v>
                </c:pt>
                <c:pt idx="26">
                  <c:v>35125</c:v>
                </c:pt>
                <c:pt idx="27">
                  <c:v>35156</c:v>
                </c:pt>
                <c:pt idx="28">
                  <c:v>35186</c:v>
                </c:pt>
                <c:pt idx="29">
                  <c:v>35217</c:v>
                </c:pt>
                <c:pt idx="30">
                  <c:v>35247</c:v>
                </c:pt>
                <c:pt idx="31">
                  <c:v>35278</c:v>
                </c:pt>
                <c:pt idx="32">
                  <c:v>35309</c:v>
                </c:pt>
                <c:pt idx="33">
                  <c:v>35339</c:v>
                </c:pt>
                <c:pt idx="34">
                  <c:v>35370</c:v>
                </c:pt>
                <c:pt idx="35">
                  <c:v>35400</c:v>
                </c:pt>
                <c:pt idx="36">
                  <c:v>35431</c:v>
                </c:pt>
                <c:pt idx="37">
                  <c:v>35462</c:v>
                </c:pt>
                <c:pt idx="38">
                  <c:v>35490</c:v>
                </c:pt>
                <c:pt idx="39">
                  <c:v>35521</c:v>
                </c:pt>
                <c:pt idx="40">
                  <c:v>35551</c:v>
                </c:pt>
                <c:pt idx="41">
                  <c:v>35582</c:v>
                </c:pt>
                <c:pt idx="42">
                  <c:v>35612</c:v>
                </c:pt>
                <c:pt idx="43">
                  <c:v>35643</c:v>
                </c:pt>
                <c:pt idx="44">
                  <c:v>35674</c:v>
                </c:pt>
                <c:pt idx="45">
                  <c:v>35704</c:v>
                </c:pt>
                <c:pt idx="46">
                  <c:v>35735</c:v>
                </c:pt>
                <c:pt idx="47">
                  <c:v>35765</c:v>
                </c:pt>
                <c:pt idx="48">
                  <c:v>35796</c:v>
                </c:pt>
                <c:pt idx="49">
                  <c:v>35827</c:v>
                </c:pt>
                <c:pt idx="50">
                  <c:v>35855</c:v>
                </c:pt>
                <c:pt idx="51">
                  <c:v>35886</c:v>
                </c:pt>
                <c:pt idx="52">
                  <c:v>35916</c:v>
                </c:pt>
                <c:pt idx="53">
                  <c:v>35947</c:v>
                </c:pt>
                <c:pt idx="54">
                  <c:v>35977</c:v>
                </c:pt>
                <c:pt idx="55">
                  <c:v>36008</c:v>
                </c:pt>
                <c:pt idx="56">
                  <c:v>36039</c:v>
                </c:pt>
                <c:pt idx="57">
                  <c:v>36069</c:v>
                </c:pt>
                <c:pt idx="58">
                  <c:v>36100</c:v>
                </c:pt>
                <c:pt idx="59">
                  <c:v>36130</c:v>
                </c:pt>
                <c:pt idx="60">
                  <c:v>36161</c:v>
                </c:pt>
                <c:pt idx="61">
                  <c:v>36192</c:v>
                </c:pt>
                <c:pt idx="62">
                  <c:v>36220</c:v>
                </c:pt>
                <c:pt idx="63">
                  <c:v>36251</c:v>
                </c:pt>
                <c:pt idx="64">
                  <c:v>36281</c:v>
                </c:pt>
                <c:pt idx="65">
                  <c:v>36312</c:v>
                </c:pt>
                <c:pt idx="66">
                  <c:v>36342</c:v>
                </c:pt>
                <c:pt idx="67">
                  <c:v>36373</c:v>
                </c:pt>
                <c:pt idx="68">
                  <c:v>36404</c:v>
                </c:pt>
                <c:pt idx="69">
                  <c:v>36434</c:v>
                </c:pt>
                <c:pt idx="70">
                  <c:v>36465</c:v>
                </c:pt>
                <c:pt idx="71">
                  <c:v>36495</c:v>
                </c:pt>
                <c:pt idx="72">
                  <c:v>36526</c:v>
                </c:pt>
                <c:pt idx="73">
                  <c:v>36557</c:v>
                </c:pt>
                <c:pt idx="74">
                  <c:v>36586</c:v>
                </c:pt>
                <c:pt idx="75">
                  <c:v>36617</c:v>
                </c:pt>
                <c:pt idx="76">
                  <c:v>36647</c:v>
                </c:pt>
                <c:pt idx="77">
                  <c:v>36678</c:v>
                </c:pt>
                <c:pt idx="78">
                  <c:v>36708</c:v>
                </c:pt>
                <c:pt idx="79">
                  <c:v>36739</c:v>
                </c:pt>
                <c:pt idx="80">
                  <c:v>36770</c:v>
                </c:pt>
                <c:pt idx="81">
                  <c:v>36800</c:v>
                </c:pt>
                <c:pt idx="82">
                  <c:v>36831</c:v>
                </c:pt>
                <c:pt idx="83">
                  <c:v>36861</c:v>
                </c:pt>
                <c:pt idx="84">
                  <c:v>36892</c:v>
                </c:pt>
                <c:pt idx="85">
                  <c:v>36923</c:v>
                </c:pt>
                <c:pt idx="86">
                  <c:v>36951</c:v>
                </c:pt>
                <c:pt idx="87">
                  <c:v>36982</c:v>
                </c:pt>
                <c:pt idx="88">
                  <c:v>37012</c:v>
                </c:pt>
                <c:pt idx="89">
                  <c:v>37043</c:v>
                </c:pt>
                <c:pt idx="90">
                  <c:v>37073</c:v>
                </c:pt>
                <c:pt idx="91">
                  <c:v>37104</c:v>
                </c:pt>
                <c:pt idx="92">
                  <c:v>37135</c:v>
                </c:pt>
                <c:pt idx="93">
                  <c:v>37165</c:v>
                </c:pt>
                <c:pt idx="94">
                  <c:v>37196</c:v>
                </c:pt>
                <c:pt idx="95">
                  <c:v>37226</c:v>
                </c:pt>
                <c:pt idx="96">
                  <c:v>37257</c:v>
                </c:pt>
                <c:pt idx="97">
                  <c:v>37288</c:v>
                </c:pt>
                <c:pt idx="98">
                  <c:v>37316</c:v>
                </c:pt>
                <c:pt idx="99">
                  <c:v>37347</c:v>
                </c:pt>
                <c:pt idx="100">
                  <c:v>37377</c:v>
                </c:pt>
                <c:pt idx="101">
                  <c:v>37408</c:v>
                </c:pt>
                <c:pt idx="102">
                  <c:v>37438</c:v>
                </c:pt>
                <c:pt idx="103">
                  <c:v>37469</c:v>
                </c:pt>
                <c:pt idx="104">
                  <c:v>37500</c:v>
                </c:pt>
                <c:pt idx="105">
                  <c:v>37530</c:v>
                </c:pt>
                <c:pt idx="106">
                  <c:v>37561</c:v>
                </c:pt>
                <c:pt idx="107">
                  <c:v>37591</c:v>
                </c:pt>
                <c:pt idx="108">
                  <c:v>37622</c:v>
                </c:pt>
                <c:pt idx="109">
                  <c:v>37653</c:v>
                </c:pt>
                <c:pt idx="110">
                  <c:v>37681</c:v>
                </c:pt>
                <c:pt idx="111">
                  <c:v>37712</c:v>
                </c:pt>
                <c:pt idx="112">
                  <c:v>37742</c:v>
                </c:pt>
                <c:pt idx="113">
                  <c:v>37773</c:v>
                </c:pt>
                <c:pt idx="114">
                  <c:v>37803</c:v>
                </c:pt>
                <c:pt idx="115">
                  <c:v>37834</c:v>
                </c:pt>
                <c:pt idx="116">
                  <c:v>37865</c:v>
                </c:pt>
                <c:pt idx="117">
                  <c:v>37895</c:v>
                </c:pt>
                <c:pt idx="118">
                  <c:v>37926</c:v>
                </c:pt>
                <c:pt idx="119">
                  <c:v>37956</c:v>
                </c:pt>
                <c:pt idx="120">
                  <c:v>37987</c:v>
                </c:pt>
                <c:pt idx="121">
                  <c:v>38018</c:v>
                </c:pt>
                <c:pt idx="122">
                  <c:v>38047</c:v>
                </c:pt>
                <c:pt idx="123">
                  <c:v>38078</c:v>
                </c:pt>
                <c:pt idx="124">
                  <c:v>38108</c:v>
                </c:pt>
                <c:pt idx="125">
                  <c:v>38139</c:v>
                </c:pt>
                <c:pt idx="126">
                  <c:v>38169</c:v>
                </c:pt>
                <c:pt idx="127">
                  <c:v>38200</c:v>
                </c:pt>
                <c:pt idx="128">
                  <c:v>38231</c:v>
                </c:pt>
                <c:pt idx="129">
                  <c:v>38261</c:v>
                </c:pt>
                <c:pt idx="130">
                  <c:v>38292</c:v>
                </c:pt>
                <c:pt idx="131">
                  <c:v>38322</c:v>
                </c:pt>
                <c:pt idx="132">
                  <c:v>38353</c:v>
                </c:pt>
                <c:pt idx="133">
                  <c:v>38384</c:v>
                </c:pt>
                <c:pt idx="134">
                  <c:v>38412</c:v>
                </c:pt>
                <c:pt idx="135">
                  <c:v>38443</c:v>
                </c:pt>
                <c:pt idx="136">
                  <c:v>38473</c:v>
                </c:pt>
                <c:pt idx="137">
                  <c:v>38504</c:v>
                </c:pt>
                <c:pt idx="138">
                  <c:v>38534</c:v>
                </c:pt>
                <c:pt idx="139">
                  <c:v>38565</c:v>
                </c:pt>
                <c:pt idx="140">
                  <c:v>38596</c:v>
                </c:pt>
                <c:pt idx="141">
                  <c:v>38626</c:v>
                </c:pt>
                <c:pt idx="142">
                  <c:v>38657</c:v>
                </c:pt>
                <c:pt idx="143">
                  <c:v>38687</c:v>
                </c:pt>
                <c:pt idx="144">
                  <c:v>38718</c:v>
                </c:pt>
                <c:pt idx="145">
                  <c:v>38749</c:v>
                </c:pt>
                <c:pt idx="146">
                  <c:v>38777</c:v>
                </c:pt>
                <c:pt idx="147">
                  <c:v>38808</c:v>
                </c:pt>
                <c:pt idx="148">
                  <c:v>38838</c:v>
                </c:pt>
                <c:pt idx="149">
                  <c:v>38869</c:v>
                </c:pt>
                <c:pt idx="150">
                  <c:v>38899</c:v>
                </c:pt>
                <c:pt idx="151">
                  <c:v>38930</c:v>
                </c:pt>
                <c:pt idx="152">
                  <c:v>38961</c:v>
                </c:pt>
                <c:pt idx="153">
                  <c:v>38991</c:v>
                </c:pt>
                <c:pt idx="154">
                  <c:v>39022</c:v>
                </c:pt>
                <c:pt idx="155">
                  <c:v>39052</c:v>
                </c:pt>
                <c:pt idx="156">
                  <c:v>39083</c:v>
                </c:pt>
                <c:pt idx="157">
                  <c:v>39114</c:v>
                </c:pt>
                <c:pt idx="158">
                  <c:v>39142</c:v>
                </c:pt>
                <c:pt idx="159">
                  <c:v>39173</c:v>
                </c:pt>
                <c:pt idx="160">
                  <c:v>39203</c:v>
                </c:pt>
                <c:pt idx="161">
                  <c:v>39234</c:v>
                </c:pt>
                <c:pt idx="162">
                  <c:v>39264</c:v>
                </c:pt>
                <c:pt idx="163">
                  <c:v>39295</c:v>
                </c:pt>
                <c:pt idx="164">
                  <c:v>39326</c:v>
                </c:pt>
                <c:pt idx="165">
                  <c:v>39356</c:v>
                </c:pt>
                <c:pt idx="166">
                  <c:v>39387</c:v>
                </c:pt>
                <c:pt idx="167">
                  <c:v>39417</c:v>
                </c:pt>
                <c:pt idx="168">
                  <c:v>39448</c:v>
                </c:pt>
                <c:pt idx="169">
                  <c:v>39479</c:v>
                </c:pt>
                <c:pt idx="170">
                  <c:v>39508</c:v>
                </c:pt>
                <c:pt idx="171">
                  <c:v>39539</c:v>
                </c:pt>
                <c:pt idx="172">
                  <c:v>39569</c:v>
                </c:pt>
                <c:pt idx="173">
                  <c:v>39600</c:v>
                </c:pt>
                <c:pt idx="174">
                  <c:v>39630</c:v>
                </c:pt>
                <c:pt idx="175">
                  <c:v>39661</c:v>
                </c:pt>
                <c:pt idx="176">
                  <c:v>39692</c:v>
                </c:pt>
                <c:pt idx="177">
                  <c:v>39722</c:v>
                </c:pt>
                <c:pt idx="178">
                  <c:v>39753</c:v>
                </c:pt>
                <c:pt idx="179">
                  <c:v>39783</c:v>
                </c:pt>
                <c:pt idx="180">
                  <c:v>39814</c:v>
                </c:pt>
                <c:pt idx="181">
                  <c:v>39845</c:v>
                </c:pt>
                <c:pt idx="182">
                  <c:v>39873</c:v>
                </c:pt>
                <c:pt idx="183">
                  <c:v>39904</c:v>
                </c:pt>
                <c:pt idx="184">
                  <c:v>39934</c:v>
                </c:pt>
                <c:pt idx="185">
                  <c:v>39965</c:v>
                </c:pt>
                <c:pt idx="186">
                  <c:v>39995</c:v>
                </c:pt>
                <c:pt idx="187">
                  <c:v>40026</c:v>
                </c:pt>
                <c:pt idx="188">
                  <c:v>40057</c:v>
                </c:pt>
                <c:pt idx="189">
                  <c:v>40087</c:v>
                </c:pt>
                <c:pt idx="190">
                  <c:v>40118</c:v>
                </c:pt>
                <c:pt idx="191">
                  <c:v>40148</c:v>
                </c:pt>
                <c:pt idx="192">
                  <c:v>40179</c:v>
                </c:pt>
                <c:pt idx="193">
                  <c:v>40210</c:v>
                </c:pt>
                <c:pt idx="194">
                  <c:v>40238</c:v>
                </c:pt>
                <c:pt idx="195">
                  <c:v>40269</c:v>
                </c:pt>
                <c:pt idx="196">
                  <c:v>40299</c:v>
                </c:pt>
                <c:pt idx="197">
                  <c:v>40330</c:v>
                </c:pt>
                <c:pt idx="198">
                  <c:v>40360</c:v>
                </c:pt>
                <c:pt idx="199">
                  <c:v>40391</c:v>
                </c:pt>
                <c:pt idx="200">
                  <c:v>40422</c:v>
                </c:pt>
                <c:pt idx="201">
                  <c:v>40452</c:v>
                </c:pt>
                <c:pt idx="202">
                  <c:v>40483</c:v>
                </c:pt>
                <c:pt idx="203">
                  <c:v>40513</c:v>
                </c:pt>
                <c:pt idx="204">
                  <c:v>40544</c:v>
                </c:pt>
                <c:pt idx="205">
                  <c:v>40575</c:v>
                </c:pt>
                <c:pt idx="206">
                  <c:v>40603</c:v>
                </c:pt>
                <c:pt idx="207">
                  <c:v>40634</c:v>
                </c:pt>
                <c:pt idx="208">
                  <c:v>40664</c:v>
                </c:pt>
                <c:pt idx="209">
                  <c:v>40695</c:v>
                </c:pt>
                <c:pt idx="210">
                  <c:v>40725</c:v>
                </c:pt>
                <c:pt idx="211">
                  <c:v>40756</c:v>
                </c:pt>
                <c:pt idx="212">
                  <c:v>40787</c:v>
                </c:pt>
                <c:pt idx="213">
                  <c:v>40817</c:v>
                </c:pt>
                <c:pt idx="214">
                  <c:v>40848</c:v>
                </c:pt>
                <c:pt idx="215">
                  <c:v>40878</c:v>
                </c:pt>
                <c:pt idx="216">
                  <c:v>40909</c:v>
                </c:pt>
                <c:pt idx="217">
                  <c:v>40940</c:v>
                </c:pt>
                <c:pt idx="218">
                  <c:v>40969</c:v>
                </c:pt>
                <c:pt idx="219">
                  <c:v>41000</c:v>
                </c:pt>
                <c:pt idx="220">
                  <c:v>41030</c:v>
                </c:pt>
                <c:pt idx="221">
                  <c:v>41061</c:v>
                </c:pt>
                <c:pt idx="222">
                  <c:v>41091</c:v>
                </c:pt>
                <c:pt idx="223">
                  <c:v>41122</c:v>
                </c:pt>
                <c:pt idx="224">
                  <c:v>41153</c:v>
                </c:pt>
                <c:pt idx="225">
                  <c:v>41183</c:v>
                </c:pt>
                <c:pt idx="226">
                  <c:v>41214</c:v>
                </c:pt>
                <c:pt idx="227">
                  <c:v>41244</c:v>
                </c:pt>
                <c:pt idx="228">
                  <c:v>41275</c:v>
                </c:pt>
                <c:pt idx="229">
                  <c:v>41306</c:v>
                </c:pt>
                <c:pt idx="230">
                  <c:v>41334</c:v>
                </c:pt>
                <c:pt idx="231">
                  <c:v>41365</c:v>
                </c:pt>
                <c:pt idx="232">
                  <c:v>41395</c:v>
                </c:pt>
                <c:pt idx="233">
                  <c:v>41426</c:v>
                </c:pt>
                <c:pt idx="234">
                  <c:v>41456</c:v>
                </c:pt>
                <c:pt idx="235">
                  <c:v>41487</c:v>
                </c:pt>
                <c:pt idx="236">
                  <c:v>41518</c:v>
                </c:pt>
                <c:pt idx="237">
                  <c:v>41548</c:v>
                </c:pt>
                <c:pt idx="238">
                  <c:v>41579</c:v>
                </c:pt>
                <c:pt idx="239">
                  <c:v>41609</c:v>
                </c:pt>
                <c:pt idx="240">
                  <c:v>41640</c:v>
                </c:pt>
                <c:pt idx="241">
                  <c:v>41671</c:v>
                </c:pt>
                <c:pt idx="242">
                  <c:v>41699</c:v>
                </c:pt>
                <c:pt idx="243">
                  <c:v>41730</c:v>
                </c:pt>
                <c:pt idx="244">
                  <c:v>41760</c:v>
                </c:pt>
                <c:pt idx="245">
                  <c:v>41791</c:v>
                </c:pt>
                <c:pt idx="246">
                  <c:v>41821</c:v>
                </c:pt>
                <c:pt idx="247">
                  <c:v>41852</c:v>
                </c:pt>
                <c:pt idx="248">
                  <c:v>41883</c:v>
                </c:pt>
                <c:pt idx="249">
                  <c:v>41913</c:v>
                </c:pt>
                <c:pt idx="250">
                  <c:v>41944</c:v>
                </c:pt>
                <c:pt idx="251">
                  <c:v>41974</c:v>
                </c:pt>
                <c:pt idx="252">
                  <c:v>42005</c:v>
                </c:pt>
                <c:pt idx="253">
                  <c:v>42036</c:v>
                </c:pt>
                <c:pt idx="254">
                  <c:v>42064</c:v>
                </c:pt>
                <c:pt idx="255">
                  <c:v>42095</c:v>
                </c:pt>
                <c:pt idx="256">
                  <c:v>42125</c:v>
                </c:pt>
                <c:pt idx="257">
                  <c:v>42156</c:v>
                </c:pt>
                <c:pt idx="258">
                  <c:v>42186</c:v>
                </c:pt>
                <c:pt idx="259">
                  <c:v>42217</c:v>
                </c:pt>
                <c:pt idx="260">
                  <c:v>42248</c:v>
                </c:pt>
                <c:pt idx="261">
                  <c:v>42278</c:v>
                </c:pt>
                <c:pt idx="262">
                  <c:v>42309</c:v>
                </c:pt>
                <c:pt idx="263">
                  <c:v>42339</c:v>
                </c:pt>
                <c:pt idx="264">
                  <c:v>42370</c:v>
                </c:pt>
                <c:pt idx="265">
                  <c:v>42401</c:v>
                </c:pt>
                <c:pt idx="266">
                  <c:v>42430</c:v>
                </c:pt>
                <c:pt idx="267">
                  <c:v>42461</c:v>
                </c:pt>
              </c:numCache>
            </c:numRef>
          </c:cat>
          <c:val>
            <c:numRef>
              <c:f>Sheet1!$C$2:$C$269</c:f>
              <c:numCache>
                <c:formatCode>0.00</c:formatCode>
                <c:ptCount val="268"/>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#N/A</c:v>
                </c:pt>
                <c:pt idx="126">
                  <c:v>#N/A</c:v>
                </c:pt>
                <c:pt idx="127">
                  <c:v>#N/A</c:v>
                </c:pt>
                <c:pt idx="128">
                  <c:v>#N/A</c:v>
                </c:pt>
                <c:pt idx="129">
                  <c:v>#N/A</c:v>
                </c:pt>
                <c:pt idx="130">
                  <c:v>#N/A</c:v>
                </c:pt>
                <c:pt idx="131">
                  <c:v>#N/A</c:v>
                </c:pt>
                <c:pt idx="132">
                  <c:v>#N/A</c:v>
                </c:pt>
                <c:pt idx="133">
                  <c:v>#N/A</c:v>
                </c:pt>
                <c:pt idx="134">
                  <c:v>#N/A</c:v>
                </c:pt>
                <c:pt idx="135">
                  <c:v>#N/A</c:v>
                </c:pt>
                <c:pt idx="136">
                  <c:v>#N/A</c:v>
                </c:pt>
                <c:pt idx="137">
                  <c:v>#N/A</c:v>
                </c:pt>
                <c:pt idx="138">
                  <c:v>#N/A</c:v>
                </c:pt>
                <c:pt idx="139">
                  <c:v>#N/A</c:v>
                </c:pt>
                <c:pt idx="140">
                  <c:v>#N/A</c:v>
                </c:pt>
                <c:pt idx="141">
                  <c:v>#N/A</c:v>
                </c:pt>
                <c:pt idx="142">
                  <c:v>598.08333333333337</c:v>
                </c:pt>
                <c:pt idx="143">
                  <c:v>624.25</c:v>
                </c:pt>
                <c:pt idx="144">
                  <c:v>650.26851851851859</c:v>
                </c:pt>
                <c:pt idx="145">
                  <c:v>676.13888888888891</c:v>
                </c:pt>
                <c:pt idx="146">
                  <c:v>701.86111111111109</c:v>
                </c:pt>
                <c:pt idx="147">
                  <c:v>727.43518518518522</c:v>
                </c:pt>
                <c:pt idx="148">
                  <c:v>752.86111111111109</c:v>
                </c:pt>
                <c:pt idx="149">
                  <c:v>778.13888888888891</c:v>
                </c:pt>
                <c:pt idx="150">
                  <c:v>798.47222222222229</c:v>
                </c:pt>
                <c:pt idx="151">
                  <c:v>813.86111111111097</c:v>
                </c:pt>
                <c:pt idx="152">
                  <c:v>824.30555555555543</c:v>
                </c:pt>
                <c:pt idx="153">
                  <c:v>829.80555555555554</c:v>
                </c:pt>
                <c:pt idx="154">
                  <c:v>830.36111111111109</c:v>
                </c:pt>
                <c:pt idx="155">
                  <c:v>825.97222222222217</c:v>
                </c:pt>
                <c:pt idx="156">
                  <c:v>819.53703703703695</c:v>
                </c:pt>
                <c:pt idx="157">
                  <c:v>811.05555555555554</c:v>
                </c:pt>
                <c:pt idx="158">
                  <c:v>800.52777777777783</c:v>
                </c:pt>
                <c:pt idx="159">
                  <c:v>787.9537037037037</c:v>
                </c:pt>
                <c:pt idx="160">
                  <c:v>773.33333333333348</c:v>
                </c:pt>
                <c:pt idx="161">
                  <c:v>756.66666666666663</c:v>
                </c:pt>
                <c:pt idx="162">
                  <c:v>737.64814814814827</c:v>
                </c:pt>
                <c:pt idx="163">
                  <c:v>716.27777777777783</c:v>
                </c:pt>
                <c:pt idx="164">
                  <c:v>692.55555555555554</c:v>
                </c:pt>
                <c:pt idx="165">
                  <c:v>666.48148148148152</c:v>
                </c:pt>
                <c:pt idx="166">
                  <c:v>638.05555555555554</c:v>
                </c:pt>
                <c:pt idx="167">
                  <c:v>607.27777777777783</c:v>
                </c:pt>
                <c:pt idx="168">
                  <c:v>576.00000000000011</c:v>
                </c:pt>
                <c:pt idx="169">
                  <c:v>544.22222222222217</c:v>
                </c:pt>
                <c:pt idx="170">
                  <c:v>511.94444444444446</c:v>
                </c:pt>
                <c:pt idx="171">
                  <c:v>479.16666666666669</c:v>
                </c:pt>
                <c:pt idx="172">
                  <c:v>445.88888888888891</c:v>
                </c:pt>
                <c:pt idx="173">
                  <c:v>412.11111111111109</c:v>
                </c:pt>
                <c:pt idx="174">
                  <c:v>379.66666666666674</c:v>
                </c:pt>
                <c:pt idx="175">
                  <c:v>348.55555555555554</c:v>
                </c:pt>
                <c:pt idx="176">
                  <c:v>318.77777777777777</c:v>
                </c:pt>
                <c:pt idx="177">
                  <c:v>290.33333333333331</c:v>
                </c:pt>
                <c:pt idx="178">
                  <c:v>263.22222222222223</c:v>
                </c:pt>
                <c:pt idx="179">
                  <c:v>237.44444444444446</c:v>
                </c:pt>
                <c:pt idx="180">
                  <c:v>214.2037037037037</c:v>
                </c:pt>
                <c:pt idx="181">
                  <c:v>193.5</c:v>
                </c:pt>
                <c:pt idx="182">
                  <c:v>175.33333333333334</c:v>
                </c:pt>
                <c:pt idx="183">
                  <c:v>159.7037037037037</c:v>
                </c:pt>
                <c:pt idx="184">
                  <c:v>146.61111111111111</c:v>
                </c:pt>
                <c:pt idx="185">
                  <c:v>136.05555555555554</c:v>
                </c:pt>
                <c:pt idx="186">
                  <c:v>127.03703703703705</c:v>
                </c:pt>
                <c:pt idx="187">
                  <c:v>119.55555555555556</c:v>
                </c:pt>
                <c:pt idx="188">
                  <c:v>113.61111111111111</c:v>
                </c:pt>
                <c:pt idx="189">
                  <c:v>109.2037037037037</c:v>
                </c:pt>
                <c:pt idx="190">
                  <c:v>106.33333333333331</c:v>
                </c:pt>
                <c:pt idx="191">
                  <c:v>105</c:v>
                </c:pt>
                <c:pt idx="192">
                  <c:v>104.01851851851852</c:v>
                </c:pt>
                <c:pt idx="193">
                  <c:v>103.38888888888889</c:v>
                </c:pt>
                <c:pt idx="194">
                  <c:v>103.11111111111111</c:v>
                </c:pt>
                <c:pt idx="195">
                  <c:v>103.18518518518518</c:v>
                </c:pt>
                <c:pt idx="196">
                  <c:v>103.61111111111111</c:v>
                </c:pt>
                <c:pt idx="197">
                  <c:v>104.38888888888889</c:v>
                </c:pt>
                <c:pt idx="198">
                  <c:v>104.94444444444446</c:v>
                </c:pt>
                <c:pt idx="199">
                  <c:v>105.27777777777777</c:v>
                </c:pt>
                <c:pt idx="200">
                  <c:v>105.38888888888889</c:v>
                </c:pt>
                <c:pt idx="201">
                  <c:v>105.27777777777777</c:v>
                </c:pt>
                <c:pt idx="202">
                  <c:v>104.94444444444444</c:v>
                </c:pt>
                <c:pt idx="203">
                  <c:v>104.38888888888889</c:v>
                </c:pt>
                <c:pt idx="204">
                  <c:v>104.07407407407408</c:v>
                </c:pt>
                <c:pt idx="205">
                  <c:v>104</c:v>
                </c:pt>
                <c:pt idx="206">
                  <c:v>104.08777777777777</c:v>
                </c:pt>
                <c:pt idx="207">
                  <c:v>104.20111111111112</c:v>
                </c:pt>
                <c:pt idx="208">
                  <c:v>104.74444444444444</c:v>
                </c:pt>
                <c:pt idx="209">
                  <c:v>105.66388888888888</c:v>
                </c:pt>
                <c:pt idx="210">
                  <c:v>106.51296296296296</c:v>
                </c:pt>
                <c:pt idx="211">
                  <c:v>107.20277777777777</c:v>
                </c:pt>
                <c:pt idx="212">
                  <c:v>108.04666666666668</c:v>
                </c:pt>
                <c:pt idx="213">
                  <c:v>108.62629629629629</c:v>
                </c:pt>
                <c:pt idx="214">
                  <c:v>109.12333333333333</c:v>
                </c:pt>
                <c:pt idx="215">
                  <c:v>109.50777777777779</c:v>
                </c:pt>
                <c:pt idx="216">
                  <c:v>109.57518518518519</c:v>
                </c:pt>
                <c:pt idx="217">
                  <c:v>109.2811111111111</c:v>
                </c:pt>
                <c:pt idx="218">
                  <c:v>108.86444444444444</c:v>
                </c:pt>
                <c:pt idx="219">
                  <c:v>108.36685185185186</c:v>
                </c:pt>
                <c:pt idx="220">
                  <c:v>107.68444444444444</c:v>
                </c:pt>
                <c:pt idx="221">
                  <c:v>106.90722222222222</c:v>
                </c:pt>
                <c:pt idx="222">
                  <c:v>106.00925925925928</c:v>
                </c:pt>
                <c:pt idx="223">
                  <c:v>105.41277777777778</c:v>
                </c:pt>
                <c:pt idx="224">
                  <c:v>104.95944444444446</c:v>
                </c:pt>
                <c:pt idx="225">
                  <c:v>104.64611111111113</c:v>
                </c:pt>
                <c:pt idx="226">
                  <c:v>104.46111111111112</c:v>
                </c:pt>
                <c:pt idx="227">
                  <c:v>104.32833333333335</c:v>
                </c:pt>
                <c:pt idx="228">
                  <c:v>104.23166666666668</c:v>
                </c:pt>
                <c:pt idx="229">
                  <c:v>104.30833333333337</c:v>
                </c:pt>
                <c:pt idx="230">
                  <c:v>104.1316666666667</c:v>
                </c:pt>
                <c:pt idx="231">
                  <c:v>104.21277777777779</c:v>
                </c:pt>
                <c:pt idx="232">
                  <c:v>104.35666666666667</c:v>
                </c:pt>
                <c:pt idx="233">
                  <c:v>104.62833333333333</c:v>
                </c:pt>
                <c:pt idx="234">
                  <c:v>105.17944444444446</c:v>
                </c:pt>
                <c:pt idx="235">
                  <c:v>105.87166666666666</c:v>
                </c:pt>
                <c:pt idx="236">
                  <c:v>106.4661111111111</c:v>
                </c:pt>
                <c:pt idx="237">
                  <c:v>107.00999999999999</c:v>
                </c:pt>
                <c:pt idx="238">
                  <c:v>107.49055555555556</c:v>
                </c:pt>
                <c:pt idx="239">
                  <c:v>107.92888888888889</c:v>
                </c:pt>
                <c:pt idx="240">
                  <c:v>108.66944444444444</c:v>
                </c:pt>
                <c:pt idx="241">
                  <c:v>109.20111111111112</c:v>
                </c:pt>
                <c:pt idx="242">
                  <c:v>109.76111111111112</c:v>
                </c:pt>
                <c:pt idx="243">
                  <c:v>110.45</c:v>
                </c:pt>
                <c:pt idx="244">
                  <c:v>110.95833333333333</c:v>
                </c:pt>
                <c:pt idx="245">
                  <c:v>111.38277777777778</c:v>
                </c:pt>
                <c:pt idx="246">
                  <c:v>111.83777777777777</c:v>
                </c:pt>
                <c:pt idx="247">
                  <c:v>112.22499999999999</c:v>
                </c:pt>
                <c:pt idx="248">
                  <c:v>112.67444444444443</c:v>
                </c:pt>
                <c:pt idx="249">
                  <c:v>112.93222222222222</c:v>
                </c:pt>
                <c:pt idx="250">
                  <c:v>113.25055555555554</c:v>
                </c:pt>
                <c:pt idx="251">
                  <c:v>113.57777777777777</c:v>
                </c:pt>
                <c:pt idx="252">
                  <c:v>113.88333333333331</c:v>
                </c:pt>
                <c:pt idx="253">
                  <c:v>114.27777777777777</c:v>
                </c:pt>
                <c:pt idx="254">
                  <c:v>114.86994444444443</c:v>
                </c:pt>
                <c:pt idx="255">
                  <c:v>115.45327777777776</c:v>
                </c:pt>
                <c:pt idx="256">
                  <c:v>116.14216666666665</c:v>
                </c:pt>
                <c:pt idx="257">
                  <c:v>116.75883333333331</c:v>
                </c:pt>
                <c:pt idx="258">
                  <c:v>117.45327777777776</c:v>
                </c:pt>
                <c:pt idx="259">
                  <c:v>118.15327777777777</c:v>
                </c:pt>
                <c:pt idx="260">
                  <c:v>118.84772222222222</c:v>
                </c:pt>
                <c:pt idx="261">
                  <c:v>119.65883333333333</c:v>
                </c:pt>
                <c:pt idx="262">
                  <c:v>120.34216666666664</c:v>
                </c:pt>
                <c:pt idx="263">
                  <c:v>120.81694444444445</c:v>
                </c:pt>
                <c:pt idx="264">
                  <c:v>121.22805555555558</c:v>
                </c:pt>
                <c:pt idx="265">
                  <c:v>121.65583333333335</c:v>
                </c:pt>
                <c:pt idx="266">
                  <c:v>122.06694444444445</c:v>
                </c:pt>
                <c:pt idx="267">
                  <c:v>122.57805555555557</c:v>
                </c:pt>
              </c:numCache>
            </c:numRef>
          </c:val>
          <c:smooth val="0"/>
        </c:ser>
        <c:ser>
          <c:idx val="2"/>
          <c:order val="2"/>
          <c:tx>
            <c:strRef>
              <c:f>Sheet1!$D$1</c:f>
              <c:strCache>
                <c:ptCount val="1"/>
                <c:pt idx="0">
                  <c:v>Regression</c:v>
                </c:pt>
              </c:strCache>
            </c:strRef>
          </c:tx>
          <c:spPr>
            <a:ln>
              <a:solidFill>
                <a:srgbClr val="2E8A60"/>
              </a:solidFill>
            </a:ln>
          </c:spPr>
          <c:marker>
            <c:symbol val="none"/>
          </c:marker>
          <c:cat>
            <c:numRef>
              <c:f>Sheet1!$A$2:$A$269</c:f>
              <c:numCache>
                <c:formatCode>m/d/yyyy</c:formatCode>
                <c:ptCount val="268"/>
                <c:pt idx="0">
                  <c:v>34335</c:v>
                </c:pt>
                <c:pt idx="1">
                  <c:v>34366</c:v>
                </c:pt>
                <c:pt idx="2">
                  <c:v>34394</c:v>
                </c:pt>
                <c:pt idx="3">
                  <c:v>34425</c:v>
                </c:pt>
                <c:pt idx="4">
                  <c:v>34455</c:v>
                </c:pt>
                <c:pt idx="5">
                  <c:v>34486</c:v>
                </c:pt>
                <c:pt idx="6">
                  <c:v>34516</c:v>
                </c:pt>
                <c:pt idx="7">
                  <c:v>34547</c:v>
                </c:pt>
                <c:pt idx="8">
                  <c:v>34578</c:v>
                </c:pt>
                <c:pt idx="9">
                  <c:v>34608</c:v>
                </c:pt>
                <c:pt idx="10">
                  <c:v>34639</c:v>
                </c:pt>
                <c:pt idx="11">
                  <c:v>34669</c:v>
                </c:pt>
                <c:pt idx="12">
                  <c:v>34700</c:v>
                </c:pt>
                <c:pt idx="13">
                  <c:v>34731</c:v>
                </c:pt>
                <c:pt idx="14">
                  <c:v>34759</c:v>
                </c:pt>
                <c:pt idx="15">
                  <c:v>34790</c:v>
                </c:pt>
                <c:pt idx="16">
                  <c:v>34820</c:v>
                </c:pt>
                <c:pt idx="17">
                  <c:v>34851</c:v>
                </c:pt>
                <c:pt idx="18">
                  <c:v>34881</c:v>
                </c:pt>
                <c:pt idx="19">
                  <c:v>34912</c:v>
                </c:pt>
                <c:pt idx="20">
                  <c:v>34943</c:v>
                </c:pt>
                <c:pt idx="21">
                  <c:v>34973</c:v>
                </c:pt>
                <c:pt idx="22">
                  <c:v>35004</c:v>
                </c:pt>
                <c:pt idx="23">
                  <c:v>35034</c:v>
                </c:pt>
                <c:pt idx="24">
                  <c:v>35065</c:v>
                </c:pt>
                <c:pt idx="25">
                  <c:v>35096</c:v>
                </c:pt>
                <c:pt idx="26">
                  <c:v>35125</c:v>
                </c:pt>
                <c:pt idx="27">
                  <c:v>35156</c:v>
                </c:pt>
                <c:pt idx="28">
                  <c:v>35186</c:v>
                </c:pt>
                <c:pt idx="29">
                  <c:v>35217</c:v>
                </c:pt>
                <c:pt idx="30">
                  <c:v>35247</c:v>
                </c:pt>
                <c:pt idx="31">
                  <c:v>35278</c:v>
                </c:pt>
                <c:pt idx="32">
                  <c:v>35309</c:v>
                </c:pt>
                <c:pt idx="33">
                  <c:v>35339</c:v>
                </c:pt>
                <c:pt idx="34">
                  <c:v>35370</c:v>
                </c:pt>
                <c:pt idx="35">
                  <c:v>35400</c:v>
                </c:pt>
                <c:pt idx="36">
                  <c:v>35431</c:v>
                </c:pt>
                <c:pt idx="37">
                  <c:v>35462</c:v>
                </c:pt>
                <c:pt idx="38">
                  <c:v>35490</c:v>
                </c:pt>
                <c:pt idx="39">
                  <c:v>35521</c:v>
                </c:pt>
                <c:pt idx="40">
                  <c:v>35551</c:v>
                </c:pt>
                <c:pt idx="41">
                  <c:v>35582</c:v>
                </c:pt>
                <c:pt idx="42">
                  <c:v>35612</c:v>
                </c:pt>
                <c:pt idx="43">
                  <c:v>35643</c:v>
                </c:pt>
                <c:pt idx="44">
                  <c:v>35674</c:v>
                </c:pt>
                <c:pt idx="45">
                  <c:v>35704</c:v>
                </c:pt>
                <c:pt idx="46">
                  <c:v>35735</c:v>
                </c:pt>
                <c:pt idx="47">
                  <c:v>35765</c:v>
                </c:pt>
                <c:pt idx="48">
                  <c:v>35796</c:v>
                </c:pt>
                <c:pt idx="49">
                  <c:v>35827</c:v>
                </c:pt>
                <c:pt idx="50">
                  <c:v>35855</c:v>
                </c:pt>
                <c:pt idx="51">
                  <c:v>35886</c:v>
                </c:pt>
                <c:pt idx="52">
                  <c:v>35916</c:v>
                </c:pt>
                <c:pt idx="53">
                  <c:v>35947</c:v>
                </c:pt>
                <c:pt idx="54">
                  <c:v>35977</c:v>
                </c:pt>
                <c:pt idx="55">
                  <c:v>36008</c:v>
                </c:pt>
                <c:pt idx="56">
                  <c:v>36039</c:v>
                </c:pt>
                <c:pt idx="57">
                  <c:v>36069</c:v>
                </c:pt>
                <c:pt idx="58">
                  <c:v>36100</c:v>
                </c:pt>
                <c:pt idx="59">
                  <c:v>36130</c:v>
                </c:pt>
                <c:pt idx="60">
                  <c:v>36161</c:v>
                </c:pt>
                <c:pt idx="61">
                  <c:v>36192</c:v>
                </c:pt>
                <c:pt idx="62">
                  <c:v>36220</c:v>
                </c:pt>
                <c:pt idx="63">
                  <c:v>36251</c:v>
                </c:pt>
                <c:pt idx="64">
                  <c:v>36281</c:v>
                </c:pt>
                <c:pt idx="65">
                  <c:v>36312</c:v>
                </c:pt>
                <c:pt idx="66">
                  <c:v>36342</c:v>
                </c:pt>
                <c:pt idx="67">
                  <c:v>36373</c:v>
                </c:pt>
                <c:pt idx="68">
                  <c:v>36404</c:v>
                </c:pt>
                <c:pt idx="69">
                  <c:v>36434</c:v>
                </c:pt>
                <c:pt idx="70">
                  <c:v>36465</c:v>
                </c:pt>
                <c:pt idx="71">
                  <c:v>36495</c:v>
                </c:pt>
                <c:pt idx="72">
                  <c:v>36526</c:v>
                </c:pt>
                <c:pt idx="73">
                  <c:v>36557</c:v>
                </c:pt>
                <c:pt idx="74">
                  <c:v>36586</c:v>
                </c:pt>
                <c:pt idx="75">
                  <c:v>36617</c:v>
                </c:pt>
                <c:pt idx="76">
                  <c:v>36647</c:v>
                </c:pt>
                <c:pt idx="77">
                  <c:v>36678</c:v>
                </c:pt>
                <c:pt idx="78">
                  <c:v>36708</c:v>
                </c:pt>
                <c:pt idx="79">
                  <c:v>36739</c:v>
                </c:pt>
                <c:pt idx="80">
                  <c:v>36770</c:v>
                </c:pt>
                <c:pt idx="81">
                  <c:v>36800</c:v>
                </c:pt>
                <c:pt idx="82">
                  <c:v>36831</c:v>
                </c:pt>
                <c:pt idx="83">
                  <c:v>36861</c:v>
                </c:pt>
                <c:pt idx="84">
                  <c:v>36892</c:v>
                </c:pt>
                <c:pt idx="85">
                  <c:v>36923</c:v>
                </c:pt>
                <c:pt idx="86">
                  <c:v>36951</c:v>
                </c:pt>
                <c:pt idx="87">
                  <c:v>36982</c:v>
                </c:pt>
                <c:pt idx="88">
                  <c:v>37012</c:v>
                </c:pt>
                <c:pt idx="89">
                  <c:v>37043</c:v>
                </c:pt>
                <c:pt idx="90">
                  <c:v>37073</c:v>
                </c:pt>
                <c:pt idx="91">
                  <c:v>37104</c:v>
                </c:pt>
                <c:pt idx="92">
                  <c:v>37135</c:v>
                </c:pt>
                <c:pt idx="93">
                  <c:v>37165</c:v>
                </c:pt>
                <c:pt idx="94">
                  <c:v>37196</c:v>
                </c:pt>
                <c:pt idx="95">
                  <c:v>37226</c:v>
                </c:pt>
                <c:pt idx="96">
                  <c:v>37257</c:v>
                </c:pt>
                <c:pt idx="97">
                  <c:v>37288</c:v>
                </c:pt>
                <c:pt idx="98">
                  <c:v>37316</c:v>
                </c:pt>
                <c:pt idx="99">
                  <c:v>37347</c:v>
                </c:pt>
                <c:pt idx="100">
                  <c:v>37377</c:v>
                </c:pt>
                <c:pt idx="101">
                  <c:v>37408</c:v>
                </c:pt>
                <c:pt idx="102">
                  <c:v>37438</c:v>
                </c:pt>
                <c:pt idx="103">
                  <c:v>37469</c:v>
                </c:pt>
                <c:pt idx="104">
                  <c:v>37500</c:v>
                </c:pt>
                <c:pt idx="105">
                  <c:v>37530</c:v>
                </c:pt>
                <c:pt idx="106">
                  <c:v>37561</c:v>
                </c:pt>
                <c:pt idx="107">
                  <c:v>37591</c:v>
                </c:pt>
                <c:pt idx="108">
                  <c:v>37622</c:v>
                </c:pt>
                <c:pt idx="109">
                  <c:v>37653</c:v>
                </c:pt>
                <c:pt idx="110">
                  <c:v>37681</c:v>
                </c:pt>
                <c:pt idx="111">
                  <c:v>37712</c:v>
                </c:pt>
                <c:pt idx="112">
                  <c:v>37742</c:v>
                </c:pt>
                <c:pt idx="113">
                  <c:v>37773</c:v>
                </c:pt>
                <c:pt idx="114">
                  <c:v>37803</c:v>
                </c:pt>
                <c:pt idx="115">
                  <c:v>37834</c:v>
                </c:pt>
                <c:pt idx="116">
                  <c:v>37865</c:v>
                </c:pt>
                <c:pt idx="117">
                  <c:v>37895</c:v>
                </c:pt>
                <c:pt idx="118">
                  <c:v>37926</c:v>
                </c:pt>
                <c:pt idx="119">
                  <c:v>37956</c:v>
                </c:pt>
                <c:pt idx="120">
                  <c:v>37987</c:v>
                </c:pt>
                <c:pt idx="121">
                  <c:v>38018</c:v>
                </c:pt>
                <c:pt idx="122">
                  <c:v>38047</c:v>
                </c:pt>
                <c:pt idx="123">
                  <c:v>38078</c:v>
                </c:pt>
                <c:pt idx="124">
                  <c:v>38108</c:v>
                </c:pt>
                <c:pt idx="125">
                  <c:v>38139</c:v>
                </c:pt>
                <c:pt idx="126">
                  <c:v>38169</c:v>
                </c:pt>
                <c:pt idx="127">
                  <c:v>38200</c:v>
                </c:pt>
                <c:pt idx="128">
                  <c:v>38231</c:v>
                </c:pt>
                <c:pt idx="129">
                  <c:v>38261</c:v>
                </c:pt>
                <c:pt idx="130">
                  <c:v>38292</c:v>
                </c:pt>
                <c:pt idx="131">
                  <c:v>38322</c:v>
                </c:pt>
                <c:pt idx="132">
                  <c:v>38353</c:v>
                </c:pt>
                <c:pt idx="133">
                  <c:v>38384</c:v>
                </c:pt>
                <c:pt idx="134">
                  <c:v>38412</c:v>
                </c:pt>
                <c:pt idx="135">
                  <c:v>38443</c:v>
                </c:pt>
                <c:pt idx="136">
                  <c:v>38473</c:v>
                </c:pt>
                <c:pt idx="137">
                  <c:v>38504</c:v>
                </c:pt>
                <c:pt idx="138">
                  <c:v>38534</c:v>
                </c:pt>
                <c:pt idx="139">
                  <c:v>38565</c:v>
                </c:pt>
                <c:pt idx="140">
                  <c:v>38596</c:v>
                </c:pt>
                <c:pt idx="141">
                  <c:v>38626</c:v>
                </c:pt>
                <c:pt idx="142">
                  <c:v>38657</c:v>
                </c:pt>
                <c:pt idx="143">
                  <c:v>38687</c:v>
                </c:pt>
                <c:pt idx="144">
                  <c:v>38718</c:v>
                </c:pt>
                <c:pt idx="145">
                  <c:v>38749</c:v>
                </c:pt>
                <c:pt idx="146">
                  <c:v>38777</c:v>
                </c:pt>
                <c:pt idx="147">
                  <c:v>38808</c:v>
                </c:pt>
                <c:pt idx="148">
                  <c:v>38838</c:v>
                </c:pt>
                <c:pt idx="149">
                  <c:v>38869</c:v>
                </c:pt>
                <c:pt idx="150">
                  <c:v>38899</c:v>
                </c:pt>
                <c:pt idx="151">
                  <c:v>38930</c:v>
                </c:pt>
                <c:pt idx="152">
                  <c:v>38961</c:v>
                </c:pt>
                <c:pt idx="153">
                  <c:v>38991</c:v>
                </c:pt>
                <c:pt idx="154">
                  <c:v>39022</c:v>
                </c:pt>
                <c:pt idx="155">
                  <c:v>39052</c:v>
                </c:pt>
                <c:pt idx="156">
                  <c:v>39083</c:v>
                </c:pt>
                <c:pt idx="157">
                  <c:v>39114</c:v>
                </c:pt>
                <c:pt idx="158">
                  <c:v>39142</c:v>
                </c:pt>
                <c:pt idx="159">
                  <c:v>39173</c:v>
                </c:pt>
                <c:pt idx="160">
                  <c:v>39203</c:v>
                </c:pt>
                <c:pt idx="161">
                  <c:v>39234</c:v>
                </c:pt>
                <c:pt idx="162">
                  <c:v>39264</c:v>
                </c:pt>
                <c:pt idx="163">
                  <c:v>39295</c:v>
                </c:pt>
                <c:pt idx="164">
                  <c:v>39326</c:v>
                </c:pt>
                <c:pt idx="165">
                  <c:v>39356</c:v>
                </c:pt>
                <c:pt idx="166">
                  <c:v>39387</c:v>
                </c:pt>
                <c:pt idx="167">
                  <c:v>39417</c:v>
                </c:pt>
                <c:pt idx="168">
                  <c:v>39448</c:v>
                </c:pt>
                <c:pt idx="169">
                  <c:v>39479</c:v>
                </c:pt>
                <c:pt idx="170">
                  <c:v>39508</c:v>
                </c:pt>
                <c:pt idx="171">
                  <c:v>39539</c:v>
                </c:pt>
                <c:pt idx="172">
                  <c:v>39569</c:v>
                </c:pt>
                <c:pt idx="173">
                  <c:v>39600</c:v>
                </c:pt>
                <c:pt idx="174">
                  <c:v>39630</c:v>
                </c:pt>
                <c:pt idx="175">
                  <c:v>39661</c:v>
                </c:pt>
                <c:pt idx="176">
                  <c:v>39692</c:v>
                </c:pt>
                <c:pt idx="177">
                  <c:v>39722</c:v>
                </c:pt>
                <c:pt idx="178">
                  <c:v>39753</c:v>
                </c:pt>
                <c:pt idx="179">
                  <c:v>39783</c:v>
                </c:pt>
                <c:pt idx="180">
                  <c:v>39814</c:v>
                </c:pt>
                <c:pt idx="181">
                  <c:v>39845</c:v>
                </c:pt>
                <c:pt idx="182">
                  <c:v>39873</c:v>
                </c:pt>
                <c:pt idx="183">
                  <c:v>39904</c:v>
                </c:pt>
                <c:pt idx="184">
                  <c:v>39934</c:v>
                </c:pt>
                <c:pt idx="185">
                  <c:v>39965</c:v>
                </c:pt>
                <c:pt idx="186">
                  <c:v>39995</c:v>
                </c:pt>
                <c:pt idx="187">
                  <c:v>40026</c:v>
                </c:pt>
                <c:pt idx="188">
                  <c:v>40057</c:v>
                </c:pt>
                <c:pt idx="189">
                  <c:v>40087</c:v>
                </c:pt>
                <c:pt idx="190">
                  <c:v>40118</c:v>
                </c:pt>
                <c:pt idx="191">
                  <c:v>40148</c:v>
                </c:pt>
                <c:pt idx="192">
                  <c:v>40179</c:v>
                </c:pt>
                <c:pt idx="193">
                  <c:v>40210</c:v>
                </c:pt>
                <c:pt idx="194">
                  <c:v>40238</c:v>
                </c:pt>
                <c:pt idx="195">
                  <c:v>40269</c:v>
                </c:pt>
                <c:pt idx="196">
                  <c:v>40299</c:v>
                </c:pt>
                <c:pt idx="197">
                  <c:v>40330</c:v>
                </c:pt>
                <c:pt idx="198">
                  <c:v>40360</c:v>
                </c:pt>
                <c:pt idx="199">
                  <c:v>40391</c:v>
                </c:pt>
                <c:pt idx="200">
                  <c:v>40422</c:v>
                </c:pt>
                <c:pt idx="201">
                  <c:v>40452</c:v>
                </c:pt>
                <c:pt idx="202">
                  <c:v>40483</c:v>
                </c:pt>
                <c:pt idx="203">
                  <c:v>40513</c:v>
                </c:pt>
                <c:pt idx="204">
                  <c:v>40544</c:v>
                </c:pt>
                <c:pt idx="205">
                  <c:v>40575</c:v>
                </c:pt>
                <c:pt idx="206">
                  <c:v>40603</c:v>
                </c:pt>
                <c:pt idx="207">
                  <c:v>40634</c:v>
                </c:pt>
                <c:pt idx="208">
                  <c:v>40664</c:v>
                </c:pt>
                <c:pt idx="209">
                  <c:v>40695</c:v>
                </c:pt>
                <c:pt idx="210">
                  <c:v>40725</c:v>
                </c:pt>
                <c:pt idx="211">
                  <c:v>40756</c:v>
                </c:pt>
                <c:pt idx="212">
                  <c:v>40787</c:v>
                </c:pt>
                <c:pt idx="213">
                  <c:v>40817</c:v>
                </c:pt>
                <c:pt idx="214">
                  <c:v>40848</c:v>
                </c:pt>
                <c:pt idx="215">
                  <c:v>40878</c:v>
                </c:pt>
                <c:pt idx="216">
                  <c:v>40909</c:v>
                </c:pt>
                <c:pt idx="217">
                  <c:v>40940</c:v>
                </c:pt>
                <c:pt idx="218">
                  <c:v>40969</c:v>
                </c:pt>
                <c:pt idx="219">
                  <c:v>41000</c:v>
                </c:pt>
                <c:pt idx="220">
                  <c:v>41030</c:v>
                </c:pt>
                <c:pt idx="221">
                  <c:v>41061</c:v>
                </c:pt>
                <c:pt idx="222">
                  <c:v>41091</c:v>
                </c:pt>
                <c:pt idx="223">
                  <c:v>41122</c:v>
                </c:pt>
                <c:pt idx="224">
                  <c:v>41153</c:v>
                </c:pt>
                <c:pt idx="225">
                  <c:v>41183</c:v>
                </c:pt>
                <c:pt idx="226">
                  <c:v>41214</c:v>
                </c:pt>
                <c:pt idx="227">
                  <c:v>41244</c:v>
                </c:pt>
                <c:pt idx="228">
                  <c:v>41275</c:v>
                </c:pt>
                <c:pt idx="229">
                  <c:v>41306</c:v>
                </c:pt>
                <c:pt idx="230">
                  <c:v>41334</c:v>
                </c:pt>
                <c:pt idx="231">
                  <c:v>41365</c:v>
                </c:pt>
                <c:pt idx="232">
                  <c:v>41395</c:v>
                </c:pt>
                <c:pt idx="233">
                  <c:v>41426</c:v>
                </c:pt>
                <c:pt idx="234">
                  <c:v>41456</c:v>
                </c:pt>
                <c:pt idx="235">
                  <c:v>41487</c:v>
                </c:pt>
                <c:pt idx="236">
                  <c:v>41518</c:v>
                </c:pt>
                <c:pt idx="237">
                  <c:v>41548</c:v>
                </c:pt>
                <c:pt idx="238">
                  <c:v>41579</c:v>
                </c:pt>
                <c:pt idx="239">
                  <c:v>41609</c:v>
                </c:pt>
                <c:pt idx="240">
                  <c:v>41640</c:v>
                </c:pt>
                <c:pt idx="241">
                  <c:v>41671</c:v>
                </c:pt>
                <c:pt idx="242">
                  <c:v>41699</c:v>
                </c:pt>
                <c:pt idx="243">
                  <c:v>41730</c:v>
                </c:pt>
                <c:pt idx="244">
                  <c:v>41760</c:v>
                </c:pt>
                <c:pt idx="245">
                  <c:v>41791</c:v>
                </c:pt>
                <c:pt idx="246">
                  <c:v>41821</c:v>
                </c:pt>
                <c:pt idx="247">
                  <c:v>41852</c:v>
                </c:pt>
                <c:pt idx="248">
                  <c:v>41883</c:v>
                </c:pt>
                <c:pt idx="249">
                  <c:v>41913</c:v>
                </c:pt>
                <c:pt idx="250">
                  <c:v>41944</c:v>
                </c:pt>
                <c:pt idx="251">
                  <c:v>41974</c:v>
                </c:pt>
                <c:pt idx="252">
                  <c:v>42005</c:v>
                </c:pt>
                <c:pt idx="253">
                  <c:v>42036</c:v>
                </c:pt>
                <c:pt idx="254">
                  <c:v>42064</c:v>
                </c:pt>
                <c:pt idx="255">
                  <c:v>42095</c:v>
                </c:pt>
                <c:pt idx="256">
                  <c:v>42125</c:v>
                </c:pt>
                <c:pt idx="257">
                  <c:v>42156</c:v>
                </c:pt>
                <c:pt idx="258">
                  <c:v>42186</c:v>
                </c:pt>
                <c:pt idx="259">
                  <c:v>42217</c:v>
                </c:pt>
                <c:pt idx="260">
                  <c:v>42248</c:v>
                </c:pt>
                <c:pt idx="261">
                  <c:v>42278</c:v>
                </c:pt>
                <c:pt idx="262">
                  <c:v>42309</c:v>
                </c:pt>
                <c:pt idx="263">
                  <c:v>42339</c:v>
                </c:pt>
                <c:pt idx="264">
                  <c:v>42370</c:v>
                </c:pt>
                <c:pt idx="265">
                  <c:v>42401</c:v>
                </c:pt>
                <c:pt idx="266">
                  <c:v>42430</c:v>
                </c:pt>
                <c:pt idx="267">
                  <c:v>42461</c:v>
                </c:pt>
              </c:numCache>
            </c:numRef>
          </c:cat>
          <c:val>
            <c:numRef>
              <c:f>Sheet1!$D$2:$D$269</c:f>
              <c:numCache>
                <c:formatCode>0.00</c:formatCode>
                <c:ptCount val="268"/>
                <c:pt idx="0">
                  <c:v>35.547922555555573</c:v>
                </c:pt>
                <c:pt idx="1">
                  <c:v>36.96132922222224</c:v>
                </c:pt>
                <c:pt idx="2">
                  <c:v>37.383627555555563</c:v>
                </c:pt>
                <c:pt idx="3">
                  <c:v>39.934654222222235</c:v>
                </c:pt>
                <c:pt idx="4">
                  <c:v>40.822342555555579</c:v>
                </c:pt>
                <c:pt idx="5">
                  <c:v>41.965708111111127</c:v>
                </c:pt>
                <c:pt idx="6">
                  <c:v>42.664367666666671</c:v>
                </c:pt>
                <c:pt idx="7">
                  <c:v>41.253833777777793</c:v>
                </c:pt>
                <c:pt idx="8">
                  <c:v>39.843874444444459</c:v>
                </c:pt>
                <c:pt idx="9">
                  <c:v>36.232792777777782</c:v>
                </c:pt>
                <c:pt idx="10">
                  <c:v>34.566581666666671</c:v>
                </c:pt>
                <c:pt idx="11">
                  <c:v>30.736594333333343</c:v>
                </c:pt>
                <c:pt idx="12">
                  <c:v>26.538891444444456</c:v>
                </c:pt>
                <c:pt idx="13">
                  <c:v>25.111120888888898</c:v>
                </c:pt>
                <c:pt idx="14">
                  <c:v>20.797357777777783</c:v>
                </c:pt>
                <c:pt idx="15">
                  <c:v>19.19377322222223</c:v>
                </c:pt>
                <c:pt idx="16">
                  <c:v>18.495688222222228</c:v>
                </c:pt>
                <c:pt idx="17">
                  <c:v>20.890435777777775</c:v>
                </c:pt>
                <c:pt idx="18">
                  <c:v>23.987290222222217</c:v>
                </c:pt>
                <c:pt idx="19">
                  <c:v>23.906852444444443</c:v>
                </c:pt>
                <c:pt idx="20">
                  <c:v>28.256237999999996</c:v>
                </c:pt>
                <c:pt idx="21">
                  <c:v>31.231861222222214</c:v>
                </c:pt>
                <c:pt idx="22">
                  <c:v>36.112710666666658</c:v>
                </c:pt>
                <c:pt idx="23">
                  <c:v>42.950496333333327</c:v>
                </c:pt>
                <c:pt idx="24">
                  <c:v>46.701769555555551</c:v>
                </c:pt>
                <c:pt idx="25">
                  <c:v>50.338706222222221</c:v>
                </c:pt>
                <c:pt idx="26">
                  <c:v>55.075342222222226</c:v>
                </c:pt>
                <c:pt idx="27">
                  <c:v>59.910227222222225</c:v>
                </c:pt>
                <c:pt idx="28">
                  <c:v>66.053949777777774</c:v>
                </c:pt>
                <c:pt idx="29">
                  <c:v>72.851516555555563</c:v>
                </c:pt>
                <c:pt idx="30">
                  <c:v>78.809657666666652</c:v>
                </c:pt>
                <c:pt idx="31">
                  <c:v>83.733024222222241</c:v>
                </c:pt>
                <c:pt idx="32">
                  <c:v>89.124079000000009</c:v>
                </c:pt>
                <c:pt idx="33">
                  <c:v>92.829962333333327</c:v>
                </c:pt>
                <c:pt idx="34">
                  <c:v>97.855025222222238</c:v>
                </c:pt>
                <c:pt idx="35">
                  <c:v>99.915955999999994</c:v>
                </c:pt>
                <c:pt idx="36">
                  <c:v>102.50777611111113</c:v>
                </c:pt>
                <c:pt idx="37">
                  <c:v>105.9378727777778</c:v>
                </c:pt>
                <c:pt idx="38">
                  <c:v>107.79656000000003</c:v>
                </c:pt>
                <c:pt idx="39">
                  <c:v>106.97207277777781</c:v>
                </c:pt>
                <c:pt idx="40">
                  <c:v>107.49894022222227</c:v>
                </c:pt>
                <c:pt idx="41">
                  <c:v>107.85171733333338</c:v>
                </c:pt>
                <c:pt idx="42">
                  <c:v>111.84200566666669</c:v>
                </c:pt>
                <c:pt idx="43">
                  <c:v>116.49820388888891</c:v>
                </c:pt>
                <c:pt idx="44">
                  <c:v>120.98261000000005</c:v>
                </c:pt>
                <c:pt idx="45">
                  <c:v>125.89735822222227</c:v>
                </c:pt>
                <c:pt idx="46">
                  <c:v>129.99796122222227</c:v>
                </c:pt>
                <c:pt idx="47">
                  <c:v>135.07703233333339</c:v>
                </c:pt>
                <c:pt idx="48">
                  <c:v>145.26734966666669</c:v>
                </c:pt>
                <c:pt idx="49">
                  <c:v>151.3553403333334</c:v>
                </c:pt>
                <c:pt idx="50">
                  <c:v>155.76218144444451</c:v>
                </c:pt>
                <c:pt idx="51">
                  <c:v>163.6824297777778</c:v>
                </c:pt>
                <c:pt idx="52">
                  <c:v>171.15165200000004</c:v>
                </c:pt>
                <c:pt idx="53">
                  <c:v>179.46547088888892</c:v>
                </c:pt>
                <c:pt idx="54">
                  <c:v>188.47680022222224</c:v>
                </c:pt>
                <c:pt idx="55">
                  <c:v>196.57228800000001</c:v>
                </c:pt>
                <c:pt idx="56">
                  <c:v>206.62701022222225</c:v>
                </c:pt>
                <c:pt idx="57">
                  <c:v>220.27615200000002</c:v>
                </c:pt>
                <c:pt idx="58">
                  <c:v>230.8755528888889</c:v>
                </c:pt>
                <c:pt idx="59">
                  <c:v>239.32439233333332</c:v>
                </c:pt>
                <c:pt idx="60">
                  <c:v>245.62496855555557</c:v>
                </c:pt>
                <c:pt idx="61">
                  <c:v>249.42335533333335</c:v>
                </c:pt>
                <c:pt idx="62">
                  <c:v>253.89052477777776</c:v>
                </c:pt>
                <c:pt idx="63">
                  <c:v>260.44965100000002</c:v>
                </c:pt>
                <c:pt idx="64">
                  <c:v>267.74076099999996</c:v>
                </c:pt>
                <c:pt idx="65">
                  <c:v>277.13187155555556</c:v>
                </c:pt>
                <c:pt idx="66">
                  <c:v>278.93367777777775</c:v>
                </c:pt>
                <c:pt idx="67">
                  <c:v>283.81165444444446</c:v>
                </c:pt>
                <c:pt idx="68">
                  <c:v>288.42246277777781</c:v>
                </c:pt>
                <c:pt idx="69">
                  <c:v>290.85628011111106</c:v>
                </c:pt>
                <c:pt idx="70">
                  <c:v>294.37198555555563</c:v>
                </c:pt>
                <c:pt idx="71">
                  <c:v>295.21485855555551</c:v>
                </c:pt>
                <c:pt idx="72">
                  <c:v>297.35507800000005</c:v>
                </c:pt>
                <c:pt idx="73">
                  <c:v>300.23072855555557</c:v>
                </c:pt>
                <c:pt idx="74">
                  <c:v>300.66796533333337</c:v>
                </c:pt>
                <c:pt idx="75">
                  <c:v>301.39420355555563</c:v>
                </c:pt>
                <c:pt idx="76">
                  <c:v>303.52867744444444</c:v>
                </c:pt>
                <c:pt idx="77">
                  <c:v>307.38337066666674</c:v>
                </c:pt>
                <c:pt idx="78">
                  <c:v>312.66296166666666</c:v>
                </c:pt>
                <c:pt idx="79">
                  <c:v>319.72424944444452</c:v>
                </c:pt>
                <c:pt idx="80">
                  <c:v>326.45574233333343</c:v>
                </c:pt>
                <c:pt idx="81">
                  <c:v>329.56983344444455</c:v>
                </c:pt>
                <c:pt idx="82">
                  <c:v>332.39951955555563</c:v>
                </c:pt>
                <c:pt idx="83">
                  <c:v>330.76548355555565</c:v>
                </c:pt>
                <c:pt idx="84">
                  <c:v>334.01057333333341</c:v>
                </c:pt>
                <c:pt idx="85">
                  <c:v>335.30332333333331</c:v>
                </c:pt>
                <c:pt idx="86">
                  <c:v>339.27809866666672</c:v>
                </c:pt>
                <c:pt idx="87">
                  <c:v>342.64729244444447</c:v>
                </c:pt>
                <c:pt idx="88">
                  <c:v>344.07506300000006</c:v>
                </c:pt>
                <c:pt idx="89">
                  <c:v>350.46641900000009</c:v>
                </c:pt>
                <c:pt idx="90">
                  <c:v>353.98269900000008</c:v>
                </c:pt>
                <c:pt idx="91">
                  <c:v>356.88133177777786</c:v>
                </c:pt>
                <c:pt idx="92">
                  <c:v>356.89512111111122</c:v>
                </c:pt>
                <c:pt idx="93">
                  <c:v>353.11741833333338</c:v>
                </c:pt>
                <c:pt idx="94">
                  <c:v>354.40729555555561</c:v>
                </c:pt>
                <c:pt idx="95">
                  <c:v>354.42797955555557</c:v>
                </c:pt>
                <c:pt idx="96">
                  <c:v>359.48119566666668</c:v>
                </c:pt>
                <c:pt idx="97">
                  <c:v>360.27408233333335</c:v>
                </c:pt>
                <c:pt idx="98">
                  <c:v>361.70587477777781</c:v>
                </c:pt>
                <c:pt idx="99">
                  <c:v>366.67290755555558</c:v>
                </c:pt>
                <c:pt idx="100">
                  <c:v>373.13780666666668</c:v>
                </c:pt>
                <c:pt idx="101">
                  <c:v>382.07731655555557</c:v>
                </c:pt>
                <c:pt idx="102">
                  <c:v>388.98921988888895</c:v>
                </c:pt>
                <c:pt idx="103">
                  <c:v>397.25132877777781</c:v>
                </c:pt>
                <c:pt idx="104">
                  <c:v>405.30487399999998</c:v>
                </c:pt>
                <c:pt idx="105">
                  <c:v>410.69707788888888</c:v>
                </c:pt>
                <c:pt idx="106">
                  <c:v>416.33002055555556</c:v>
                </c:pt>
                <c:pt idx="107">
                  <c:v>420.0238382222222</c:v>
                </c:pt>
                <c:pt idx="108">
                  <c:v>426.14802588888892</c:v>
                </c:pt>
                <c:pt idx="109">
                  <c:v>428.96909366666665</c:v>
                </c:pt>
                <c:pt idx="110">
                  <c:v>436.30904088888889</c:v>
                </c:pt>
                <c:pt idx="111">
                  <c:v>447.93517255555554</c:v>
                </c:pt>
                <c:pt idx="112">
                  <c:v>459.61473788888884</c:v>
                </c:pt>
                <c:pt idx="113">
                  <c:v>471.89873566666665</c:v>
                </c:pt>
                <c:pt idx="114">
                  <c:v>480.6836901111111</c:v>
                </c:pt>
                <c:pt idx="115">
                  <c:v>491.03660666666667</c:v>
                </c:pt>
                <c:pt idx="116">
                  <c:v>500.46333966666657</c:v>
                </c:pt>
                <c:pt idx="117">
                  <c:v>505.44531088888874</c:v>
                </c:pt>
                <c:pt idx="118">
                  <c:v>511.94813066666666</c:v>
                </c:pt>
                <c:pt idx="119">
                  <c:v>516.14238622222229</c:v>
                </c:pt>
                <c:pt idx="120">
                  <c:v>524.7182024444445</c:v>
                </c:pt>
                <c:pt idx="121">
                  <c:v>531.03256800000008</c:v>
                </c:pt>
                <c:pt idx="122">
                  <c:v>539.52449911111103</c:v>
                </c:pt>
                <c:pt idx="123">
                  <c:v>552.08830544444436</c:v>
                </c:pt>
                <c:pt idx="124">
                  <c:v>564.45331555555549</c:v>
                </c:pt>
                <c:pt idx="125">
                  <c:v>559.73340722222213</c:v>
                </c:pt>
                <c:pt idx="126">
                  <c:v>554.501860111111</c:v>
                </c:pt>
                <c:pt idx="127">
                  <c:v>553.74179455555554</c:v>
                </c:pt>
                <c:pt idx="128">
                  <c:v>549.81219622222216</c:v>
                </c:pt>
                <c:pt idx="129">
                  <c:v>544.74699177777768</c:v>
                </c:pt>
                <c:pt idx="130">
                  <c:v>535.0511597777778</c:v>
                </c:pt>
                <c:pt idx="131">
                  <c:v>525.11200644444443</c:v>
                </c:pt>
                <c:pt idx="132">
                  <c:v>517.53941051851859</c:v>
                </c:pt>
                <c:pt idx="133">
                  <c:v>516.69769599999995</c:v>
                </c:pt>
                <c:pt idx="134">
                  <c:v>518.89993988888887</c:v>
                </c:pt>
                <c:pt idx="135">
                  <c:v>526.93273662962963</c:v>
                </c:pt>
                <c:pt idx="136">
                  <c:v>534.5604347777778</c:v>
                </c:pt>
                <c:pt idx="137">
                  <c:v>547.63718088888891</c:v>
                </c:pt>
                <c:pt idx="138">
                  <c:v>556.60698503703702</c:v>
                </c:pt>
                <c:pt idx="139">
                  <c:v>569.80492466666669</c:v>
                </c:pt>
                <c:pt idx="140">
                  <c:v>580.19786522222228</c:v>
                </c:pt>
                <c:pt idx="141">
                  <c:v>589.31872092592596</c:v>
                </c:pt>
              </c:numCache>
            </c:numRef>
          </c:val>
          <c:smooth val="0"/>
        </c:ser>
        <c:dLbls>
          <c:showLegendKey val="0"/>
          <c:showVal val="0"/>
          <c:showCatName val="0"/>
          <c:showSerName val="0"/>
          <c:showPercent val="0"/>
          <c:showBubbleSize val="0"/>
        </c:dLbls>
        <c:marker val="1"/>
        <c:smooth val="0"/>
        <c:axId val="114321664"/>
        <c:axId val="114408064"/>
      </c:lineChart>
      <c:lineChart>
        <c:grouping val="standard"/>
        <c:varyColors val="0"/>
        <c:ser>
          <c:idx val="0"/>
          <c:order val="0"/>
          <c:tx>
            <c:strRef>
              <c:f>Sheet1!$B$1</c:f>
              <c:strCache>
                <c:ptCount val="1"/>
                <c:pt idx="0">
                  <c:v>Purchase 18M</c:v>
                </c:pt>
              </c:strCache>
            </c:strRef>
          </c:tx>
          <c:spPr>
            <a:ln>
              <a:prstDash val="dash"/>
            </a:ln>
          </c:spPr>
          <c:marker>
            <c:symbol val="none"/>
          </c:marker>
          <c:cat>
            <c:numRef>
              <c:f>Sheet1!$A$2:$A$269</c:f>
              <c:numCache>
                <c:formatCode>m/d/yyyy</c:formatCode>
                <c:ptCount val="268"/>
                <c:pt idx="0">
                  <c:v>34335</c:v>
                </c:pt>
                <c:pt idx="1">
                  <c:v>34366</c:v>
                </c:pt>
                <c:pt idx="2">
                  <c:v>34394</c:v>
                </c:pt>
                <c:pt idx="3">
                  <c:v>34425</c:v>
                </c:pt>
                <c:pt idx="4">
                  <c:v>34455</c:v>
                </c:pt>
                <c:pt idx="5">
                  <c:v>34486</c:v>
                </c:pt>
                <c:pt idx="6">
                  <c:v>34516</c:v>
                </c:pt>
                <c:pt idx="7">
                  <c:v>34547</c:v>
                </c:pt>
                <c:pt idx="8">
                  <c:v>34578</c:v>
                </c:pt>
                <c:pt idx="9">
                  <c:v>34608</c:v>
                </c:pt>
                <c:pt idx="10">
                  <c:v>34639</c:v>
                </c:pt>
                <c:pt idx="11">
                  <c:v>34669</c:v>
                </c:pt>
                <c:pt idx="12">
                  <c:v>34700</c:v>
                </c:pt>
                <c:pt idx="13">
                  <c:v>34731</c:v>
                </c:pt>
                <c:pt idx="14">
                  <c:v>34759</c:v>
                </c:pt>
                <c:pt idx="15">
                  <c:v>34790</c:v>
                </c:pt>
                <c:pt idx="16">
                  <c:v>34820</c:v>
                </c:pt>
                <c:pt idx="17">
                  <c:v>34851</c:v>
                </c:pt>
                <c:pt idx="18">
                  <c:v>34881</c:v>
                </c:pt>
                <c:pt idx="19">
                  <c:v>34912</c:v>
                </c:pt>
                <c:pt idx="20">
                  <c:v>34943</c:v>
                </c:pt>
                <c:pt idx="21">
                  <c:v>34973</c:v>
                </c:pt>
                <c:pt idx="22">
                  <c:v>35004</c:v>
                </c:pt>
                <c:pt idx="23">
                  <c:v>35034</c:v>
                </c:pt>
                <c:pt idx="24">
                  <c:v>35065</c:v>
                </c:pt>
                <c:pt idx="25">
                  <c:v>35096</c:v>
                </c:pt>
                <c:pt idx="26">
                  <c:v>35125</c:v>
                </c:pt>
                <c:pt idx="27">
                  <c:v>35156</c:v>
                </c:pt>
                <c:pt idx="28">
                  <c:v>35186</c:v>
                </c:pt>
                <c:pt idx="29">
                  <c:v>35217</c:v>
                </c:pt>
                <c:pt idx="30">
                  <c:v>35247</c:v>
                </c:pt>
                <c:pt idx="31">
                  <c:v>35278</c:v>
                </c:pt>
                <c:pt idx="32">
                  <c:v>35309</c:v>
                </c:pt>
                <c:pt idx="33">
                  <c:v>35339</c:v>
                </c:pt>
                <c:pt idx="34">
                  <c:v>35370</c:v>
                </c:pt>
                <c:pt idx="35">
                  <c:v>35400</c:v>
                </c:pt>
                <c:pt idx="36">
                  <c:v>35431</c:v>
                </c:pt>
                <c:pt idx="37">
                  <c:v>35462</c:v>
                </c:pt>
                <c:pt idx="38">
                  <c:v>35490</c:v>
                </c:pt>
                <c:pt idx="39">
                  <c:v>35521</c:v>
                </c:pt>
                <c:pt idx="40">
                  <c:v>35551</c:v>
                </c:pt>
                <c:pt idx="41">
                  <c:v>35582</c:v>
                </c:pt>
                <c:pt idx="42">
                  <c:v>35612</c:v>
                </c:pt>
                <c:pt idx="43">
                  <c:v>35643</c:v>
                </c:pt>
                <c:pt idx="44">
                  <c:v>35674</c:v>
                </c:pt>
                <c:pt idx="45">
                  <c:v>35704</c:v>
                </c:pt>
                <c:pt idx="46">
                  <c:v>35735</c:v>
                </c:pt>
                <c:pt idx="47">
                  <c:v>35765</c:v>
                </c:pt>
                <c:pt idx="48">
                  <c:v>35796</c:v>
                </c:pt>
                <c:pt idx="49">
                  <c:v>35827</c:v>
                </c:pt>
                <c:pt idx="50">
                  <c:v>35855</c:v>
                </c:pt>
                <c:pt idx="51">
                  <c:v>35886</c:v>
                </c:pt>
                <c:pt idx="52">
                  <c:v>35916</c:v>
                </c:pt>
                <c:pt idx="53">
                  <c:v>35947</c:v>
                </c:pt>
                <c:pt idx="54">
                  <c:v>35977</c:v>
                </c:pt>
                <c:pt idx="55">
                  <c:v>36008</c:v>
                </c:pt>
                <c:pt idx="56">
                  <c:v>36039</c:v>
                </c:pt>
                <c:pt idx="57">
                  <c:v>36069</c:v>
                </c:pt>
                <c:pt idx="58">
                  <c:v>36100</c:v>
                </c:pt>
                <c:pt idx="59">
                  <c:v>36130</c:v>
                </c:pt>
                <c:pt idx="60">
                  <c:v>36161</c:v>
                </c:pt>
                <c:pt idx="61">
                  <c:v>36192</c:v>
                </c:pt>
                <c:pt idx="62">
                  <c:v>36220</c:v>
                </c:pt>
                <c:pt idx="63">
                  <c:v>36251</c:v>
                </c:pt>
                <c:pt idx="64">
                  <c:v>36281</c:v>
                </c:pt>
                <c:pt idx="65">
                  <c:v>36312</c:v>
                </c:pt>
                <c:pt idx="66">
                  <c:v>36342</c:v>
                </c:pt>
                <c:pt idx="67">
                  <c:v>36373</c:v>
                </c:pt>
                <c:pt idx="68">
                  <c:v>36404</c:v>
                </c:pt>
                <c:pt idx="69">
                  <c:v>36434</c:v>
                </c:pt>
                <c:pt idx="70">
                  <c:v>36465</c:v>
                </c:pt>
                <c:pt idx="71">
                  <c:v>36495</c:v>
                </c:pt>
                <c:pt idx="72">
                  <c:v>36526</c:v>
                </c:pt>
                <c:pt idx="73">
                  <c:v>36557</c:v>
                </c:pt>
                <c:pt idx="74">
                  <c:v>36586</c:v>
                </c:pt>
                <c:pt idx="75">
                  <c:v>36617</c:v>
                </c:pt>
                <c:pt idx="76">
                  <c:v>36647</c:v>
                </c:pt>
                <c:pt idx="77">
                  <c:v>36678</c:v>
                </c:pt>
                <c:pt idx="78">
                  <c:v>36708</c:v>
                </c:pt>
                <c:pt idx="79">
                  <c:v>36739</c:v>
                </c:pt>
                <c:pt idx="80">
                  <c:v>36770</c:v>
                </c:pt>
                <c:pt idx="81">
                  <c:v>36800</c:v>
                </c:pt>
                <c:pt idx="82">
                  <c:v>36831</c:v>
                </c:pt>
                <c:pt idx="83">
                  <c:v>36861</c:v>
                </c:pt>
                <c:pt idx="84">
                  <c:v>36892</c:v>
                </c:pt>
                <c:pt idx="85">
                  <c:v>36923</c:v>
                </c:pt>
                <c:pt idx="86">
                  <c:v>36951</c:v>
                </c:pt>
                <c:pt idx="87">
                  <c:v>36982</c:v>
                </c:pt>
                <c:pt idx="88">
                  <c:v>37012</c:v>
                </c:pt>
                <c:pt idx="89">
                  <c:v>37043</c:v>
                </c:pt>
                <c:pt idx="90">
                  <c:v>37073</c:v>
                </c:pt>
                <c:pt idx="91">
                  <c:v>37104</c:v>
                </c:pt>
                <c:pt idx="92">
                  <c:v>37135</c:v>
                </c:pt>
                <c:pt idx="93">
                  <c:v>37165</c:v>
                </c:pt>
                <c:pt idx="94">
                  <c:v>37196</c:v>
                </c:pt>
                <c:pt idx="95">
                  <c:v>37226</c:v>
                </c:pt>
                <c:pt idx="96">
                  <c:v>37257</c:v>
                </c:pt>
                <c:pt idx="97">
                  <c:v>37288</c:v>
                </c:pt>
                <c:pt idx="98">
                  <c:v>37316</c:v>
                </c:pt>
                <c:pt idx="99">
                  <c:v>37347</c:v>
                </c:pt>
                <c:pt idx="100">
                  <c:v>37377</c:v>
                </c:pt>
                <c:pt idx="101">
                  <c:v>37408</c:v>
                </c:pt>
                <c:pt idx="102">
                  <c:v>37438</c:v>
                </c:pt>
                <c:pt idx="103">
                  <c:v>37469</c:v>
                </c:pt>
                <c:pt idx="104">
                  <c:v>37500</c:v>
                </c:pt>
                <c:pt idx="105">
                  <c:v>37530</c:v>
                </c:pt>
                <c:pt idx="106">
                  <c:v>37561</c:v>
                </c:pt>
                <c:pt idx="107">
                  <c:v>37591</c:v>
                </c:pt>
                <c:pt idx="108">
                  <c:v>37622</c:v>
                </c:pt>
                <c:pt idx="109">
                  <c:v>37653</c:v>
                </c:pt>
                <c:pt idx="110">
                  <c:v>37681</c:v>
                </c:pt>
                <c:pt idx="111">
                  <c:v>37712</c:v>
                </c:pt>
                <c:pt idx="112">
                  <c:v>37742</c:v>
                </c:pt>
                <c:pt idx="113">
                  <c:v>37773</c:v>
                </c:pt>
                <c:pt idx="114">
                  <c:v>37803</c:v>
                </c:pt>
                <c:pt idx="115">
                  <c:v>37834</c:v>
                </c:pt>
                <c:pt idx="116">
                  <c:v>37865</c:v>
                </c:pt>
                <c:pt idx="117">
                  <c:v>37895</c:v>
                </c:pt>
                <c:pt idx="118">
                  <c:v>37926</c:v>
                </c:pt>
                <c:pt idx="119">
                  <c:v>37956</c:v>
                </c:pt>
                <c:pt idx="120">
                  <c:v>37987</c:v>
                </c:pt>
                <c:pt idx="121">
                  <c:v>38018</c:v>
                </c:pt>
                <c:pt idx="122">
                  <c:v>38047</c:v>
                </c:pt>
                <c:pt idx="123">
                  <c:v>38078</c:v>
                </c:pt>
                <c:pt idx="124">
                  <c:v>38108</c:v>
                </c:pt>
                <c:pt idx="125">
                  <c:v>38139</c:v>
                </c:pt>
                <c:pt idx="126">
                  <c:v>38169</c:v>
                </c:pt>
                <c:pt idx="127">
                  <c:v>38200</c:v>
                </c:pt>
                <c:pt idx="128">
                  <c:v>38231</c:v>
                </c:pt>
                <c:pt idx="129">
                  <c:v>38261</c:v>
                </c:pt>
                <c:pt idx="130">
                  <c:v>38292</c:v>
                </c:pt>
                <c:pt idx="131">
                  <c:v>38322</c:v>
                </c:pt>
                <c:pt idx="132">
                  <c:v>38353</c:v>
                </c:pt>
                <c:pt idx="133">
                  <c:v>38384</c:v>
                </c:pt>
                <c:pt idx="134">
                  <c:v>38412</c:v>
                </c:pt>
                <c:pt idx="135">
                  <c:v>38443</c:v>
                </c:pt>
                <c:pt idx="136">
                  <c:v>38473</c:v>
                </c:pt>
                <c:pt idx="137">
                  <c:v>38504</c:v>
                </c:pt>
                <c:pt idx="138">
                  <c:v>38534</c:v>
                </c:pt>
                <c:pt idx="139">
                  <c:v>38565</c:v>
                </c:pt>
                <c:pt idx="140">
                  <c:v>38596</c:v>
                </c:pt>
                <c:pt idx="141">
                  <c:v>38626</c:v>
                </c:pt>
                <c:pt idx="142">
                  <c:v>38657</c:v>
                </c:pt>
                <c:pt idx="143">
                  <c:v>38687</c:v>
                </c:pt>
                <c:pt idx="144">
                  <c:v>38718</c:v>
                </c:pt>
                <c:pt idx="145">
                  <c:v>38749</c:v>
                </c:pt>
                <c:pt idx="146">
                  <c:v>38777</c:v>
                </c:pt>
                <c:pt idx="147">
                  <c:v>38808</c:v>
                </c:pt>
                <c:pt idx="148">
                  <c:v>38838</c:v>
                </c:pt>
                <c:pt idx="149">
                  <c:v>38869</c:v>
                </c:pt>
                <c:pt idx="150">
                  <c:v>38899</c:v>
                </c:pt>
                <c:pt idx="151">
                  <c:v>38930</c:v>
                </c:pt>
                <c:pt idx="152">
                  <c:v>38961</c:v>
                </c:pt>
                <c:pt idx="153">
                  <c:v>38991</c:v>
                </c:pt>
                <c:pt idx="154">
                  <c:v>39022</c:v>
                </c:pt>
                <c:pt idx="155">
                  <c:v>39052</c:v>
                </c:pt>
                <c:pt idx="156">
                  <c:v>39083</c:v>
                </c:pt>
                <c:pt idx="157">
                  <c:v>39114</c:v>
                </c:pt>
                <c:pt idx="158">
                  <c:v>39142</c:v>
                </c:pt>
                <c:pt idx="159">
                  <c:v>39173</c:v>
                </c:pt>
                <c:pt idx="160">
                  <c:v>39203</c:v>
                </c:pt>
                <c:pt idx="161">
                  <c:v>39234</c:v>
                </c:pt>
                <c:pt idx="162">
                  <c:v>39264</c:v>
                </c:pt>
                <c:pt idx="163">
                  <c:v>39295</c:v>
                </c:pt>
                <c:pt idx="164">
                  <c:v>39326</c:v>
                </c:pt>
                <c:pt idx="165">
                  <c:v>39356</c:v>
                </c:pt>
                <c:pt idx="166">
                  <c:v>39387</c:v>
                </c:pt>
                <c:pt idx="167">
                  <c:v>39417</c:v>
                </c:pt>
                <c:pt idx="168">
                  <c:v>39448</c:v>
                </c:pt>
                <c:pt idx="169">
                  <c:v>39479</c:v>
                </c:pt>
                <c:pt idx="170">
                  <c:v>39508</c:v>
                </c:pt>
                <c:pt idx="171">
                  <c:v>39539</c:v>
                </c:pt>
                <c:pt idx="172">
                  <c:v>39569</c:v>
                </c:pt>
                <c:pt idx="173">
                  <c:v>39600</c:v>
                </c:pt>
                <c:pt idx="174">
                  <c:v>39630</c:v>
                </c:pt>
                <c:pt idx="175">
                  <c:v>39661</c:v>
                </c:pt>
                <c:pt idx="176">
                  <c:v>39692</c:v>
                </c:pt>
                <c:pt idx="177">
                  <c:v>39722</c:v>
                </c:pt>
                <c:pt idx="178">
                  <c:v>39753</c:v>
                </c:pt>
                <c:pt idx="179">
                  <c:v>39783</c:v>
                </c:pt>
                <c:pt idx="180">
                  <c:v>39814</c:v>
                </c:pt>
                <c:pt idx="181">
                  <c:v>39845</c:v>
                </c:pt>
                <c:pt idx="182">
                  <c:v>39873</c:v>
                </c:pt>
                <c:pt idx="183">
                  <c:v>39904</c:v>
                </c:pt>
                <c:pt idx="184">
                  <c:v>39934</c:v>
                </c:pt>
                <c:pt idx="185">
                  <c:v>39965</c:v>
                </c:pt>
                <c:pt idx="186">
                  <c:v>39995</c:v>
                </c:pt>
                <c:pt idx="187">
                  <c:v>40026</c:v>
                </c:pt>
                <c:pt idx="188">
                  <c:v>40057</c:v>
                </c:pt>
                <c:pt idx="189">
                  <c:v>40087</c:v>
                </c:pt>
                <c:pt idx="190">
                  <c:v>40118</c:v>
                </c:pt>
                <c:pt idx="191">
                  <c:v>40148</c:v>
                </c:pt>
                <c:pt idx="192">
                  <c:v>40179</c:v>
                </c:pt>
                <c:pt idx="193">
                  <c:v>40210</c:v>
                </c:pt>
                <c:pt idx="194">
                  <c:v>40238</c:v>
                </c:pt>
                <c:pt idx="195">
                  <c:v>40269</c:v>
                </c:pt>
                <c:pt idx="196">
                  <c:v>40299</c:v>
                </c:pt>
                <c:pt idx="197">
                  <c:v>40330</c:v>
                </c:pt>
                <c:pt idx="198">
                  <c:v>40360</c:v>
                </c:pt>
                <c:pt idx="199">
                  <c:v>40391</c:v>
                </c:pt>
                <c:pt idx="200">
                  <c:v>40422</c:v>
                </c:pt>
                <c:pt idx="201">
                  <c:v>40452</c:v>
                </c:pt>
                <c:pt idx="202">
                  <c:v>40483</c:v>
                </c:pt>
                <c:pt idx="203">
                  <c:v>40513</c:v>
                </c:pt>
                <c:pt idx="204">
                  <c:v>40544</c:v>
                </c:pt>
                <c:pt idx="205">
                  <c:v>40575</c:v>
                </c:pt>
                <c:pt idx="206">
                  <c:v>40603</c:v>
                </c:pt>
                <c:pt idx="207">
                  <c:v>40634</c:v>
                </c:pt>
                <c:pt idx="208">
                  <c:v>40664</c:v>
                </c:pt>
                <c:pt idx="209">
                  <c:v>40695</c:v>
                </c:pt>
                <c:pt idx="210">
                  <c:v>40725</c:v>
                </c:pt>
                <c:pt idx="211">
                  <c:v>40756</c:v>
                </c:pt>
                <c:pt idx="212">
                  <c:v>40787</c:v>
                </c:pt>
                <c:pt idx="213">
                  <c:v>40817</c:v>
                </c:pt>
                <c:pt idx="214">
                  <c:v>40848</c:v>
                </c:pt>
                <c:pt idx="215">
                  <c:v>40878</c:v>
                </c:pt>
                <c:pt idx="216">
                  <c:v>40909</c:v>
                </c:pt>
                <c:pt idx="217">
                  <c:v>40940</c:v>
                </c:pt>
                <c:pt idx="218">
                  <c:v>40969</c:v>
                </c:pt>
                <c:pt idx="219">
                  <c:v>41000</c:v>
                </c:pt>
                <c:pt idx="220">
                  <c:v>41030</c:v>
                </c:pt>
                <c:pt idx="221">
                  <c:v>41061</c:v>
                </c:pt>
                <c:pt idx="222">
                  <c:v>41091</c:v>
                </c:pt>
                <c:pt idx="223">
                  <c:v>41122</c:v>
                </c:pt>
                <c:pt idx="224">
                  <c:v>41153</c:v>
                </c:pt>
                <c:pt idx="225">
                  <c:v>41183</c:v>
                </c:pt>
                <c:pt idx="226">
                  <c:v>41214</c:v>
                </c:pt>
                <c:pt idx="227">
                  <c:v>41244</c:v>
                </c:pt>
                <c:pt idx="228">
                  <c:v>41275</c:v>
                </c:pt>
                <c:pt idx="229">
                  <c:v>41306</c:v>
                </c:pt>
                <c:pt idx="230">
                  <c:v>41334</c:v>
                </c:pt>
                <c:pt idx="231">
                  <c:v>41365</c:v>
                </c:pt>
                <c:pt idx="232">
                  <c:v>41395</c:v>
                </c:pt>
                <c:pt idx="233">
                  <c:v>41426</c:v>
                </c:pt>
                <c:pt idx="234">
                  <c:v>41456</c:v>
                </c:pt>
                <c:pt idx="235">
                  <c:v>41487</c:v>
                </c:pt>
                <c:pt idx="236">
                  <c:v>41518</c:v>
                </c:pt>
                <c:pt idx="237">
                  <c:v>41548</c:v>
                </c:pt>
                <c:pt idx="238">
                  <c:v>41579</c:v>
                </c:pt>
                <c:pt idx="239">
                  <c:v>41609</c:v>
                </c:pt>
                <c:pt idx="240">
                  <c:v>41640</c:v>
                </c:pt>
                <c:pt idx="241">
                  <c:v>41671</c:v>
                </c:pt>
                <c:pt idx="242">
                  <c:v>41699</c:v>
                </c:pt>
                <c:pt idx="243">
                  <c:v>41730</c:v>
                </c:pt>
                <c:pt idx="244">
                  <c:v>41760</c:v>
                </c:pt>
                <c:pt idx="245">
                  <c:v>41791</c:v>
                </c:pt>
                <c:pt idx="246">
                  <c:v>41821</c:v>
                </c:pt>
                <c:pt idx="247">
                  <c:v>41852</c:v>
                </c:pt>
                <c:pt idx="248">
                  <c:v>41883</c:v>
                </c:pt>
                <c:pt idx="249">
                  <c:v>41913</c:v>
                </c:pt>
                <c:pt idx="250">
                  <c:v>41944</c:v>
                </c:pt>
                <c:pt idx="251">
                  <c:v>41974</c:v>
                </c:pt>
                <c:pt idx="252">
                  <c:v>42005</c:v>
                </c:pt>
                <c:pt idx="253">
                  <c:v>42036</c:v>
                </c:pt>
                <c:pt idx="254">
                  <c:v>42064</c:v>
                </c:pt>
                <c:pt idx="255">
                  <c:v>42095</c:v>
                </c:pt>
                <c:pt idx="256">
                  <c:v>42125</c:v>
                </c:pt>
                <c:pt idx="257">
                  <c:v>42156</c:v>
                </c:pt>
                <c:pt idx="258">
                  <c:v>42186</c:v>
                </c:pt>
                <c:pt idx="259">
                  <c:v>42217</c:v>
                </c:pt>
                <c:pt idx="260">
                  <c:v>42248</c:v>
                </c:pt>
                <c:pt idx="261">
                  <c:v>42278</c:v>
                </c:pt>
                <c:pt idx="262">
                  <c:v>42309</c:v>
                </c:pt>
                <c:pt idx="263">
                  <c:v>42339</c:v>
                </c:pt>
                <c:pt idx="264">
                  <c:v>42370</c:v>
                </c:pt>
                <c:pt idx="265">
                  <c:v>42401</c:v>
                </c:pt>
                <c:pt idx="266">
                  <c:v>42430</c:v>
                </c:pt>
                <c:pt idx="267">
                  <c:v>42461</c:v>
                </c:pt>
              </c:numCache>
            </c:numRef>
          </c:cat>
          <c:val>
            <c:numRef>
              <c:f>Sheet1!$B$2:$B$269</c:f>
              <c:numCache>
                <c:formatCode>0.00</c:formatCode>
                <c:ptCount val="268"/>
                <c:pt idx="0">
                  <c:v>151.4702777777778</c:v>
                </c:pt>
                <c:pt idx="1">
                  <c:v>152.1536111111111</c:v>
                </c:pt>
                <c:pt idx="2">
                  <c:v>152.35777777777778</c:v>
                </c:pt>
                <c:pt idx="3">
                  <c:v>153.59111111111113</c:v>
                </c:pt>
                <c:pt idx="4">
                  <c:v>154.02027777777778</c:v>
                </c:pt>
                <c:pt idx="5">
                  <c:v>154.57305555555558</c:v>
                </c:pt>
                <c:pt idx="6">
                  <c:v>154.91083333333336</c:v>
                </c:pt>
                <c:pt idx="7">
                  <c:v>154.22888888888892</c:v>
                </c:pt>
                <c:pt idx="8">
                  <c:v>153.54722222222225</c:v>
                </c:pt>
                <c:pt idx="9">
                  <c:v>151.80138888888891</c:v>
                </c:pt>
                <c:pt idx="10">
                  <c:v>150.99583333333334</c:v>
                </c:pt>
                <c:pt idx="11">
                  <c:v>149.14416666666668</c:v>
                </c:pt>
                <c:pt idx="12">
                  <c:v>147.11472222222221</c:v>
                </c:pt>
                <c:pt idx="13">
                  <c:v>146.42444444444448</c:v>
                </c:pt>
                <c:pt idx="14">
                  <c:v>144.3388888888889</c:v>
                </c:pt>
                <c:pt idx="15">
                  <c:v>143.5636111111111</c:v>
                </c:pt>
                <c:pt idx="16">
                  <c:v>143.22611111111112</c:v>
                </c:pt>
                <c:pt idx="17">
                  <c:v>144.38388888888889</c:v>
                </c:pt>
                <c:pt idx="18">
                  <c:v>145.8811111111111</c:v>
                </c:pt>
                <c:pt idx="19">
                  <c:v>145.8422222222222</c:v>
                </c:pt>
                <c:pt idx="20">
                  <c:v>147.94499999999999</c:v>
                </c:pt>
                <c:pt idx="21">
                  <c:v>149.38361111111109</c:v>
                </c:pt>
                <c:pt idx="22">
                  <c:v>151.74333333333334</c:v>
                </c:pt>
                <c:pt idx="23">
                  <c:v>155.04916666666665</c:v>
                </c:pt>
                <c:pt idx="24">
                  <c:v>156.86277777777775</c:v>
                </c:pt>
                <c:pt idx="25">
                  <c:v>158.62111111111108</c:v>
                </c:pt>
                <c:pt idx="26">
                  <c:v>160.9111111111111</c:v>
                </c:pt>
                <c:pt idx="27">
                  <c:v>163.2486111111111</c:v>
                </c:pt>
                <c:pt idx="28">
                  <c:v>166.21888888888887</c:v>
                </c:pt>
                <c:pt idx="29">
                  <c:v>169.50527777777776</c:v>
                </c:pt>
                <c:pt idx="30">
                  <c:v>172.38583333333335</c:v>
                </c:pt>
                <c:pt idx="31">
                  <c:v>174.76611111111114</c:v>
                </c:pt>
                <c:pt idx="32">
                  <c:v>177.3725</c:v>
                </c:pt>
                <c:pt idx="33">
                  <c:v>179.16416666666669</c:v>
                </c:pt>
                <c:pt idx="34">
                  <c:v>181.59361111111113</c:v>
                </c:pt>
                <c:pt idx="35">
                  <c:v>182.59000000000003</c:v>
                </c:pt>
                <c:pt idx="36">
                  <c:v>183.84305555555559</c:v>
                </c:pt>
                <c:pt idx="37">
                  <c:v>185.50138888888893</c:v>
                </c:pt>
                <c:pt idx="38">
                  <c:v>186.4</c:v>
                </c:pt>
                <c:pt idx="39">
                  <c:v>186.00138888888893</c:v>
                </c:pt>
                <c:pt idx="40">
                  <c:v>186.25611111111115</c:v>
                </c:pt>
                <c:pt idx="41">
                  <c:v>186.42666666666668</c:v>
                </c:pt>
                <c:pt idx="42">
                  <c:v>188.35583333333335</c:v>
                </c:pt>
                <c:pt idx="43">
                  <c:v>190.60694444444445</c:v>
                </c:pt>
                <c:pt idx="44">
                  <c:v>192.77499999999998</c:v>
                </c:pt>
                <c:pt idx="45">
                  <c:v>195.15111111111113</c:v>
                </c:pt>
                <c:pt idx="46">
                  <c:v>197.13361111111109</c:v>
                </c:pt>
                <c:pt idx="47">
                  <c:v>199.58916666666664</c:v>
                </c:pt>
                <c:pt idx="48">
                  <c:v>204.51583333333329</c:v>
                </c:pt>
                <c:pt idx="49">
                  <c:v>207.45916666666665</c:v>
                </c:pt>
                <c:pt idx="50">
                  <c:v>209.58972222222218</c:v>
                </c:pt>
                <c:pt idx="51">
                  <c:v>213.41888888888886</c:v>
                </c:pt>
                <c:pt idx="52">
                  <c:v>217.03</c:v>
                </c:pt>
                <c:pt idx="53">
                  <c:v>221.04944444444445</c:v>
                </c:pt>
                <c:pt idx="54">
                  <c:v>225.4061111111111</c:v>
                </c:pt>
                <c:pt idx="55">
                  <c:v>229.32000000000002</c:v>
                </c:pt>
                <c:pt idx="56">
                  <c:v>234.18111111111114</c:v>
                </c:pt>
                <c:pt idx="57">
                  <c:v>240.78</c:v>
                </c:pt>
                <c:pt idx="58">
                  <c:v>245.90444444444444</c:v>
                </c:pt>
                <c:pt idx="59">
                  <c:v>249.98916666666662</c:v>
                </c:pt>
                <c:pt idx="60">
                  <c:v>253.03527777777774</c:v>
                </c:pt>
                <c:pt idx="61">
                  <c:v>254.8716666666667</c:v>
                </c:pt>
                <c:pt idx="62">
                  <c:v>257.03138888888884</c:v>
                </c:pt>
                <c:pt idx="63">
                  <c:v>260.20249999999999</c:v>
                </c:pt>
                <c:pt idx="64">
                  <c:v>263.72749999999996</c:v>
                </c:pt>
                <c:pt idx="65">
                  <c:v>268.26777777777784</c:v>
                </c:pt>
                <c:pt idx="66">
                  <c:v>269.13888888888891</c:v>
                </c:pt>
                <c:pt idx="67">
                  <c:v>271.49722222222221</c:v>
                </c:pt>
                <c:pt idx="68">
                  <c:v>273.72638888888889</c:v>
                </c:pt>
                <c:pt idx="69">
                  <c:v>274.90305555555557</c:v>
                </c:pt>
                <c:pt idx="70">
                  <c:v>276.60277777777787</c:v>
                </c:pt>
                <c:pt idx="71">
                  <c:v>277.01027777777779</c:v>
                </c:pt>
                <c:pt idx="72">
                  <c:v>278.04499999999996</c:v>
                </c:pt>
                <c:pt idx="73">
                  <c:v>279.4352777777778</c:v>
                </c:pt>
                <c:pt idx="74">
                  <c:v>279.6466666666667</c:v>
                </c:pt>
                <c:pt idx="75">
                  <c:v>279.9977777777778</c:v>
                </c:pt>
                <c:pt idx="76">
                  <c:v>281.02972222222223</c:v>
                </c:pt>
                <c:pt idx="77">
                  <c:v>282.89333333333326</c:v>
                </c:pt>
                <c:pt idx="78">
                  <c:v>285.44583333333338</c:v>
                </c:pt>
                <c:pt idx="79">
                  <c:v>288.85972222222222</c:v>
                </c:pt>
                <c:pt idx="80">
                  <c:v>292.11416666666668</c:v>
                </c:pt>
                <c:pt idx="81">
                  <c:v>293.61972222222226</c:v>
                </c:pt>
                <c:pt idx="82">
                  <c:v>294.98777777777775</c:v>
                </c:pt>
                <c:pt idx="83">
                  <c:v>294.19777777777779</c:v>
                </c:pt>
                <c:pt idx="84">
                  <c:v>295.76666666666665</c:v>
                </c:pt>
                <c:pt idx="85">
                  <c:v>296.39166666666665</c:v>
                </c:pt>
                <c:pt idx="86">
                  <c:v>298.31333333333333</c:v>
                </c:pt>
                <c:pt idx="87">
                  <c:v>299.9422222222222</c:v>
                </c:pt>
                <c:pt idx="88">
                  <c:v>300.63249999999999</c:v>
                </c:pt>
                <c:pt idx="89">
                  <c:v>303.72249999999997</c:v>
                </c:pt>
                <c:pt idx="90">
                  <c:v>305.42249999999996</c:v>
                </c:pt>
                <c:pt idx="91">
                  <c:v>306.82388888888886</c:v>
                </c:pt>
                <c:pt idx="92">
                  <c:v>306.83055555555552</c:v>
                </c:pt>
                <c:pt idx="93">
                  <c:v>305.00416666666666</c:v>
                </c:pt>
                <c:pt idx="94">
                  <c:v>305.62777777777774</c:v>
                </c:pt>
                <c:pt idx="95">
                  <c:v>305.63777777777773</c:v>
                </c:pt>
                <c:pt idx="96">
                  <c:v>308.08083333333326</c:v>
                </c:pt>
                <c:pt idx="97">
                  <c:v>308.46416666666664</c:v>
                </c:pt>
                <c:pt idx="98">
                  <c:v>309.15638888888884</c:v>
                </c:pt>
                <c:pt idx="99">
                  <c:v>311.55777777777774</c:v>
                </c:pt>
                <c:pt idx="100">
                  <c:v>314.68333333333328</c:v>
                </c:pt>
                <c:pt idx="101">
                  <c:v>319.00527777777774</c:v>
                </c:pt>
                <c:pt idx="102">
                  <c:v>322.34694444444443</c:v>
                </c:pt>
                <c:pt idx="103">
                  <c:v>326.34138888888884</c:v>
                </c:pt>
                <c:pt idx="104">
                  <c:v>330.2349999999999</c:v>
                </c:pt>
                <c:pt idx="105">
                  <c:v>332.84194444444444</c:v>
                </c:pt>
                <c:pt idx="106">
                  <c:v>335.56527777777774</c:v>
                </c:pt>
                <c:pt idx="107">
                  <c:v>337.35111111111109</c:v>
                </c:pt>
                <c:pt idx="108">
                  <c:v>340.31194444444441</c:v>
                </c:pt>
                <c:pt idx="109">
                  <c:v>341.67583333333334</c:v>
                </c:pt>
                <c:pt idx="110">
                  <c:v>345.22444444444443</c:v>
                </c:pt>
                <c:pt idx="111">
                  <c:v>350.84527777777777</c:v>
                </c:pt>
                <c:pt idx="112">
                  <c:v>356.49194444444447</c:v>
                </c:pt>
                <c:pt idx="113">
                  <c:v>362.43083333333334</c:v>
                </c:pt>
                <c:pt idx="114">
                  <c:v>366.67805555555555</c:v>
                </c:pt>
                <c:pt idx="115">
                  <c:v>371.68333333333328</c:v>
                </c:pt>
                <c:pt idx="116">
                  <c:v>376.24083333333328</c:v>
                </c:pt>
                <c:pt idx="117">
                  <c:v>378.64944444444444</c:v>
                </c:pt>
                <c:pt idx="118">
                  <c:v>381.79333333333329</c:v>
                </c:pt>
                <c:pt idx="119">
                  <c:v>383.82111111111112</c:v>
                </c:pt>
                <c:pt idx="120">
                  <c:v>387.96722222222223</c:v>
                </c:pt>
                <c:pt idx="121">
                  <c:v>391.02</c:v>
                </c:pt>
                <c:pt idx="122">
                  <c:v>395.12555555555559</c:v>
                </c:pt>
                <c:pt idx="123">
                  <c:v>401.19972222222231</c:v>
                </c:pt>
                <c:pt idx="124">
                  <c:v>407.17777777777781</c:v>
                </c:pt>
                <c:pt idx="125">
                  <c:v>411.91527777777782</c:v>
                </c:pt>
                <c:pt idx="126">
                  <c:v>417.25638888888886</c:v>
                </c:pt>
                <c:pt idx="127">
                  <c:v>423.86888888888893</c:v>
                </c:pt>
                <c:pt idx="128">
                  <c:v>429.6563888888889</c:v>
                </c:pt>
                <c:pt idx="129">
                  <c:v>434.41305555555556</c:v>
                </c:pt>
                <c:pt idx="130">
                  <c:v>437.47333333333336</c:v>
                </c:pt>
                <c:pt idx="131">
                  <c:v>440.16777777777776</c:v>
                </c:pt>
                <c:pt idx="132">
                  <c:v>440.02749999999992</c:v>
                </c:pt>
                <c:pt idx="133">
                  <c:v>441.47222222222229</c:v>
                </c:pt>
                <c:pt idx="134">
                  <c:v>444.12083333333334</c:v>
                </c:pt>
                <c:pt idx="135">
                  <c:v>448.53527777777776</c:v>
                </c:pt>
                <c:pt idx="136">
                  <c:v>451.83388888888891</c:v>
                </c:pt>
                <c:pt idx="137">
                  <c:v>456.37138888888887</c:v>
                </c:pt>
                <c:pt idx="138">
                  <c:v>458.96805555555562</c:v>
                </c:pt>
                <c:pt idx="139">
                  <c:v>463.06388888888887</c:v>
                </c:pt>
                <c:pt idx="140">
                  <c:v>465.87027777777774</c:v>
                </c:pt>
                <c:pt idx="141">
                  <c:v>466.50305555555559</c:v>
                </c:pt>
                <c:pt idx="142">
                  <c:v>466.97527777777782</c:v>
                </c:pt>
                <c:pt idx="143">
                  <c:v>467.67305555555566</c:v>
                </c:pt>
                <c:pt idx="144">
                  <c:v>467.19055555555559</c:v>
                </c:pt>
                <c:pt idx="145">
                  <c:v>464.86277777777781</c:v>
                </c:pt>
                <c:pt idx="146">
                  <c:v>461.70888888888891</c:v>
                </c:pt>
                <c:pt idx="147">
                  <c:v>459.10499999999996</c:v>
                </c:pt>
                <c:pt idx="148">
                  <c:v>455.6077777777777</c:v>
                </c:pt>
                <c:pt idx="149">
                  <c:v>452.01</c:v>
                </c:pt>
                <c:pt idx="150">
                  <c:v>450.17944444444441</c:v>
                </c:pt>
                <c:pt idx="151">
                  <c:v>447.50166666666667</c:v>
                </c:pt>
                <c:pt idx="152">
                  <c:v>444.04111111111115</c:v>
                </c:pt>
                <c:pt idx="153">
                  <c:v>439.10555555555555</c:v>
                </c:pt>
                <c:pt idx="154">
                  <c:v>434.69861111111118</c:v>
                </c:pt>
                <c:pt idx="155">
                  <c:v>431.00138888888893</c:v>
                </c:pt>
                <c:pt idx="156">
                  <c:v>427.40027777777783</c:v>
                </c:pt>
                <c:pt idx="157">
                  <c:v>422.27527777777783</c:v>
                </c:pt>
                <c:pt idx="158">
                  <c:v>417.54750000000001</c:v>
                </c:pt>
                <c:pt idx="159">
                  <c:v>414.36972222222221</c:v>
                </c:pt>
                <c:pt idx="160">
                  <c:v>412.19749999999999</c:v>
                </c:pt>
                <c:pt idx="161">
                  <c:v>411.50972222222219</c:v>
                </c:pt>
                <c:pt idx="162">
                  <c:v>410.54444444444448</c:v>
                </c:pt>
                <c:pt idx="163">
                  <c:v>412.44138888888887</c:v>
                </c:pt>
                <c:pt idx="164">
                  <c:v>413.82861111111117</c:v>
                </c:pt>
                <c:pt idx="165">
                  <c:v>414.24944444444446</c:v>
                </c:pt>
                <c:pt idx="166">
                  <c:v>415.28305555555562</c:v>
                </c:pt>
                <c:pt idx="167">
                  <c:v>415.65722222222229</c:v>
                </c:pt>
                <c:pt idx="168">
                  <c:v>416.88499999999999</c:v>
                </c:pt>
                <c:pt idx="169">
                  <c:v>416.57361111111118</c:v>
                </c:pt>
                <c:pt idx="170">
                  <c:v>415.33555555555557</c:v>
                </c:pt>
                <c:pt idx="171">
                  <c:v>414.47027777777777</c:v>
                </c:pt>
                <c:pt idx="172">
                  <c:v>411.91027777777776</c:v>
                </c:pt>
                <c:pt idx="173">
                  <c:v>407.92972222222215</c:v>
                </c:pt>
                <c:pt idx="174">
                  <c:v>403.03249999999991</c:v>
                </c:pt>
                <c:pt idx="175">
                  <c:v>398.85666666666657</c:v>
                </c:pt>
                <c:pt idx="176">
                  <c:v>395.57249999999999</c:v>
                </c:pt>
                <c:pt idx="177">
                  <c:v>389.02305555555557</c:v>
                </c:pt>
                <c:pt idx="178">
                  <c:v>380.9661111111111</c:v>
                </c:pt>
                <c:pt idx="179">
                  <c:v>373.33805555555551</c:v>
                </c:pt>
                <c:pt idx="180">
                  <c:v>365.80805555555548</c:v>
                </c:pt>
                <c:pt idx="181">
                  <c:v>354.93611111111102</c:v>
                </c:pt>
                <c:pt idx="182">
                  <c:v>345.43611111111107</c:v>
                </c:pt>
                <c:pt idx="183">
                  <c:v>336.94027777777779</c:v>
                </c:pt>
                <c:pt idx="184">
                  <c:v>327.73361111111109</c:v>
                </c:pt>
                <c:pt idx="185">
                  <c:v>319.82250000000005</c:v>
                </c:pt>
                <c:pt idx="186">
                  <c:v>311.33944444444455</c:v>
                </c:pt>
                <c:pt idx="187">
                  <c:v>305.67861111111119</c:v>
                </c:pt>
                <c:pt idx="188">
                  <c:v>300.70916666666676</c:v>
                </c:pt>
                <c:pt idx="189">
                  <c:v>295.6133333333334</c:v>
                </c:pt>
                <c:pt idx="190">
                  <c:v>287.84972222222228</c:v>
                </c:pt>
                <c:pt idx="191">
                  <c:v>280.74</c:v>
                </c:pt>
                <c:pt idx="192">
                  <c:v>273.95055555555552</c:v>
                </c:pt>
                <c:pt idx="193">
                  <c:v>267.80277777777769</c:v>
                </c:pt>
                <c:pt idx="194">
                  <c:v>261.13472222222219</c:v>
                </c:pt>
                <c:pt idx="195">
                  <c:v>258.68583333333328</c:v>
                </c:pt>
                <c:pt idx="196">
                  <c:v>254.01638888888888</c:v>
                </c:pt>
                <c:pt idx="197">
                  <c:v>246.72055555555548</c:v>
                </c:pt>
                <c:pt idx="198">
                  <c:v>239.48944444444442</c:v>
                </c:pt>
                <c:pt idx="199">
                  <c:v>235.44499999999996</c:v>
                </c:pt>
                <c:pt idx="200">
                  <c:v>231.01999999999992</c:v>
                </c:pt>
                <c:pt idx="201">
                  <c:v>226.26999999999995</c:v>
                </c:pt>
                <c:pt idx="202">
                  <c:v>222.56805555555553</c:v>
                </c:pt>
                <c:pt idx="203">
                  <c:v>218.76611111111109</c:v>
                </c:pt>
                <c:pt idx="204">
                  <c:v>214.26444444444442</c:v>
                </c:pt>
                <c:pt idx="205">
                  <c:v>208.92000000000002</c:v>
                </c:pt>
                <c:pt idx="206">
                  <c:v>203.71861111111116</c:v>
                </c:pt>
                <c:pt idx="207">
                  <c:v>199.2463888888889</c:v>
                </c:pt>
                <c:pt idx="208">
                  <c:v>197.66861111111109</c:v>
                </c:pt>
                <c:pt idx="209">
                  <c:v>195.43805555555554</c:v>
                </c:pt>
                <c:pt idx="210">
                  <c:v>193.4025</c:v>
                </c:pt>
                <c:pt idx="211">
                  <c:v>190.95944444444444</c:v>
                </c:pt>
                <c:pt idx="212">
                  <c:v>187.69144444444444</c:v>
                </c:pt>
                <c:pt idx="213">
                  <c:v>183.30644444444442</c:v>
                </c:pt>
                <c:pt idx="214">
                  <c:v>182.31074999999998</c:v>
                </c:pt>
                <c:pt idx="215">
                  <c:v>182.9060833333333</c:v>
                </c:pt>
                <c:pt idx="216">
                  <c:v>183.7476111111111</c:v>
                </c:pt>
                <c:pt idx="217">
                  <c:v>183.69899999999996</c:v>
                </c:pt>
                <c:pt idx="218">
                  <c:v>184.0912222222222</c:v>
                </c:pt>
                <c:pt idx="219">
                  <c:v>184.5842777777778</c:v>
                </c:pt>
                <c:pt idx="220">
                  <c:v>184.33011111111111</c:v>
                </c:pt>
                <c:pt idx="221">
                  <c:v>183.66455555555555</c:v>
                </c:pt>
                <c:pt idx="222">
                  <c:v>183.81733333333332</c:v>
                </c:pt>
                <c:pt idx="223">
                  <c:v>183.7448333333333</c:v>
                </c:pt>
                <c:pt idx="224">
                  <c:v>183.72677777777776</c:v>
                </c:pt>
                <c:pt idx="225">
                  <c:v>183.65316666666664</c:v>
                </c:pt>
                <c:pt idx="226">
                  <c:v>183.96566666666661</c:v>
                </c:pt>
                <c:pt idx="227">
                  <c:v>184.3101111111111</c:v>
                </c:pt>
                <c:pt idx="228">
                  <c:v>185.5059444444444</c:v>
                </c:pt>
                <c:pt idx="229">
                  <c:v>187.12538888888884</c:v>
                </c:pt>
                <c:pt idx="230">
                  <c:v>189.10116666666664</c:v>
                </c:pt>
                <c:pt idx="231">
                  <c:v>191.55255555555556</c:v>
                </c:pt>
                <c:pt idx="232">
                  <c:v>192.8943611111111</c:v>
                </c:pt>
                <c:pt idx="233">
                  <c:v>194.41847222222219</c:v>
                </c:pt>
                <c:pt idx="234">
                  <c:v>195.19083333333333</c:v>
                </c:pt>
                <c:pt idx="235">
                  <c:v>196.10138888888889</c:v>
                </c:pt>
                <c:pt idx="236">
                  <c:v>196.18277777777777</c:v>
                </c:pt>
                <c:pt idx="237">
                  <c:v>195.79388888888889</c:v>
                </c:pt>
                <c:pt idx="238">
                  <c:v>195.60333333333332</c:v>
                </c:pt>
                <c:pt idx="239">
                  <c:v>194.82361111111109</c:v>
                </c:pt>
                <c:pt idx="240">
                  <c:v>194.54583333333335</c:v>
                </c:pt>
                <c:pt idx="241">
                  <c:v>193.76694444444445</c:v>
                </c:pt>
                <c:pt idx="242">
                  <c:v>192.76277777777779</c:v>
                </c:pt>
                <c:pt idx="243">
                  <c:v>191.95166666666668</c:v>
                </c:pt>
                <c:pt idx="244">
                  <c:v>190.99611111111113</c:v>
                </c:pt>
                <c:pt idx="245">
                  <c:v>190.3405555555556</c:v>
                </c:pt>
                <c:pt idx="246">
                  <c:v>188.46833333333336</c:v>
                </c:pt>
                <c:pt idx="247">
                  <c:v>186.7763888888889</c:v>
                </c:pt>
                <c:pt idx="248">
                  <c:v>184.59083333333334</c:v>
                </c:pt>
                <c:pt idx="249">
                  <c:v>181.76333333333335</c:v>
                </c:pt>
                <c:pt idx="250">
                  <c:v>179.58388888888891</c:v>
                </c:pt>
                <c:pt idx="251">
                  <c:v>176.98527777777778</c:v>
                </c:pt>
                <c:pt idx="252">
                  <c:v>176.20027777777776</c:v>
                </c:pt>
                <c:pt idx="253">
                  <c:v>175.18416666666664</c:v>
                </c:pt>
                <c:pt idx="254">
                  <c:v>174.48</c:v>
                </c:pt>
                <c:pt idx="255">
                  <c:v>175.5397222222222</c:v>
                </c:pt>
                <c:pt idx="256">
                  <c:v>176.36972222222221</c:v>
                </c:pt>
                <c:pt idx="257">
                  <c:v>178.10027777777776</c:v>
                </c:pt>
                <c:pt idx="258">
                  <c:v>179.13694444444445</c:v>
                </c:pt>
                <c:pt idx="259">
                  <c:v>181.10222222222222</c:v>
                </c:pt>
                <c:pt idx="260">
                  <c:v>182.90777777777782</c:v>
                </c:pt>
                <c:pt idx="261">
                  <c:v>184.20472222222224</c:v>
                </c:pt>
                <c:pt idx="262">
                  <c:v>185.9088888888889</c:v>
                </c:pt>
                <c:pt idx="263">
                  <c:v>188.46166666666667</c:v>
                </c:pt>
                <c:pt idx="264">
                  <c:v>191.29916666666665</c:v>
                </c:pt>
                <c:pt idx="265">
                  <c:v>194.1577777777778</c:v>
                </c:pt>
                <c:pt idx="266">
                  <c:v>197.43833333333333</c:v>
                </c:pt>
                <c:pt idx="267">
                  <c:v>201.36166666666665</c:v>
                </c:pt>
              </c:numCache>
            </c:numRef>
          </c:val>
          <c:smooth val="0"/>
        </c:ser>
        <c:dLbls>
          <c:showLegendKey val="0"/>
          <c:showVal val="0"/>
          <c:showCatName val="0"/>
          <c:showSerName val="0"/>
          <c:showPercent val="0"/>
          <c:showBubbleSize val="0"/>
        </c:dLbls>
        <c:marker val="1"/>
        <c:smooth val="0"/>
        <c:axId val="141474432"/>
        <c:axId val="141458816"/>
      </c:lineChart>
      <c:dateAx>
        <c:axId val="114321664"/>
        <c:scaling>
          <c:orientation val="minMax"/>
        </c:scaling>
        <c:delete val="0"/>
        <c:axPos val="b"/>
        <c:numFmt formatCode="m/d/yyyy" sourceLinked="1"/>
        <c:majorTickMark val="out"/>
        <c:minorTickMark val="none"/>
        <c:tickLblPos val="nextTo"/>
        <c:crossAx val="114408064"/>
        <c:crosses val="autoZero"/>
        <c:auto val="1"/>
        <c:lblOffset val="100"/>
        <c:baseTimeUnit val="months"/>
        <c:majorUnit val="12"/>
        <c:majorTimeUnit val="months"/>
      </c:dateAx>
      <c:valAx>
        <c:axId val="114408064"/>
        <c:scaling>
          <c:orientation val="minMax"/>
        </c:scaling>
        <c:delete val="0"/>
        <c:axPos val="l"/>
        <c:numFmt formatCode="0.00" sourceLinked="1"/>
        <c:majorTickMark val="out"/>
        <c:minorTickMark val="none"/>
        <c:tickLblPos val="nextTo"/>
        <c:crossAx val="114321664"/>
        <c:crosses val="autoZero"/>
        <c:crossBetween val="between"/>
      </c:valAx>
      <c:valAx>
        <c:axId val="141458816"/>
        <c:scaling>
          <c:orientation val="minMax"/>
          <c:min val="150"/>
        </c:scaling>
        <c:delete val="0"/>
        <c:axPos val="r"/>
        <c:numFmt formatCode="0.00" sourceLinked="1"/>
        <c:majorTickMark val="out"/>
        <c:minorTickMark val="none"/>
        <c:tickLblPos val="nextTo"/>
        <c:crossAx val="141474432"/>
        <c:crosses val="max"/>
        <c:crossBetween val="between"/>
      </c:valAx>
      <c:dateAx>
        <c:axId val="141474432"/>
        <c:scaling>
          <c:orientation val="minMax"/>
        </c:scaling>
        <c:delete val="1"/>
        <c:axPos val="b"/>
        <c:numFmt formatCode="m/d/yyyy" sourceLinked="1"/>
        <c:majorTickMark val="out"/>
        <c:minorTickMark val="none"/>
        <c:tickLblPos val="nextTo"/>
        <c:crossAx val="141458816"/>
        <c:auto val="1"/>
        <c:lblOffset val="100"/>
        <c:baseTimeUnit val="months"/>
      </c:dateAx>
    </c:plotArea>
    <c:legend>
      <c:legendPos val="b"/>
      <c:layout/>
      <c:overlay val="0"/>
    </c:legend>
    <c:plotVisOnly val="1"/>
    <c:dispBlanksAs val="gap"/>
    <c:showDLblsOverMax val="0"/>
  </c:chart>
  <c:txPr>
    <a:bodyPr/>
    <a:lstStyle/>
    <a:p>
      <a:pPr>
        <a:defRPr sz="1000"/>
      </a:pPr>
      <a:endParaRPr lang="en-US"/>
    </a:p>
  </c:txPr>
  <c:externalData r:id="rId1">
    <c:autoUpdate val="0"/>
  </c:externalData>
</c:chartSpace>
</file>

<file path=ppt/drawings/drawing1.xml><?xml version="1.0" encoding="utf-8"?>
<c:userShapes xmlns:c="http://schemas.openxmlformats.org/drawingml/2006/chart">
  <cdr:relSizeAnchor xmlns:cdr="http://schemas.openxmlformats.org/drawingml/2006/chartDrawing">
    <cdr:from>
      <cdr:x>0.64625</cdr:x>
      <cdr:y>0.48108</cdr:y>
    </cdr:from>
    <cdr:to>
      <cdr:x>0.73489</cdr:x>
      <cdr:y>0.54415</cdr:y>
    </cdr:to>
    <cdr:sp macro="" textlink="">
      <cdr:nvSpPr>
        <cdr:cNvPr id="2" name="Up-Down Arrow 1"/>
        <cdr:cNvSpPr/>
      </cdr:nvSpPr>
      <cdr:spPr>
        <a:xfrm xmlns:a="http://schemas.openxmlformats.org/drawingml/2006/main" rot="5400000">
          <a:off x="4489737" y="1994419"/>
          <a:ext cx="281940" cy="594360"/>
        </a:xfrm>
        <a:prstGeom xmlns:a="http://schemas.openxmlformats.org/drawingml/2006/main" prst="upDownArrow">
          <a:avLst>
            <a:gd name="adj1" fmla="val 27273"/>
            <a:gd name="adj2" fmla="val 41819"/>
          </a:avLst>
        </a:prstGeom>
        <a:ln xmlns:a="http://schemas.openxmlformats.org/drawingml/2006/main">
          <a:no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endParaRPr lang="en-US"/>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1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4738" name="Rectangle 2"/>
          <p:cNvSpPr>
            <a:spLocks noGrp="1" noChangeArrowheads="1"/>
          </p:cNvSpPr>
          <p:nvPr>
            <p:ph type="hdr" sz="quarter"/>
          </p:nvPr>
        </p:nvSpPr>
        <p:spPr bwMode="auto">
          <a:xfrm>
            <a:off x="2" y="6"/>
            <a:ext cx="3005138" cy="459741"/>
          </a:xfrm>
          <a:prstGeom prst="rect">
            <a:avLst/>
          </a:prstGeom>
          <a:noFill/>
          <a:ln w="9525">
            <a:noFill/>
            <a:miter lim="800000"/>
            <a:headEnd/>
            <a:tailEnd/>
          </a:ln>
        </p:spPr>
        <p:txBody>
          <a:bodyPr vert="horz" wrap="square" lIns="91564" tIns="45781" rIns="91564" bIns="45781" numCol="1" anchor="t" anchorCtr="0" compatLnSpc="1">
            <a:prstTxWarp prst="textNoShape">
              <a:avLst/>
            </a:prstTxWarp>
          </a:bodyPr>
          <a:lstStyle>
            <a:lvl1pPr defTabSz="912925">
              <a:defRPr sz="1300">
                <a:latin typeface="Arial" charset="0"/>
              </a:defRPr>
            </a:lvl1pPr>
          </a:lstStyle>
          <a:p>
            <a:pPr>
              <a:defRPr/>
            </a:pPr>
            <a:endParaRPr lang="en-US" dirty="0"/>
          </a:p>
        </p:txBody>
      </p:sp>
      <p:sp>
        <p:nvSpPr>
          <p:cNvPr id="244739" name="Rectangle 3"/>
          <p:cNvSpPr>
            <a:spLocks noGrp="1" noChangeArrowheads="1"/>
          </p:cNvSpPr>
          <p:nvPr>
            <p:ph type="dt" sz="quarter" idx="1"/>
          </p:nvPr>
        </p:nvSpPr>
        <p:spPr bwMode="auto">
          <a:xfrm>
            <a:off x="3927481" y="6"/>
            <a:ext cx="3005138" cy="459741"/>
          </a:xfrm>
          <a:prstGeom prst="rect">
            <a:avLst/>
          </a:prstGeom>
          <a:noFill/>
          <a:ln w="9525">
            <a:noFill/>
            <a:miter lim="800000"/>
            <a:headEnd/>
            <a:tailEnd/>
          </a:ln>
        </p:spPr>
        <p:txBody>
          <a:bodyPr vert="horz" wrap="square" lIns="91564" tIns="45781" rIns="91564" bIns="45781" numCol="1" anchor="t" anchorCtr="0" compatLnSpc="1">
            <a:prstTxWarp prst="textNoShape">
              <a:avLst/>
            </a:prstTxWarp>
          </a:bodyPr>
          <a:lstStyle>
            <a:lvl1pPr algn="r" defTabSz="912925">
              <a:defRPr sz="1300">
                <a:latin typeface="Arial" charset="0"/>
              </a:defRPr>
            </a:lvl1pPr>
          </a:lstStyle>
          <a:p>
            <a:pPr>
              <a:defRPr/>
            </a:pPr>
            <a:endParaRPr lang="en-US" dirty="0"/>
          </a:p>
        </p:txBody>
      </p:sp>
      <p:sp>
        <p:nvSpPr>
          <p:cNvPr id="244740" name="Rectangle 4"/>
          <p:cNvSpPr>
            <a:spLocks noGrp="1" noChangeArrowheads="1"/>
          </p:cNvSpPr>
          <p:nvPr>
            <p:ph type="ftr" sz="quarter" idx="2"/>
          </p:nvPr>
        </p:nvSpPr>
        <p:spPr bwMode="auto">
          <a:xfrm>
            <a:off x="2" y="8758882"/>
            <a:ext cx="3005138" cy="459741"/>
          </a:xfrm>
          <a:prstGeom prst="rect">
            <a:avLst/>
          </a:prstGeom>
          <a:noFill/>
          <a:ln w="9525">
            <a:noFill/>
            <a:miter lim="800000"/>
            <a:headEnd/>
            <a:tailEnd/>
          </a:ln>
        </p:spPr>
        <p:txBody>
          <a:bodyPr vert="horz" wrap="square" lIns="91564" tIns="45781" rIns="91564" bIns="45781" numCol="1" anchor="b" anchorCtr="0" compatLnSpc="1">
            <a:prstTxWarp prst="textNoShape">
              <a:avLst/>
            </a:prstTxWarp>
          </a:bodyPr>
          <a:lstStyle>
            <a:lvl1pPr defTabSz="912925">
              <a:defRPr sz="1300">
                <a:latin typeface="Arial" charset="0"/>
              </a:defRPr>
            </a:lvl1pPr>
          </a:lstStyle>
          <a:p>
            <a:pPr>
              <a:defRPr/>
            </a:pPr>
            <a:endParaRPr lang="en-US" dirty="0"/>
          </a:p>
        </p:txBody>
      </p:sp>
      <p:sp>
        <p:nvSpPr>
          <p:cNvPr id="244741" name="Rectangle 5"/>
          <p:cNvSpPr>
            <a:spLocks noGrp="1" noChangeArrowheads="1"/>
          </p:cNvSpPr>
          <p:nvPr>
            <p:ph type="sldNum" sz="quarter" idx="3"/>
          </p:nvPr>
        </p:nvSpPr>
        <p:spPr bwMode="auto">
          <a:xfrm>
            <a:off x="3927481" y="8758882"/>
            <a:ext cx="3005138" cy="459741"/>
          </a:xfrm>
          <a:prstGeom prst="rect">
            <a:avLst/>
          </a:prstGeom>
          <a:noFill/>
          <a:ln w="9525">
            <a:noFill/>
            <a:miter lim="800000"/>
            <a:headEnd/>
            <a:tailEnd/>
          </a:ln>
        </p:spPr>
        <p:txBody>
          <a:bodyPr vert="horz" wrap="square" lIns="91564" tIns="45781" rIns="91564" bIns="45781" numCol="1" anchor="b" anchorCtr="0" compatLnSpc="1">
            <a:prstTxWarp prst="textNoShape">
              <a:avLst/>
            </a:prstTxWarp>
          </a:bodyPr>
          <a:lstStyle>
            <a:lvl1pPr algn="r" defTabSz="912925">
              <a:defRPr sz="1300">
                <a:latin typeface="Arial" charset="0"/>
              </a:defRPr>
            </a:lvl1pPr>
          </a:lstStyle>
          <a:p>
            <a:pPr>
              <a:defRPr/>
            </a:pPr>
            <a:fld id="{BDCE5F9F-0CCF-4CAC-B31C-496A1DC3068E}" type="slidenum">
              <a:rPr lang="en-US"/>
              <a:pPr>
                <a:defRPr/>
              </a:pPr>
              <a:t>‹#›</a:t>
            </a:fld>
            <a:endParaRPr lang="en-US" dirty="0"/>
          </a:p>
        </p:txBody>
      </p:sp>
    </p:spTree>
    <p:extLst>
      <p:ext uri="{BB962C8B-B14F-4D97-AF65-F5344CB8AC3E}">
        <p14:creationId xmlns:p14="http://schemas.microsoft.com/office/powerpoint/2010/main" val="8606462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1730" name="Rectangle 2"/>
          <p:cNvSpPr>
            <a:spLocks noGrp="1" noChangeArrowheads="1"/>
          </p:cNvSpPr>
          <p:nvPr>
            <p:ph type="hdr" sz="quarter"/>
          </p:nvPr>
        </p:nvSpPr>
        <p:spPr bwMode="auto">
          <a:xfrm>
            <a:off x="2" y="6"/>
            <a:ext cx="3005138" cy="459741"/>
          </a:xfrm>
          <a:prstGeom prst="rect">
            <a:avLst/>
          </a:prstGeom>
          <a:noFill/>
          <a:ln w="9525">
            <a:noFill/>
            <a:miter lim="800000"/>
            <a:headEnd/>
            <a:tailEnd/>
          </a:ln>
        </p:spPr>
        <p:txBody>
          <a:bodyPr vert="horz" wrap="square" lIns="91564" tIns="45781" rIns="91564" bIns="45781" numCol="1" anchor="t" anchorCtr="0" compatLnSpc="1">
            <a:prstTxWarp prst="textNoShape">
              <a:avLst/>
            </a:prstTxWarp>
          </a:bodyPr>
          <a:lstStyle>
            <a:lvl1pPr defTabSz="912925">
              <a:defRPr sz="1300">
                <a:latin typeface="Arial" charset="0"/>
              </a:defRPr>
            </a:lvl1pPr>
          </a:lstStyle>
          <a:p>
            <a:pPr>
              <a:defRPr/>
            </a:pPr>
            <a:endParaRPr lang="en-US" dirty="0"/>
          </a:p>
        </p:txBody>
      </p:sp>
      <p:sp>
        <p:nvSpPr>
          <p:cNvPr id="201731" name="Rectangle 3"/>
          <p:cNvSpPr>
            <a:spLocks noGrp="1" noChangeArrowheads="1"/>
          </p:cNvSpPr>
          <p:nvPr>
            <p:ph type="dt" idx="1"/>
          </p:nvPr>
        </p:nvSpPr>
        <p:spPr bwMode="auto">
          <a:xfrm>
            <a:off x="3927481" y="6"/>
            <a:ext cx="3005138" cy="459741"/>
          </a:xfrm>
          <a:prstGeom prst="rect">
            <a:avLst/>
          </a:prstGeom>
          <a:noFill/>
          <a:ln w="9525">
            <a:noFill/>
            <a:miter lim="800000"/>
            <a:headEnd/>
            <a:tailEnd/>
          </a:ln>
        </p:spPr>
        <p:txBody>
          <a:bodyPr vert="horz" wrap="square" lIns="91564" tIns="45781" rIns="91564" bIns="45781" numCol="1" anchor="t" anchorCtr="0" compatLnSpc="1">
            <a:prstTxWarp prst="textNoShape">
              <a:avLst/>
            </a:prstTxWarp>
          </a:bodyPr>
          <a:lstStyle>
            <a:lvl1pPr algn="r" defTabSz="912925">
              <a:defRPr sz="1300">
                <a:latin typeface="Arial" charset="0"/>
              </a:defRPr>
            </a:lvl1pPr>
          </a:lstStyle>
          <a:p>
            <a:pPr>
              <a:defRPr/>
            </a:pPr>
            <a:endParaRPr lang="en-US" dirty="0"/>
          </a:p>
        </p:txBody>
      </p:sp>
      <p:sp>
        <p:nvSpPr>
          <p:cNvPr id="87044" name="Rectangle 4"/>
          <p:cNvSpPr>
            <a:spLocks noGrp="1" noRot="1" noChangeAspect="1" noChangeArrowheads="1" noTextEdit="1"/>
          </p:cNvSpPr>
          <p:nvPr>
            <p:ph type="sldImg" idx="2"/>
          </p:nvPr>
        </p:nvSpPr>
        <p:spPr bwMode="auto">
          <a:xfrm>
            <a:off x="1230313" y="692150"/>
            <a:ext cx="4473575" cy="3457575"/>
          </a:xfrm>
          <a:prstGeom prst="rect">
            <a:avLst/>
          </a:prstGeom>
          <a:noFill/>
          <a:ln w="9525">
            <a:solidFill>
              <a:srgbClr val="000000"/>
            </a:solidFill>
            <a:miter lim="800000"/>
            <a:headEnd/>
            <a:tailEnd/>
          </a:ln>
        </p:spPr>
      </p:sp>
      <p:sp>
        <p:nvSpPr>
          <p:cNvPr id="201733" name="Rectangle 5"/>
          <p:cNvSpPr>
            <a:spLocks noGrp="1" noChangeArrowheads="1"/>
          </p:cNvSpPr>
          <p:nvPr>
            <p:ph type="body" sz="quarter" idx="3"/>
          </p:nvPr>
        </p:nvSpPr>
        <p:spPr bwMode="auto">
          <a:xfrm>
            <a:off x="693739" y="4380236"/>
            <a:ext cx="5546725" cy="4147189"/>
          </a:xfrm>
          <a:prstGeom prst="rect">
            <a:avLst/>
          </a:prstGeom>
          <a:noFill/>
          <a:ln w="9525">
            <a:noFill/>
            <a:miter lim="800000"/>
            <a:headEnd/>
            <a:tailEnd/>
          </a:ln>
        </p:spPr>
        <p:txBody>
          <a:bodyPr vert="horz" wrap="square" lIns="91564" tIns="45781" rIns="91564" bIns="45781"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01734" name="Rectangle 6"/>
          <p:cNvSpPr>
            <a:spLocks noGrp="1" noChangeArrowheads="1"/>
          </p:cNvSpPr>
          <p:nvPr>
            <p:ph type="ftr" sz="quarter" idx="4"/>
          </p:nvPr>
        </p:nvSpPr>
        <p:spPr bwMode="auto">
          <a:xfrm>
            <a:off x="2" y="8758882"/>
            <a:ext cx="3005138" cy="459741"/>
          </a:xfrm>
          <a:prstGeom prst="rect">
            <a:avLst/>
          </a:prstGeom>
          <a:noFill/>
          <a:ln w="9525">
            <a:noFill/>
            <a:miter lim="800000"/>
            <a:headEnd/>
            <a:tailEnd/>
          </a:ln>
        </p:spPr>
        <p:txBody>
          <a:bodyPr vert="horz" wrap="square" lIns="91564" tIns="45781" rIns="91564" bIns="45781" numCol="1" anchor="b" anchorCtr="0" compatLnSpc="1">
            <a:prstTxWarp prst="textNoShape">
              <a:avLst/>
            </a:prstTxWarp>
          </a:bodyPr>
          <a:lstStyle>
            <a:lvl1pPr defTabSz="912925">
              <a:defRPr sz="1300">
                <a:latin typeface="Arial" charset="0"/>
              </a:defRPr>
            </a:lvl1pPr>
          </a:lstStyle>
          <a:p>
            <a:pPr>
              <a:defRPr/>
            </a:pPr>
            <a:endParaRPr lang="en-US" dirty="0"/>
          </a:p>
        </p:txBody>
      </p:sp>
      <p:sp>
        <p:nvSpPr>
          <p:cNvPr id="201735" name="Rectangle 7"/>
          <p:cNvSpPr>
            <a:spLocks noGrp="1" noChangeArrowheads="1"/>
          </p:cNvSpPr>
          <p:nvPr>
            <p:ph type="sldNum" sz="quarter" idx="5"/>
          </p:nvPr>
        </p:nvSpPr>
        <p:spPr bwMode="auto">
          <a:xfrm>
            <a:off x="3927481" y="8758882"/>
            <a:ext cx="3005138" cy="459741"/>
          </a:xfrm>
          <a:prstGeom prst="rect">
            <a:avLst/>
          </a:prstGeom>
          <a:noFill/>
          <a:ln w="9525">
            <a:noFill/>
            <a:miter lim="800000"/>
            <a:headEnd/>
            <a:tailEnd/>
          </a:ln>
        </p:spPr>
        <p:txBody>
          <a:bodyPr vert="horz" wrap="square" lIns="91564" tIns="45781" rIns="91564" bIns="45781" numCol="1" anchor="b" anchorCtr="0" compatLnSpc="1">
            <a:prstTxWarp prst="textNoShape">
              <a:avLst/>
            </a:prstTxWarp>
          </a:bodyPr>
          <a:lstStyle>
            <a:lvl1pPr algn="r" defTabSz="912925">
              <a:defRPr sz="1300">
                <a:latin typeface="Arial" charset="0"/>
              </a:defRPr>
            </a:lvl1pPr>
          </a:lstStyle>
          <a:p>
            <a:pPr>
              <a:defRPr/>
            </a:pPr>
            <a:fld id="{993BEEDA-D9FC-4A9F-BB3F-83B0CB940930}" type="slidenum">
              <a:rPr lang="en-US"/>
              <a:pPr>
                <a:defRPr/>
              </a:pPr>
              <a:t>‹#›</a:t>
            </a:fld>
            <a:endParaRPr lang="en-US" dirty="0"/>
          </a:p>
        </p:txBody>
      </p:sp>
    </p:spTree>
    <p:extLst>
      <p:ext uri="{BB962C8B-B14F-4D97-AF65-F5344CB8AC3E}">
        <p14:creationId xmlns:p14="http://schemas.microsoft.com/office/powerpoint/2010/main" val="19264655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Arial" charset="0"/>
        <a:ea typeface="+mn-ea"/>
        <a:cs typeface="+mn-cs"/>
      </a:defRPr>
    </a:lvl1pPr>
    <a:lvl2pPr marL="507526" algn="l" rtl="0" eaLnBrk="0" fontAlgn="base" hangingPunct="0">
      <a:spcBef>
        <a:spcPct val="30000"/>
      </a:spcBef>
      <a:spcAft>
        <a:spcPct val="0"/>
      </a:spcAft>
      <a:defRPr sz="1300" kern="1200">
        <a:solidFill>
          <a:schemeClr val="tx1"/>
        </a:solidFill>
        <a:latin typeface="Arial" charset="0"/>
        <a:ea typeface="+mn-ea"/>
        <a:cs typeface="+mn-cs"/>
      </a:defRPr>
    </a:lvl2pPr>
    <a:lvl3pPr marL="1016818" algn="l" rtl="0" eaLnBrk="0" fontAlgn="base" hangingPunct="0">
      <a:spcBef>
        <a:spcPct val="30000"/>
      </a:spcBef>
      <a:spcAft>
        <a:spcPct val="0"/>
      </a:spcAft>
      <a:defRPr sz="1300" kern="1200">
        <a:solidFill>
          <a:schemeClr val="tx1"/>
        </a:solidFill>
        <a:latin typeface="Arial" charset="0"/>
        <a:ea typeface="+mn-ea"/>
        <a:cs typeface="+mn-cs"/>
      </a:defRPr>
    </a:lvl3pPr>
    <a:lvl4pPr marL="1526111" algn="l" rtl="0" eaLnBrk="0" fontAlgn="base" hangingPunct="0">
      <a:spcBef>
        <a:spcPct val="30000"/>
      </a:spcBef>
      <a:spcAft>
        <a:spcPct val="0"/>
      </a:spcAft>
      <a:defRPr sz="1300" kern="1200">
        <a:solidFill>
          <a:schemeClr val="tx1"/>
        </a:solidFill>
        <a:latin typeface="Arial" charset="0"/>
        <a:ea typeface="+mn-ea"/>
        <a:cs typeface="+mn-cs"/>
      </a:defRPr>
    </a:lvl4pPr>
    <a:lvl5pPr marL="2035405" algn="l" rtl="0" eaLnBrk="0" fontAlgn="base" hangingPunct="0">
      <a:spcBef>
        <a:spcPct val="30000"/>
      </a:spcBef>
      <a:spcAft>
        <a:spcPct val="0"/>
      </a:spcAft>
      <a:defRPr sz="1300" kern="1200">
        <a:solidFill>
          <a:schemeClr val="tx1"/>
        </a:solidFill>
        <a:latin typeface="Arial" charset="0"/>
        <a:ea typeface="+mn-ea"/>
        <a:cs typeface="+mn-cs"/>
      </a:defRPr>
    </a:lvl5pPr>
    <a:lvl6pPr marL="2546180" algn="l" defTabSz="1018472" rtl="0" eaLnBrk="1" latinLnBrk="0" hangingPunct="1">
      <a:defRPr sz="1300" kern="1200">
        <a:solidFill>
          <a:schemeClr val="tx1"/>
        </a:solidFill>
        <a:latin typeface="+mn-lt"/>
        <a:ea typeface="+mn-ea"/>
        <a:cs typeface="+mn-cs"/>
      </a:defRPr>
    </a:lvl6pPr>
    <a:lvl7pPr marL="3055417" algn="l" defTabSz="1018472" rtl="0" eaLnBrk="1" latinLnBrk="0" hangingPunct="1">
      <a:defRPr sz="1300" kern="1200">
        <a:solidFill>
          <a:schemeClr val="tx1"/>
        </a:solidFill>
        <a:latin typeface="+mn-lt"/>
        <a:ea typeface="+mn-ea"/>
        <a:cs typeface="+mn-cs"/>
      </a:defRPr>
    </a:lvl7pPr>
    <a:lvl8pPr marL="3564653" algn="l" defTabSz="1018472" rtl="0" eaLnBrk="1" latinLnBrk="0" hangingPunct="1">
      <a:defRPr sz="1300" kern="1200">
        <a:solidFill>
          <a:schemeClr val="tx1"/>
        </a:solidFill>
        <a:latin typeface="+mn-lt"/>
        <a:ea typeface="+mn-ea"/>
        <a:cs typeface="+mn-cs"/>
      </a:defRPr>
    </a:lvl8pPr>
    <a:lvl9pPr marL="4073887" algn="l" defTabSz="1018472" rtl="0" eaLnBrk="1" latinLnBrk="0" hangingPunct="1">
      <a:defRPr sz="13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088" indent="-234895">
              <a:defRPr sz="1200">
                <a:latin typeface="+mn-lt"/>
              </a:defRPr>
            </a:lvl4pPr>
            <a:lvl5pPr marL="1025285" indent="-222198">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1"/>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1"/>
            <a:ext cx="8549640" cy="1700212"/>
          </a:xfrm>
        </p:spPr>
        <p:txBody>
          <a:bodyPr anchor="b"/>
          <a:lstStyle>
            <a:lvl1pPr marL="0" indent="0">
              <a:buNone/>
              <a:defRPr sz="2200"/>
            </a:lvl1pPr>
            <a:lvl2pPr marL="509235" indent="0">
              <a:buNone/>
              <a:defRPr sz="2000"/>
            </a:lvl2pPr>
            <a:lvl3pPr marL="1018472" indent="0">
              <a:buNone/>
              <a:defRPr sz="1800"/>
            </a:lvl3pPr>
            <a:lvl4pPr marL="1527709" indent="0">
              <a:buNone/>
              <a:defRPr sz="1600"/>
            </a:lvl4pPr>
            <a:lvl5pPr marL="2036945" indent="0">
              <a:buNone/>
              <a:defRPr sz="1600"/>
            </a:lvl5pPr>
            <a:lvl6pPr marL="2546180" indent="0">
              <a:buNone/>
              <a:defRPr sz="1600"/>
            </a:lvl6pPr>
            <a:lvl7pPr marL="3055417" indent="0">
              <a:buNone/>
              <a:defRPr sz="1600"/>
            </a:lvl7pPr>
            <a:lvl8pPr marL="3564653" indent="0">
              <a:buNone/>
              <a:defRPr sz="1600"/>
            </a:lvl8pPr>
            <a:lvl9pPr marL="4073887" indent="0">
              <a:buNone/>
              <a:defRPr sz="16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8"/>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8"/>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91418" tIns="45710" rIns="91418" bIns="45710"/>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smtClean="0"/>
              <a:t>Click to edit Master subtitle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306195" y="43183"/>
            <a:ext cx="8574088" cy="609918"/>
          </a:xfrm>
          <a:prstGeom prst="rect">
            <a:avLst/>
          </a:prstGeom>
        </p:spPr>
        <p:txBody>
          <a:bodyPr lIns="91418" tIns="45710" rIns="91418" bIns="45710"/>
          <a:lstStyle/>
          <a:p>
            <a:r>
              <a:rPr lang="en-US" dirty="0"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a:prstGeom prst="rect">
            <a:avLst/>
          </a:prstGeom>
        </p:spPr>
        <p:txBody>
          <a:bodyPr lIns="101847" tIns="50923" rIns="101847" bIns="50923"/>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a:prstGeom prst="rect">
            <a:avLst/>
          </a:prstGeom>
        </p:spPr>
        <p:txBody>
          <a:bodyPr lIns="101847" tIns="50923" rIns="101847" bIns="50923"/>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101858" tIns="50929" rIns="101858" bIns="50929"/>
          <a:lstStyle/>
          <a:p>
            <a:r>
              <a:rPr lang="en-US"/>
              <a:t>Click to edit Master title style</a:t>
            </a:r>
          </a:p>
        </p:txBody>
      </p:sp>
      <p:sp>
        <p:nvSpPr>
          <p:cNvPr id="3" name="Subtitle 2"/>
          <p:cNvSpPr>
            <a:spLocks noGrp="1"/>
          </p:cNvSpPr>
          <p:nvPr>
            <p:ph type="subTitle" idx="1"/>
          </p:nvPr>
        </p:nvSpPr>
        <p:spPr>
          <a:xfrm>
            <a:off x="1508760" y="4404360"/>
            <a:ext cx="7040880" cy="1986280"/>
          </a:xfrm>
          <a:prstGeom prst="rect">
            <a:avLst/>
          </a:prstGeom>
        </p:spPr>
        <p:txBody>
          <a:bodyPr lIns="101858" tIns="50929" rIns="101858" bIns="50929"/>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a:t>Click to edit Master subtitle style</a:t>
            </a: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06195" y="176176"/>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91627" y="6521118"/>
            <a:ext cx="9454198" cy="915732"/>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a:xfrm>
            <a:off x="502920" y="1813563"/>
            <a:ext cx="9052560" cy="5129425"/>
          </a:xfrm>
          <a:prstGeom prst="rect">
            <a:avLst/>
          </a:prstGeom>
        </p:spPr>
        <p:txBody>
          <a:bodyPr lIns="101858" tIns="50929" rIns="101858" bIns="50929"/>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a:prstGeom prst="rect">
            <a:avLst/>
          </a:prstGeo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5" indent="0" algn="ctr">
              <a:buNone/>
              <a:defRPr/>
            </a:lvl2pPr>
            <a:lvl3pPr marL="1018592" indent="0" algn="ctr">
              <a:buNone/>
              <a:defRPr/>
            </a:lvl3pPr>
            <a:lvl4pPr marL="1527887" indent="0" algn="ctr">
              <a:buNone/>
              <a:defRPr/>
            </a:lvl4pPr>
            <a:lvl5pPr marL="2037183" indent="0" algn="ctr">
              <a:buNone/>
              <a:defRPr/>
            </a:lvl5pPr>
            <a:lvl6pPr marL="2546478" indent="0" algn="ctr">
              <a:buNone/>
              <a:defRPr/>
            </a:lvl6pPr>
            <a:lvl7pPr marL="3055774" indent="0" algn="ctr">
              <a:buNone/>
              <a:defRPr/>
            </a:lvl7pPr>
            <a:lvl8pPr marL="3565070" indent="0" algn="ctr">
              <a:buNone/>
              <a:defRPr/>
            </a:lvl8pPr>
            <a:lvl9pPr marL="4074364"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117642391"/>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2"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181" indent="-234922">
              <a:defRPr sz="1200">
                <a:latin typeface="+mn-lt"/>
              </a:defRPr>
            </a:lvl4pPr>
            <a:lvl5pPr marL="1025405" indent="-222224">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859887"/>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0"/>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0"/>
            <a:ext cx="8549640" cy="1700212"/>
          </a:xfrm>
        </p:spPr>
        <p:txBody>
          <a:bodyPr anchor="b"/>
          <a:lstStyle>
            <a:lvl1pPr marL="0" indent="0">
              <a:buNone/>
              <a:defRPr sz="2200"/>
            </a:lvl1pPr>
            <a:lvl2pPr marL="509295" indent="0">
              <a:buNone/>
              <a:defRPr sz="2000"/>
            </a:lvl2pPr>
            <a:lvl3pPr marL="1018592" indent="0">
              <a:buNone/>
              <a:defRPr sz="1800"/>
            </a:lvl3pPr>
            <a:lvl4pPr marL="1527887" indent="0">
              <a:buNone/>
              <a:defRPr sz="1600"/>
            </a:lvl4pPr>
            <a:lvl5pPr marL="2037183" indent="0">
              <a:buNone/>
              <a:defRPr sz="1600"/>
            </a:lvl5pPr>
            <a:lvl6pPr marL="2546478" indent="0">
              <a:buNone/>
              <a:defRPr sz="1600"/>
            </a:lvl6pPr>
            <a:lvl7pPr marL="3055774" indent="0">
              <a:buNone/>
              <a:defRPr sz="1600"/>
            </a:lvl7pPr>
            <a:lvl8pPr marL="3565070" indent="0">
              <a:buNone/>
              <a:defRPr sz="1600"/>
            </a:lvl8pPr>
            <a:lvl9pPr marL="4074364" indent="0">
              <a:buNone/>
              <a:defRPr sz="1600"/>
            </a:lvl9pPr>
          </a:lstStyle>
          <a:p>
            <a:pPr lvl="0"/>
            <a:r>
              <a:rPr lang="en-US" smtClean="0"/>
              <a:t>Click to edit Master text styles</a:t>
            </a:r>
          </a:p>
        </p:txBody>
      </p:sp>
    </p:spTree>
    <p:extLst>
      <p:ext uri="{BB962C8B-B14F-4D97-AF65-F5344CB8AC3E}">
        <p14:creationId xmlns:p14="http://schemas.microsoft.com/office/powerpoint/2010/main" val="42754838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7"/>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7"/>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261345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81207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8463" indent="0" algn="ctr">
              <a:buNone/>
              <a:defRPr/>
            </a:lvl2pPr>
            <a:lvl3pPr marL="1016925" indent="0" algn="ctr">
              <a:buNone/>
              <a:defRPr/>
            </a:lvl3pPr>
            <a:lvl4pPr marL="1525388" indent="0" algn="ctr">
              <a:buNone/>
              <a:defRPr/>
            </a:lvl4pPr>
            <a:lvl5pPr marL="2033851" indent="0" algn="ctr">
              <a:buNone/>
              <a:defRPr/>
            </a:lvl5pPr>
            <a:lvl6pPr marL="2542312" indent="0" algn="ctr">
              <a:buNone/>
              <a:defRPr/>
            </a:lvl6pPr>
            <a:lvl7pPr marL="3050775" indent="0" algn="ctr">
              <a:buNone/>
              <a:defRPr/>
            </a:lvl7pPr>
            <a:lvl8pPr marL="3559239" indent="0" algn="ctr">
              <a:buNone/>
              <a:defRPr/>
            </a:lvl8pPr>
            <a:lvl9pPr marL="4067698"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5802286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1869" indent="-234537">
              <a:defRPr sz="1200">
                <a:latin typeface="+mn-lt"/>
              </a:defRPr>
            </a:lvl4pPr>
            <a:lvl5pPr marL="1023730" indent="-221860">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425115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505"/>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8463" indent="0">
              <a:buNone/>
              <a:defRPr sz="2000"/>
            </a:lvl2pPr>
            <a:lvl3pPr marL="1016925" indent="0">
              <a:buNone/>
              <a:defRPr sz="1800"/>
            </a:lvl3pPr>
            <a:lvl4pPr marL="1525388" indent="0">
              <a:buNone/>
              <a:defRPr sz="1600"/>
            </a:lvl4pPr>
            <a:lvl5pPr marL="2033851" indent="0">
              <a:buNone/>
              <a:defRPr sz="1600"/>
            </a:lvl5pPr>
            <a:lvl6pPr marL="2542312" indent="0">
              <a:buNone/>
              <a:defRPr sz="1600"/>
            </a:lvl6pPr>
            <a:lvl7pPr marL="3050775" indent="0">
              <a:buNone/>
              <a:defRPr sz="1600"/>
            </a:lvl7pPr>
            <a:lvl8pPr marL="3559239" indent="0">
              <a:buNone/>
              <a:defRPr sz="1600"/>
            </a:lvl8pPr>
            <a:lvl9pPr marL="4067698" indent="0">
              <a:buNone/>
              <a:defRPr sz="1600"/>
            </a:lvl9pPr>
          </a:lstStyle>
          <a:p>
            <a:pPr lvl="0"/>
            <a:r>
              <a:rPr lang="en-US" smtClean="0"/>
              <a:t>Click to edit Master text styles</a:t>
            </a:r>
          </a:p>
        </p:txBody>
      </p:sp>
    </p:spTree>
    <p:extLst>
      <p:ext uri="{BB962C8B-B14F-4D97-AF65-F5344CB8AC3E}">
        <p14:creationId xmlns:p14="http://schemas.microsoft.com/office/powerpoint/2010/main" val="40357715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92"/>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92"/>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1161410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902559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9.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4.xml"/><Relationship Id="rId1" Type="http://schemas.openxmlformats.org/officeDocument/2006/relationships/slideLayout" Target="../slideLayouts/slideLayout10.xml"/><Relationship Id="rId5" Type="http://schemas.openxmlformats.org/officeDocument/2006/relationships/image" Target="../media/image4.gif"/><Relationship Id="rId4" Type="http://schemas.openxmlformats.org/officeDocument/2006/relationships/image" Target="../media/image3.jpe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2.xml"/><Relationship Id="rId1" Type="http://schemas.openxmlformats.org/officeDocument/2006/relationships/slideLayout" Target="../slideLayouts/slideLayout11.xml"/><Relationship Id="rId4" Type="http://schemas.openxmlformats.org/officeDocument/2006/relationships/image" Target="../media/image3.jpeg"/></Relationships>
</file>

<file path=ppt/slideMasters/_rels/slideMaster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9.xml"/><Relationship Id="rId1" Type="http://schemas.openxmlformats.org/officeDocument/2006/relationships/slideLayout" Target="../slideLayouts/slideLayout13.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theme" Target="../theme/theme10.xml"/><Relationship Id="rId1" Type="http://schemas.openxmlformats.org/officeDocument/2006/relationships/slideLayout" Target="../slideLayouts/slideLayout14.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1.xml"/><Relationship Id="rId1" Type="http://schemas.openxmlformats.org/officeDocument/2006/relationships/slideLayout" Target="../slideLayouts/slideLayout15.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jpeg"/><Relationship Id="rId1"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theme" Target="../theme/theme13.xml"/><Relationship Id="rId4" Type="http://schemas.openxmlformats.org/officeDocument/2006/relationships/image" Target="../media/image4.gif"/></Relationships>
</file>

<file path=ppt/slideMasters/_rels/slideMaster14.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1.png"/><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heme" Target="../theme/theme14.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_rels/slideMaster15.xml.rels><?xml version="1.0" encoding="UTF-8" standalone="yes"?>
<Relationships xmlns="http://schemas.openxmlformats.org/package/2006/relationships"><Relationship Id="rId3" Type="http://schemas.openxmlformats.org/officeDocument/2006/relationships/slideLayout" Target="../slideLayouts/slideLayout23.xml"/><Relationship Id="rId7" Type="http://schemas.openxmlformats.org/officeDocument/2006/relationships/image" Target="../media/image1.png"/><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theme" Target="../theme/theme15.xml"/><Relationship Id="rId5" Type="http://schemas.openxmlformats.org/officeDocument/2006/relationships/slideLayout" Target="../slideLayouts/slideLayout25.xml"/><Relationship Id="rId4"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0" r:id="rId1"/>
    <p:sldLayoutId id="2147483669" r:id="rId2"/>
    <p:sldLayoutId id="2147483668" r:id="rId3"/>
    <p:sldLayoutId id="2147483667" r:id="rId4"/>
    <p:sldLayoutId id="2147483664"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3314" name="Rectangle 3"/>
          <p:cNvSpPr>
            <a:spLocks noGrp="1" noChangeArrowheads="1"/>
          </p:cNvSpPr>
          <p:nvPr>
            <p:ph type="body" idx="1"/>
          </p:nvPr>
        </p:nvSpPr>
        <p:spPr bwMode="auto">
          <a:xfrm>
            <a:off x="2387124" y="1829756"/>
            <a:ext cx="749315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555039" name="Line 31"/>
          <p:cNvSpPr>
            <a:spLocks noChangeShapeType="1"/>
          </p:cNvSpPr>
          <p:nvPr/>
        </p:nvSpPr>
        <p:spPr bwMode="auto">
          <a:xfrm>
            <a:off x="2305050" y="1887328"/>
            <a:ext cx="0" cy="536691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56"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txBox="1">
            <a:spLocks noChangeArrowheads="1"/>
          </p:cNvSpPr>
          <p:nvPr userDrawn="1"/>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marL="0" marR="0" lvl="0" indent="0" algn="r" defTabSz="914187" rtl="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dirty="0" smtClean="0">
                <a:ln>
                  <a:noFill/>
                </a:ln>
                <a:solidFill>
                  <a:schemeClr val="bg1"/>
                </a:solidFill>
                <a:effectLst/>
                <a:uLnTx/>
                <a:uFillTx/>
                <a:latin typeface="+mj-lt"/>
                <a:ea typeface="+mj-ea"/>
                <a:cs typeface="+mj-cs"/>
              </a:rPr>
              <a:t>Click to edit Master title style</a:t>
            </a:r>
          </a:p>
        </p:txBody>
      </p:sp>
      <p:pic>
        <p:nvPicPr>
          <p:cNvPr id="37" name="Picture 20" descr="Cello_LOGO_Horizontal_Short.png"/>
          <p:cNvPicPr>
            <a:picLocks noChangeAspect="1"/>
          </p:cNvPicPr>
          <p:nvPr userDrawn="1"/>
        </p:nvPicPr>
        <p:blipFill>
          <a:blip r:embed="rId5" cstate="print"/>
          <a:srcRect/>
          <a:stretch>
            <a:fillRect/>
          </a:stretch>
        </p:blipFill>
        <p:spPr bwMode="auto">
          <a:xfrm>
            <a:off x="308121" y="322236"/>
            <a:ext cx="2416810" cy="451590"/>
          </a:xfrm>
          <a:prstGeom prst="rect">
            <a:avLst/>
          </a:prstGeom>
          <a:noFill/>
          <a:ln w="9525">
            <a:noFill/>
            <a:miter lim="800000"/>
            <a:headEnd/>
            <a:tailEnd/>
          </a:ln>
        </p:spPr>
      </p:pic>
      <p:sp>
        <p:nvSpPr>
          <p:cNvPr id="39"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40" name="Straight Connector 39"/>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1" r:id="rId1"/>
    <p:sldLayoutId id="2147483680" r:id="rId2"/>
    <p:sldLayoutId id="2147483676" r:id="rId3"/>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l" rtl="0" eaLnBrk="0" fontAlgn="base" hangingPunct="0">
        <a:spcBef>
          <a:spcPct val="110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2340501" y="1168402"/>
            <a:ext cx="7539782" cy="581342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2302546" y="1265239"/>
            <a:ext cx="0" cy="596868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50" name="Picture 20" descr="Cello_LOGO_Horizontal_Short.png"/>
          <p:cNvPicPr>
            <a:picLocks noChangeAspect="1"/>
          </p:cNvPicPr>
          <p:nvPr userDrawn="1"/>
        </p:nvPicPr>
        <p:blipFill>
          <a:blip r:embed="rId3" cstate="print"/>
          <a:srcRect/>
          <a:stretch>
            <a:fillRect/>
          </a:stretch>
        </p:blipFill>
        <p:spPr bwMode="auto">
          <a:xfrm>
            <a:off x="308121" y="322236"/>
            <a:ext cx="2416810" cy="451590"/>
          </a:xfrm>
          <a:prstGeom prst="rect">
            <a:avLst/>
          </a:prstGeom>
          <a:noFill/>
          <a:ln w="9525">
            <a:noFill/>
            <a:miter lim="800000"/>
            <a:headEnd/>
            <a:tailEnd/>
          </a:ln>
        </p:spPr>
      </p:pic>
      <p:sp>
        <p:nvSpPr>
          <p:cNvPr id="21"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9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3" cstate="print"/>
          <a:srcRect b="3510"/>
          <a:stretch>
            <a:fillRect/>
          </a:stretch>
        </p:blipFill>
        <p:spPr bwMode="auto">
          <a:xfrm>
            <a:off x="228600" y="4769594"/>
            <a:ext cx="9601200" cy="482500"/>
          </a:xfrm>
          <a:prstGeom prst="rect">
            <a:avLst/>
          </a:prstGeom>
          <a:noFill/>
        </p:spPr>
      </p:pic>
      <p:pic>
        <p:nvPicPr>
          <p:cNvPr id="37892" name="Picture 33" descr="Cello_CoverDesigns_FINAL_2-02"/>
          <p:cNvPicPr>
            <a:picLocks noChangeAspect="1" noChangeArrowheads="1"/>
          </p:cNvPicPr>
          <p:nvPr/>
        </p:nvPicPr>
        <p:blipFill>
          <a:blip r:embed="rId4" cstate="print"/>
          <a:srcRect b="13019"/>
          <a:stretch>
            <a:fillRect/>
          </a:stretch>
        </p:blipFill>
        <p:spPr bwMode="auto">
          <a:xfrm>
            <a:off x="228600" y="889638"/>
            <a:ext cx="9601200" cy="3853742"/>
          </a:xfrm>
          <a:prstGeom prst="rect">
            <a:avLst/>
          </a:prstGeom>
          <a:noFill/>
          <a:ln w="9525">
            <a:noFill/>
            <a:miter lim="800000"/>
            <a:headEnd/>
            <a:tailEnd/>
          </a:ln>
        </p:spPr>
      </p:pic>
      <p:grpSp>
        <p:nvGrpSpPr>
          <p:cNvPr id="37897"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0" name="Rectangle 29"/>
          <p:cNvSpPr/>
          <p:nvPr userDrawn="1"/>
        </p:nvSpPr>
        <p:spPr>
          <a:xfrm>
            <a:off x="228600" y="228600"/>
            <a:ext cx="9601200" cy="7315200"/>
          </a:xfrm>
          <a:prstGeom prst="rect">
            <a:avLst/>
          </a:prstGeom>
          <a:noFill/>
          <a:ln>
            <a:solidFill>
              <a:srgbClr val="EFEBE4"/>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39" name="Picture 38" descr="GUGG_logo_262.gif"/>
          <p:cNvPicPr>
            <a:picLocks noChangeAspect="1"/>
          </p:cNvPicPr>
          <p:nvPr userDrawn="1"/>
        </p:nvPicPr>
        <p:blipFill>
          <a:blip r:embed="rId5" cstate="print"/>
          <a:stretch>
            <a:fillRect/>
          </a:stretch>
        </p:blipFill>
        <p:spPr>
          <a:xfrm>
            <a:off x="4043680" y="468949"/>
            <a:ext cx="2072640" cy="153375"/>
          </a:xfrm>
          <a:prstGeom prst="rect">
            <a:avLst/>
          </a:prstGeom>
        </p:spPr>
      </p:pic>
    </p:spTree>
  </p:cSld>
  <p:clrMap bg1="lt1" tx1="dk1" bg2="lt2" tx2="dk2" accent1="accent1" accent2="accent2" accent3="accent3" accent4="accent4" accent5="accent5" accent6="accent6" hlink="hlink" folHlink="folHlink"/>
  <p:sldLayoutIdLst>
    <p:sldLayoutId id="2147483703" r:id="rId1"/>
  </p:sldLayoutIdLst>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8" name="Picture 33" descr="Cello_CoverDesigns_FINAL_2-02"/>
          <p:cNvPicPr>
            <a:picLocks noChangeAspect="1" noChangeArrowheads="1"/>
          </p:cNvPicPr>
          <p:nvPr userDrawn="1"/>
        </p:nvPicPr>
        <p:blipFill>
          <a:blip r:embed="rId4" cstate="print"/>
          <a:srcRect b="13019"/>
          <a:stretch>
            <a:fillRect/>
          </a:stretch>
        </p:blipFill>
        <p:spPr bwMode="auto">
          <a:xfrm>
            <a:off x="228600" y="788038"/>
            <a:ext cx="9601200" cy="3853742"/>
          </a:xfrm>
          <a:prstGeom prst="rect">
            <a:avLst/>
          </a:prstGeom>
          <a:noFill/>
          <a:ln w="9525">
            <a:noFill/>
            <a:miter lim="800000"/>
            <a:headEnd/>
            <a:tailEnd/>
          </a:ln>
        </p:spPr>
      </p:pic>
      <p:sp>
        <p:nvSpPr>
          <p:cNvPr id="364592"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64594"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64597" name="Group 33"/>
          <p:cNvGrpSpPr>
            <a:grpSpLocks/>
          </p:cNvGrpSpPr>
          <p:nvPr userDrawn="1"/>
        </p:nvGrpSpPr>
        <p:grpSpPr bwMode="auto">
          <a:xfrm>
            <a:off x="1011082" y="3986954"/>
            <a:ext cx="2175828" cy="2880466"/>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4"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37" r:id="rId1"/>
    <p:sldLayoutId id="2147483743" r:id="rId2"/>
  </p:sldLayoutIdLst>
  <p:timing>
    <p:tnLst>
      <p:par>
        <p:cTn id="1" dur="indefinite" restart="never" nodeType="tmRoot"/>
      </p:par>
    </p:tnLst>
  </p:timing>
  <p:txStyles>
    <p:titleStyle>
      <a:lvl1pPr algn="ctr" rtl="0" fontAlgn="base">
        <a:spcBef>
          <a:spcPct val="0"/>
        </a:spcBef>
        <a:spcAft>
          <a:spcPct val="0"/>
        </a:spcAft>
        <a:defRPr sz="4900">
          <a:solidFill>
            <a:schemeClr val="tx2"/>
          </a:solidFill>
          <a:latin typeface="+mj-lt"/>
          <a:ea typeface="+mj-ea"/>
          <a:cs typeface="+mj-cs"/>
        </a:defRPr>
      </a:lvl1pPr>
      <a:lvl2pPr algn="ctr" rtl="0" fontAlgn="base">
        <a:spcBef>
          <a:spcPct val="0"/>
        </a:spcBef>
        <a:spcAft>
          <a:spcPct val="0"/>
        </a:spcAft>
        <a:defRPr sz="4900">
          <a:solidFill>
            <a:schemeClr val="tx2"/>
          </a:solidFill>
          <a:latin typeface="Cambria" pitchFamily="18" charset="0"/>
        </a:defRPr>
      </a:lvl2pPr>
      <a:lvl3pPr algn="ctr" rtl="0" fontAlgn="base">
        <a:spcBef>
          <a:spcPct val="0"/>
        </a:spcBef>
        <a:spcAft>
          <a:spcPct val="0"/>
        </a:spcAft>
        <a:defRPr sz="4900">
          <a:solidFill>
            <a:schemeClr val="tx2"/>
          </a:solidFill>
          <a:latin typeface="Cambria" pitchFamily="18" charset="0"/>
        </a:defRPr>
      </a:lvl3pPr>
      <a:lvl4pPr algn="ctr" rtl="0" fontAlgn="base">
        <a:spcBef>
          <a:spcPct val="0"/>
        </a:spcBef>
        <a:spcAft>
          <a:spcPct val="0"/>
        </a:spcAft>
        <a:defRPr sz="4900">
          <a:solidFill>
            <a:schemeClr val="tx2"/>
          </a:solidFill>
          <a:latin typeface="Cambria" pitchFamily="18" charset="0"/>
        </a:defRPr>
      </a:lvl4pPr>
      <a:lvl5pPr algn="ctr" rtl="0" fontAlgn="base">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fontAlgn="base">
        <a:spcBef>
          <a:spcPct val="20000"/>
        </a:spcBef>
        <a:spcAft>
          <a:spcPct val="0"/>
        </a:spcAft>
        <a:buChar char="•"/>
        <a:defRPr sz="3600">
          <a:solidFill>
            <a:schemeClr val="tx1"/>
          </a:solidFill>
          <a:latin typeface="+mn-lt"/>
          <a:ea typeface="+mn-ea"/>
          <a:cs typeface="+mn-cs"/>
        </a:defRPr>
      </a:lvl1pPr>
      <a:lvl2pPr marL="825834" indent="-316540" algn="l" rtl="0" fontAlgn="base">
        <a:spcBef>
          <a:spcPct val="20000"/>
        </a:spcBef>
        <a:spcAft>
          <a:spcPct val="0"/>
        </a:spcAft>
        <a:buChar char="–"/>
        <a:defRPr sz="3100">
          <a:solidFill>
            <a:schemeClr val="tx1"/>
          </a:solidFill>
          <a:latin typeface="+mn-lt"/>
        </a:defRPr>
      </a:lvl2pPr>
      <a:lvl3pPr marL="1271465" indent="-252880" algn="l" rtl="0" fontAlgn="base">
        <a:spcBef>
          <a:spcPct val="20000"/>
        </a:spcBef>
        <a:spcAft>
          <a:spcPct val="0"/>
        </a:spcAft>
        <a:buChar char="•"/>
        <a:defRPr sz="2700">
          <a:solidFill>
            <a:schemeClr val="tx1"/>
          </a:solidFill>
          <a:latin typeface="+mn-lt"/>
        </a:defRPr>
      </a:lvl3pPr>
      <a:lvl4pPr marL="1780758" indent="-252880" algn="l" rtl="0" fontAlgn="base">
        <a:spcBef>
          <a:spcPct val="20000"/>
        </a:spcBef>
        <a:spcAft>
          <a:spcPct val="0"/>
        </a:spcAft>
        <a:buChar char="–"/>
        <a:defRPr sz="2200">
          <a:solidFill>
            <a:schemeClr val="tx1"/>
          </a:solidFill>
          <a:latin typeface="+mn-lt"/>
        </a:defRPr>
      </a:lvl4pPr>
      <a:lvl5pPr marL="2290051" indent="-252880" algn="l" rtl="0" fontAlgn="base">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56406"/>
            <a:ext cx="9601200" cy="4295367"/>
          </a:xfrm>
          <a:prstGeom prst="rect">
            <a:avLst/>
          </a:prstGeom>
          <a:noFill/>
        </p:spPr>
      </p:pic>
      <p:sp>
        <p:nvSpPr>
          <p:cNvPr id="323601" name="Line 17"/>
          <p:cNvSpPr>
            <a:spLocks noChangeShapeType="1"/>
          </p:cNvSpPr>
          <p:nvPr/>
        </p:nvSpPr>
        <p:spPr bwMode="auto">
          <a:xfrm>
            <a:off x="228588" y="5157198"/>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sp>
        <p:nvSpPr>
          <p:cNvPr id="2" name="Line 17"/>
          <p:cNvSpPr>
            <a:spLocks noChangeShapeType="1"/>
          </p:cNvSpPr>
          <p:nvPr/>
        </p:nvSpPr>
        <p:spPr bwMode="auto">
          <a:xfrm>
            <a:off x="218111"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grpSp>
        <p:nvGrpSpPr>
          <p:cNvPr id="50185"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2471" name="Picture 33" descr="Cello_CoverDesigns_FINAL_2-02"/>
          <p:cNvPicPr>
            <a:picLocks noChangeAspect="1" noChangeArrowheads="1"/>
          </p:cNvPicPr>
          <p:nvPr userDrawn="1"/>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pic>
        <p:nvPicPr>
          <p:cNvPr id="62472" name="Picture 31" descr="Cello_CoverDesigns_FINAL_3and4-01"/>
          <p:cNvPicPr>
            <a:picLocks noChangeAspect="1" noChangeArrowheads="1"/>
          </p:cNvPicPr>
          <p:nvPr userDrawn="1"/>
        </p:nvPicPr>
        <p:blipFill>
          <a:blip r:embed="rId3" cstate="print"/>
          <a:srcRect t="88849"/>
          <a:stretch>
            <a:fillRect/>
          </a:stretch>
        </p:blipFill>
        <p:spPr bwMode="auto">
          <a:xfrm>
            <a:off x="228600" y="4687169"/>
            <a:ext cx="9601200" cy="482373"/>
          </a:xfrm>
          <a:prstGeom prst="rect">
            <a:avLst/>
          </a:prstGeom>
          <a:noFill/>
          <a:ln w="9525">
            <a:noFill/>
            <a:miter lim="800000"/>
            <a:headEnd/>
            <a:tailEnd/>
          </a:ln>
        </p:spPr>
      </p:pic>
      <p:grpSp>
        <p:nvGrpSpPr>
          <p:cNvPr id="62478" name="Group 33"/>
          <p:cNvGrpSpPr>
            <a:grpSpLocks/>
          </p:cNvGrpSpPr>
          <p:nvPr userDrawn="1"/>
        </p:nvGrpSpPr>
        <p:grpSpPr bwMode="auto">
          <a:xfrm>
            <a:off x="3794604" y="3762061"/>
            <a:ext cx="2507615" cy="3319462"/>
            <a:chOff x="2173" y="2091"/>
            <a:chExt cx="1436" cy="1845"/>
          </a:xfrm>
        </p:grpSpPr>
        <p:sp>
          <p:nvSpPr>
            <p:cNvPr id="50"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51"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52"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3"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4"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55"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6"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7"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58"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59"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7" name="Rectangle 20"/>
          <p:cNvSpPr>
            <a:spLocks noChangeArrowheads="1"/>
          </p:cNvSpPr>
          <p:nvPr userDrawn="1"/>
        </p:nvSpPr>
        <p:spPr bwMode="auto">
          <a:xfrm>
            <a:off x="228600" y="228600"/>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Arial" charset="0"/>
        </a:defRPr>
      </a:lvl2pPr>
      <a:lvl3pPr algn="ctr" rtl="0" eaLnBrk="0" fontAlgn="base" hangingPunct="0">
        <a:spcBef>
          <a:spcPct val="0"/>
        </a:spcBef>
        <a:spcAft>
          <a:spcPct val="0"/>
        </a:spcAft>
        <a:defRPr sz="4900">
          <a:solidFill>
            <a:schemeClr val="tx2"/>
          </a:solidFill>
          <a:latin typeface="Arial" charset="0"/>
        </a:defRPr>
      </a:lvl3pPr>
      <a:lvl4pPr algn="ctr" rtl="0" eaLnBrk="0" fontAlgn="base" hangingPunct="0">
        <a:spcBef>
          <a:spcPct val="0"/>
        </a:spcBef>
        <a:spcAft>
          <a:spcPct val="0"/>
        </a:spcAft>
        <a:defRPr sz="4900">
          <a:solidFill>
            <a:schemeClr val="tx2"/>
          </a:solidFill>
          <a:latin typeface="Arial" charset="0"/>
        </a:defRPr>
      </a:lvl4pPr>
      <a:lvl5pPr algn="ctr" rtl="0" eaLnBrk="0" fontAlgn="base" hangingPunct="0">
        <a:spcBef>
          <a:spcPct val="0"/>
        </a:spcBef>
        <a:spcAft>
          <a:spcPct val="0"/>
        </a:spcAft>
        <a:defRPr sz="4900">
          <a:solidFill>
            <a:schemeClr val="tx2"/>
          </a:solidFill>
          <a:latin typeface="Arial" charset="0"/>
        </a:defRPr>
      </a:lvl5pPr>
      <a:lvl6pPr marL="509292" algn="ctr" rtl="0" fontAlgn="base">
        <a:spcBef>
          <a:spcPct val="0"/>
        </a:spcBef>
        <a:spcAft>
          <a:spcPct val="0"/>
        </a:spcAft>
        <a:defRPr sz="4900">
          <a:solidFill>
            <a:schemeClr val="tx2"/>
          </a:solidFill>
          <a:latin typeface="Arial" charset="0"/>
        </a:defRPr>
      </a:lvl6pPr>
      <a:lvl7pPr marL="1018586" algn="ctr" rtl="0" fontAlgn="base">
        <a:spcBef>
          <a:spcPct val="0"/>
        </a:spcBef>
        <a:spcAft>
          <a:spcPct val="0"/>
        </a:spcAft>
        <a:defRPr sz="4900">
          <a:solidFill>
            <a:schemeClr val="tx2"/>
          </a:solidFill>
          <a:latin typeface="Arial" charset="0"/>
        </a:defRPr>
      </a:lvl7pPr>
      <a:lvl8pPr marL="1527879" algn="ctr" rtl="0" fontAlgn="base">
        <a:spcBef>
          <a:spcPct val="0"/>
        </a:spcBef>
        <a:spcAft>
          <a:spcPct val="0"/>
        </a:spcAft>
        <a:defRPr sz="4900">
          <a:solidFill>
            <a:schemeClr val="tx2"/>
          </a:solidFill>
          <a:latin typeface="Arial" charset="0"/>
        </a:defRPr>
      </a:lvl8pPr>
      <a:lvl9pPr marL="2037173" algn="ctr" rtl="0" fontAlgn="base">
        <a:spcBef>
          <a:spcPct val="0"/>
        </a:spcBef>
        <a:spcAft>
          <a:spcPct val="0"/>
        </a:spcAft>
        <a:defRPr sz="4900">
          <a:solidFill>
            <a:schemeClr val="tx2"/>
          </a:solidFill>
          <a:latin typeface="Arial" charset="0"/>
        </a:defRPr>
      </a:lvl9pPr>
    </p:titleStyle>
    <p:bodyStyle>
      <a:lvl1pPr marL="381970" indent="-381970" algn="l" rtl="0" eaLnBrk="0" fontAlgn="base" hangingPunct="0">
        <a:spcBef>
          <a:spcPct val="20000"/>
        </a:spcBef>
        <a:spcAft>
          <a:spcPct val="0"/>
        </a:spcAft>
        <a:buChar char="•"/>
        <a:defRPr sz="3600">
          <a:solidFill>
            <a:schemeClr val="tx1"/>
          </a:solidFill>
          <a:latin typeface="+mn-lt"/>
          <a:ea typeface="+mn-ea"/>
          <a:cs typeface="+mn-cs"/>
        </a:defRPr>
      </a:lvl1pPr>
      <a:lvl2pPr marL="827601" indent="-318309" algn="l" rtl="0" eaLnBrk="0" fontAlgn="base" hangingPunct="0">
        <a:spcBef>
          <a:spcPct val="20000"/>
        </a:spcBef>
        <a:spcAft>
          <a:spcPct val="0"/>
        </a:spcAft>
        <a:buChar char="–"/>
        <a:defRPr sz="3100">
          <a:solidFill>
            <a:schemeClr val="tx1"/>
          </a:solidFill>
          <a:latin typeface="+mn-lt"/>
        </a:defRPr>
      </a:lvl2pPr>
      <a:lvl3pPr marL="1273233" indent="-254646" algn="l" rtl="0" eaLnBrk="0" fontAlgn="base" hangingPunct="0">
        <a:spcBef>
          <a:spcPct val="20000"/>
        </a:spcBef>
        <a:spcAft>
          <a:spcPct val="0"/>
        </a:spcAft>
        <a:buChar char="•"/>
        <a:defRPr sz="2700">
          <a:solidFill>
            <a:schemeClr val="tx1"/>
          </a:solidFill>
          <a:latin typeface="+mn-lt"/>
        </a:defRPr>
      </a:lvl3pPr>
      <a:lvl4pPr marL="1782525" indent="-254646" algn="l" rtl="0" eaLnBrk="0" fontAlgn="base" hangingPunct="0">
        <a:spcBef>
          <a:spcPct val="20000"/>
        </a:spcBef>
        <a:spcAft>
          <a:spcPct val="0"/>
        </a:spcAft>
        <a:buChar char="–"/>
        <a:defRPr sz="2200">
          <a:solidFill>
            <a:schemeClr val="tx1"/>
          </a:solidFill>
          <a:latin typeface="+mn-lt"/>
        </a:defRPr>
      </a:lvl4pPr>
      <a:lvl5pPr marL="2291819" indent="-254646" algn="l" rtl="0" eaLnBrk="0" fontAlgn="base" hangingPunct="0">
        <a:spcBef>
          <a:spcPct val="20000"/>
        </a:spcBef>
        <a:spcAft>
          <a:spcPct val="0"/>
        </a:spcAft>
        <a:buChar char="»"/>
        <a:defRPr sz="2200">
          <a:solidFill>
            <a:schemeClr val="tx1"/>
          </a:solidFill>
          <a:latin typeface="+mn-lt"/>
        </a:defRPr>
      </a:lvl5pPr>
      <a:lvl6pPr marL="2801112" indent="-254646" algn="l" rtl="0" fontAlgn="base">
        <a:spcBef>
          <a:spcPct val="20000"/>
        </a:spcBef>
        <a:spcAft>
          <a:spcPct val="0"/>
        </a:spcAft>
        <a:buChar char="»"/>
        <a:defRPr sz="2200">
          <a:solidFill>
            <a:schemeClr val="tx1"/>
          </a:solidFill>
          <a:latin typeface="+mn-lt"/>
        </a:defRPr>
      </a:lvl6pPr>
      <a:lvl7pPr marL="3310406" indent="-254646" algn="l" rtl="0" fontAlgn="base">
        <a:spcBef>
          <a:spcPct val="20000"/>
        </a:spcBef>
        <a:spcAft>
          <a:spcPct val="0"/>
        </a:spcAft>
        <a:buChar char="»"/>
        <a:defRPr sz="2200">
          <a:solidFill>
            <a:schemeClr val="tx1"/>
          </a:solidFill>
          <a:latin typeface="+mn-lt"/>
        </a:defRPr>
      </a:lvl7pPr>
      <a:lvl8pPr marL="3819698" indent="-254646" algn="l" rtl="0" fontAlgn="base">
        <a:spcBef>
          <a:spcPct val="20000"/>
        </a:spcBef>
        <a:spcAft>
          <a:spcPct val="0"/>
        </a:spcAft>
        <a:buChar char="»"/>
        <a:defRPr sz="2200">
          <a:solidFill>
            <a:schemeClr val="tx1"/>
          </a:solidFill>
          <a:latin typeface="+mn-lt"/>
        </a:defRPr>
      </a:lvl8pPr>
      <a:lvl9pPr marL="4328992" indent="-254646"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4754" name="Picture 33" descr="Cello_CoverDesigns_FINAL_2-02"/>
          <p:cNvPicPr>
            <a:picLocks noChangeAspect="1" noChangeArrowheads="1"/>
          </p:cNvPicPr>
          <p:nvPr/>
        </p:nvPicPr>
        <p:blipFill>
          <a:blip r:embed="rId2" cstate="print"/>
          <a:srcRect t="88007" b="1381"/>
          <a:stretch>
            <a:fillRect/>
          </a:stretch>
        </p:blipFill>
        <p:spPr bwMode="auto">
          <a:xfrm>
            <a:off x="228600" y="4714830"/>
            <a:ext cx="9601200" cy="470140"/>
          </a:xfrm>
          <a:prstGeom prst="rect">
            <a:avLst/>
          </a:prstGeom>
          <a:noFill/>
          <a:ln w="9525">
            <a:noFill/>
            <a:miter lim="800000"/>
            <a:headEnd/>
            <a:tailEnd/>
          </a:ln>
        </p:spPr>
      </p:pic>
      <p:pic>
        <p:nvPicPr>
          <p:cNvPr id="74756" name="Picture 33" descr="Cello_CoverDesigns_FINAL_2-02"/>
          <p:cNvPicPr>
            <a:picLocks noChangeAspect="1" noChangeArrowheads="1"/>
          </p:cNvPicPr>
          <p:nvPr/>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grpSp>
        <p:nvGrpSpPr>
          <p:cNvPr id="74761" name="Group 19"/>
          <p:cNvGrpSpPr>
            <a:grpSpLocks/>
          </p:cNvGrpSpPr>
          <p:nvPr/>
        </p:nvGrpSpPr>
        <p:grpSpPr bwMode="auto">
          <a:xfrm>
            <a:off x="4498340" y="4332396"/>
            <a:ext cx="1068705" cy="1417743"/>
            <a:chOff x="2173" y="2091"/>
            <a:chExt cx="1436" cy="1845"/>
          </a:xfrm>
        </p:grpSpPr>
        <p:sp>
          <p:nvSpPr>
            <p:cNvPr id="323607" name="Freeform 23"/>
            <p:cNvSpPr>
              <a:spLocks/>
            </p:cNvSpPr>
            <p:nvPr userDrawn="1"/>
          </p:nvSpPr>
          <p:spPr bwMode="auto">
            <a:xfrm>
              <a:off x="2192" y="3620"/>
              <a:ext cx="279"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3"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2"/>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7" y="3627"/>
              <a:ext cx="256" cy="302"/>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299" y="3620"/>
              <a:ext cx="310"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2"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8" cy="1393"/>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7" y="2105"/>
              <a:ext cx="784" cy="1393"/>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4" cy="1393"/>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74762" name="Rectangle 30"/>
          <p:cNvSpPr>
            <a:spLocks noGrp="1" noChangeArrowheads="1"/>
          </p:cNvSpPr>
          <p:nvPr>
            <p:ph type="title"/>
          </p:nvPr>
        </p:nvSpPr>
        <p:spPr bwMode="auto">
          <a:xfrm>
            <a:off x="493294" y="6160168"/>
            <a:ext cx="9071812" cy="987922"/>
          </a:xfrm>
          <a:prstGeom prst="rect">
            <a:avLst/>
          </a:prstGeom>
          <a:noFill/>
          <a:ln w="9525">
            <a:noFill/>
            <a:miter lim="800000"/>
            <a:headEnd/>
            <a:tailEnd/>
          </a:ln>
        </p:spPr>
        <p:txBody>
          <a:bodyPr vert="horz" wrap="square" lIns="101858" tIns="50929" rIns="101858" bIns="50929" numCol="1" anchor="ctr" anchorCtr="0" compatLnSpc="1">
            <a:prstTxWarp prst="textNoShape">
              <a:avLst/>
            </a:prstTxWarp>
          </a:bodyPr>
          <a:lstStyle/>
          <a:p>
            <a:pPr lvl="0"/>
            <a:r>
              <a:rPr lang="en-US" smtClean="0"/>
              <a:t>Click to edit Master title style</a:t>
            </a:r>
          </a:p>
        </p:txBody>
      </p:sp>
      <p:sp>
        <p:nvSpPr>
          <p:cNvPr id="46" name="Rectangle 20"/>
          <p:cNvSpPr>
            <a:spLocks noChangeArrowheads="1"/>
          </p:cNvSpPr>
          <p:nvPr userDrawn="1"/>
        </p:nvSpPr>
        <p:spPr bwMode="auto">
          <a:xfrm>
            <a:off x="228600" y="231774"/>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1809115" y="1313395"/>
            <a:ext cx="807116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1789907" y="1394357"/>
            <a:ext cx="0" cy="5849725"/>
          </a:xfrm>
          <a:prstGeom prst="line">
            <a:avLst/>
          </a:prstGeom>
          <a:noFill/>
          <a:ln w="3175">
            <a:solidFill>
              <a:schemeClr val="accent1"/>
            </a:solidFill>
            <a:round/>
            <a:headEnd/>
            <a:tailEnd/>
          </a:ln>
          <a:effectLst/>
        </p:spPr>
        <p:txBody>
          <a:bodyPr lIns="101858" tIns="50929" rIns="101858" bIns="50929"/>
          <a:lstStyle/>
          <a:p>
            <a:pPr>
              <a:defRPr/>
            </a:pPr>
            <a:endParaRPr lang="en-US" dirty="0">
              <a:solidFill>
                <a:srgbClr val="000000"/>
              </a:solidFill>
            </a:endParaRPr>
          </a:p>
        </p:txBody>
      </p:sp>
      <p:sp>
        <p:nvSpPr>
          <p:cNvPr id="45"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solidFill>
                <a:srgbClr val="000000"/>
              </a:solidFill>
            </a:endParaRPr>
          </a:p>
        </p:txBody>
      </p:sp>
      <p:sp>
        <p:nvSpPr>
          <p:cNvPr id="21"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2"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49"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4"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5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8" name="Picture 33" descr="Cello_CoverDesigns_FINAL_2-02"/>
          <p:cNvPicPr>
            <a:picLocks noChangeAspect="1" noChangeArrowheads="1"/>
          </p:cNvPicPr>
          <p:nvPr userDrawn="1"/>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29"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0"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1" name="Group 33"/>
          <p:cNvGrpSpPr>
            <a:grpSpLocks/>
          </p:cNvGrpSpPr>
          <p:nvPr userDrawn="1"/>
        </p:nvGrpSpPr>
        <p:grpSpPr bwMode="auto">
          <a:xfrm>
            <a:off x="1011082" y="3986954"/>
            <a:ext cx="2175828" cy="2880466"/>
            <a:chOff x="2173" y="2091"/>
            <a:chExt cx="1436" cy="1845"/>
          </a:xfrm>
        </p:grpSpPr>
        <p:sp>
          <p:nvSpPr>
            <p:cNvPr id="32"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4"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5"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6"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7"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8"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9"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40"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41"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42"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3"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63" r:id="rId1"/>
  </p:sldLayoutIdLst>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42901" y="1567075"/>
            <a:ext cx="9372600" cy="5375910"/>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20"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1"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2"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36"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3"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8" name="Straight Connector 37"/>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75"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323601" name="Line 17"/>
          <p:cNvSpPr>
            <a:spLocks noChangeShapeType="1"/>
          </p:cNvSpPr>
          <p:nvPr/>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 name="Line 17"/>
          <p:cNvSpPr>
            <a:spLocks noChangeShapeType="1"/>
          </p:cNvSpPr>
          <p:nvPr/>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grpSp>
        <p:nvGrpSpPr>
          <p:cNvPr id="4"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solidFill>
                <a:srgbClr val="000000"/>
              </a:solidFill>
            </a:endParaRPr>
          </a:p>
        </p:txBody>
      </p:sp>
      <p:pic>
        <p:nvPicPr>
          <p:cNvPr id="28" name="Picture 27" descr="GUGG_logo_262.gif"/>
          <p:cNvPicPr>
            <a:picLocks noChangeAspect="1"/>
          </p:cNvPicPr>
          <p:nvPr userDrawn="1"/>
        </p:nvPicPr>
        <p:blipFill>
          <a:blip r:embed="rId3"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2" cstate="print"/>
          <a:srcRect b="3510"/>
          <a:stretch>
            <a:fillRect/>
          </a:stretch>
        </p:blipFill>
        <p:spPr bwMode="auto">
          <a:xfrm>
            <a:off x="228600" y="4697402"/>
            <a:ext cx="9601200" cy="482500"/>
          </a:xfrm>
          <a:prstGeom prst="rect">
            <a:avLst/>
          </a:prstGeom>
          <a:noFill/>
        </p:spPr>
      </p:pic>
      <p:pic>
        <p:nvPicPr>
          <p:cNvPr id="37892" name="Picture 33" descr="Cello_CoverDesigns_FINAL_2-02"/>
          <p:cNvPicPr>
            <a:picLocks noChangeAspect="1" noChangeArrowheads="1"/>
          </p:cNvPicPr>
          <p:nvPr/>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33" name="Rectangle 20"/>
          <p:cNvSpPr>
            <a:spLocks noChangeArrowheads="1"/>
          </p:cNvSpPr>
          <p:nvPr/>
        </p:nvSpPr>
        <p:spPr bwMode="auto">
          <a:xfrm>
            <a:off x="228600" y="228600"/>
            <a:ext cx="9601200" cy="7315200"/>
          </a:xfrm>
          <a:prstGeom prst="rect">
            <a:avLst/>
          </a:prstGeom>
          <a:noFill/>
          <a:ln w="38100">
            <a:solidFill>
              <a:srgbClr val="DAD6D3"/>
            </a:solidFill>
            <a:miter lim="800000"/>
            <a:headEnd/>
            <a:tailEnd/>
          </a:ln>
          <a:effectLst/>
        </p:spPr>
        <p:txBody>
          <a:bodyPr wrap="none" lIns="101847" tIns="50923" rIns="101847" bIns="50923" anchor="ctr"/>
          <a:lstStyle/>
          <a:p>
            <a:pPr>
              <a:defRPr/>
            </a:pPr>
            <a:endParaRPr lang="en-US" dirty="0">
              <a:solidFill>
                <a:srgbClr val="000000"/>
              </a:solidFill>
            </a:endParaRPr>
          </a:p>
        </p:txBody>
      </p:sp>
      <p:grpSp>
        <p:nvGrpSpPr>
          <p:cNvPr id="4" name="Group 33"/>
          <p:cNvGrpSpPr>
            <a:grpSpLocks/>
          </p:cNvGrpSpPr>
          <p:nvPr/>
        </p:nvGrpSpPr>
        <p:grpSpPr bwMode="auto">
          <a:xfrm>
            <a:off x="3775395"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pic>
        <p:nvPicPr>
          <p:cNvPr id="27" name="Picture 26" descr="GUGG_logo_262.gif"/>
          <p:cNvPicPr>
            <a:picLocks noChangeAspect="1"/>
          </p:cNvPicPr>
          <p:nvPr userDrawn="1"/>
        </p:nvPicPr>
        <p:blipFill>
          <a:blip r:embed="rId4"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1"/>
            <a:ext cx="9601200" cy="649224"/>
          </a:xfrm>
          <a:prstGeom prst="rect">
            <a:avLst/>
          </a:prstGeom>
          <a:solidFill>
            <a:srgbClr val="2E398A"/>
          </a:solidFill>
          <a:ln w="9525">
            <a:noFill/>
            <a:miter lim="800000"/>
            <a:headEnd/>
            <a:tailEnd/>
          </a:ln>
          <a:effectLst/>
        </p:spPr>
        <p:txBody>
          <a:bodyPr wrap="none" lIns="101859" tIns="50929" rIns="101859" bIns="50929" anchor="ctr"/>
          <a:lstStyle/>
          <a:p>
            <a:pPr defTabSz="1018824">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4" y="220861"/>
            <a:ext cx="7280116" cy="6441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1" y="7333576"/>
            <a:ext cx="827723" cy="213400"/>
          </a:xfrm>
          <a:prstGeom prst="rect">
            <a:avLst/>
          </a:prstGeom>
          <a:noFill/>
          <a:ln w="9525">
            <a:noFill/>
            <a:miter lim="800000"/>
            <a:headEnd/>
            <a:tailEnd/>
          </a:ln>
          <a:effectLst/>
        </p:spPr>
        <p:txBody>
          <a:bodyPr lIns="0" tIns="0" rIns="0" bIns="0" anchor="b"/>
          <a:lstStyle/>
          <a:p>
            <a:pPr defTabSz="1018824">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8824">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6047961"/>
      </p:ext>
    </p:extLst>
  </p:cSld>
  <p:clrMap bg1="lt1" tx1="dk1" bg2="lt2" tx2="dk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5" algn="r" rtl="0" fontAlgn="base">
        <a:spcBef>
          <a:spcPct val="0"/>
        </a:spcBef>
        <a:spcAft>
          <a:spcPct val="0"/>
        </a:spcAft>
        <a:defRPr sz="1900">
          <a:solidFill>
            <a:schemeClr val="bg1"/>
          </a:solidFill>
          <a:latin typeface="Calisto MT" pitchFamily="18" charset="0"/>
        </a:defRPr>
      </a:lvl6pPr>
      <a:lvl7pPr marL="1018592" algn="r" rtl="0" fontAlgn="base">
        <a:spcBef>
          <a:spcPct val="0"/>
        </a:spcBef>
        <a:spcAft>
          <a:spcPct val="0"/>
        </a:spcAft>
        <a:defRPr sz="1900">
          <a:solidFill>
            <a:schemeClr val="bg1"/>
          </a:solidFill>
          <a:latin typeface="Calisto MT" pitchFamily="18" charset="0"/>
        </a:defRPr>
      </a:lvl7pPr>
      <a:lvl8pPr marL="1527887" algn="r" rtl="0" fontAlgn="base">
        <a:spcBef>
          <a:spcPct val="0"/>
        </a:spcBef>
        <a:spcAft>
          <a:spcPct val="0"/>
        </a:spcAft>
        <a:defRPr sz="1900">
          <a:solidFill>
            <a:schemeClr val="bg1"/>
          </a:solidFill>
          <a:latin typeface="Calisto MT" pitchFamily="18" charset="0"/>
        </a:defRPr>
      </a:lvl8pPr>
      <a:lvl9pPr marL="2037183" algn="r" rtl="0" fontAlgn="base">
        <a:spcBef>
          <a:spcPct val="0"/>
        </a:spcBef>
        <a:spcAft>
          <a:spcPct val="0"/>
        </a:spcAft>
        <a:defRPr sz="1900">
          <a:solidFill>
            <a:schemeClr val="bg1"/>
          </a:solidFill>
          <a:latin typeface="Calisto MT" pitchFamily="18" charset="0"/>
        </a:defRPr>
      </a:lvl9pPr>
    </p:titleStyle>
    <p:bodyStyle>
      <a:lvl1pPr marL="187470" indent="-187470"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709" indent="-185703"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948" indent="-185703"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966" indent="-252909" algn="l" rtl="0" eaLnBrk="0" fontAlgn="base" hangingPunct="0">
        <a:spcBef>
          <a:spcPct val="20000"/>
        </a:spcBef>
        <a:spcAft>
          <a:spcPct val="0"/>
        </a:spcAft>
        <a:buChar char="–"/>
        <a:defRPr sz="1600">
          <a:solidFill>
            <a:schemeClr val="tx1"/>
          </a:solidFill>
          <a:latin typeface="Arial" charset="0"/>
        </a:defRPr>
      </a:lvl4pPr>
      <a:lvl5pPr marL="2290319" indent="-252909" algn="l" rtl="0" eaLnBrk="0" fontAlgn="base" hangingPunct="0">
        <a:spcBef>
          <a:spcPct val="20000"/>
        </a:spcBef>
        <a:spcAft>
          <a:spcPct val="0"/>
        </a:spcAft>
        <a:buChar char="»"/>
        <a:defRPr sz="1600">
          <a:solidFill>
            <a:schemeClr val="tx1"/>
          </a:solidFill>
          <a:latin typeface="Arial" charset="0"/>
        </a:defRPr>
      </a:lvl5pPr>
      <a:lvl6pPr marL="2801126" indent="-254647" algn="l" rtl="0" fontAlgn="base">
        <a:spcBef>
          <a:spcPct val="20000"/>
        </a:spcBef>
        <a:spcAft>
          <a:spcPct val="0"/>
        </a:spcAft>
        <a:buChar char="»"/>
        <a:defRPr sz="1600">
          <a:solidFill>
            <a:schemeClr val="tx1"/>
          </a:solidFill>
          <a:latin typeface="Arial" charset="0"/>
        </a:defRPr>
      </a:lvl6pPr>
      <a:lvl7pPr marL="3310422" indent="-254647" algn="l" rtl="0" fontAlgn="base">
        <a:spcBef>
          <a:spcPct val="20000"/>
        </a:spcBef>
        <a:spcAft>
          <a:spcPct val="0"/>
        </a:spcAft>
        <a:buChar char="»"/>
        <a:defRPr sz="1600">
          <a:solidFill>
            <a:schemeClr val="tx1"/>
          </a:solidFill>
          <a:latin typeface="Arial" charset="0"/>
        </a:defRPr>
      </a:lvl7pPr>
      <a:lvl8pPr marL="3819717" indent="-254647" algn="l" rtl="0" fontAlgn="base">
        <a:spcBef>
          <a:spcPct val="20000"/>
        </a:spcBef>
        <a:spcAft>
          <a:spcPct val="0"/>
        </a:spcAft>
        <a:buChar char="»"/>
        <a:defRPr sz="1600">
          <a:solidFill>
            <a:schemeClr val="tx1"/>
          </a:solidFill>
          <a:latin typeface="Arial" charset="0"/>
        </a:defRPr>
      </a:lvl8pPr>
      <a:lvl9pPr marL="4329012" indent="-25464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92" rtl="0" eaLnBrk="1" latinLnBrk="0" hangingPunct="1">
        <a:defRPr sz="2000" kern="1200">
          <a:solidFill>
            <a:schemeClr val="tx1"/>
          </a:solidFill>
          <a:latin typeface="+mn-lt"/>
          <a:ea typeface="+mn-ea"/>
          <a:cs typeface="+mn-cs"/>
        </a:defRPr>
      </a:lvl1pPr>
      <a:lvl2pPr marL="509295" algn="l" defTabSz="1018592" rtl="0" eaLnBrk="1" latinLnBrk="0" hangingPunct="1">
        <a:defRPr sz="2000" kern="1200">
          <a:solidFill>
            <a:schemeClr val="tx1"/>
          </a:solidFill>
          <a:latin typeface="+mn-lt"/>
          <a:ea typeface="+mn-ea"/>
          <a:cs typeface="+mn-cs"/>
        </a:defRPr>
      </a:lvl2pPr>
      <a:lvl3pPr marL="1018592" algn="l" defTabSz="1018592" rtl="0" eaLnBrk="1" latinLnBrk="0" hangingPunct="1">
        <a:defRPr sz="2000" kern="1200">
          <a:solidFill>
            <a:schemeClr val="tx1"/>
          </a:solidFill>
          <a:latin typeface="+mn-lt"/>
          <a:ea typeface="+mn-ea"/>
          <a:cs typeface="+mn-cs"/>
        </a:defRPr>
      </a:lvl3pPr>
      <a:lvl4pPr marL="1527887" algn="l" defTabSz="1018592" rtl="0" eaLnBrk="1" latinLnBrk="0" hangingPunct="1">
        <a:defRPr sz="2000" kern="1200">
          <a:solidFill>
            <a:schemeClr val="tx1"/>
          </a:solidFill>
          <a:latin typeface="+mn-lt"/>
          <a:ea typeface="+mn-ea"/>
          <a:cs typeface="+mn-cs"/>
        </a:defRPr>
      </a:lvl4pPr>
      <a:lvl5pPr marL="2037183" algn="l" defTabSz="1018592" rtl="0" eaLnBrk="1" latinLnBrk="0" hangingPunct="1">
        <a:defRPr sz="2000" kern="1200">
          <a:solidFill>
            <a:schemeClr val="tx1"/>
          </a:solidFill>
          <a:latin typeface="+mn-lt"/>
          <a:ea typeface="+mn-ea"/>
          <a:cs typeface="+mn-cs"/>
        </a:defRPr>
      </a:lvl5pPr>
      <a:lvl6pPr marL="2546478" algn="l" defTabSz="1018592" rtl="0" eaLnBrk="1" latinLnBrk="0" hangingPunct="1">
        <a:defRPr sz="2000" kern="1200">
          <a:solidFill>
            <a:schemeClr val="tx1"/>
          </a:solidFill>
          <a:latin typeface="+mn-lt"/>
          <a:ea typeface="+mn-ea"/>
          <a:cs typeface="+mn-cs"/>
        </a:defRPr>
      </a:lvl6pPr>
      <a:lvl7pPr marL="3055774" algn="l" defTabSz="1018592" rtl="0" eaLnBrk="1" latinLnBrk="0" hangingPunct="1">
        <a:defRPr sz="2000" kern="1200">
          <a:solidFill>
            <a:schemeClr val="tx1"/>
          </a:solidFill>
          <a:latin typeface="+mn-lt"/>
          <a:ea typeface="+mn-ea"/>
          <a:cs typeface="+mn-cs"/>
        </a:defRPr>
      </a:lvl7pPr>
      <a:lvl8pPr marL="3565070" algn="l" defTabSz="1018592" rtl="0" eaLnBrk="1" latinLnBrk="0" hangingPunct="1">
        <a:defRPr sz="2000" kern="1200">
          <a:solidFill>
            <a:schemeClr val="tx1"/>
          </a:solidFill>
          <a:latin typeface="+mn-lt"/>
          <a:ea typeface="+mn-ea"/>
          <a:cs typeface="+mn-cs"/>
        </a:defRPr>
      </a:lvl8pPr>
      <a:lvl9pPr marL="4074364" algn="l" defTabSz="1018592" rtl="0" eaLnBrk="1" latinLnBrk="0" hangingPunct="1">
        <a:defRPr sz="20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1692" tIns="50847" rIns="101692" bIns="50847" anchor="ctr"/>
          <a:lstStyle/>
          <a:p>
            <a:pPr defTabSz="1017157">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17" y="7333576"/>
            <a:ext cx="827723" cy="213400"/>
          </a:xfrm>
          <a:prstGeom prst="rect">
            <a:avLst/>
          </a:prstGeom>
          <a:noFill/>
          <a:ln w="9525">
            <a:noFill/>
            <a:miter lim="800000"/>
            <a:headEnd/>
            <a:tailEnd/>
          </a:ln>
          <a:effectLst/>
        </p:spPr>
        <p:txBody>
          <a:bodyPr lIns="0" tIns="0" rIns="0" bIns="0" anchor="b"/>
          <a:lstStyle/>
          <a:p>
            <a:pPr defTabSz="1017157">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7157">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7169777"/>
      </p:ext>
    </p:extLst>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8463" algn="r" rtl="0" fontAlgn="base">
        <a:spcBef>
          <a:spcPct val="0"/>
        </a:spcBef>
        <a:spcAft>
          <a:spcPct val="0"/>
        </a:spcAft>
        <a:defRPr sz="1900">
          <a:solidFill>
            <a:schemeClr val="bg1"/>
          </a:solidFill>
          <a:latin typeface="Calisto MT" pitchFamily="18" charset="0"/>
        </a:defRPr>
      </a:lvl6pPr>
      <a:lvl7pPr marL="1016925" algn="r" rtl="0" fontAlgn="base">
        <a:spcBef>
          <a:spcPct val="0"/>
        </a:spcBef>
        <a:spcAft>
          <a:spcPct val="0"/>
        </a:spcAft>
        <a:defRPr sz="1900">
          <a:solidFill>
            <a:schemeClr val="bg1"/>
          </a:solidFill>
          <a:latin typeface="Calisto MT" pitchFamily="18" charset="0"/>
        </a:defRPr>
      </a:lvl7pPr>
      <a:lvl8pPr marL="1525388" algn="r" rtl="0" fontAlgn="base">
        <a:spcBef>
          <a:spcPct val="0"/>
        </a:spcBef>
        <a:spcAft>
          <a:spcPct val="0"/>
        </a:spcAft>
        <a:defRPr sz="1900">
          <a:solidFill>
            <a:schemeClr val="bg1"/>
          </a:solidFill>
          <a:latin typeface="Calisto MT" pitchFamily="18" charset="0"/>
        </a:defRPr>
      </a:lvl8pPr>
      <a:lvl9pPr marL="2033851" algn="r" rtl="0" fontAlgn="base">
        <a:spcBef>
          <a:spcPct val="0"/>
        </a:spcBef>
        <a:spcAft>
          <a:spcPct val="0"/>
        </a:spcAft>
        <a:defRPr sz="1900">
          <a:solidFill>
            <a:schemeClr val="bg1"/>
          </a:solidFill>
          <a:latin typeface="Calisto MT" pitchFamily="18" charset="0"/>
        </a:defRPr>
      </a:lvl9pPr>
    </p:titleStyle>
    <p:bodyStyle>
      <a:lvl1pPr marL="187164" indent="-187164"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093" indent="-185400"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023" indent="-185400"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78054" indent="-252500" algn="l" rtl="0" eaLnBrk="0" fontAlgn="base" hangingPunct="0">
        <a:spcBef>
          <a:spcPct val="20000"/>
        </a:spcBef>
        <a:spcAft>
          <a:spcPct val="0"/>
        </a:spcAft>
        <a:buChar char="–"/>
        <a:defRPr sz="1600">
          <a:solidFill>
            <a:schemeClr val="tx1"/>
          </a:solidFill>
          <a:latin typeface="Arial" charset="0"/>
        </a:defRPr>
      </a:lvl4pPr>
      <a:lvl5pPr marL="2286573" indent="-252500" algn="l" rtl="0" eaLnBrk="0" fontAlgn="base" hangingPunct="0">
        <a:spcBef>
          <a:spcPct val="20000"/>
        </a:spcBef>
        <a:spcAft>
          <a:spcPct val="0"/>
        </a:spcAft>
        <a:buChar char="»"/>
        <a:defRPr sz="1600">
          <a:solidFill>
            <a:schemeClr val="tx1"/>
          </a:solidFill>
          <a:latin typeface="Arial" charset="0"/>
        </a:defRPr>
      </a:lvl5pPr>
      <a:lvl6pPr marL="2796545" indent="-254235" algn="l" rtl="0" fontAlgn="base">
        <a:spcBef>
          <a:spcPct val="20000"/>
        </a:spcBef>
        <a:spcAft>
          <a:spcPct val="0"/>
        </a:spcAft>
        <a:buChar char="»"/>
        <a:defRPr sz="1600">
          <a:solidFill>
            <a:schemeClr val="tx1"/>
          </a:solidFill>
          <a:latin typeface="Arial" charset="0"/>
        </a:defRPr>
      </a:lvl6pPr>
      <a:lvl7pPr marL="3305008" indent="-254235" algn="l" rtl="0" fontAlgn="base">
        <a:spcBef>
          <a:spcPct val="20000"/>
        </a:spcBef>
        <a:spcAft>
          <a:spcPct val="0"/>
        </a:spcAft>
        <a:buChar char="»"/>
        <a:defRPr sz="1600">
          <a:solidFill>
            <a:schemeClr val="tx1"/>
          </a:solidFill>
          <a:latin typeface="Arial" charset="0"/>
        </a:defRPr>
      </a:lvl7pPr>
      <a:lvl8pPr marL="3813470" indent="-254235" algn="l" rtl="0" fontAlgn="base">
        <a:spcBef>
          <a:spcPct val="20000"/>
        </a:spcBef>
        <a:spcAft>
          <a:spcPct val="0"/>
        </a:spcAft>
        <a:buChar char="»"/>
        <a:defRPr sz="1600">
          <a:solidFill>
            <a:schemeClr val="tx1"/>
          </a:solidFill>
          <a:latin typeface="Arial" charset="0"/>
        </a:defRPr>
      </a:lvl8pPr>
      <a:lvl9pPr marL="4321928" indent="-254235"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6925" rtl="0" eaLnBrk="1" latinLnBrk="0" hangingPunct="1">
        <a:defRPr sz="2000" kern="1200">
          <a:solidFill>
            <a:schemeClr val="tx1"/>
          </a:solidFill>
          <a:latin typeface="+mn-lt"/>
          <a:ea typeface="+mn-ea"/>
          <a:cs typeface="+mn-cs"/>
        </a:defRPr>
      </a:lvl1pPr>
      <a:lvl2pPr marL="508463" algn="l" defTabSz="1016925" rtl="0" eaLnBrk="1" latinLnBrk="0" hangingPunct="1">
        <a:defRPr sz="2000" kern="1200">
          <a:solidFill>
            <a:schemeClr val="tx1"/>
          </a:solidFill>
          <a:latin typeface="+mn-lt"/>
          <a:ea typeface="+mn-ea"/>
          <a:cs typeface="+mn-cs"/>
        </a:defRPr>
      </a:lvl2pPr>
      <a:lvl3pPr marL="1016925" algn="l" defTabSz="1016925" rtl="0" eaLnBrk="1" latinLnBrk="0" hangingPunct="1">
        <a:defRPr sz="2000" kern="1200">
          <a:solidFill>
            <a:schemeClr val="tx1"/>
          </a:solidFill>
          <a:latin typeface="+mn-lt"/>
          <a:ea typeface="+mn-ea"/>
          <a:cs typeface="+mn-cs"/>
        </a:defRPr>
      </a:lvl3pPr>
      <a:lvl4pPr marL="1525388" algn="l" defTabSz="1016925" rtl="0" eaLnBrk="1" latinLnBrk="0" hangingPunct="1">
        <a:defRPr sz="2000" kern="1200">
          <a:solidFill>
            <a:schemeClr val="tx1"/>
          </a:solidFill>
          <a:latin typeface="+mn-lt"/>
          <a:ea typeface="+mn-ea"/>
          <a:cs typeface="+mn-cs"/>
        </a:defRPr>
      </a:lvl4pPr>
      <a:lvl5pPr marL="2033851" algn="l" defTabSz="1016925" rtl="0" eaLnBrk="1" latinLnBrk="0" hangingPunct="1">
        <a:defRPr sz="2000" kern="1200">
          <a:solidFill>
            <a:schemeClr val="tx1"/>
          </a:solidFill>
          <a:latin typeface="+mn-lt"/>
          <a:ea typeface="+mn-ea"/>
          <a:cs typeface="+mn-cs"/>
        </a:defRPr>
      </a:lvl5pPr>
      <a:lvl6pPr marL="2542312" algn="l" defTabSz="1016925" rtl="0" eaLnBrk="1" latinLnBrk="0" hangingPunct="1">
        <a:defRPr sz="2000" kern="1200">
          <a:solidFill>
            <a:schemeClr val="tx1"/>
          </a:solidFill>
          <a:latin typeface="+mn-lt"/>
          <a:ea typeface="+mn-ea"/>
          <a:cs typeface="+mn-cs"/>
        </a:defRPr>
      </a:lvl6pPr>
      <a:lvl7pPr marL="3050775" algn="l" defTabSz="1016925" rtl="0" eaLnBrk="1" latinLnBrk="0" hangingPunct="1">
        <a:defRPr sz="2000" kern="1200">
          <a:solidFill>
            <a:schemeClr val="tx1"/>
          </a:solidFill>
          <a:latin typeface="+mn-lt"/>
          <a:ea typeface="+mn-ea"/>
          <a:cs typeface="+mn-cs"/>
        </a:defRPr>
      </a:lvl7pPr>
      <a:lvl8pPr marL="3559239" algn="l" defTabSz="1016925" rtl="0" eaLnBrk="1" latinLnBrk="0" hangingPunct="1">
        <a:defRPr sz="2000" kern="1200">
          <a:solidFill>
            <a:schemeClr val="tx1"/>
          </a:solidFill>
          <a:latin typeface="+mn-lt"/>
          <a:ea typeface="+mn-ea"/>
          <a:cs typeface="+mn-cs"/>
        </a:defRPr>
      </a:lvl8pPr>
      <a:lvl9pPr marL="4067698" algn="l" defTabSz="1016925"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304657" y="5582952"/>
            <a:ext cx="4310742" cy="369332"/>
          </a:xfrm>
          <a:prstGeom prst="rect">
            <a:avLst/>
          </a:prstGeom>
          <a:noFill/>
        </p:spPr>
        <p:txBody>
          <a:bodyPr wrap="square" rtlCol="0">
            <a:spAutoFit/>
          </a:bodyPr>
          <a:lstStyle/>
          <a:p>
            <a:pPr algn="r"/>
            <a:r>
              <a:rPr lang="en-US" dirty="0" smtClean="0">
                <a:solidFill>
                  <a:schemeClr val="accent1"/>
                </a:solidFill>
                <a:latin typeface="Calibri" panose="020F0502020204030204" pitchFamily="34" charset="0"/>
              </a:rPr>
              <a:t>Comparing Credit Availability Indices</a:t>
            </a:r>
            <a:endParaRPr lang="en-US" dirty="0">
              <a:solidFill>
                <a:schemeClr val="accent1"/>
              </a:solidFill>
              <a:latin typeface="Calibri" panose="020F0502020204030204" pitchFamily="34" charset="0"/>
            </a:endParaRPr>
          </a:p>
        </p:txBody>
      </p:sp>
      <p:sp>
        <p:nvSpPr>
          <p:cNvPr id="5" name="TextBox 4"/>
          <p:cNvSpPr txBox="1"/>
          <p:nvPr/>
        </p:nvSpPr>
        <p:spPr>
          <a:xfrm>
            <a:off x="5304657" y="6115097"/>
            <a:ext cx="4310742" cy="369332"/>
          </a:xfrm>
          <a:prstGeom prst="rect">
            <a:avLst/>
          </a:prstGeom>
          <a:noFill/>
        </p:spPr>
        <p:txBody>
          <a:bodyPr wrap="square" rtlCol="0">
            <a:spAutoFit/>
          </a:bodyPr>
          <a:lstStyle/>
          <a:p>
            <a:pPr algn="r"/>
            <a:r>
              <a:rPr lang="en-US" dirty="0" smtClean="0">
                <a:solidFill>
                  <a:schemeClr val="accent1"/>
                </a:solidFill>
                <a:latin typeface="Calibri" panose="020F0502020204030204" pitchFamily="34" charset="0"/>
              </a:rPr>
              <a:t>June 2016</a:t>
            </a:r>
            <a:endParaRPr lang="en-US" dirty="0">
              <a:solidFill>
                <a:schemeClr val="accent1"/>
              </a:solidFill>
              <a:latin typeface="Calibri" panose="020F0502020204030204" pitchFamily="34" charset="0"/>
            </a:endParaRPr>
          </a:p>
        </p:txBody>
      </p:sp>
    </p:spTree>
    <p:extLst>
      <p:ext uri="{BB962C8B-B14F-4D97-AF65-F5344CB8AC3E}">
        <p14:creationId xmlns:p14="http://schemas.microsoft.com/office/powerpoint/2010/main" val="196404001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8536836" y="2216487"/>
            <a:ext cx="832713" cy="1894637"/>
          </a:xfrm>
          <a:prstGeom prst="rect">
            <a:avLst/>
          </a:prstGeom>
          <a:solidFill>
            <a:schemeClr val="accent3">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3430828" y="2216488"/>
            <a:ext cx="753465" cy="1894637"/>
          </a:xfrm>
          <a:prstGeom prst="rect">
            <a:avLst/>
          </a:prstGeom>
          <a:solidFill>
            <a:schemeClr val="accent3">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037587" y="219672"/>
            <a:ext cx="6806130" cy="677966"/>
          </a:xfrm>
        </p:spPr>
        <p:txBody>
          <a:bodyPr/>
          <a:lstStyle/>
          <a:p>
            <a:r>
              <a:rPr lang="en-US" sz="1600" dirty="0" smtClean="0">
                <a:latin typeface="+mn-lt"/>
              </a:rPr>
              <a:t>I. Problem We </a:t>
            </a:r>
            <a:r>
              <a:rPr lang="en-US" sz="1600" dirty="0">
                <a:latin typeface="+mn-lt"/>
              </a:rPr>
              <a:t>A</a:t>
            </a:r>
            <a:r>
              <a:rPr lang="en-US" sz="1600" dirty="0" smtClean="0">
                <a:latin typeface="+mn-lt"/>
              </a:rPr>
              <a:t>re </a:t>
            </a:r>
            <a:r>
              <a:rPr lang="en-US" sz="1600" dirty="0">
                <a:latin typeface="+mn-lt"/>
              </a:rPr>
              <a:t>T</a:t>
            </a:r>
            <a:r>
              <a:rPr lang="en-US" sz="1600" dirty="0" smtClean="0">
                <a:latin typeface="+mn-lt"/>
              </a:rPr>
              <a:t>rying to Fix:</a:t>
            </a:r>
            <a:br>
              <a:rPr lang="en-US" sz="1600" dirty="0" smtClean="0">
                <a:latin typeface="+mn-lt"/>
              </a:rPr>
            </a:br>
            <a:r>
              <a:rPr lang="en-US" sz="1600" dirty="0" smtClean="0">
                <a:latin typeface="+mn-lt"/>
              </a:rPr>
              <a:t>Dispersion </a:t>
            </a:r>
            <a:r>
              <a:rPr lang="en-US" sz="1600" dirty="0">
                <a:latin typeface="+mn-lt"/>
              </a:rPr>
              <a:t>Between MCAI and HPA2Yr</a:t>
            </a:r>
          </a:p>
        </p:txBody>
      </p:sp>
      <p:graphicFrame>
        <p:nvGraphicFramePr>
          <p:cNvPr id="3" name="Chart 2"/>
          <p:cNvGraphicFramePr/>
          <p:nvPr>
            <p:extLst>
              <p:ext uri="{D42A27DB-BD31-4B8C-83A1-F6EECF244321}">
                <p14:modId xmlns:p14="http://schemas.microsoft.com/office/powerpoint/2010/main" val="3862763710"/>
              </p:ext>
            </p:extLst>
          </p:nvPr>
        </p:nvGraphicFramePr>
        <p:xfrm>
          <a:off x="627887" y="2089896"/>
          <a:ext cx="4207459" cy="285516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p:cNvGraphicFramePr/>
          <p:nvPr>
            <p:extLst>
              <p:ext uri="{D42A27DB-BD31-4B8C-83A1-F6EECF244321}">
                <p14:modId xmlns:p14="http://schemas.microsoft.com/office/powerpoint/2010/main" val="4252908408"/>
              </p:ext>
            </p:extLst>
          </p:nvPr>
        </p:nvGraphicFramePr>
        <p:xfrm>
          <a:off x="5308396" y="2126472"/>
          <a:ext cx="4207459" cy="2855162"/>
        </p:xfrm>
        <a:graphic>
          <a:graphicData uri="http://schemas.openxmlformats.org/drawingml/2006/chart">
            <c:chart xmlns:c="http://schemas.openxmlformats.org/drawingml/2006/chart" xmlns:r="http://schemas.openxmlformats.org/officeDocument/2006/relationships" r:id="rId3"/>
          </a:graphicData>
        </a:graphic>
      </p:graphicFrame>
      <p:cxnSp>
        <p:nvCxnSpPr>
          <p:cNvPr id="10" name="Straight Connector 9"/>
          <p:cNvCxnSpPr/>
          <p:nvPr/>
        </p:nvCxnSpPr>
        <p:spPr>
          <a:xfrm>
            <a:off x="5991149" y="3021163"/>
            <a:ext cx="3378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5991149" y="3853875"/>
            <a:ext cx="3378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1741018" y="1609331"/>
            <a:ext cx="637153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3130905" y="1419137"/>
            <a:ext cx="3730752" cy="369332"/>
          </a:xfrm>
          <a:prstGeom prst="rect">
            <a:avLst/>
          </a:prstGeom>
          <a:solidFill>
            <a:schemeClr val="bg1"/>
          </a:solidFill>
        </p:spPr>
        <p:txBody>
          <a:bodyPr wrap="square" rtlCol="0">
            <a:spAutoFit/>
          </a:bodyPr>
          <a:lstStyle/>
          <a:p>
            <a:r>
              <a:rPr lang="en-US" dirty="0" smtClean="0">
                <a:latin typeface="+mn-lt"/>
              </a:rPr>
              <a:t>Dispersion Between MCAI and HPA2Yr</a:t>
            </a:r>
            <a:endParaRPr lang="en-US" dirty="0">
              <a:latin typeface="+mn-lt"/>
            </a:endParaRPr>
          </a:p>
        </p:txBody>
      </p:sp>
      <p:sp>
        <p:nvSpPr>
          <p:cNvPr id="19" name="TextBox 18"/>
          <p:cNvSpPr txBox="1"/>
          <p:nvPr/>
        </p:nvSpPr>
        <p:spPr>
          <a:xfrm>
            <a:off x="494385" y="5450837"/>
            <a:ext cx="9003791" cy="1384995"/>
          </a:xfrm>
          <a:prstGeom prst="rect">
            <a:avLst/>
          </a:prstGeom>
          <a:noFill/>
        </p:spPr>
        <p:txBody>
          <a:bodyPr wrap="square" rtlCol="0">
            <a:spAutoFit/>
          </a:bodyPr>
          <a:lstStyle/>
          <a:p>
            <a:r>
              <a:rPr lang="en-US" sz="1200" dirty="0" smtClean="0">
                <a:latin typeface="+mn-lt"/>
              </a:rPr>
              <a:t>In our current model, we use HPA two-year moving average as a measure of market credit availability. However, comparing the Mortgage Credit Availability Index and HPA2Yr curves, we can see a dispersion between them after 2013. At the same time, our model tracking error goes up. </a:t>
            </a:r>
          </a:p>
          <a:p>
            <a:endParaRPr lang="en-US" sz="1200" dirty="0">
              <a:latin typeface="+mn-lt"/>
            </a:endParaRPr>
          </a:p>
          <a:p>
            <a:r>
              <a:rPr lang="en-US" sz="1200" dirty="0" smtClean="0">
                <a:latin typeface="+mn-lt"/>
              </a:rPr>
              <a:t>We might want to change the credit availability measure in our future version of model. MCAI would be a choice. In that case, since the MCAI is calculated by the origination information of all kinds of loan products(including non-agency products), we need to actively maintain the market share of different products.</a:t>
            </a:r>
            <a:endParaRPr lang="en-US" sz="1200" dirty="0">
              <a:latin typeface="+mn-lt"/>
            </a:endParaRPr>
          </a:p>
        </p:txBody>
      </p:sp>
    </p:spTree>
    <p:extLst>
      <p:ext uri="{BB962C8B-B14F-4D97-AF65-F5344CB8AC3E}">
        <p14:creationId xmlns:p14="http://schemas.microsoft.com/office/powerpoint/2010/main" val="339984735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II. Credit </a:t>
            </a:r>
            <a:r>
              <a:rPr lang="en-US" sz="1600" dirty="0">
                <a:latin typeface="+mn-lt"/>
              </a:rPr>
              <a:t>Availability </a:t>
            </a:r>
            <a:r>
              <a:rPr lang="en-US" sz="1600" dirty="0" smtClean="0">
                <a:latin typeface="+mn-lt"/>
              </a:rPr>
              <a:t>Indices for The Horse Race</a:t>
            </a:r>
            <a:br>
              <a:rPr lang="en-US" sz="1600" dirty="0" smtClean="0">
                <a:latin typeface="+mn-lt"/>
              </a:rPr>
            </a:br>
            <a:r>
              <a:rPr lang="en-US" sz="1600" dirty="0" smtClean="0">
                <a:latin typeface="+mn-lt"/>
              </a:rPr>
              <a:t>1. HPA 2Yr</a:t>
            </a:r>
            <a:endParaRPr lang="en-US" dirty="0">
              <a:latin typeface="+mn-lt"/>
            </a:endParaRPr>
          </a:p>
        </p:txBody>
      </p:sp>
      <p:sp>
        <p:nvSpPr>
          <p:cNvPr id="20" name="TextBox 19"/>
          <p:cNvSpPr txBox="1"/>
          <p:nvPr/>
        </p:nvSpPr>
        <p:spPr>
          <a:xfrm>
            <a:off x="494384" y="1044115"/>
            <a:ext cx="9003791" cy="461665"/>
          </a:xfrm>
          <a:prstGeom prst="rect">
            <a:avLst/>
          </a:prstGeom>
          <a:noFill/>
        </p:spPr>
        <p:txBody>
          <a:bodyPr wrap="square" rtlCol="0">
            <a:spAutoFit/>
          </a:bodyPr>
          <a:lstStyle/>
          <a:p>
            <a:r>
              <a:rPr lang="en-US" sz="1200" dirty="0" smtClean="0">
                <a:latin typeface="+mn-lt"/>
              </a:rPr>
              <a:t>The HPA 2Yr index is calculated based on HPI changes. We use the relative change between current month and two-year before. For example the HPA 2Yr for 2016/06 is:</a:t>
            </a:r>
          </a:p>
        </p:txBody>
      </p:sp>
      <mc:AlternateContent xmlns:mc="http://schemas.openxmlformats.org/markup-compatibility/2006" xmlns:a14="http://schemas.microsoft.com/office/drawing/2010/main">
        <mc:Choice Requires="a14">
          <p:sp>
            <p:nvSpPr>
              <p:cNvPr id="4" name="TextBox 3"/>
              <p:cNvSpPr txBox="1"/>
              <p:nvPr/>
            </p:nvSpPr>
            <p:spPr>
              <a:xfrm>
                <a:off x="3264794" y="1505780"/>
                <a:ext cx="2031454" cy="49898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200" b="0" i="1" smtClean="0">
                              <a:latin typeface="Cambria Math"/>
                            </a:rPr>
                          </m:ctrlPr>
                        </m:sSubPr>
                        <m:e>
                          <m:r>
                            <a:rPr lang="en-US" sz="1200" i="1">
                              <a:latin typeface="Cambria Math"/>
                            </a:rPr>
                            <m:t>𝐻𝑃𝐴</m:t>
                          </m:r>
                          <m:r>
                            <a:rPr lang="en-US" sz="1200" b="0" i="1" smtClean="0">
                              <a:latin typeface="Cambria Math"/>
                            </a:rPr>
                            <m:t> </m:t>
                          </m:r>
                          <m:r>
                            <a:rPr lang="en-US" sz="1200" i="1">
                              <a:latin typeface="Cambria Math"/>
                            </a:rPr>
                            <m:t>2</m:t>
                          </m:r>
                          <m:r>
                            <a:rPr lang="en-US" sz="1200" i="1">
                              <a:latin typeface="Cambria Math"/>
                            </a:rPr>
                            <m:t>𝑌𝑟</m:t>
                          </m:r>
                        </m:e>
                        <m:sub>
                          <m:r>
                            <a:rPr lang="en-US" sz="1200" b="0" i="1" smtClean="0">
                              <a:latin typeface="Cambria Math"/>
                            </a:rPr>
                            <m:t>2016/6</m:t>
                          </m:r>
                        </m:sub>
                      </m:sSub>
                      <m:r>
                        <a:rPr lang="en-US" sz="1200" b="0" i="1" smtClean="0">
                          <a:latin typeface="Cambria Math"/>
                        </a:rPr>
                        <m:t>=</m:t>
                      </m:r>
                      <m:f>
                        <m:fPr>
                          <m:ctrlPr>
                            <a:rPr lang="en-US" sz="1200" b="0" i="1" smtClean="0">
                              <a:latin typeface="Cambria Math"/>
                            </a:rPr>
                          </m:ctrlPr>
                        </m:fPr>
                        <m:num>
                          <m:sSub>
                            <m:sSubPr>
                              <m:ctrlPr>
                                <a:rPr lang="en-US" sz="1200" i="1">
                                  <a:latin typeface="Cambria Math"/>
                                </a:rPr>
                              </m:ctrlPr>
                            </m:sSubPr>
                            <m:e>
                              <m:r>
                                <a:rPr lang="en-US" sz="1200" i="1">
                                  <a:latin typeface="Cambria Math"/>
                                </a:rPr>
                                <m:t>𝐻𝑃𝐼</m:t>
                              </m:r>
                            </m:e>
                            <m:sub>
                              <m:r>
                                <a:rPr lang="en-US" sz="1200" i="1">
                                  <a:latin typeface="Cambria Math"/>
                                </a:rPr>
                                <m:t>2016/6</m:t>
                              </m:r>
                            </m:sub>
                          </m:sSub>
                        </m:num>
                        <m:den>
                          <m:sSub>
                            <m:sSubPr>
                              <m:ctrlPr>
                                <a:rPr lang="en-US" sz="1200" i="1">
                                  <a:latin typeface="Cambria Math"/>
                                </a:rPr>
                              </m:ctrlPr>
                            </m:sSubPr>
                            <m:e>
                              <m:r>
                                <a:rPr lang="en-US" sz="1200" i="1">
                                  <a:latin typeface="Cambria Math"/>
                                </a:rPr>
                                <m:t>𝐻𝑃𝐼</m:t>
                              </m:r>
                            </m:e>
                            <m:sub>
                              <m:r>
                                <a:rPr lang="en-US" sz="1200" i="1">
                                  <a:latin typeface="Cambria Math"/>
                                </a:rPr>
                                <m:t>201</m:t>
                              </m:r>
                              <m:r>
                                <a:rPr lang="en-US" sz="1200" b="0" i="1" smtClean="0">
                                  <a:latin typeface="Cambria Math"/>
                                </a:rPr>
                                <m:t>4</m:t>
                              </m:r>
                              <m:r>
                                <a:rPr lang="en-US" sz="1200" i="1">
                                  <a:latin typeface="Cambria Math"/>
                                </a:rPr>
                                <m:t>/6</m:t>
                              </m:r>
                            </m:sub>
                          </m:sSub>
                        </m:den>
                      </m:f>
                    </m:oMath>
                  </m:oMathPara>
                </a14:m>
                <a:endParaRPr lang="en-US" sz="1200" dirty="0"/>
              </a:p>
            </p:txBody>
          </p:sp>
        </mc:Choice>
        <mc:Fallback xmlns="">
          <p:sp>
            <p:nvSpPr>
              <p:cNvPr id="4" name="TextBox 3"/>
              <p:cNvSpPr txBox="1">
                <a:spLocks noRot="1" noChangeAspect="1" noMove="1" noResize="1" noEditPoints="1" noAdjustHandles="1" noChangeArrowheads="1" noChangeShapeType="1" noTextEdit="1"/>
              </p:cNvSpPr>
              <p:nvPr/>
            </p:nvSpPr>
            <p:spPr>
              <a:xfrm>
                <a:off x="3264794" y="1505780"/>
                <a:ext cx="2031454" cy="498983"/>
              </a:xfrm>
              <a:prstGeom prst="rect">
                <a:avLst/>
              </a:prstGeom>
              <a:blipFill rotWithShape="1">
                <a:blip r:embed="rId2"/>
                <a:stretch>
                  <a:fillRect/>
                </a:stretch>
              </a:blipFill>
            </p:spPr>
            <p:txBody>
              <a:bodyPr/>
              <a:lstStyle/>
              <a:p>
                <a:r>
                  <a:rPr lang="en-US">
                    <a:noFill/>
                  </a:rPr>
                  <a:t> </a:t>
                </a:r>
              </a:p>
            </p:txBody>
          </p:sp>
        </mc:Fallback>
      </mc:AlternateContent>
      <p:graphicFrame>
        <p:nvGraphicFramePr>
          <p:cNvPr id="6" name="Chart 5"/>
          <p:cNvGraphicFramePr/>
          <p:nvPr>
            <p:extLst>
              <p:ext uri="{D42A27DB-BD31-4B8C-83A1-F6EECF244321}">
                <p14:modId xmlns:p14="http://schemas.microsoft.com/office/powerpoint/2010/main" val="2760989736"/>
              </p:ext>
            </p:extLst>
          </p:nvPr>
        </p:nvGraphicFramePr>
        <p:xfrm>
          <a:off x="1676400" y="2372217"/>
          <a:ext cx="6705600" cy="44704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71741883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a:t>II. </a:t>
            </a:r>
            <a:r>
              <a:rPr lang="en-US" sz="1600" dirty="0" smtClean="0">
                <a:latin typeface="+mn-lt"/>
              </a:rPr>
              <a:t>Credit </a:t>
            </a:r>
            <a:r>
              <a:rPr lang="en-US" sz="1600" dirty="0">
                <a:latin typeface="+mn-lt"/>
              </a:rPr>
              <a:t>Availability </a:t>
            </a:r>
            <a:r>
              <a:rPr lang="en-US" sz="1600" dirty="0" smtClean="0">
                <a:latin typeface="+mn-lt"/>
              </a:rPr>
              <a:t>Indices for The Horse Race</a:t>
            </a:r>
            <a:br>
              <a:rPr lang="en-US" sz="1600" dirty="0" smtClean="0">
                <a:latin typeface="+mn-lt"/>
              </a:rPr>
            </a:br>
            <a:r>
              <a:rPr lang="en-US" sz="1600" dirty="0" smtClean="0">
                <a:latin typeface="+mn-lt"/>
              </a:rPr>
              <a:t>2. MBA Credit Availability Index</a:t>
            </a:r>
            <a:endParaRPr lang="en-US" dirty="0">
              <a:latin typeface="+mn-lt"/>
            </a:endParaRPr>
          </a:p>
        </p:txBody>
      </p:sp>
      <p:sp>
        <p:nvSpPr>
          <p:cNvPr id="20" name="TextBox 19"/>
          <p:cNvSpPr txBox="1"/>
          <p:nvPr/>
        </p:nvSpPr>
        <p:spPr>
          <a:xfrm>
            <a:off x="494384" y="1044115"/>
            <a:ext cx="9003791" cy="1384995"/>
          </a:xfrm>
          <a:prstGeom prst="rect">
            <a:avLst/>
          </a:prstGeom>
          <a:noFill/>
        </p:spPr>
        <p:txBody>
          <a:bodyPr wrap="square" rtlCol="0">
            <a:spAutoFit/>
          </a:bodyPr>
          <a:lstStyle/>
          <a:p>
            <a:r>
              <a:rPr lang="en-US" sz="1200" dirty="0">
                <a:latin typeface="+mn-lt"/>
              </a:rPr>
              <a:t>Mortgage Bankers Association (MBA) </a:t>
            </a:r>
            <a:r>
              <a:rPr lang="en-US" sz="1200" dirty="0" smtClean="0">
                <a:latin typeface="+mn-lt"/>
              </a:rPr>
              <a:t>provides an MCAI that has </a:t>
            </a:r>
            <a:r>
              <a:rPr lang="en-US" sz="1200" dirty="0">
                <a:latin typeface="+mn-lt"/>
              </a:rPr>
              <a:t>an expanded historical series which gives perspective on credit availability going back approximately 10-years (expanded historical series does not include Conventional, Government, Conforming, or Jumbo MCAI).  </a:t>
            </a:r>
            <a:endParaRPr lang="en-US" sz="1200" dirty="0" smtClean="0">
              <a:latin typeface="+mn-lt"/>
            </a:endParaRPr>
          </a:p>
          <a:p>
            <a:endParaRPr lang="en-US" sz="1200" dirty="0" smtClean="0">
              <a:latin typeface="+mn-lt"/>
            </a:endParaRPr>
          </a:p>
          <a:p>
            <a:r>
              <a:rPr lang="en-US" sz="1200" dirty="0">
                <a:latin typeface="+mn-lt"/>
              </a:rPr>
              <a:t>The MCAI is calculated using several factors related to borrower eligibility (credit score, loan type, loan-to-value ratio, etc.). These metrics and underwriting criteria for over 95 lenders/investors are combined by MBA using data made available via the </a:t>
            </a:r>
            <a:r>
              <a:rPr lang="en-US" sz="1200" dirty="0" err="1">
                <a:latin typeface="+mn-lt"/>
              </a:rPr>
              <a:t>AllRegs</a:t>
            </a:r>
            <a:r>
              <a:rPr lang="en-US" sz="1200" dirty="0">
                <a:latin typeface="+mn-lt"/>
              </a:rPr>
              <a:t>® Market Clarity® product and a proprietary formula derived by MBA to calculate the MCAI, a summary measure which indicates the availability of mortgage credit at a point in time</a:t>
            </a:r>
            <a:r>
              <a:rPr lang="en-US" sz="1200" dirty="0" smtClean="0">
                <a:latin typeface="+mn-lt"/>
              </a:rPr>
              <a:t>.</a:t>
            </a:r>
            <a:endParaRPr lang="en-US" sz="1200" dirty="0">
              <a:latin typeface="+mn-lt"/>
            </a:endParaRPr>
          </a:p>
        </p:txBody>
      </p:sp>
      <p:graphicFrame>
        <p:nvGraphicFramePr>
          <p:cNvPr id="3" name="Chart 2"/>
          <p:cNvGraphicFramePr/>
          <p:nvPr>
            <p:extLst>
              <p:ext uri="{D42A27DB-BD31-4B8C-83A1-F6EECF244321}">
                <p14:modId xmlns:p14="http://schemas.microsoft.com/office/powerpoint/2010/main" val="3375245000"/>
              </p:ext>
            </p:extLst>
          </p:nvPr>
        </p:nvGraphicFramePr>
        <p:xfrm>
          <a:off x="1811628" y="2513885"/>
          <a:ext cx="6705600" cy="44704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81445190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a:t>II. </a:t>
            </a:r>
            <a:r>
              <a:rPr lang="en-US" sz="1600" dirty="0" smtClean="0">
                <a:latin typeface="+mn-lt"/>
              </a:rPr>
              <a:t>Credit </a:t>
            </a:r>
            <a:r>
              <a:rPr lang="en-US" sz="1600" dirty="0">
                <a:latin typeface="+mn-lt"/>
              </a:rPr>
              <a:t>Availability </a:t>
            </a:r>
            <a:r>
              <a:rPr lang="en-US" sz="1600" dirty="0" smtClean="0">
                <a:latin typeface="+mn-lt"/>
              </a:rPr>
              <a:t>Indices for The Horse Race</a:t>
            </a:r>
            <a:br>
              <a:rPr lang="en-US" sz="1600" dirty="0" smtClean="0">
                <a:latin typeface="+mn-lt"/>
              </a:rPr>
            </a:br>
            <a:r>
              <a:rPr lang="en-US" sz="1600" dirty="0" smtClean="0">
                <a:latin typeface="+mn-lt"/>
              </a:rPr>
              <a:t>3. MBA Purchase Index</a:t>
            </a:r>
            <a:endParaRPr lang="en-US" dirty="0">
              <a:latin typeface="+mn-lt"/>
            </a:endParaRPr>
          </a:p>
        </p:txBody>
      </p:sp>
      <p:sp>
        <p:nvSpPr>
          <p:cNvPr id="20" name="TextBox 19"/>
          <p:cNvSpPr txBox="1"/>
          <p:nvPr/>
        </p:nvSpPr>
        <p:spPr>
          <a:xfrm>
            <a:off x="494384" y="1044115"/>
            <a:ext cx="9003791" cy="461665"/>
          </a:xfrm>
          <a:prstGeom prst="rect">
            <a:avLst/>
          </a:prstGeom>
          <a:noFill/>
        </p:spPr>
        <p:txBody>
          <a:bodyPr wrap="square" rtlCol="0">
            <a:spAutoFit/>
          </a:bodyPr>
          <a:lstStyle/>
          <a:p>
            <a:r>
              <a:rPr lang="en-US" sz="1200" dirty="0">
                <a:latin typeface="+mn-lt"/>
              </a:rPr>
              <a:t>The Mortgage Bankers Association’s weekly measurement of nationwide home loan applications based on a sample of about 75% of U.S. mortgage activity. </a:t>
            </a:r>
            <a:r>
              <a:rPr lang="en-US" sz="1200" dirty="0" smtClean="0">
                <a:latin typeface="+mn-lt"/>
              </a:rPr>
              <a:t>Analysts </a:t>
            </a:r>
            <a:r>
              <a:rPr lang="en-US" sz="1200" dirty="0">
                <a:latin typeface="+mn-lt"/>
              </a:rPr>
              <a:t>consider the MBA Purchase Index to be a leading indicator of the housing market. </a:t>
            </a:r>
          </a:p>
        </p:txBody>
      </p:sp>
      <p:graphicFrame>
        <p:nvGraphicFramePr>
          <p:cNvPr id="3" name="Chart 2"/>
          <p:cNvGraphicFramePr/>
          <p:nvPr>
            <p:extLst>
              <p:ext uri="{D42A27DB-BD31-4B8C-83A1-F6EECF244321}">
                <p14:modId xmlns:p14="http://schemas.microsoft.com/office/powerpoint/2010/main" val="3489950411"/>
              </p:ext>
            </p:extLst>
          </p:nvPr>
        </p:nvGraphicFramePr>
        <p:xfrm>
          <a:off x="1747233" y="1979411"/>
          <a:ext cx="6705600" cy="4470400"/>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p:cNvSpPr txBox="1"/>
          <p:nvPr/>
        </p:nvSpPr>
        <p:spPr>
          <a:xfrm>
            <a:off x="494384" y="6444543"/>
            <a:ext cx="9003791" cy="276999"/>
          </a:xfrm>
          <a:prstGeom prst="rect">
            <a:avLst/>
          </a:prstGeom>
          <a:noFill/>
        </p:spPr>
        <p:txBody>
          <a:bodyPr wrap="square" rtlCol="0">
            <a:spAutoFit/>
          </a:bodyPr>
          <a:lstStyle/>
          <a:p>
            <a:r>
              <a:rPr lang="en-US" sz="1200" dirty="0" smtClean="0">
                <a:latin typeface="+mn-lt"/>
              </a:rPr>
              <a:t>Purchase index is a function of housing inventory, so we need to adjust the index by the growth in total US housing inventory.</a:t>
            </a:r>
            <a:endParaRPr lang="en-US" sz="1200" dirty="0">
              <a:latin typeface="+mn-lt"/>
            </a:endParaRPr>
          </a:p>
        </p:txBody>
      </p:sp>
    </p:spTree>
    <p:extLst>
      <p:ext uri="{BB962C8B-B14F-4D97-AF65-F5344CB8AC3E}">
        <p14:creationId xmlns:p14="http://schemas.microsoft.com/office/powerpoint/2010/main" val="413906951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a:t>II. </a:t>
            </a:r>
            <a:r>
              <a:rPr lang="en-US" sz="1600" dirty="0" smtClean="0">
                <a:latin typeface="+mn-lt"/>
              </a:rPr>
              <a:t>Credit </a:t>
            </a:r>
            <a:r>
              <a:rPr lang="en-US" sz="1600" dirty="0">
                <a:latin typeface="+mn-lt"/>
              </a:rPr>
              <a:t>Availability </a:t>
            </a:r>
            <a:r>
              <a:rPr lang="en-US" sz="1600" dirty="0" smtClean="0">
                <a:latin typeface="+mn-lt"/>
              </a:rPr>
              <a:t>Indices for The Horse Race</a:t>
            </a:r>
            <a:br>
              <a:rPr lang="en-US" sz="1600" dirty="0" smtClean="0">
                <a:latin typeface="+mn-lt"/>
              </a:rPr>
            </a:br>
            <a:r>
              <a:rPr lang="en-US" sz="1600" dirty="0" smtClean="0">
                <a:latin typeface="+mn-lt"/>
              </a:rPr>
              <a:t>4. Cello Mortgage Credit Availability Index</a:t>
            </a:r>
            <a:endParaRPr lang="en-US" dirty="0">
              <a:latin typeface="+mn-lt"/>
            </a:endParaRPr>
          </a:p>
        </p:txBody>
      </p:sp>
      <p:sp>
        <p:nvSpPr>
          <p:cNvPr id="20" name="TextBox 19"/>
          <p:cNvSpPr txBox="1"/>
          <p:nvPr/>
        </p:nvSpPr>
        <p:spPr>
          <a:xfrm>
            <a:off x="494384" y="1044115"/>
            <a:ext cx="9003791" cy="461665"/>
          </a:xfrm>
          <a:prstGeom prst="rect">
            <a:avLst/>
          </a:prstGeom>
          <a:noFill/>
        </p:spPr>
        <p:txBody>
          <a:bodyPr wrap="square" rtlCol="0">
            <a:spAutoFit/>
          </a:bodyPr>
          <a:lstStyle/>
          <a:p>
            <a:r>
              <a:rPr lang="en-US" sz="1200" dirty="0">
                <a:latin typeface="+mn-lt"/>
              </a:rPr>
              <a:t>Cello MCAI </a:t>
            </a:r>
            <a:r>
              <a:rPr lang="en-US" sz="1200" dirty="0" smtClean="0">
                <a:latin typeface="+mn-lt"/>
              </a:rPr>
              <a:t>is </a:t>
            </a:r>
            <a:r>
              <a:rPr lang="en-US" sz="1200" dirty="0">
                <a:latin typeface="+mn-lt"/>
              </a:rPr>
              <a:t>measured by cumulative default rate</a:t>
            </a:r>
            <a:r>
              <a:rPr lang="en-US" sz="1200" dirty="0" smtClean="0">
                <a:latin typeface="+mn-lt"/>
              </a:rPr>
              <a:t>. The index applies different weights on FHA/VA/Conventional/Jumbo/Alt-A/Subprime. The parameters of the MCAI model are calibrated using the credit data set.</a:t>
            </a:r>
            <a:endParaRPr lang="en-US" sz="1200" dirty="0">
              <a:latin typeface="+mn-lt"/>
            </a:endParaRPr>
          </a:p>
        </p:txBody>
      </p:sp>
      <p:graphicFrame>
        <p:nvGraphicFramePr>
          <p:cNvPr id="3" name="Chart 2"/>
          <p:cNvGraphicFramePr/>
          <p:nvPr>
            <p:extLst>
              <p:ext uri="{D42A27DB-BD31-4B8C-83A1-F6EECF244321}">
                <p14:modId xmlns:p14="http://schemas.microsoft.com/office/powerpoint/2010/main" val="89625357"/>
              </p:ext>
            </p:extLst>
          </p:nvPr>
        </p:nvGraphicFramePr>
        <p:xfrm>
          <a:off x="1747233" y="1979411"/>
          <a:ext cx="6705600" cy="44704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51498175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a:t>II. </a:t>
            </a:r>
            <a:r>
              <a:rPr lang="en-US" sz="1600" dirty="0" smtClean="0">
                <a:latin typeface="+mn-lt"/>
              </a:rPr>
              <a:t>Credit </a:t>
            </a:r>
            <a:r>
              <a:rPr lang="en-US" sz="1600" dirty="0">
                <a:latin typeface="+mn-lt"/>
              </a:rPr>
              <a:t>Availability </a:t>
            </a:r>
            <a:r>
              <a:rPr lang="en-US" sz="1600" dirty="0" smtClean="0">
                <a:latin typeface="+mn-lt"/>
              </a:rPr>
              <a:t>Indices for The Horse Race</a:t>
            </a:r>
            <a:br>
              <a:rPr lang="en-US" sz="1600" dirty="0" smtClean="0">
                <a:latin typeface="+mn-lt"/>
              </a:rPr>
            </a:br>
            <a:r>
              <a:rPr lang="en-US" sz="1600" dirty="0" smtClean="0">
                <a:latin typeface="+mn-lt"/>
              </a:rPr>
              <a:t>Normalized Indices</a:t>
            </a:r>
            <a:endParaRPr lang="en-US" dirty="0">
              <a:latin typeface="+mn-lt"/>
            </a:endParaRPr>
          </a:p>
        </p:txBody>
      </p:sp>
      <p:sp>
        <p:nvSpPr>
          <p:cNvPr id="20" name="TextBox 19"/>
          <p:cNvSpPr txBox="1"/>
          <p:nvPr/>
        </p:nvSpPr>
        <p:spPr>
          <a:xfrm>
            <a:off x="494384" y="1044115"/>
            <a:ext cx="9003791" cy="461665"/>
          </a:xfrm>
          <a:prstGeom prst="rect">
            <a:avLst/>
          </a:prstGeom>
          <a:noFill/>
        </p:spPr>
        <p:txBody>
          <a:bodyPr wrap="square" rtlCol="0">
            <a:spAutoFit/>
          </a:bodyPr>
          <a:lstStyle/>
          <a:p>
            <a:r>
              <a:rPr lang="en-US" sz="1200" dirty="0" smtClean="0">
                <a:latin typeface="+mn-lt"/>
              </a:rPr>
              <a:t>In order to compare all the four indices, we normalized them all to a 0-100 range. The minimum number is set to 0, and the maximum is set to 100. All curves are smoothed by taking two-year moving average. </a:t>
            </a:r>
            <a:endParaRPr lang="en-US" sz="1200" dirty="0">
              <a:latin typeface="+mn-lt"/>
            </a:endParaRPr>
          </a:p>
        </p:txBody>
      </p:sp>
      <p:graphicFrame>
        <p:nvGraphicFramePr>
          <p:cNvPr id="3" name="Chart 2"/>
          <p:cNvGraphicFramePr/>
          <p:nvPr>
            <p:extLst>
              <p:ext uri="{D42A27DB-BD31-4B8C-83A1-F6EECF244321}">
                <p14:modId xmlns:p14="http://schemas.microsoft.com/office/powerpoint/2010/main" val="114627503"/>
              </p:ext>
            </p:extLst>
          </p:nvPr>
        </p:nvGraphicFramePr>
        <p:xfrm>
          <a:off x="1747233" y="1979411"/>
          <a:ext cx="6705600" cy="4470400"/>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3"/>
          <p:cNvSpPr txBox="1"/>
          <p:nvPr/>
        </p:nvSpPr>
        <p:spPr>
          <a:xfrm>
            <a:off x="6766560" y="1607820"/>
            <a:ext cx="1295400" cy="1323439"/>
          </a:xfrm>
          <a:prstGeom prst="rect">
            <a:avLst/>
          </a:prstGeom>
          <a:noFill/>
        </p:spPr>
        <p:txBody>
          <a:bodyPr wrap="square" rtlCol="0">
            <a:spAutoFit/>
          </a:bodyPr>
          <a:lstStyle/>
          <a:p>
            <a:r>
              <a:rPr lang="en-US" sz="1000" dirty="0" smtClean="0"/>
              <a:t>Notice the different peaks: does Credit Availability peak at the beginning of 2006 or the end of 2006? Same question about troughs.</a:t>
            </a:r>
            <a:endParaRPr lang="en-US" sz="1000" dirty="0"/>
          </a:p>
        </p:txBody>
      </p:sp>
      <p:cxnSp>
        <p:nvCxnSpPr>
          <p:cNvPr id="6" name="Straight Arrow Connector 5"/>
          <p:cNvCxnSpPr/>
          <p:nvPr/>
        </p:nvCxnSpPr>
        <p:spPr>
          <a:xfrm flipH="1">
            <a:off x="6080760" y="1905000"/>
            <a:ext cx="685800" cy="27432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H="1">
            <a:off x="5638800" y="1737360"/>
            <a:ext cx="1127760" cy="3048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H="1">
            <a:off x="6949440" y="2931259"/>
            <a:ext cx="76200" cy="1694081"/>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974342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p:cNvSpPr/>
          <p:nvPr/>
        </p:nvSpPr>
        <p:spPr>
          <a:xfrm>
            <a:off x="3745844" y="3555277"/>
            <a:ext cx="2350472" cy="1676397"/>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3745844" y="2867296"/>
            <a:ext cx="2350472" cy="6858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943544" y="3794759"/>
            <a:ext cx="2350472" cy="263070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943544" y="2867296"/>
            <a:ext cx="2350472" cy="927463"/>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037587" y="219672"/>
            <a:ext cx="6806130" cy="677966"/>
          </a:xfrm>
        </p:spPr>
        <p:txBody>
          <a:bodyPr/>
          <a:lstStyle/>
          <a:p>
            <a:r>
              <a:rPr lang="en-US" sz="1600" dirty="0" smtClean="0"/>
              <a:t>III</a:t>
            </a:r>
            <a:r>
              <a:rPr lang="en-US" sz="1600" dirty="0"/>
              <a:t>. </a:t>
            </a:r>
            <a:r>
              <a:rPr lang="en-US" sz="1600" dirty="0" smtClean="0">
                <a:latin typeface="+mn-lt"/>
              </a:rPr>
              <a:t>The Horse Race</a:t>
            </a:r>
            <a:br>
              <a:rPr lang="en-US" sz="1600" dirty="0" smtClean="0">
                <a:latin typeface="+mn-lt"/>
              </a:rPr>
            </a:br>
            <a:r>
              <a:rPr lang="en-US" sz="1600" dirty="0" smtClean="0">
                <a:latin typeface="+mn-lt"/>
              </a:rPr>
              <a:t>Framework</a:t>
            </a:r>
            <a:endParaRPr lang="en-US" dirty="0">
              <a:latin typeface="+mn-lt"/>
            </a:endParaRPr>
          </a:p>
        </p:txBody>
      </p:sp>
      <p:sp>
        <p:nvSpPr>
          <p:cNvPr id="20" name="TextBox 19"/>
          <p:cNvSpPr txBox="1"/>
          <p:nvPr/>
        </p:nvSpPr>
        <p:spPr>
          <a:xfrm>
            <a:off x="494384" y="1044115"/>
            <a:ext cx="9003791" cy="461665"/>
          </a:xfrm>
          <a:prstGeom prst="rect">
            <a:avLst/>
          </a:prstGeom>
          <a:noFill/>
        </p:spPr>
        <p:txBody>
          <a:bodyPr wrap="square" rtlCol="0">
            <a:spAutoFit/>
          </a:bodyPr>
          <a:lstStyle/>
          <a:p>
            <a:r>
              <a:rPr lang="en-US" sz="1200" dirty="0" smtClean="0">
                <a:latin typeface="+mn-lt"/>
              </a:rPr>
              <a:t>In order to compare all the four indices, we normalized the curves in a 0-100 range. The minimum number is set to 0, and the maximum is set to 100. Additionally, all curves is smoothed by a two-year moving average. </a:t>
            </a:r>
            <a:endParaRPr lang="en-US" sz="1200" dirty="0">
              <a:latin typeface="+mn-lt"/>
            </a:endParaRPr>
          </a:p>
        </p:txBody>
      </p:sp>
      <p:grpSp>
        <p:nvGrpSpPr>
          <p:cNvPr id="6" name="Group 5"/>
          <p:cNvGrpSpPr/>
          <p:nvPr/>
        </p:nvGrpSpPr>
        <p:grpSpPr>
          <a:xfrm>
            <a:off x="947900" y="2392536"/>
            <a:ext cx="2321151" cy="4032928"/>
            <a:chOff x="5029199" y="3563864"/>
            <a:chExt cx="2705102" cy="4032928"/>
          </a:xfrm>
        </p:grpSpPr>
        <p:sp>
          <p:nvSpPr>
            <p:cNvPr id="8" name="TextBox 7"/>
            <p:cNvSpPr txBox="1"/>
            <p:nvPr/>
          </p:nvSpPr>
          <p:spPr>
            <a:xfrm>
              <a:off x="5051263" y="3563864"/>
              <a:ext cx="2507966" cy="307777"/>
            </a:xfrm>
            <a:prstGeom prst="rect">
              <a:avLst/>
            </a:prstGeom>
            <a:noFill/>
          </p:spPr>
          <p:txBody>
            <a:bodyPr wrap="square" rtlCol="0">
              <a:spAutoFit/>
            </a:bodyPr>
            <a:lstStyle/>
            <a:p>
              <a:pPr marR="0" lvl="0" fontAlgn="auto">
                <a:lnSpc>
                  <a:spcPct val="100000"/>
                </a:lnSpc>
                <a:spcAft>
                  <a:spcPts val="0"/>
                </a:spcAft>
                <a:buClrTx/>
                <a:buSzTx/>
                <a:tabLst/>
                <a:defRPr/>
              </a:pPr>
              <a:r>
                <a:rPr lang="en-GB" sz="1400" dirty="0" smtClean="0">
                  <a:solidFill>
                    <a:schemeClr val="accent1"/>
                  </a:solidFill>
                  <a:latin typeface="Arial"/>
                </a:rPr>
                <a:t>11 Parameters</a:t>
              </a:r>
              <a:endParaRPr lang="en-GB" sz="1400" dirty="0">
                <a:solidFill>
                  <a:schemeClr val="accent1"/>
                </a:solidFill>
                <a:latin typeface="Arial"/>
              </a:endParaRPr>
            </a:p>
          </p:txBody>
        </p:sp>
        <p:sp>
          <p:nvSpPr>
            <p:cNvPr id="9" name="TextBox 8"/>
            <p:cNvSpPr txBox="1"/>
            <p:nvPr/>
          </p:nvSpPr>
          <p:spPr>
            <a:xfrm>
              <a:off x="5029199" y="3949640"/>
              <a:ext cx="2705102" cy="3647152"/>
            </a:xfrm>
            <a:prstGeom prst="rect">
              <a:avLst/>
            </a:prstGeom>
            <a:noFill/>
          </p:spPr>
          <p:txBody>
            <a:bodyPr wrap="square" rtlCol="0">
              <a:spAutoFit/>
            </a:bodyPr>
            <a:lstStyle/>
            <a:p>
              <a:pPr marL="0" lvl="1" indent="0" fontAlgn="auto">
                <a:lnSpc>
                  <a:spcPct val="150000"/>
                </a:lnSpc>
                <a:spcAft>
                  <a:spcPts val="0"/>
                </a:spcAft>
                <a:defRPr/>
              </a:pPr>
              <a:r>
                <a:rPr lang="en-GB" sz="1400" dirty="0" smtClean="0">
                  <a:solidFill>
                    <a:srgbClr val="313131"/>
                  </a:solidFill>
                  <a:latin typeface="Arial"/>
                </a:rPr>
                <a:t>S Curve</a:t>
              </a:r>
            </a:p>
            <a:p>
              <a:pPr marL="0" lvl="1" indent="0" fontAlgn="auto">
                <a:lnSpc>
                  <a:spcPct val="150000"/>
                </a:lnSpc>
                <a:spcAft>
                  <a:spcPts val="0"/>
                </a:spcAft>
                <a:defRPr/>
              </a:pPr>
              <a:r>
                <a:rPr lang="en-GB" sz="1400" dirty="0" smtClean="0">
                  <a:solidFill>
                    <a:srgbClr val="313131"/>
                  </a:solidFill>
                  <a:latin typeface="Arial"/>
                </a:rPr>
                <a:t>Media Effect</a:t>
              </a:r>
            </a:p>
            <a:p>
              <a:pPr marL="0" lvl="1" indent="0" fontAlgn="auto">
                <a:lnSpc>
                  <a:spcPct val="150000"/>
                </a:lnSpc>
                <a:spcAft>
                  <a:spcPts val="0"/>
                </a:spcAft>
                <a:defRPr/>
              </a:pPr>
              <a:r>
                <a:rPr lang="en-GB" sz="1400" dirty="0" smtClean="0">
                  <a:solidFill>
                    <a:srgbClr val="313131"/>
                  </a:solidFill>
                  <a:latin typeface="Arial"/>
                </a:rPr>
                <a:t>Credit Availability</a:t>
              </a:r>
            </a:p>
            <a:p>
              <a:pPr marL="0" lvl="1" indent="0" fontAlgn="auto">
                <a:lnSpc>
                  <a:spcPct val="150000"/>
                </a:lnSpc>
                <a:spcAft>
                  <a:spcPts val="0"/>
                </a:spcAft>
                <a:defRPr/>
              </a:pPr>
              <a:r>
                <a:rPr lang="en-US" sz="1400" dirty="0">
                  <a:solidFill>
                    <a:schemeClr val="bg1">
                      <a:lumMod val="50000"/>
                    </a:schemeClr>
                  </a:solidFill>
                  <a:latin typeface="Arial"/>
                </a:rPr>
                <a:t>WALA</a:t>
              </a:r>
            </a:p>
            <a:p>
              <a:pPr marL="0" lvl="1" indent="0" fontAlgn="auto">
                <a:lnSpc>
                  <a:spcPct val="150000"/>
                </a:lnSpc>
                <a:spcAft>
                  <a:spcPts val="0"/>
                </a:spcAft>
                <a:defRPr/>
              </a:pPr>
              <a:r>
                <a:rPr lang="en-US" sz="1400" dirty="0" smtClean="0">
                  <a:solidFill>
                    <a:schemeClr val="bg1">
                      <a:lumMod val="50000"/>
                    </a:schemeClr>
                  </a:solidFill>
                  <a:latin typeface="Arial"/>
                </a:rPr>
                <a:t>Burnout</a:t>
              </a:r>
            </a:p>
            <a:p>
              <a:pPr marL="0" lvl="1" indent="0" fontAlgn="auto">
                <a:lnSpc>
                  <a:spcPct val="150000"/>
                </a:lnSpc>
                <a:spcAft>
                  <a:spcPts val="0"/>
                </a:spcAft>
                <a:defRPr/>
              </a:pPr>
              <a:r>
                <a:rPr lang="en-US" sz="1400" dirty="0">
                  <a:solidFill>
                    <a:schemeClr val="bg1">
                      <a:lumMod val="50000"/>
                    </a:schemeClr>
                  </a:solidFill>
                  <a:latin typeface="Arial"/>
                </a:rPr>
                <a:t>Loan size</a:t>
              </a:r>
            </a:p>
            <a:p>
              <a:pPr marL="0" lvl="1" indent="0" fontAlgn="auto">
                <a:lnSpc>
                  <a:spcPct val="150000"/>
                </a:lnSpc>
                <a:spcAft>
                  <a:spcPts val="0"/>
                </a:spcAft>
                <a:defRPr/>
              </a:pPr>
              <a:r>
                <a:rPr lang="en-US" sz="1400" dirty="0">
                  <a:solidFill>
                    <a:schemeClr val="bg1">
                      <a:lumMod val="50000"/>
                    </a:schemeClr>
                  </a:solidFill>
                  <a:latin typeface="Arial"/>
                </a:rPr>
                <a:t>CLTV(Normal / HARP)</a:t>
              </a:r>
            </a:p>
            <a:p>
              <a:pPr marL="0" lvl="1" indent="0" fontAlgn="auto">
                <a:lnSpc>
                  <a:spcPct val="150000"/>
                </a:lnSpc>
                <a:spcAft>
                  <a:spcPts val="0"/>
                </a:spcAft>
                <a:defRPr/>
              </a:pPr>
              <a:r>
                <a:rPr lang="en-US" sz="1400" dirty="0">
                  <a:solidFill>
                    <a:schemeClr val="bg1">
                      <a:lumMod val="50000"/>
                    </a:schemeClr>
                  </a:solidFill>
                  <a:latin typeface="Arial"/>
                </a:rPr>
                <a:t>HARP-Eligible</a:t>
              </a:r>
            </a:p>
            <a:p>
              <a:pPr marL="0" lvl="1" indent="0" fontAlgn="auto">
                <a:lnSpc>
                  <a:spcPct val="150000"/>
                </a:lnSpc>
                <a:spcAft>
                  <a:spcPts val="0"/>
                </a:spcAft>
                <a:defRPr/>
              </a:pPr>
              <a:r>
                <a:rPr lang="en-US" sz="1400" dirty="0">
                  <a:solidFill>
                    <a:schemeClr val="bg1">
                      <a:lumMod val="50000"/>
                    </a:schemeClr>
                  </a:solidFill>
                  <a:latin typeface="Arial"/>
                </a:rPr>
                <a:t>Refi-</a:t>
              </a:r>
              <a:r>
                <a:rPr lang="en-US" sz="1400" dirty="0" err="1">
                  <a:solidFill>
                    <a:schemeClr val="bg1">
                      <a:lumMod val="50000"/>
                    </a:schemeClr>
                  </a:solidFill>
                  <a:latin typeface="Arial"/>
                </a:rPr>
                <a:t>Elig</a:t>
              </a:r>
              <a:r>
                <a:rPr lang="en-US" sz="1400" dirty="0">
                  <a:solidFill>
                    <a:schemeClr val="bg1">
                      <a:lumMod val="50000"/>
                    </a:schemeClr>
                  </a:solidFill>
                  <a:latin typeface="Arial"/>
                </a:rPr>
                <a:t> %</a:t>
              </a:r>
            </a:p>
            <a:p>
              <a:pPr marL="0" lvl="1" indent="0" fontAlgn="auto">
                <a:lnSpc>
                  <a:spcPct val="150000"/>
                </a:lnSpc>
                <a:spcAft>
                  <a:spcPts val="0"/>
                </a:spcAft>
                <a:defRPr/>
              </a:pPr>
              <a:r>
                <a:rPr lang="en-US" sz="1400" dirty="0" err="1">
                  <a:solidFill>
                    <a:schemeClr val="bg1">
                      <a:lumMod val="50000"/>
                    </a:schemeClr>
                  </a:solidFill>
                  <a:latin typeface="Arial"/>
                </a:rPr>
                <a:t>HARPed</a:t>
              </a:r>
              <a:r>
                <a:rPr lang="en-US" sz="1400" dirty="0">
                  <a:solidFill>
                    <a:schemeClr val="bg1">
                      <a:lumMod val="50000"/>
                    </a:schemeClr>
                  </a:solidFill>
                  <a:latin typeface="Arial"/>
                </a:rPr>
                <a:t> %</a:t>
              </a:r>
            </a:p>
            <a:p>
              <a:pPr marL="0" lvl="1" indent="0" fontAlgn="auto">
                <a:lnSpc>
                  <a:spcPct val="150000"/>
                </a:lnSpc>
                <a:spcAft>
                  <a:spcPts val="0"/>
                </a:spcAft>
                <a:defRPr/>
              </a:pPr>
              <a:r>
                <a:rPr lang="en-US" sz="1400" dirty="0">
                  <a:solidFill>
                    <a:schemeClr val="bg1">
                      <a:lumMod val="50000"/>
                    </a:schemeClr>
                  </a:solidFill>
                  <a:latin typeface="Arial"/>
                </a:rPr>
                <a:t>TPO </a:t>
              </a:r>
              <a:r>
                <a:rPr lang="en-US" sz="1400" dirty="0" smtClean="0">
                  <a:solidFill>
                    <a:schemeClr val="bg1">
                      <a:lumMod val="50000"/>
                    </a:schemeClr>
                  </a:solidFill>
                  <a:latin typeface="Arial"/>
                </a:rPr>
                <a:t>%</a:t>
              </a:r>
              <a:endParaRPr lang="en-US" sz="1400" dirty="0">
                <a:solidFill>
                  <a:schemeClr val="bg1">
                    <a:lumMod val="50000"/>
                  </a:schemeClr>
                </a:solidFill>
                <a:latin typeface="Arial"/>
              </a:endParaRPr>
            </a:p>
          </p:txBody>
        </p:sp>
      </p:grpSp>
      <p:sp>
        <p:nvSpPr>
          <p:cNvPr id="4" name="Rectangle 3"/>
          <p:cNvSpPr/>
          <p:nvPr/>
        </p:nvSpPr>
        <p:spPr>
          <a:xfrm>
            <a:off x="943544" y="1925753"/>
            <a:ext cx="2325507" cy="3024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Refi Module</a:t>
            </a:r>
            <a:endParaRPr lang="en-US" dirty="0"/>
          </a:p>
        </p:txBody>
      </p:sp>
      <p:sp>
        <p:nvSpPr>
          <p:cNvPr id="13" name="Rectangle 12"/>
          <p:cNvSpPr/>
          <p:nvPr/>
        </p:nvSpPr>
        <p:spPr>
          <a:xfrm rot="5400000">
            <a:off x="1831778" y="4958872"/>
            <a:ext cx="2630705" cy="30248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Don’t use in the Horse Race</a:t>
            </a:r>
            <a:endParaRPr lang="en-US" sz="1600" dirty="0"/>
          </a:p>
        </p:txBody>
      </p:sp>
      <p:sp>
        <p:nvSpPr>
          <p:cNvPr id="17" name="Rectangle 16"/>
          <p:cNvSpPr/>
          <p:nvPr/>
        </p:nvSpPr>
        <p:spPr>
          <a:xfrm>
            <a:off x="3775164" y="1925753"/>
            <a:ext cx="2325507" cy="3024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Horse Race Framework</a:t>
            </a:r>
            <a:endParaRPr lang="en-US" dirty="0"/>
          </a:p>
        </p:txBody>
      </p:sp>
      <p:sp>
        <p:nvSpPr>
          <p:cNvPr id="18" name="TextBox 17"/>
          <p:cNvSpPr txBox="1"/>
          <p:nvPr/>
        </p:nvSpPr>
        <p:spPr>
          <a:xfrm>
            <a:off x="3745844" y="2867296"/>
            <a:ext cx="2321151" cy="738664"/>
          </a:xfrm>
          <a:prstGeom prst="rect">
            <a:avLst/>
          </a:prstGeom>
          <a:noFill/>
        </p:spPr>
        <p:txBody>
          <a:bodyPr wrap="square" rtlCol="0">
            <a:spAutoFit/>
          </a:bodyPr>
          <a:lstStyle/>
          <a:p>
            <a:pPr marL="0" lvl="1" indent="0" fontAlgn="auto">
              <a:lnSpc>
                <a:spcPct val="150000"/>
              </a:lnSpc>
              <a:spcAft>
                <a:spcPts val="0"/>
              </a:spcAft>
              <a:defRPr/>
            </a:pPr>
            <a:r>
              <a:rPr lang="en-GB" sz="1400" dirty="0" smtClean="0">
                <a:solidFill>
                  <a:srgbClr val="313131"/>
                </a:solidFill>
                <a:latin typeface="Arial"/>
              </a:rPr>
              <a:t>S Curve</a:t>
            </a:r>
          </a:p>
          <a:p>
            <a:pPr marL="0" lvl="1" indent="0" fontAlgn="auto">
              <a:lnSpc>
                <a:spcPct val="150000"/>
              </a:lnSpc>
              <a:spcAft>
                <a:spcPts val="0"/>
              </a:spcAft>
              <a:defRPr/>
            </a:pPr>
            <a:r>
              <a:rPr lang="en-GB" sz="1400" dirty="0" smtClean="0">
                <a:solidFill>
                  <a:srgbClr val="313131"/>
                </a:solidFill>
                <a:latin typeface="Arial"/>
              </a:rPr>
              <a:t>Media Effect</a:t>
            </a:r>
          </a:p>
        </p:txBody>
      </p:sp>
      <p:sp>
        <p:nvSpPr>
          <p:cNvPr id="21" name="Rectangle 20"/>
          <p:cNvSpPr/>
          <p:nvPr/>
        </p:nvSpPr>
        <p:spPr>
          <a:xfrm rot="5400000">
            <a:off x="5606529" y="3058959"/>
            <a:ext cx="685803" cy="30248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Fixed</a:t>
            </a:r>
            <a:endParaRPr lang="en-US" sz="1600" dirty="0"/>
          </a:p>
        </p:txBody>
      </p:sp>
      <p:sp>
        <p:nvSpPr>
          <p:cNvPr id="23" name="TextBox 22"/>
          <p:cNvSpPr txBox="1"/>
          <p:nvPr/>
        </p:nvSpPr>
        <p:spPr>
          <a:xfrm>
            <a:off x="3745844" y="3572380"/>
            <a:ext cx="2321151" cy="1708160"/>
          </a:xfrm>
          <a:prstGeom prst="rect">
            <a:avLst/>
          </a:prstGeom>
          <a:noFill/>
        </p:spPr>
        <p:txBody>
          <a:bodyPr wrap="square" rtlCol="0">
            <a:spAutoFit/>
          </a:bodyPr>
          <a:lstStyle/>
          <a:p>
            <a:pPr marL="0" lvl="1" indent="0" fontAlgn="auto">
              <a:lnSpc>
                <a:spcPct val="150000"/>
              </a:lnSpc>
              <a:spcAft>
                <a:spcPts val="0"/>
              </a:spcAft>
              <a:defRPr/>
            </a:pPr>
            <a:r>
              <a:rPr lang="en-GB" sz="1400" dirty="0" smtClean="0">
                <a:solidFill>
                  <a:srgbClr val="313131"/>
                </a:solidFill>
                <a:latin typeface="Arial"/>
              </a:rPr>
              <a:t>Credit Availability</a:t>
            </a:r>
          </a:p>
          <a:p>
            <a:pPr marL="285750" lvl="1" indent="-285750" fontAlgn="auto">
              <a:lnSpc>
                <a:spcPct val="150000"/>
              </a:lnSpc>
              <a:spcAft>
                <a:spcPts val="0"/>
              </a:spcAft>
              <a:buFont typeface="Arial" panose="020B0604020202020204" pitchFamily="34" charset="0"/>
              <a:buChar char="•"/>
              <a:defRPr/>
            </a:pPr>
            <a:r>
              <a:rPr lang="en-GB" sz="1400" dirty="0" smtClean="0">
                <a:solidFill>
                  <a:srgbClr val="313131"/>
                </a:solidFill>
                <a:latin typeface="Arial"/>
              </a:rPr>
              <a:t>HPA2Yr</a:t>
            </a:r>
          </a:p>
          <a:p>
            <a:pPr marL="285750" lvl="1" indent="-285750" fontAlgn="auto">
              <a:lnSpc>
                <a:spcPct val="150000"/>
              </a:lnSpc>
              <a:spcAft>
                <a:spcPts val="0"/>
              </a:spcAft>
              <a:buFont typeface="Arial" panose="020B0604020202020204" pitchFamily="34" charset="0"/>
              <a:buChar char="•"/>
              <a:defRPr/>
            </a:pPr>
            <a:r>
              <a:rPr lang="en-GB" sz="1400" dirty="0" smtClean="0">
                <a:solidFill>
                  <a:srgbClr val="313131"/>
                </a:solidFill>
                <a:latin typeface="Arial"/>
              </a:rPr>
              <a:t>MBA MCAI</a:t>
            </a:r>
          </a:p>
          <a:p>
            <a:pPr marL="285750" lvl="1" indent="-285750" fontAlgn="auto">
              <a:lnSpc>
                <a:spcPct val="150000"/>
              </a:lnSpc>
              <a:spcAft>
                <a:spcPts val="0"/>
              </a:spcAft>
              <a:buFont typeface="Arial" panose="020B0604020202020204" pitchFamily="34" charset="0"/>
              <a:buChar char="•"/>
              <a:defRPr/>
            </a:pPr>
            <a:r>
              <a:rPr lang="en-GB" sz="1400" dirty="0" smtClean="0">
                <a:solidFill>
                  <a:srgbClr val="313131"/>
                </a:solidFill>
                <a:latin typeface="Arial"/>
              </a:rPr>
              <a:t>Purchase Index</a:t>
            </a:r>
          </a:p>
          <a:p>
            <a:pPr marL="285750" lvl="1" indent="-285750" fontAlgn="auto">
              <a:lnSpc>
                <a:spcPct val="150000"/>
              </a:lnSpc>
              <a:spcAft>
                <a:spcPts val="0"/>
              </a:spcAft>
              <a:buFont typeface="Arial" panose="020B0604020202020204" pitchFamily="34" charset="0"/>
              <a:buChar char="•"/>
              <a:defRPr/>
            </a:pPr>
            <a:r>
              <a:rPr lang="en-GB" sz="1400" dirty="0" smtClean="0">
                <a:solidFill>
                  <a:srgbClr val="313131"/>
                </a:solidFill>
                <a:latin typeface="Arial"/>
              </a:rPr>
              <a:t>Cello MCAI</a:t>
            </a:r>
          </a:p>
        </p:txBody>
      </p:sp>
      <p:sp>
        <p:nvSpPr>
          <p:cNvPr id="25" name="Rectangle 24"/>
          <p:cNvSpPr/>
          <p:nvPr/>
        </p:nvSpPr>
        <p:spPr>
          <a:xfrm>
            <a:off x="6559729" y="1925752"/>
            <a:ext cx="2325507" cy="3024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S-Curve</a:t>
            </a:r>
            <a:endParaRPr lang="en-US" dirty="0"/>
          </a:p>
        </p:txBody>
      </p:sp>
      <p:sp>
        <p:nvSpPr>
          <p:cNvPr id="28" name="Right Arrow 27"/>
          <p:cNvSpPr/>
          <p:nvPr/>
        </p:nvSpPr>
        <p:spPr>
          <a:xfrm>
            <a:off x="3422469" y="3210196"/>
            <a:ext cx="215537" cy="395764"/>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ight Arrow 28"/>
          <p:cNvSpPr/>
          <p:nvPr/>
        </p:nvSpPr>
        <p:spPr>
          <a:xfrm>
            <a:off x="6193972" y="4228578"/>
            <a:ext cx="215537" cy="395764"/>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p:cNvSpPr/>
          <p:nvPr/>
        </p:nvSpPr>
        <p:spPr>
          <a:xfrm>
            <a:off x="6559729" y="2859798"/>
            <a:ext cx="2350472" cy="3338527"/>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p:cNvSpPr txBox="1"/>
          <p:nvPr/>
        </p:nvSpPr>
        <p:spPr>
          <a:xfrm>
            <a:off x="6533604" y="2893728"/>
            <a:ext cx="2505895" cy="375552"/>
          </a:xfrm>
          <a:prstGeom prst="rect">
            <a:avLst/>
          </a:prstGeom>
          <a:noFill/>
        </p:spPr>
        <p:txBody>
          <a:bodyPr wrap="square" rtlCol="0">
            <a:spAutoFit/>
          </a:bodyPr>
          <a:lstStyle/>
          <a:p>
            <a:pPr marL="0" lvl="1" indent="0" fontAlgn="auto">
              <a:lnSpc>
                <a:spcPct val="150000"/>
              </a:lnSpc>
              <a:spcAft>
                <a:spcPts val="0"/>
              </a:spcAft>
              <a:defRPr/>
            </a:pPr>
            <a:r>
              <a:rPr lang="en-GB" sz="1400" dirty="0" smtClean="0">
                <a:solidFill>
                  <a:srgbClr val="313131"/>
                </a:solidFill>
                <a:latin typeface="Arial"/>
              </a:rPr>
              <a:t>Generalised </a:t>
            </a:r>
            <a:r>
              <a:rPr lang="en-GB" sz="1400" dirty="0">
                <a:solidFill>
                  <a:srgbClr val="313131"/>
                </a:solidFill>
                <a:latin typeface="Arial"/>
              </a:rPr>
              <a:t>logistic </a:t>
            </a:r>
            <a:r>
              <a:rPr lang="en-GB" sz="1400" dirty="0" smtClean="0">
                <a:solidFill>
                  <a:srgbClr val="313131"/>
                </a:solidFill>
                <a:latin typeface="Arial"/>
              </a:rPr>
              <a:t>function</a:t>
            </a:r>
          </a:p>
        </p:txBody>
      </p:sp>
      <mc:AlternateContent xmlns:mc="http://schemas.openxmlformats.org/markup-compatibility/2006" xmlns:a14="http://schemas.microsoft.com/office/drawing/2010/main">
        <mc:Choice Requires="a14">
          <p:sp>
            <p:nvSpPr>
              <p:cNvPr id="32" name="TextBox 31"/>
              <p:cNvSpPr txBox="1"/>
              <p:nvPr/>
            </p:nvSpPr>
            <p:spPr>
              <a:xfrm>
                <a:off x="6669245" y="3280881"/>
                <a:ext cx="2106474" cy="44326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100" b="0" i="1" smtClean="0">
                          <a:latin typeface="Cambria Math"/>
                        </a:rPr>
                        <m:t>𝑌</m:t>
                      </m:r>
                      <m:d>
                        <m:dPr>
                          <m:ctrlPr>
                            <a:rPr lang="en-US" sz="1100" b="0" i="1" smtClean="0">
                              <a:latin typeface="Cambria Math"/>
                            </a:rPr>
                          </m:ctrlPr>
                        </m:dPr>
                        <m:e>
                          <m:r>
                            <a:rPr lang="en-US" sz="1100" b="0" i="1" smtClean="0">
                              <a:latin typeface="Cambria Math"/>
                            </a:rPr>
                            <m:t>𝑡</m:t>
                          </m:r>
                        </m:e>
                      </m:d>
                      <m:r>
                        <a:rPr lang="en-US" sz="1100" i="1" smtClean="0">
                          <a:latin typeface="Cambria Math"/>
                        </a:rPr>
                        <m:t>=</m:t>
                      </m:r>
                      <m:r>
                        <a:rPr lang="en-US" sz="1100" b="0" i="1" smtClean="0">
                          <a:latin typeface="Cambria Math"/>
                        </a:rPr>
                        <m:t>𝐴</m:t>
                      </m:r>
                      <m:r>
                        <a:rPr lang="en-US" sz="1100" b="0" i="1" smtClean="0">
                          <a:latin typeface="Cambria Math"/>
                        </a:rPr>
                        <m:t>+</m:t>
                      </m:r>
                      <m:f>
                        <m:fPr>
                          <m:ctrlPr>
                            <a:rPr lang="en-US" sz="1100" b="0" i="1" smtClean="0">
                              <a:latin typeface="Cambria Math"/>
                            </a:rPr>
                          </m:ctrlPr>
                        </m:fPr>
                        <m:num>
                          <m:r>
                            <a:rPr lang="en-US" sz="1100" b="0" i="1" smtClean="0">
                              <a:latin typeface="Cambria Math"/>
                            </a:rPr>
                            <m:t>𝐾</m:t>
                          </m:r>
                          <m:r>
                            <a:rPr lang="en-US" sz="1100" b="0" i="1" smtClean="0">
                              <a:latin typeface="Cambria Math"/>
                            </a:rPr>
                            <m:t>−</m:t>
                          </m:r>
                          <m:r>
                            <a:rPr lang="en-US" sz="1100" b="0" i="1" smtClean="0">
                              <a:latin typeface="Cambria Math"/>
                            </a:rPr>
                            <m:t>𝐴</m:t>
                          </m:r>
                        </m:num>
                        <m:den>
                          <m:sSup>
                            <m:sSupPr>
                              <m:ctrlPr>
                                <a:rPr lang="en-US" sz="1100" b="0" i="1" smtClean="0">
                                  <a:latin typeface="Cambria Math"/>
                                </a:rPr>
                              </m:ctrlPr>
                            </m:sSupPr>
                            <m:e>
                              <m:r>
                                <a:rPr lang="en-US" sz="1100" i="1">
                                  <a:latin typeface="Cambria Math"/>
                                </a:rPr>
                                <m:t>(</m:t>
                              </m:r>
                              <m:r>
                                <a:rPr lang="en-US" sz="1100" i="1">
                                  <a:latin typeface="Cambria Math"/>
                                </a:rPr>
                                <m:t>𝐶</m:t>
                              </m:r>
                              <m:r>
                                <a:rPr lang="en-US" sz="1100" i="1">
                                  <a:latin typeface="Cambria Math"/>
                                </a:rPr>
                                <m:t>+</m:t>
                              </m:r>
                              <m:r>
                                <a:rPr lang="en-US" sz="1100" i="1">
                                  <a:latin typeface="Cambria Math"/>
                                </a:rPr>
                                <m:t>𝑄</m:t>
                              </m:r>
                              <m:sSup>
                                <m:sSupPr>
                                  <m:ctrlPr>
                                    <a:rPr lang="en-US" sz="1100" i="1">
                                      <a:latin typeface="Cambria Math"/>
                                    </a:rPr>
                                  </m:ctrlPr>
                                </m:sSupPr>
                                <m:e>
                                  <m:r>
                                    <a:rPr lang="en-US" sz="1100" i="1">
                                      <a:latin typeface="Cambria Math"/>
                                    </a:rPr>
                                    <m:t>𝑒</m:t>
                                  </m:r>
                                </m:e>
                                <m:sup>
                                  <m:r>
                                    <a:rPr lang="en-US" sz="1100" i="1">
                                      <a:latin typeface="Cambria Math"/>
                                    </a:rPr>
                                    <m:t>−</m:t>
                                  </m:r>
                                  <m:r>
                                    <a:rPr lang="en-US" sz="1100" i="1">
                                      <a:latin typeface="Cambria Math"/>
                                    </a:rPr>
                                    <m:t>𝐵</m:t>
                                  </m:r>
                                  <m:r>
                                    <a:rPr lang="en-US" sz="1100" i="1">
                                      <a:latin typeface="Cambria Math"/>
                                    </a:rPr>
                                    <m:t>(</m:t>
                                  </m:r>
                                  <m:r>
                                    <a:rPr lang="en-US" sz="1100" i="1">
                                      <a:latin typeface="Cambria Math"/>
                                    </a:rPr>
                                    <m:t>𝑡</m:t>
                                  </m:r>
                                  <m:r>
                                    <a:rPr lang="en-US" sz="1100" i="1">
                                      <a:latin typeface="Cambria Math"/>
                                    </a:rPr>
                                    <m:t>−</m:t>
                                  </m:r>
                                  <m:r>
                                    <a:rPr lang="en-US" sz="1100" i="1">
                                      <a:latin typeface="Cambria Math"/>
                                    </a:rPr>
                                    <m:t>𝑀</m:t>
                                  </m:r>
                                  <m:r>
                                    <a:rPr lang="en-US" sz="1100" i="1">
                                      <a:latin typeface="Cambria Math"/>
                                    </a:rPr>
                                    <m:t>)</m:t>
                                  </m:r>
                                </m:sup>
                              </m:sSup>
                              <m:r>
                                <a:rPr lang="en-US" sz="1100" i="1">
                                  <a:latin typeface="Cambria Math"/>
                                </a:rPr>
                                <m:t>)</m:t>
                              </m:r>
                            </m:e>
                            <m:sup>
                              <m:r>
                                <a:rPr lang="en-US" sz="1100" b="0" i="1" smtClean="0">
                                  <a:latin typeface="Cambria Math"/>
                                </a:rPr>
                                <m:t>1/</m:t>
                              </m:r>
                              <m:r>
                                <m:rPr>
                                  <m:sty m:val="p"/>
                                </m:rPr>
                                <a:rPr lang="el-GR" sz="1100" b="0" i="1" smtClean="0">
                                  <a:latin typeface="Cambria Math"/>
                                </a:rPr>
                                <m:t>ν</m:t>
                              </m:r>
                            </m:sup>
                          </m:sSup>
                        </m:den>
                      </m:f>
                    </m:oMath>
                  </m:oMathPara>
                </a14:m>
                <a:endParaRPr lang="en-US" sz="1100" dirty="0"/>
              </a:p>
            </p:txBody>
          </p:sp>
        </mc:Choice>
        <mc:Fallback xmlns="">
          <p:sp>
            <p:nvSpPr>
              <p:cNvPr id="32" name="TextBox 31"/>
              <p:cNvSpPr txBox="1">
                <a:spLocks noRot="1" noChangeAspect="1" noMove="1" noResize="1" noEditPoints="1" noAdjustHandles="1" noChangeArrowheads="1" noChangeShapeType="1" noTextEdit="1"/>
              </p:cNvSpPr>
              <p:nvPr/>
            </p:nvSpPr>
            <p:spPr>
              <a:xfrm>
                <a:off x="6669245" y="3280881"/>
                <a:ext cx="2106474" cy="443263"/>
              </a:xfrm>
              <a:prstGeom prst="rect">
                <a:avLst/>
              </a:prstGeom>
              <a:blipFill rotWithShape="1">
                <a:blip r:embed="rId2"/>
                <a:stretch>
                  <a:fillRect b="-2740"/>
                </a:stretch>
              </a:blipFill>
            </p:spPr>
            <p:txBody>
              <a:bodyPr/>
              <a:lstStyle/>
              <a:p>
                <a:r>
                  <a:rPr lang="en-US">
                    <a:noFill/>
                  </a:rPr>
                  <a:t> </a:t>
                </a:r>
              </a:p>
            </p:txBody>
          </p:sp>
        </mc:Fallback>
      </mc:AlternateContent>
      <p:sp>
        <p:nvSpPr>
          <p:cNvPr id="33" name="Right Arrow 32"/>
          <p:cNvSpPr/>
          <p:nvPr/>
        </p:nvSpPr>
        <p:spPr>
          <a:xfrm rot="5400000">
            <a:off x="7678783" y="5326125"/>
            <a:ext cx="215537" cy="395764"/>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p:cNvSpPr txBox="1"/>
          <p:nvPr/>
        </p:nvSpPr>
        <p:spPr>
          <a:xfrm>
            <a:off x="6533604" y="3790710"/>
            <a:ext cx="2505895" cy="1615827"/>
          </a:xfrm>
          <a:prstGeom prst="rect">
            <a:avLst/>
          </a:prstGeom>
          <a:noFill/>
        </p:spPr>
        <p:txBody>
          <a:bodyPr wrap="square" rtlCol="0">
            <a:spAutoFit/>
          </a:bodyPr>
          <a:lstStyle/>
          <a:p>
            <a:pPr marL="0" lvl="1" indent="0" fontAlgn="auto">
              <a:lnSpc>
                <a:spcPct val="150000"/>
              </a:lnSpc>
              <a:spcAft>
                <a:spcPts val="0"/>
              </a:spcAft>
              <a:defRPr/>
            </a:pPr>
            <a:r>
              <a:rPr lang="en-US" sz="1100" dirty="0" smtClean="0">
                <a:solidFill>
                  <a:srgbClr val="313131"/>
                </a:solidFill>
                <a:latin typeface="Arial"/>
              </a:rPr>
              <a:t>A: </a:t>
            </a:r>
            <a:r>
              <a:rPr lang="en-US" sz="1100" dirty="0">
                <a:solidFill>
                  <a:srgbClr val="313131"/>
                </a:solidFill>
                <a:latin typeface="Arial"/>
              </a:rPr>
              <a:t>the lower </a:t>
            </a:r>
            <a:r>
              <a:rPr lang="en-US" sz="1100" dirty="0" smtClean="0">
                <a:solidFill>
                  <a:srgbClr val="313131"/>
                </a:solidFill>
                <a:latin typeface="Arial"/>
              </a:rPr>
              <a:t>asymptote</a:t>
            </a:r>
          </a:p>
          <a:p>
            <a:pPr marL="0" lvl="1" indent="0" fontAlgn="auto">
              <a:lnSpc>
                <a:spcPct val="150000"/>
              </a:lnSpc>
              <a:spcAft>
                <a:spcPts val="0"/>
              </a:spcAft>
              <a:defRPr/>
            </a:pPr>
            <a:r>
              <a:rPr lang="en-US" sz="1100" dirty="0">
                <a:solidFill>
                  <a:srgbClr val="313131"/>
                </a:solidFill>
                <a:latin typeface="Arial"/>
              </a:rPr>
              <a:t>K</a:t>
            </a:r>
            <a:r>
              <a:rPr lang="en-US" sz="1100" dirty="0" smtClean="0">
                <a:solidFill>
                  <a:srgbClr val="313131"/>
                </a:solidFill>
                <a:latin typeface="Arial"/>
              </a:rPr>
              <a:t>: </a:t>
            </a:r>
            <a:r>
              <a:rPr lang="en-US" sz="1100" dirty="0">
                <a:solidFill>
                  <a:srgbClr val="313131"/>
                </a:solidFill>
                <a:latin typeface="Arial"/>
              </a:rPr>
              <a:t>the upper asymptote. </a:t>
            </a:r>
            <a:endParaRPr lang="en-US" sz="1100" dirty="0" smtClean="0">
              <a:solidFill>
                <a:srgbClr val="313131"/>
              </a:solidFill>
              <a:latin typeface="Arial"/>
            </a:endParaRPr>
          </a:p>
          <a:p>
            <a:pPr marL="0" lvl="1" indent="0" fontAlgn="auto">
              <a:lnSpc>
                <a:spcPct val="150000"/>
              </a:lnSpc>
              <a:spcAft>
                <a:spcPts val="0"/>
              </a:spcAft>
              <a:defRPr/>
            </a:pPr>
            <a:r>
              <a:rPr lang="en-US" sz="1100" dirty="0" smtClean="0">
                <a:solidFill>
                  <a:srgbClr val="313131"/>
                </a:solidFill>
                <a:latin typeface="Arial"/>
              </a:rPr>
              <a:t>B </a:t>
            </a:r>
            <a:r>
              <a:rPr lang="en-US" sz="1100" dirty="0">
                <a:solidFill>
                  <a:srgbClr val="313131"/>
                </a:solidFill>
                <a:latin typeface="Arial"/>
              </a:rPr>
              <a:t>: the growth rate</a:t>
            </a:r>
          </a:p>
          <a:p>
            <a:pPr marL="0" lvl="1" indent="0" fontAlgn="auto">
              <a:lnSpc>
                <a:spcPct val="150000"/>
              </a:lnSpc>
              <a:spcAft>
                <a:spcPts val="0"/>
              </a:spcAft>
              <a:defRPr/>
            </a:pPr>
            <a:r>
              <a:rPr lang="en-US" sz="1100" dirty="0" smtClean="0">
                <a:solidFill>
                  <a:srgbClr val="313131"/>
                </a:solidFill>
                <a:latin typeface="Arial"/>
              </a:rPr>
              <a:t>nu</a:t>
            </a:r>
            <a:r>
              <a:rPr lang="en-US" sz="1100" dirty="0">
                <a:solidFill>
                  <a:srgbClr val="313131"/>
                </a:solidFill>
                <a:latin typeface="Arial"/>
              </a:rPr>
              <a:t>: affects near which asymptote maximum growth occurs</a:t>
            </a:r>
          </a:p>
          <a:p>
            <a:pPr marL="0" lvl="1" indent="0" fontAlgn="auto">
              <a:lnSpc>
                <a:spcPct val="150000"/>
              </a:lnSpc>
              <a:spcAft>
                <a:spcPts val="0"/>
              </a:spcAft>
              <a:defRPr/>
            </a:pPr>
            <a:r>
              <a:rPr lang="en-US" sz="1100" dirty="0" smtClean="0">
                <a:solidFill>
                  <a:srgbClr val="313131"/>
                </a:solidFill>
                <a:latin typeface="Arial"/>
              </a:rPr>
              <a:t>Q </a:t>
            </a:r>
            <a:r>
              <a:rPr lang="en-US" sz="1100" dirty="0">
                <a:solidFill>
                  <a:srgbClr val="313131"/>
                </a:solidFill>
                <a:latin typeface="Arial"/>
              </a:rPr>
              <a:t>: is related to the value Y(0)</a:t>
            </a:r>
            <a:endParaRPr lang="en-GB" sz="1100" dirty="0" smtClean="0">
              <a:solidFill>
                <a:srgbClr val="313131"/>
              </a:solidFill>
              <a:latin typeface="Arial"/>
            </a:endParaRPr>
          </a:p>
        </p:txBody>
      </p:sp>
      <p:sp>
        <p:nvSpPr>
          <p:cNvPr id="36" name="TextBox 35"/>
          <p:cNvSpPr txBox="1"/>
          <p:nvPr/>
        </p:nvSpPr>
        <p:spPr>
          <a:xfrm>
            <a:off x="6533603" y="5631776"/>
            <a:ext cx="2505895" cy="415498"/>
          </a:xfrm>
          <a:prstGeom prst="rect">
            <a:avLst/>
          </a:prstGeom>
          <a:noFill/>
        </p:spPr>
        <p:txBody>
          <a:bodyPr wrap="square" rtlCol="0">
            <a:spAutoFit/>
          </a:bodyPr>
          <a:lstStyle/>
          <a:p>
            <a:pPr marL="0" lvl="1" indent="0" fontAlgn="auto">
              <a:lnSpc>
                <a:spcPct val="150000"/>
              </a:lnSpc>
              <a:spcAft>
                <a:spcPts val="0"/>
              </a:spcAft>
              <a:defRPr/>
            </a:pPr>
            <a:r>
              <a:rPr lang="en-GB" sz="1400" dirty="0" smtClean="0">
                <a:solidFill>
                  <a:srgbClr val="313131"/>
                </a:solidFill>
                <a:latin typeface="Arial"/>
              </a:rPr>
              <a:t>Optimization – Least Square</a:t>
            </a:r>
          </a:p>
        </p:txBody>
      </p:sp>
      <p:sp>
        <p:nvSpPr>
          <p:cNvPr id="38" name="Isosceles Triangle 37"/>
          <p:cNvSpPr/>
          <p:nvPr/>
        </p:nvSpPr>
        <p:spPr>
          <a:xfrm rot="10800000">
            <a:off x="4629695" y="6311895"/>
            <a:ext cx="3128554" cy="227139"/>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3758326" y="6715467"/>
            <a:ext cx="5151875" cy="3024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Compare </a:t>
            </a:r>
            <a:r>
              <a:rPr lang="en-US" sz="1600" dirty="0"/>
              <a:t>Tracking Root Mean Squared </a:t>
            </a:r>
            <a:r>
              <a:rPr lang="en-US" sz="1600" dirty="0" smtClean="0"/>
              <a:t>Error (RMSE)</a:t>
            </a:r>
            <a:endParaRPr lang="en-US" sz="1600" dirty="0"/>
          </a:p>
        </p:txBody>
      </p:sp>
      <p:cxnSp>
        <p:nvCxnSpPr>
          <p:cNvPr id="41" name="Straight Connector 40"/>
          <p:cNvCxnSpPr/>
          <p:nvPr/>
        </p:nvCxnSpPr>
        <p:spPr>
          <a:xfrm>
            <a:off x="3742509" y="2867297"/>
            <a:ext cx="0" cy="236437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6559729" y="2859798"/>
            <a:ext cx="0" cy="3338527"/>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3797434" y="2392536"/>
            <a:ext cx="2151996" cy="307777"/>
          </a:xfrm>
          <a:prstGeom prst="rect">
            <a:avLst/>
          </a:prstGeom>
          <a:noFill/>
        </p:spPr>
        <p:txBody>
          <a:bodyPr wrap="square" rtlCol="0">
            <a:spAutoFit/>
          </a:bodyPr>
          <a:lstStyle/>
          <a:p>
            <a:pPr marR="0" lvl="0" fontAlgn="auto">
              <a:lnSpc>
                <a:spcPct val="100000"/>
              </a:lnSpc>
              <a:spcAft>
                <a:spcPts val="0"/>
              </a:spcAft>
              <a:buClrTx/>
              <a:buSzTx/>
              <a:tabLst/>
              <a:defRPr/>
            </a:pPr>
            <a:r>
              <a:rPr lang="en-GB" sz="1400" dirty="0">
                <a:solidFill>
                  <a:schemeClr val="accent1"/>
                </a:solidFill>
                <a:latin typeface="Arial"/>
              </a:rPr>
              <a:t>3</a:t>
            </a:r>
            <a:r>
              <a:rPr lang="en-GB" sz="1400" dirty="0" smtClean="0">
                <a:solidFill>
                  <a:schemeClr val="accent1"/>
                </a:solidFill>
                <a:latin typeface="Arial"/>
              </a:rPr>
              <a:t> Parameters</a:t>
            </a:r>
            <a:endParaRPr lang="en-GB" sz="1400" dirty="0">
              <a:solidFill>
                <a:schemeClr val="accent1"/>
              </a:solidFill>
              <a:latin typeface="Arial"/>
            </a:endParaRPr>
          </a:p>
        </p:txBody>
      </p:sp>
      <p:sp>
        <p:nvSpPr>
          <p:cNvPr id="45" name="TextBox 44"/>
          <p:cNvSpPr txBox="1"/>
          <p:nvPr/>
        </p:nvSpPr>
        <p:spPr>
          <a:xfrm>
            <a:off x="6476678" y="2392536"/>
            <a:ext cx="2680396" cy="307777"/>
          </a:xfrm>
          <a:prstGeom prst="rect">
            <a:avLst/>
          </a:prstGeom>
          <a:noFill/>
        </p:spPr>
        <p:txBody>
          <a:bodyPr wrap="square" rtlCol="0">
            <a:spAutoFit/>
          </a:bodyPr>
          <a:lstStyle/>
          <a:p>
            <a:pPr marR="0" lvl="0" fontAlgn="auto">
              <a:lnSpc>
                <a:spcPct val="100000"/>
              </a:lnSpc>
              <a:spcAft>
                <a:spcPts val="0"/>
              </a:spcAft>
              <a:buClrTx/>
              <a:buSzTx/>
              <a:tabLst/>
              <a:defRPr/>
            </a:pPr>
            <a:r>
              <a:rPr lang="en-GB" sz="1400" dirty="0" smtClean="0">
                <a:solidFill>
                  <a:schemeClr val="accent1"/>
                </a:solidFill>
                <a:latin typeface="Arial"/>
              </a:rPr>
              <a:t>Automatic Curve Optimization</a:t>
            </a:r>
            <a:endParaRPr lang="en-GB" sz="1400" dirty="0">
              <a:solidFill>
                <a:schemeClr val="accent1"/>
              </a:solidFill>
              <a:latin typeface="Arial"/>
            </a:endParaRPr>
          </a:p>
        </p:txBody>
      </p:sp>
    </p:spTree>
    <p:extLst>
      <p:ext uri="{BB962C8B-B14F-4D97-AF65-F5344CB8AC3E}">
        <p14:creationId xmlns:p14="http://schemas.microsoft.com/office/powerpoint/2010/main" val="312620207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t>IV. </a:t>
            </a:r>
            <a:r>
              <a:rPr lang="en-US" sz="1600" dirty="0" smtClean="0">
                <a:latin typeface="+mn-lt"/>
              </a:rPr>
              <a:t>Results</a:t>
            </a:r>
            <a:br>
              <a:rPr lang="en-US" sz="1600" dirty="0" smtClean="0">
                <a:latin typeface="+mn-lt"/>
              </a:rPr>
            </a:br>
            <a:endParaRPr lang="en-US" dirty="0">
              <a:latin typeface="+mn-lt"/>
            </a:endParaRPr>
          </a:p>
        </p:txBody>
      </p:sp>
      <p:sp>
        <p:nvSpPr>
          <p:cNvPr id="20" name="TextBox 19"/>
          <p:cNvSpPr txBox="1"/>
          <p:nvPr/>
        </p:nvSpPr>
        <p:spPr>
          <a:xfrm>
            <a:off x="494384" y="6672872"/>
            <a:ext cx="9003791" cy="461665"/>
          </a:xfrm>
          <a:prstGeom prst="rect">
            <a:avLst/>
          </a:prstGeom>
          <a:noFill/>
        </p:spPr>
        <p:txBody>
          <a:bodyPr wrap="square" rtlCol="0">
            <a:spAutoFit/>
          </a:bodyPr>
          <a:lstStyle/>
          <a:p>
            <a:r>
              <a:rPr lang="en-US" sz="1200" dirty="0" smtClean="0">
                <a:latin typeface="+mn-lt"/>
              </a:rPr>
              <a:t>Using the four candidate CAIs, we tested the tracking from 2004 to 2016. The total RMSE shows the three new curves have better fits compared with the HPA-2yr index. The MBA CAI has the best performance among the four.</a:t>
            </a:r>
            <a:endParaRPr lang="en-US" sz="1200" dirty="0">
              <a:latin typeface="+mn-lt"/>
            </a:endParaRPr>
          </a:p>
        </p:txBody>
      </p:sp>
      <p:sp>
        <p:nvSpPr>
          <p:cNvPr id="46" name="Rectangle 45"/>
          <p:cNvSpPr/>
          <p:nvPr/>
        </p:nvSpPr>
        <p:spPr>
          <a:xfrm>
            <a:off x="2032363" y="3524197"/>
            <a:ext cx="2254675" cy="3024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RMSE = </a:t>
            </a:r>
            <a:r>
              <a:rPr lang="en-US" sz="1200" dirty="0" smtClean="0"/>
              <a:t>7.9710e-2</a:t>
            </a:r>
            <a:endParaRPr lang="en-US" sz="1200" dirty="0"/>
          </a:p>
        </p:txBody>
      </p:sp>
      <p:sp>
        <p:nvSpPr>
          <p:cNvPr id="47" name="Rectangle 46"/>
          <p:cNvSpPr/>
          <p:nvPr/>
        </p:nvSpPr>
        <p:spPr>
          <a:xfrm>
            <a:off x="5577799" y="3524197"/>
            <a:ext cx="2254675" cy="3024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RMSE = </a:t>
            </a:r>
            <a:r>
              <a:rPr lang="en-US" sz="1200" dirty="0" smtClean="0"/>
              <a:t>7.7610e-2</a:t>
            </a:r>
            <a:endParaRPr lang="en-US" sz="1200" dirty="0"/>
          </a:p>
        </p:txBody>
      </p:sp>
      <p:sp>
        <p:nvSpPr>
          <p:cNvPr id="48" name="Rectangle 47"/>
          <p:cNvSpPr/>
          <p:nvPr/>
        </p:nvSpPr>
        <p:spPr>
          <a:xfrm>
            <a:off x="2024742" y="6314206"/>
            <a:ext cx="2254675" cy="3024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RMSE = </a:t>
            </a:r>
            <a:r>
              <a:rPr lang="en-US" sz="1200" dirty="0" smtClean="0"/>
              <a:t>7.8410e-2</a:t>
            </a:r>
            <a:endParaRPr lang="en-US" sz="1200" dirty="0"/>
          </a:p>
        </p:txBody>
      </p:sp>
      <p:sp>
        <p:nvSpPr>
          <p:cNvPr id="49" name="Rectangle 48"/>
          <p:cNvSpPr/>
          <p:nvPr/>
        </p:nvSpPr>
        <p:spPr>
          <a:xfrm>
            <a:off x="5577800" y="6314206"/>
            <a:ext cx="2254675" cy="3024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RMSE = </a:t>
            </a:r>
            <a:r>
              <a:rPr lang="en-US" sz="1200" dirty="0" smtClean="0"/>
              <a:t>7.8410e-2</a:t>
            </a:r>
            <a:endParaRPr lang="en-US" sz="1200" dirty="0"/>
          </a:p>
        </p:txBody>
      </p:sp>
      <p:pic>
        <p:nvPicPr>
          <p:cNvPr id="50" name="Picture 49"/>
          <p:cNvPicPr>
            <a:picLocks noChangeAspect="1"/>
          </p:cNvPicPr>
          <p:nvPr/>
        </p:nvPicPr>
        <p:blipFill>
          <a:blip r:embed="rId2"/>
          <a:stretch>
            <a:fillRect/>
          </a:stretch>
        </p:blipFill>
        <p:spPr>
          <a:xfrm>
            <a:off x="1780479" y="1017375"/>
            <a:ext cx="2743200" cy="2524222"/>
          </a:xfrm>
          <a:prstGeom prst="rect">
            <a:avLst/>
          </a:prstGeom>
        </p:spPr>
      </p:pic>
      <p:pic>
        <p:nvPicPr>
          <p:cNvPr id="51" name="Picture 50"/>
          <p:cNvPicPr>
            <a:picLocks noChangeAspect="1"/>
          </p:cNvPicPr>
          <p:nvPr/>
        </p:nvPicPr>
        <p:blipFill>
          <a:blip r:embed="rId3"/>
          <a:stretch>
            <a:fillRect/>
          </a:stretch>
        </p:blipFill>
        <p:spPr>
          <a:xfrm>
            <a:off x="5333536" y="1017375"/>
            <a:ext cx="2743200" cy="2524222"/>
          </a:xfrm>
          <a:prstGeom prst="rect">
            <a:avLst/>
          </a:prstGeom>
        </p:spPr>
      </p:pic>
      <p:pic>
        <p:nvPicPr>
          <p:cNvPr id="52" name="Picture 51"/>
          <p:cNvPicPr>
            <a:picLocks noChangeAspect="1"/>
          </p:cNvPicPr>
          <p:nvPr/>
        </p:nvPicPr>
        <p:blipFill>
          <a:blip r:embed="rId4"/>
          <a:stretch>
            <a:fillRect/>
          </a:stretch>
        </p:blipFill>
        <p:spPr>
          <a:xfrm>
            <a:off x="1780479" y="3826677"/>
            <a:ext cx="2743200" cy="2524222"/>
          </a:xfrm>
          <a:prstGeom prst="rect">
            <a:avLst/>
          </a:prstGeom>
        </p:spPr>
      </p:pic>
      <p:pic>
        <p:nvPicPr>
          <p:cNvPr id="53" name="Picture 52"/>
          <p:cNvPicPr>
            <a:picLocks noChangeAspect="1"/>
          </p:cNvPicPr>
          <p:nvPr/>
        </p:nvPicPr>
        <p:blipFill>
          <a:blip r:embed="rId5"/>
          <a:stretch>
            <a:fillRect/>
          </a:stretch>
        </p:blipFill>
        <p:spPr>
          <a:xfrm>
            <a:off x="5235784" y="3826677"/>
            <a:ext cx="2743200" cy="2524222"/>
          </a:xfrm>
          <a:prstGeom prst="rect">
            <a:avLst/>
          </a:prstGeom>
        </p:spPr>
      </p:pic>
    </p:spTree>
    <p:extLst>
      <p:ext uri="{BB962C8B-B14F-4D97-AF65-F5344CB8AC3E}">
        <p14:creationId xmlns:p14="http://schemas.microsoft.com/office/powerpoint/2010/main" val="169620499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t>IV. </a:t>
            </a:r>
            <a:r>
              <a:rPr lang="en-US" sz="1600" dirty="0" smtClean="0">
                <a:latin typeface="+mn-lt"/>
              </a:rPr>
              <a:t>Result Analysis</a:t>
            </a:r>
            <a:br>
              <a:rPr lang="en-US" sz="1600" dirty="0" smtClean="0">
                <a:latin typeface="+mn-lt"/>
              </a:rPr>
            </a:br>
            <a:r>
              <a:rPr lang="en-US" sz="1600" dirty="0" smtClean="0">
                <a:latin typeface="+mn-lt"/>
              </a:rPr>
              <a:t>Tests for Different Moving Average Lags</a:t>
            </a:r>
            <a:br>
              <a:rPr lang="en-US" sz="1600" dirty="0" smtClean="0">
                <a:latin typeface="+mn-lt"/>
              </a:rPr>
            </a:br>
            <a:endParaRPr lang="en-US" dirty="0">
              <a:latin typeface="+mn-lt"/>
            </a:endParaRPr>
          </a:p>
        </p:txBody>
      </p:sp>
      <p:graphicFrame>
        <p:nvGraphicFramePr>
          <p:cNvPr id="12" name="Chart 11"/>
          <p:cNvGraphicFramePr/>
          <p:nvPr>
            <p:extLst>
              <p:ext uri="{D42A27DB-BD31-4B8C-83A1-F6EECF244321}">
                <p14:modId xmlns:p14="http://schemas.microsoft.com/office/powerpoint/2010/main" val="495899995"/>
              </p:ext>
            </p:extLst>
          </p:nvPr>
        </p:nvGraphicFramePr>
        <p:xfrm>
          <a:off x="1686273" y="1392671"/>
          <a:ext cx="6705600" cy="4470400"/>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p:cNvSpPr txBox="1"/>
          <p:nvPr/>
        </p:nvSpPr>
        <p:spPr>
          <a:xfrm>
            <a:off x="6515100" y="3326486"/>
            <a:ext cx="1562100" cy="261610"/>
          </a:xfrm>
          <a:prstGeom prst="rect">
            <a:avLst/>
          </a:prstGeom>
          <a:noFill/>
        </p:spPr>
        <p:txBody>
          <a:bodyPr wrap="square" rtlCol="0">
            <a:spAutoFit/>
          </a:bodyPr>
          <a:lstStyle/>
          <a:p>
            <a:r>
              <a:rPr lang="en-US" sz="1100" dirty="0" smtClean="0">
                <a:latin typeface="Calibri" panose="020F0502020204030204" pitchFamily="34" charset="0"/>
              </a:rPr>
              <a:t>Different time lag</a:t>
            </a:r>
          </a:p>
        </p:txBody>
      </p:sp>
      <p:sp>
        <p:nvSpPr>
          <p:cNvPr id="17" name="TextBox 16"/>
          <p:cNvSpPr txBox="1"/>
          <p:nvPr/>
        </p:nvSpPr>
        <p:spPr>
          <a:xfrm>
            <a:off x="494383" y="6147092"/>
            <a:ext cx="9003791" cy="646331"/>
          </a:xfrm>
          <a:prstGeom prst="rect">
            <a:avLst/>
          </a:prstGeom>
          <a:noFill/>
        </p:spPr>
        <p:txBody>
          <a:bodyPr wrap="square" rtlCol="0">
            <a:spAutoFit/>
          </a:bodyPr>
          <a:lstStyle/>
          <a:p>
            <a:r>
              <a:rPr lang="en-US" sz="1200" dirty="0" smtClean="0">
                <a:latin typeface="+mn-lt"/>
              </a:rPr>
              <a:t>The normalized curves have different time lags. So, potentially, that will affect our tracking result.</a:t>
            </a:r>
          </a:p>
          <a:p>
            <a:r>
              <a:rPr lang="en-US" sz="1200" dirty="0" smtClean="0">
                <a:latin typeface="+mn-lt"/>
              </a:rPr>
              <a:t>In order to avoid the bias and find out the best moving average range for each one of the curves, we tried moving average for 24 month, 18 month, 12 month and 6 month. </a:t>
            </a:r>
            <a:endParaRPr lang="en-US" sz="1200" dirty="0">
              <a:latin typeface="+mn-lt"/>
            </a:endParaRPr>
          </a:p>
        </p:txBody>
      </p:sp>
    </p:spTree>
    <p:extLst>
      <p:ext uri="{BB962C8B-B14F-4D97-AF65-F5344CB8AC3E}">
        <p14:creationId xmlns:p14="http://schemas.microsoft.com/office/powerpoint/2010/main" val="333267069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t>IV. </a:t>
            </a:r>
            <a:r>
              <a:rPr lang="en-US" sz="1600" dirty="0" smtClean="0">
                <a:latin typeface="+mn-lt"/>
              </a:rPr>
              <a:t>Result Analysis</a:t>
            </a:r>
            <a:br>
              <a:rPr lang="en-US" sz="1600" dirty="0" smtClean="0">
                <a:latin typeface="+mn-lt"/>
              </a:rPr>
            </a:br>
            <a:r>
              <a:rPr lang="en-US" sz="1600" dirty="0" smtClean="0">
                <a:latin typeface="+mn-lt"/>
              </a:rPr>
              <a:t>Test for Different Moving Average Lags</a:t>
            </a:r>
            <a:br>
              <a:rPr lang="en-US" sz="1600" dirty="0" smtClean="0">
                <a:latin typeface="+mn-lt"/>
              </a:rPr>
            </a:br>
            <a:endParaRPr lang="en-US" dirty="0">
              <a:latin typeface="+mn-lt"/>
            </a:endParaRPr>
          </a:p>
        </p:txBody>
      </p:sp>
      <p:sp>
        <p:nvSpPr>
          <p:cNvPr id="17" name="TextBox 16"/>
          <p:cNvSpPr txBox="1"/>
          <p:nvPr/>
        </p:nvSpPr>
        <p:spPr>
          <a:xfrm>
            <a:off x="494383" y="5049812"/>
            <a:ext cx="9003791" cy="646331"/>
          </a:xfrm>
          <a:prstGeom prst="rect">
            <a:avLst/>
          </a:prstGeom>
          <a:noFill/>
        </p:spPr>
        <p:txBody>
          <a:bodyPr wrap="square" rtlCol="0">
            <a:spAutoFit/>
          </a:bodyPr>
          <a:lstStyle/>
          <a:p>
            <a:r>
              <a:rPr lang="en-US" sz="1200" dirty="0" smtClean="0">
                <a:latin typeface="+mn-lt"/>
              </a:rPr>
              <a:t>From the RMSE numbers showed above, the best combination is MBA MCAI with 18 month moving average. </a:t>
            </a:r>
          </a:p>
          <a:p>
            <a:r>
              <a:rPr lang="en-US" sz="1200" dirty="0" smtClean="0">
                <a:latin typeface="+mn-lt"/>
              </a:rPr>
              <a:t>All the three curves with moving average of 24 or 18 month have a good performance in the tracking test. We can choose one of them based on other considerations, such as the difficulty of obtaining data.</a:t>
            </a:r>
            <a:endParaRPr lang="en-US" sz="1200" dirty="0">
              <a:latin typeface="+mn-lt"/>
            </a:endParaRPr>
          </a:p>
        </p:txBody>
      </p:sp>
      <p:graphicFrame>
        <p:nvGraphicFramePr>
          <p:cNvPr id="3" name="Table 2"/>
          <p:cNvGraphicFramePr>
            <a:graphicFrameLocks noGrp="1"/>
          </p:cNvGraphicFramePr>
          <p:nvPr>
            <p:extLst>
              <p:ext uri="{D42A27DB-BD31-4B8C-83A1-F6EECF244321}">
                <p14:modId xmlns:p14="http://schemas.microsoft.com/office/powerpoint/2010/main" val="1270745990"/>
              </p:ext>
            </p:extLst>
          </p:nvPr>
        </p:nvGraphicFramePr>
        <p:xfrm>
          <a:off x="1676400" y="1651000"/>
          <a:ext cx="6705600" cy="2806700"/>
        </p:xfrm>
        <a:graphic>
          <a:graphicData uri="http://schemas.openxmlformats.org/drawingml/2006/table">
            <a:tbl>
              <a:tblPr firstRow="1" bandRow="1">
                <a:tableStyleId>{6E25E649-3F16-4E02-A733-19D2CDBF48F0}</a:tableStyleId>
              </a:tblPr>
              <a:tblGrid>
                <a:gridCol w="1676400"/>
                <a:gridCol w="1676400"/>
                <a:gridCol w="1676400"/>
                <a:gridCol w="1676400"/>
              </a:tblGrid>
              <a:tr h="561340">
                <a:tc>
                  <a:txBody>
                    <a:bodyPr/>
                    <a:lstStyle/>
                    <a:p>
                      <a:pPr algn="ctr" fontAlgn="b"/>
                      <a:endParaRPr lang="en-US" sz="1100" b="0" i="0" u="none" strike="noStrike" dirty="0">
                        <a:solidFill>
                          <a:srgbClr val="000000"/>
                        </a:solidFill>
                        <a:effectLst/>
                        <a:latin typeface="Calibri"/>
                      </a:endParaRPr>
                    </a:p>
                  </a:txBody>
                  <a:tcPr marL="9525" marR="9525" marT="9525" marB="0" anchor="ctr"/>
                </a:tc>
                <a:tc>
                  <a:txBody>
                    <a:bodyPr/>
                    <a:lstStyle/>
                    <a:p>
                      <a:pPr algn="ctr" fontAlgn="b"/>
                      <a:r>
                        <a:rPr lang="en-US" sz="1100" u="none" strike="noStrike">
                          <a:effectLst/>
                        </a:rPr>
                        <a:t>mba_CAI</a:t>
                      </a:r>
                      <a:endParaRPr lang="en-US" sz="1100" b="0" i="0" u="none" strike="noStrike">
                        <a:solidFill>
                          <a:srgbClr val="000000"/>
                        </a:solidFill>
                        <a:effectLst/>
                        <a:latin typeface="Calibri"/>
                      </a:endParaRPr>
                    </a:p>
                  </a:txBody>
                  <a:tcPr marL="9525" marR="9525" marT="9525" marB="0" anchor="ctr"/>
                </a:tc>
                <a:tc>
                  <a:txBody>
                    <a:bodyPr/>
                    <a:lstStyle/>
                    <a:p>
                      <a:pPr algn="ctr" fontAlgn="b"/>
                      <a:r>
                        <a:rPr lang="en-US" sz="1100" u="none" strike="noStrike">
                          <a:effectLst/>
                        </a:rPr>
                        <a:t>purchase_idx</a:t>
                      </a:r>
                      <a:endParaRPr lang="en-US" sz="1100" b="0" i="0" u="none" strike="noStrike">
                        <a:solidFill>
                          <a:srgbClr val="000000"/>
                        </a:solidFill>
                        <a:effectLst/>
                        <a:latin typeface="Calibri"/>
                      </a:endParaRPr>
                    </a:p>
                  </a:txBody>
                  <a:tcPr marL="9525" marR="9525" marT="9525" marB="0" anchor="ctr"/>
                </a:tc>
                <a:tc>
                  <a:txBody>
                    <a:bodyPr/>
                    <a:lstStyle/>
                    <a:p>
                      <a:pPr algn="ctr" fontAlgn="b"/>
                      <a:r>
                        <a:rPr lang="en-US" sz="1100" u="none" strike="noStrike">
                          <a:effectLst/>
                        </a:rPr>
                        <a:t>cello_CAI</a:t>
                      </a:r>
                      <a:endParaRPr lang="en-US" sz="1100" b="0" i="0" u="none" strike="noStrike">
                        <a:solidFill>
                          <a:srgbClr val="000000"/>
                        </a:solidFill>
                        <a:effectLst/>
                        <a:latin typeface="Calibri"/>
                      </a:endParaRPr>
                    </a:p>
                  </a:txBody>
                  <a:tcPr marL="9525" marR="9525" marT="9525" marB="0" anchor="ctr"/>
                </a:tc>
              </a:tr>
              <a:tr h="561340">
                <a:tc>
                  <a:txBody>
                    <a:bodyPr/>
                    <a:lstStyle/>
                    <a:p>
                      <a:pPr algn="ctr" fontAlgn="b"/>
                      <a:r>
                        <a:rPr lang="en-US" sz="1100" u="none" strike="noStrike">
                          <a:effectLst/>
                        </a:rPr>
                        <a:t>24 Month</a:t>
                      </a:r>
                      <a:endParaRPr lang="en-US" sz="1100" b="0" i="0" u="none" strike="noStrike">
                        <a:solidFill>
                          <a:srgbClr val="000000"/>
                        </a:solidFill>
                        <a:effectLst/>
                        <a:latin typeface="Calibri"/>
                      </a:endParaRPr>
                    </a:p>
                  </a:txBody>
                  <a:tcPr marL="9525" marR="9525" marT="9525" marB="0" anchor="ctr"/>
                </a:tc>
                <a:tc>
                  <a:txBody>
                    <a:bodyPr/>
                    <a:lstStyle/>
                    <a:p>
                      <a:pPr algn="ctr" fontAlgn="ctr"/>
                      <a:r>
                        <a:rPr lang="en-US" sz="1000" u="none" strike="noStrike">
                          <a:effectLst/>
                        </a:rPr>
                        <a:t>0.0775741</a:t>
                      </a:r>
                      <a:endParaRPr lang="en-US" sz="1000" b="0" i="0" u="none" strike="noStrike">
                        <a:solidFill>
                          <a:srgbClr val="000000"/>
                        </a:solidFill>
                        <a:effectLst/>
                        <a:latin typeface="Lucida Console"/>
                      </a:endParaRPr>
                    </a:p>
                  </a:txBody>
                  <a:tcPr marL="9525" marR="9525" marT="9525" marB="0" anchor="ctr"/>
                </a:tc>
                <a:tc>
                  <a:txBody>
                    <a:bodyPr/>
                    <a:lstStyle/>
                    <a:p>
                      <a:pPr algn="ctr" fontAlgn="ctr"/>
                      <a:r>
                        <a:rPr lang="en-US" sz="1000" u="none" strike="noStrike">
                          <a:effectLst/>
                        </a:rPr>
                        <a:t>0.0784130</a:t>
                      </a:r>
                      <a:endParaRPr lang="en-US" sz="1000" b="0" i="0" u="none" strike="noStrike">
                        <a:solidFill>
                          <a:srgbClr val="000000"/>
                        </a:solidFill>
                        <a:effectLst/>
                        <a:latin typeface="Lucida Console"/>
                      </a:endParaRPr>
                    </a:p>
                  </a:txBody>
                  <a:tcPr marL="9525" marR="9525" marT="9525" marB="0" anchor="ctr"/>
                </a:tc>
                <a:tc>
                  <a:txBody>
                    <a:bodyPr/>
                    <a:lstStyle/>
                    <a:p>
                      <a:pPr algn="ctr" fontAlgn="ctr"/>
                      <a:r>
                        <a:rPr lang="en-US" sz="1000" u="none" strike="noStrike">
                          <a:effectLst/>
                        </a:rPr>
                        <a:t>0.0783926</a:t>
                      </a:r>
                      <a:endParaRPr lang="en-US" sz="1000" b="0" i="0" u="none" strike="noStrike">
                        <a:solidFill>
                          <a:srgbClr val="000000"/>
                        </a:solidFill>
                        <a:effectLst/>
                        <a:latin typeface="Lucida Console"/>
                      </a:endParaRPr>
                    </a:p>
                  </a:txBody>
                  <a:tcPr marL="9525" marR="9525" marT="9525" marB="0" anchor="ctr"/>
                </a:tc>
              </a:tr>
              <a:tr h="561340">
                <a:tc>
                  <a:txBody>
                    <a:bodyPr/>
                    <a:lstStyle/>
                    <a:p>
                      <a:pPr algn="ctr" fontAlgn="b"/>
                      <a:r>
                        <a:rPr lang="en-US" sz="1100" u="none" strike="noStrike">
                          <a:effectLst/>
                        </a:rPr>
                        <a:t>18 Month</a:t>
                      </a:r>
                      <a:endParaRPr lang="en-US" sz="1100" b="0" i="0" u="none" strike="noStrike">
                        <a:solidFill>
                          <a:srgbClr val="000000"/>
                        </a:solidFill>
                        <a:effectLst/>
                        <a:latin typeface="Calibri"/>
                      </a:endParaRPr>
                    </a:p>
                  </a:txBody>
                  <a:tcPr marL="9525" marR="9525" marT="9525" marB="0" anchor="ctr"/>
                </a:tc>
                <a:tc>
                  <a:txBody>
                    <a:bodyPr/>
                    <a:lstStyle/>
                    <a:p>
                      <a:pPr algn="ctr" fontAlgn="ctr"/>
                      <a:r>
                        <a:rPr lang="en-US" sz="1000" b="1" u="none" strike="noStrike" dirty="0">
                          <a:effectLst/>
                        </a:rPr>
                        <a:t>0.0770801</a:t>
                      </a:r>
                      <a:endParaRPr lang="en-US" sz="1000" b="1" i="0" u="none" strike="noStrike" dirty="0">
                        <a:solidFill>
                          <a:srgbClr val="000000"/>
                        </a:solidFill>
                        <a:effectLst/>
                        <a:latin typeface="Lucida Console"/>
                      </a:endParaRPr>
                    </a:p>
                  </a:txBody>
                  <a:tcPr marL="9525" marR="9525" marT="9525" marB="0" anchor="ctr"/>
                </a:tc>
                <a:tc>
                  <a:txBody>
                    <a:bodyPr/>
                    <a:lstStyle/>
                    <a:p>
                      <a:pPr algn="ctr" fontAlgn="ctr"/>
                      <a:r>
                        <a:rPr lang="en-US" sz="1000" u="none" strike="noStrike">
                          <a:effectLst/>
                        </a:rPr>
                        <a:t>0.0787880</a:t>
                      </a:r>
                      <a:endParaRPr lang="en-US" sz="1000" b="0" i="0" u="none" strike="noStrike">
                        <a:solidFill>
                          <a:srgbClr val="000000"/>
                        </a:solidFill>
                        <a:effectLst/>
                        <a:latin typeface="Lucida Console"/>
                      </a:endParaRPr>
                    </a:p>
                  </a:txBody>
                  <a:tcPr marL="9525" marR="9525" marT="9525" marB="0" anchor="ctr"/>
                </a:tc>
                <a:tc>
                  <a:txBody>
                    <a:bodyPr/>
                    <a:lstStyle/>
                    <a:p>
                      <a:pPr algn="ctr" fontAlgn="ctr"/>
                      <a:r>
                        <a:rPr lang="en-US" sz="1000" u="none" strike="noStrike">
                          <a:effectLst/>
                        </a:rPr>
                        <a:t>0.0777685</a:t>
                      </a:r>
                      <a:endParaRPr lang="en-US" sz="1000" b="0" i="0" u="none" strike="noStrike">
                        <a:solidFill>
                          <a:srgbClr val="000000"/>
                        </a:solidFill>
                        <a:effectLst/>
                        <a:latin typeface="Lucida Console"/>
                      </a:endParaRPr>
                    </a:p>
                  </a:txBody>
                  <a:tcPr marL="9525" marR="9525" marT="9525" marB="0" anchor="ctr"/>
                </a:tc>
              </a:tr>
              <a:tr h="561340">
                <a:tc>
                  <a:txBody>
                    <a:bodyPr/>
                    <a:lstStyle/>
                    <a:p>
                      <a:pPr algn="ctr" fontAlgn="b"/>
                      <a:r>
                        <a:rPr lang="en-US" sz="1100" u="none" strike="noStrike">
                          <a:effectLst/>
                        </a:rPr>
                        <a:t>12 Month</a:t>
                      </a:r>
                      <a:endParaRPr lang="en-US" sz="1100" b="0" i="0" u="none" strike="noStrike">
                        <a:solidFill>
                          <a:srgbClr val="000000"/>
                        </a:solidFill>
                        <a:effectLst/>
                        <a:latin typeface="Calibri"/>
                      </a:endParaRPr>
                    </a:p>
                  </a:txBody>
                  <a:tcPr marL="9525" marR="9525" marT="9525" marB="0" anchor="ctr"/>
                </a:tc>
                <a:tc>
                  <a:txBody>
                    <a:bodyPr/>
                    <a:lstStyle/>
                    <a:p>
                      <a:pPr algn="ctr" fontAlgn="ctr"/>
                      <a:r>
                        <a:rPr lang="en-US" sz="1000" u="none" strike="noStrike">
                          <a:effectLst/>
                        </a:rPr>
                        <a:t>0.0791511</a:t>
                      </a:r>
                      <a:endParaRPr lang="en-US" sz="1000" b="0" i="0" u="none" strike="noStrike">
                        <a:solidFill>
                          <a:srgbClr val="000000"/>
                        </a:solidFill>
                        <a:effectLst/>
                        <a:latin typeface="Lucida Console"/>
                      </a:endParaRPr>
                    </a:p>
                  </a:txBody>
                  <a:tcPr marL="9525" marR="9525" marT="9525" marB="0" anchor="ctr"/>
                </a:tc>
                <a:tc>
                  <a:txBody>
                    <a:bodyPr/>
                    <a:lstStyle/>
                    <a:p>
                      <a:pPr algn="ctr" fontAlgn="ctr"/>
                      <a:r>
                        <a:rPr lang="en-US" sz="1000" u="none" strike="noStrike">
                          <a:effectLst/>
                        </a:rPr>
                        <a:t>0.0791555</a:t>
                      </a:r>
                      <a:endParaRPr lang="en-US" sz="1000" b="0" i="0" u="none" strike="noStrike">
                        <a:solidFill>
                          <a:srgbClr val="000000"/>
                        </a:solidFill>
                        <a:effectLst/>
                        <a:latin typeface="Lucida Console"/>
                      </a:endParaRPr>
                    </a:p>
                  </a:txBody>
                  <a:tcPr marL="9525" marR="9525" marT="9525" marB="0" anchor="ctr"/>
                </a:tc>
                <a:tc>
                  <a:txBody>
                    <a:bodyPr/>
                    <a:lstStyle/>
                    <a:p>
                      <a:pPr algn="ctr" fontAlgn="ctr"/>
                      <a:r>
                        <a:rPr lang="en-US" sz="1000" u="none" strike="noStrike">
                          <a:effectLst/>
                        </a:rPr>
                        <a:t>0.0862411</a:t>
                      </a:r>
                      <a:endParaRPr lang="en-US" sz="1000" b="0" i="0" u="none" strike="noStrike">
                        <a:solidFill>
                          <a:srgbClr val="000000"/>
                        </a:solidFill>
                        <a:effectLst/>
                        <a:latin typeface="Lucida Console"/>
                      </a:endParaRPr>
                    </a:p>
                  </a:txBody>
                  <a:tcPr marL="9525" marR="9525" marT="9525" marB="0" anchor="ctr"/>
                </a:tc>
              </a:tr>
              <a:tr h="561340">
                <a:tc>
                  <a:txBody>
                    <a:bodyPr/>
                    <a:lstStyle/>
                    <a:p>
                      <a:pPr algn="ctr" fontAlgn="b"/>
                      <a:r>
                        <a:rPr lang="en-US" sz="1100" u="none" strike="noStrike">
                          <a:effectLst/>
                        </a:rPr>
                        <a:t>6 Month</a:t>
                      </a:r>
                      <a:endParaRPr lang="en-US" sz="1100" b="0" i="0" u="none" strike="noStrike">
                        <a:solidFill>
                          <a:srgbClr val="000000"/>
                        </a:solidFill>
                        <a:effectLst/>
                        <a:latin typeface="Calibri"/>
                      </a:endParaRPr>
                    </a:p>
                  </a:txBody>
                  <a:tcPr marL="9525" marR="9525" marT="9525" marB="0" anchor="ctr"/>
                </a:tc>
                <a:tc>
                  <a:txBody>
                    <a:bodyPr/>
                    <a:lstStyle/>
                    <a:p>
                      <a:pPr algn="ctr" fontAlgn="ctr"/>
                      <a:r>
                        <a:rPr lang="en-US" sz="1000" u="none" strike="noStrike">
                          <a:effectLst/>
                        </a:rPr>
                        <a:t>0.0783332</a:t>
                      </a:r>
                      <a:endParaRPr lang="en-US" sz="1000" b="0" i="0" u="none" strike="noStrike">
                        <a:solidFill>
                          <a:srgbClr val="000000"/>
                        </a:solidFill>
                        <a:effectLst/>
                        <a:latin typeface="Lucida Console"/>
                      </a:endParaRPr>
                    </a:p>
                  </a:txBody>
                  <a:tcPr marL="9525" marR="9525" marT="9525" marB="0" anchor="ctr"/>
                </a:tc>
                <a:tc>
                  <a:txBody>
                    <a:bodyPr/>
                    <a:lstStyle/>
                    <a:p>
                      <a:pPr algn="ctr" fontAlgn="ctr"/>
                      <a:r>
                        <a:rPr lang="en-US" sz="1000" u="none" strike="noStrike">
                          <a:effectLst/>
                        </a:rPr>
                        <a:t>0.0807010</a:t>
                      </a:r>
                      <a:endParaRPr lang="en-US" sz="1000" b="0" i="0" u="none" strike="noStrike">
                        <a:solidFill>
                          <a:srgbClr val="000000"/>
                        </a:solidFill>
                        <a:effectLst/>
                        <a:latin typeface="Lucida Console"/>
                      </a:endParaRPr>
                    </a:p>
                  </a:txBody>
                  <a:tcPr marL="9525" marR="9525" marT="9525" marB="0" anchor="ctr"/>
                </a:tc>
                <a:tc>
                  <a:txBody>
                    <a:bodyPr/>
                    <a:lstStyle/>
                    <a:p>
                      <a:pPr algn="ctr" fontAlgn="ctr"/>
                      <a:r>
                        <a:rPr lang="en-US" sz="1000" u="none" strike="noStrike" dirty="0">
                          <a:effectLst/>
                        </a:rPr>
                        <a:t>0.1008529</a:t>
                      </a:r>
                      <a:endParaRPr lang="en-US" sz="1000" b="0" i="0" u="none" strike="noStrike" dirty="0">
                        <a:solidFill>
                          <a:srgbClr val="000000"/>
                        </a:solidFill>
                        <a:effectLst/>
                        <a:latin typeface="Lucida Console"/>
                      </a:endParaRPr>
                    </a:p>
                  </a:txBody>
                  <a:tcPr marL="9525" marR="9525" marT="9525" marB="0" anchor="ctr"/>
                </a:tc>
              </a:tr>
            </a:tbl>
          </a:graphicData>
        </a:graphic>
      </p:graphicFrame>
    </p:spTree>
    <p:extLst>
      <p:ext uri="{BB962C8B-B14F-4D97-AF65-F5344CB8AC3E}">
        <p14:creationId xmlns:p14="http://schemas.microsoft.com/office/powerpoint/2010/main" val="121336364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t>V. </a:t>
            </a:r>
            <a:r>
              <a:rPr lang="en-US" sz="1600" dirty="0" smtClean="0">
                <a:latin typeface="+mn-lt"/>
              </a:rPr>
              <a:t>Potential Improvement</a:t>
            </a:r>
            <a:br>
              <a:rPr lang="en-US" sz="1600" dirty="0" smtClean="0">
                <a:latin typeface="+mn-lt"/>
              </a:rPr>
            </a:br>
            <a:r>
              <a:rPr lang="en-US" sz="1600" dirty="0" smtClean="0">
                <a:latin typeface="+mn-lt"/>
              </a:rPr>
              <a:t/>
            </a:r>
            <a:br>
              <a:rPr lang="en-US" sz="1600" dirty="0" smtClean="0">
                <a:latin typeface="+mn-lt"/>
              </a:rPr>
            </a:br>
            <a:endParaRPr lang="en-US" dirty="0">
              <a:latin typeface="+mn-lt"/>
            </a:endParaRPr>
          </a:p>
        </p:txBody>
      </p:sp>
      <p:sp>
        <p:nvSpPr>
          <p:cNvPr id="17" name="TextBox 16"/>
          <p:cNvSpPr txBox="1"/>
          <p:nvPr/>
        </p:nvSpPr>
        <p:spPr>
          <a:xfrm>
            <a:off x="494382" y="6131852"/>
            <a:ext cx="9003791" cy="461665"/>
          </a:xfrm>
          <a:prstGeom prst="rect">
            <a:avLst/>
          </a:prstGeom>
          <a:noFill/>
        </p:spPr>
        <p:txBody>
          <a:bodyPr wrap="square" rtlCol="0">
            <a:spAutoFit/>
          </a:bodyPr>
          <a:lstStyle/>
          <a:p>
            <a:r>
              <a:rPr lang="en-US" sz="1200" dirty="0" smtClean="0">
                <a:latin typeface="+mn-lt"/>
              </a:rPr>
              <a:t>From the charts, we can see a clearly potential of improvement of model fitting. Especially, the issue that model tracking is too fast after 2014 will be fixed. </a:t>
            </a:r>
            <a:endParaRPr lang="en-US" sz="1200" dirty="0">
              <a:latin typeface="+mn-lt"/>
            </a:endParaRPr>
          </a:p>
        </p:txBody>
      </p:sp>
      <p:pic>
        <p:nvPicPr>
          <p:cNvPr id="5" name="Picture 4"/>
          <p:cNvPicPr>
            <a:picLocks noChangeAspect="1"/>
          </p:cNvPicPr>
          <p:nvPr/>
        </p:nvPicPr>
        <p:blipFill>
          <a:blip r:embed="rId2"/>
          <a:stretch>
            <a:fillRect/>
          </a:stretch>
        </p:blipFill>
        <p:spPr>
          <a:xfrm>
            <a:off x="5271717" y="1654487"/>
            <a:ext cx="4572000" cy="4207036"/>
          </a:xfrm>
          <a:prstGeom prst="rect">
            <a:avLst/>
          </a:prstGeom>
        </p:spPr>
      </p:pic>
      <p:pic>
        <p:nvPicPr>
          <p:cNvPr id="6" name="Picture 5"/>
          <p:cNvPicPr>
            <a:picLocks noChangeAspect="1"/>
          </p:cNvPicPr>
          <p:nvPr/>
        </p:nvPicPr>
        <p:blipFill>
          <a:blip r:embed="rId3"/>
          <a:stretch>
            <a:fillRect/>
          </a:stretch>
        </p:blipFill>
        <p:spPr>
          <a:xfrm>
            <a:off x="327660" y="1654487"/>
            <a:ext cx="4572000" cy="4207036"/>
          </a:xfrm>
          <a:prstGeom prst="rect">
            <a:avLst/>
          </a:prstGeom>
        </p:spPr>
      </p:pic>
      <p:sp>
        <p:nvSpPr>
          <p:cNvPr id="7" name="Rectangle 6"/>
          <p:cNvSpPr/>
          <p:nvPr/>
        </p:nvSpPr>
        <p:spPr>
          <a:xfrm>
            <a:off x="973182" y="1765066"/>
            <a:ext cx="3278778" cy="3024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t>Tracking Result Using Current HPA2Yr Model</a:t>
            </a:r>
            <a:endParaRPr lang="en-US" sz="1200" dirty="0"/>
          </a:p>
        </p:txBody>
      </p:sp>
      <p:sp>
        <p:nvSpPr>
          <p:cNvPr id="8" name="Rectangle 7"/>
          <p:cNvSpPr/>
          <p:nvPr/>
        </p:nvSpPr>
        <p:spPr>
          <a:xfrm>
            <a:off x="5819502" y="1766226"/>
            <a:ext cx="3758838" cy="3024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t>Tracking Result Using MBA MCAI 18 Month</a:t>
            </a:r>
            <a:endParaRPr lang="en-US" sz="1200" dirty="0"/>
          </a:p>
        </p:txBody>
      </p:sp>
    </p:spTree>
    <p:extLst>
      <p:ext uri="{BB962C8B-B14F-4D97-AF65-F5344CB8AC3E}">
        <p14:creationId xmlns:p14="http://schemas.microsoft.com/office/powerpoint/2010/main" val="407894771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t>VI. </a:t>
            </a:r>
            <a:r>
              <a:rPr lang="en-US" sz="1600" dirty="0" smtClean="0">
                <a:latin typeface="+mn-lt"/>
              </a:rPr>
              <a:t>Backfill MBA CAI Using Purchase Data</a:t>
            </a:r>
            <a:r>
              <a:rPr lang="en-US" sz="1600" dirty="0" smtClean="0">
                <a:latin typeface="+mn-lt"/>
              </a:rPr>
              <a:t/>
            </a:r>
            <a:br>
              <a:rPr lang="en-US" sz="1600" dirty="0" smtClean="0">
                <a:latin typeface="+mn-lt"/>
              </a:rPr>
            </a:br>
            <a:r>
              <a:rPr lang="en-US" sz="1600" dirty="0" smtClean="0">
                <a:latin typeface="+mn-lt"/>
              </a:rPr>
              <a:t/>
            </a:r>
            <a:br>
              <a:rPr lang="en-US" sz="1600" dirty="0" smtClean="0">
                <a:latin typeface="+mn-lt"/>
              </a:rPr>
            </a:br>
            <a:endParaRPr lang="en-US" dirty="0">
              <a:latin typeface="+mn-lt"/>
            </a:endParaRPr>
          </a:p>
        </p:txBody>
      </p:sp>
      <p:sp>
        <p:nvSpPr>
          <p:cNvPr id="17" name="TextBox 16"/>
          <p:cNvSpPr txBox="1"/>
          <p:nvPr/>
        </p:nvSpPr>
        <p:spPr>
          <a:xfrm>
            <a:off x="494382" y="6131852"/>
            <a:ext cx="9003791" cy="276999"/>
          </a:xfrm>
          <a:prstGeom prst="rect">
            <a:avLst/>
          </a:prstGeom>
          <a:noFill/>
        </p:spPr>
        <p:txBody>
          <a:bodyPr wrap="square" rtlCol="0">
            <a:spAutoFit/>
          </a:bodyPr>
          <a:lstStyle/>
          <a:p>
            <a:r>
              <a:rPr lang="en-US" sz="1200" dirty="0" smtClean="0">
                <a:latin typeface="+mn-lt"/>
              </a:rPr>
              <a:t>Using a simple linear regression on Purchase data set, we can back fill the MBA-CAI time series historical data.</a:t>
            </a:r>
            <a:endParaRPr lang="en-US" sz="1200" dirty="0">
              <a:latin typeface="+mn-lt"/>
            </a:endParaRPr>
          </a:p>
        </p:txBody>
      </p:sp>
      <p:graphicFrame>
        <p:nvGraphicFramePr>
          <p:cNvPr id="9" name="Chart 8"/>
          <p:cNvGraphicFramePr/>
          <p:nvPr>
            <p:extLst>
              <p:ext uri="{D42A27DB-BD31-4B8C-83A1-F6EECF244321}">
                <p14:modId xmlns:p14="http://schemas.microsoft.com/office/powerpoint/2010/main" val="2235484566"/>
              </p:ext>
            </p:extLst>
          </p:nvPr>
        </p:nvGraphicFramePr>
        <p:xfrm>
          <a:off x="1686273" y="1392671"/>
          <a:ext cx="6705600" cy="44704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272691764"/>
      </p:ext>
    </p:extLst>
  </p:cSld>
  <p:clrMapOvr>
    <a:masterClrMapping/>
  </p:clrMapOvr>
  <p:timing>
    <p:tnLst>
      <p:par>
        <p:cTn id="1" dur="indefinite" restart="never" nodeType="tmRoot"/>
      </p:par>
    </p:tnLst>
  </p:timing>
</p:sld>
</file>

<file path=ppt/theme/theme1.xml><?xml version="1.0" encoding="utf-8"?>
<a:theme xmlns:a="http://schemas.openxmlformats.org/drawingml/2006/main" name="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Default Design">
  <a:themeElements>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4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4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4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3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3_Custom Design">
  <a:themeElements>
    <a:clrScheme name="">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2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4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5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5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6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7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6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7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7.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92630</TotalTime>
  <Words>980</Words>
  <Application>Microsoft Office PowerPoint</Application>
  <PresentationFormat>Custom</PresentationFormat>
  <Paragraphs>102</Paragraphs>
  <Slides>13</Slides>
  <Notes>0</Notes>
  <HiddenSlides>0</HiddenSlides>
  <MMClips>0</MMClips>
  <ScaleCrop>false</ScaleCrop>
  <HeadingPairs>
    <vt:vector size="4" baseType="variant">
      <vt:variant>
        <vt:lpstr>Theme</vt:lpstr>
      </vt:variant>
      <vt:variant>
        <vt:i4>15</vt:i4>
      </vt:variant>
      <vt:variant>
        <vt:lpstr>Slide Titles</vt:lpstr>
      </vt:variant>
      <vt:variant>
        <vt:i4>13</vt:i4>
      </vt:variant>
    </vt:vector>
  </HeadingPairs>
  <TitlesOfParts>
    <vt:vector size="28" baseType="lpstr">
      <vt:lpstr>Custom Design</vt:lpstr>
      <vt:lpstr>1_Custom Design</vt:lpstr>
      <vt:lpstr>2_Custom Design</vt:lpstr>
      <vt:lpstr>1_Default Design</vt:lpstr>
      <vt:lpstr>4_Default Design</vt:lpstr>
      <vt:lpstr>3_Default Design</vt:lpstr>
      <vt:lpstr>3_Custom Design</vt:lpstr>
      <vt:lpstr>2_Default Design</vt:lpstr>
      <vt:lpstr>4_Custom Design</vt:lpstr>
      <vt:lpstr>5_Default Design</vt:lpstr>
      <vt:lpstr>5_Custom Design</vt:lpstr>
      <vt:lpstr>6_Default Design</vt:lpstr>
      <vt:lpstr>7_Default Design</vt:lpstr>
      <vt:lpstr>6_Custom Design</vt:lpstr>
      <vt:lpstr>7_Custom Design</vt:lpstr>
      <vt:lpstr>PowerPoint Presentation</vt:lpstr>
      <vt:lpstr>I. Problem We Are Trying to Fix: Dispersion Between MCAI and HPA2Yr</vt:lpstr>
      <vt:lpstr>II. Credit Availability Indices for The Horse Race 1. HPA 2Yr</vt:lpstr>
      <vt:lpstr>II. Credit Availability Indices for The Horse Race 2. MBA Credit Availability Index</vt:lpstr>
      <vt:lpstr>II. Credit Availability Indices for The Horse Race 3. MBA Purchase Index</vt:lpstr>
      <vt:lpstr>II. Credit Availability Indices for The Horse Race 4. Cello Mortgage Credit Availability Index</vt:lpstr>
      <vt:lpstr>II. Credit Availability Indices for The Horse Race Normalized Indices</vt:lpstr>
      <vt:lpstr>III. The Horse Race Framework</vt:lpstr>
      <vt:lpstr>IV. Results </vt:lpstr>
      <vt:lpstr>IV. Result Analysis Tests for Different Moving Average Lags </vt:lpstr>
      <vt:lpstr>IV. Result Analysis Test for Different Moving Average Lags </vt:lpstr>
      <vt:lpstr>V. Potential Improvement  </vt:lpstr>
      <vt:lpstr>VI. Backfill MBA CAI Using Purchase Data  </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0</dc:title>
  <dc:creator>William Gates</dc:creator>
  <cp:lastModifiedBy>Lien Chen</cp:lastModifiedBy>
  <cp:revision>2176</cp:revision>
  <cp:lastPrinted>2016-03-29T19:25:13Z</cp:lastPrinted>
  <dcterms:created xsi:type="dcterms:W3CDTF">2011-07-07T12:37:32Z</dcterms:created>
  <dcterms:modified xsi:type="dcterms:W3CDTF">2016-07-07T13:32:20Z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-1471813815</vt:i4>
  </property>
  <property fmtid="{D5CDD505-2E9C-101B-9397-08002B2CF9AE}" pid="3" name="_NewReviewCycle">
    <vt:lpwstr/>
  </property>
  <property fmtid="{D5CDD505-2E9C-101B-9397-08002B2CF9AE}" pid="4" name="_EmailSubject">
    <vt:lpwstr>FW: 2012 05 15 cello presentation.pptx</vt:lpwstr>
  </property>
  <property fmtid="{D5CDD505-2E9C-101B-9397-08002B2CF9AE}" pid="5" name="_AuthorEmail">
    <vt:lpwstr>Marisa.Goldberg@guggenheimpartners.com</vt:lpwstr>
  </property>
  <property fmtid="{D5CDD505-2E9C-101B-9397-08002B2CF9AE}" pid="6" name="_AuthorEmailDisplayName">
    <vt:lpwstr>Goldberg, Marisa</vt:lpwstr>
  </property>
  <property fmtid="{D5CDD505-2E9C-101B-9397-08002B2CF9AE}" pid="7" name="_PreviousAdHocReviewCycleID">
    <vt:i4>-274319563</vt:i4>
  </property>
</Properties>
</file>