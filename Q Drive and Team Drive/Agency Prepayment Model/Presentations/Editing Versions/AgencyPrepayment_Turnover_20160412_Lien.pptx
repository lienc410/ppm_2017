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9"/>
  </p:notesMasterIdLst>
  <p:handoutMasterIdLst>
    <p:handoutMasterId r:id="rId40"/>
  </p:handoutMasterIdLst>
  <p:sldIdLst>
    <p:sldId id="433" r:id="rId16"/>
    <p:sldId id="631" r:id="rId17"/>
    <p:sldId id="632" r:id="rId18"/>
    <p:sldId id="606" r:id="rId19"/>
    <p:sldId id="605" r:id="rId20"/>
    <p:sldId id="640" r:id="rId21"/>
    <p:sldId id="635" r:id="rId22"/>
    <p:sldId id="636" r:id="rId23"/>
    <p:sldId id="638" r:id="rId24"/>
    <p:sldId id="639" r:id="rId25"/>
    <p:sldId id="641" r:id="rId26"/>
    <p:sldId id="642" r:id="rId27"/>
    <p:sldId id="643" r:id="rId28"/>
    <p:sldId id="644" r:id="rId29"/>
    <p:sldId id="646" r:id="rId30"/>
    <p:sldId id="645" r:id="rId31"/>
    <p:sldId id="647" r:id="rId32"/>
    <p:sldId id="633" r:id="rId33"/>
    <p:sldId id="634" r:id="rId34"/>
    <p:sldId id="624" r:id="rId35"/>
    <p:sldId id="604" r:id="rId36"/>
    <p:sldId id="648" r:id="rId37"/>
    <p:sldId id="620" r:id="rId38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648" y="-21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Turnover%20Model%20Analysis_OTM%20Refi_20160411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Non-Eligible</c:v>
                </c:pt>
              </c:strCache>
            </c:strRef>
          </c:tx>
          <c:spPr>
            <a:solidFill>
              <a:srgbClr val="2E398A"/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Sheet1!$B$2:$B$134</c:f>
              <c:numCache>
                <c:formatCode>General</c:formatCode>
                <c:ptCount val="133"/>
                <c:pt idx="0">
                  <c:v>1751</c:v>
                </c:pt>
                <c:pt idx="1">
                  <c:v>1713</c:v>
                </c:pt>
                <c:pt idx="2">
                  <c:v>1379</c:v>
                </c:pt>
                <c:pt idx="3">
                  <c:v>1407</c:v>
                </c:pt>
                <c:pt idx="4">
                  <c:v>1954</c:v>
                </c:pt>
                <c:pt idx="5">
                  <c:v>2080</c:v>
                </c:pt>
                <c:pt idx="6">
                  <c:v>2676</c:v>
                </c:pt>
                <c:pt idx="7">
                  <c:v>3213</c:v>
                </c:pt>
                <c:pt idx="8">
                  <c:v>4049</c:v>
                </c:pt>
                <c:pt idx="9">
                  <c:v>7482</c:v>
                </c:pt>
                <c:pt idx="10">
                  <c:v>15992</c:v>
                </c:pt>
                <c:pt idx="11">
                  <c:v>58394</c:v>
                </c:pt>
                <c:pt idx="12">
                  <c:v>96347</c:v>
                </c:pt>
                <c:pt idx="13">
                  <c:v>93070</c:v>
                </c:pt>
                <c:pt idx="14">
                  <c:v>77021</c:v>
                </c:pt>
                <c:pt idx="15">
                  <c:v>86488</c:v>
                </c:pt>
                <c:pt idx="16">
                  <c:v>99743</c:v>
                </c:pt>
                <c:pt idx="17">
                  <c:v>94688</c:v>
                </c:pt>
                <c:pt idx="18">
                  <c:v>102712</c:v>
                </c:pt>
                <c:pt idx="19">
                  <c:v>111391</c:v>
                </c:pt>
                <c:pt idx="20">
                  <c:v>101466</c:v>
                </c:pt>
                <c:pt idx="21">
                  <c:v>102383</c:v>
                </c:pt>
                <c:pt idx="22">
                  <c:v>96093</c:v>
                </c:pt>
                <c:pt idx="23">
                  <c:v>107333</c:v>
                </c:pt>
                <c:pt idx="24">
                  <c:v>98456</c:v>
                </c:pt>
                <c:pt idx="25">
                  <c:v>99305</c:v>
                </c:pt>
                <c:pt idx="26">
                  <c:v>86895</c:v>
                </c:pt>
                <c:pt idx="27">
                  <c:v>93294</c:v>
                </c:pt>
                <c:pt idx="28">
                  <c:v>118081</c:v>
                </c:pt>
                <c:pt idx="29">
                  <c:v>122699</c:v>
                </c:pt>
                <c:pt idx="30">
                  <c:v>125490</c:v>
                </c:pt>
                <c:pt idx="31">
                  <c:v>118350</c:v>
                </c:pt>
                <c:pt idx="32">
                  <c:v>113663</c:v>
                </c:pt>
                <c:pt idx="33">
                  <c:v>110255</c:v>
                </c:pt>
                <c:pt idx="34">
                  <c:v>99634</c:v>
                </c:pt>
                <c:pt idx="35">
                  <c:v>101090</c:v>
                </c:pt>
                <c:pt idx="36">
                  <c:v>88196</c:v>
                </c:pt>
                <c:pt idx="37">
                  <c:v>95942</c:v>
                </c:pt>
                <c:pt idx="38">
                  <c:v>78250</c:v>
                </c:pt>
                <c:pt idx="39">
                  <c:v>99187</c:v>
                </c:pt>
                <c:pt idx="40">
                  <c:v>102401</c:v>
                </c:pt>
                <c:pt idx="41">
                  <c:v>98366</c:v>
                </c:pt>
                <c:pt idx="42">
                  <c:v>81925</c:v>
                </c:pt>
                <c:pt idx="43">
                  <c:v>80739</c:v>
                </c:pt>
                <c:pt idx="44">
                  <c:v>67217</c:v>
                </c:pt>
                <c:pt idx="45">
                  <c:v>45118</c:v>
                </c:pt>
                <c:pt idx="46">
                  <c:v>50695</c:v>
                </c:pt>
                <c:pt idx="47">
                  <c:v>52104</c:v>
                </c:pt>
                <c:pt idx="48">
                  <c:v>32449</c:v>
                </c:pt>
                <c:pt idx="49">
                  <c:v>52470</c:v>
                </c:pt>
                <c:pt idx="50">
                  <c:v>58125</c:v>
                </c:pt>
                <c:pt idx="51">
                  <c:v>72314</c:v>
                </c:pt>
                <c:pt idx="52">
                  <c:v>87478</c:v>
                </c:pt>
                <c:pt idx="53">
                  <c:v>80977</c:v>
                </c:pt>
                <c:pt idx="54">
                  <c:v>82570</c:v>
                </c:pt>
                <c:pt idx="55">
                  <c:v>89410</c:v>
                </c:pt>
                <c:pt idx="56">
                  <c:v>83867</c:v>
                </c:pt>
                <c:pt idx="57">
                  <c:v>62931</c:v>
                </c:pt>
                <c:pt idx="58">
                  <c:v>58846</c:v>
                </c:pt>
                <c:pt idx="59">
                  <c:v>62802</c:v>
                </c:pt>
                <c:pt idx="60">
                  <c:v>60390</c:v>
                </c:pt>
                <c:pt idx="61">
                  <c:v>54738</c:v>
                </c:pt>
                <c:pt idx="62">
                  <c:v>43730</c:v>
                </c:pt>
                <c:pt idx="63">
                  <c:v>42612</c:v>
                </c:pt>
                <c:pt idx="64">
                  <c:v>46376</c:v>
                </c:pt>
                <c:pt idx="65">
                  <c:v>49599</c:v>
                </c:pt>
                <c:pt idx="66">
                  <c:v>51493</c:v>
                </c:pt>
                <c:pt idx="67">
                  <c:v>55048</c:v>
                </c:pt>
                <c:pt idx="68">
                  <c:v>40328</c:v>
                </c:pt>
                <c:pt idx="69">
                  <c:v>41549</c:v>
                </c:pt>
                <c:pt idx="70">
                  <c:v>37451</c:v>
                </c:pt>
                <c:pt idx="71">
                  <c:v>38965</c:v>
                </c:pt>
                <c:pt idx="72">
                  <c:v>36931</c:v>
                </c:pt>
                <c:pt idx="73">
                  <c:v>41383</c:v>
                </c:pt>
                <c:pt idx="74">
                  <c:v>32412</c:v>
                </c:pt>
                <c:pt idx="75">
                  <c:v>22609</c:v>
                </c:pt>
                <c:pt idx="76">
                  <c:v>29812</c:v>
                </c:pt>
                <c:pt idx="77">
                  <c:v>30453</c:v>
                </c:pt>
                <c:pt idx="78">
                  <c:v>31434</c:v>
                </c:pt>
                <c:pt idx="79">
                  <c:v>41640</c:v>
                </c:pt>
                <c:pt idx="80">
                  <c:v>37088</c:v>
                </c:pt>
                <c:pt idx="81">
                  <c:v>36313</c:v>
                </c:pt>
                <c:pt idx="82">
                  <c:v>32247</c:v>
                </c:pt>
                <c:pt idx="83">
                  <c:v>24463</c:v>
                </c:pt>
                <c:pt idx="84">
                  <c:v>25528</c:v>
                </c:pt>
                <c:pt idx="85">
                  <c:v>30766</c:v>
                </c:pt>
                <c:pt idx="86">
                  <c:v>21030</c:v>
                </c:pt>
                <c:pt idx="87">
                  <c:v>20238</c:v>
                </c:pt>
                <c:pt idx="88">
                  <c:v>24409</c:v>
                </c:pt>
                <c:pt idx="89">
                  <c:v>32503</c:v>
                </c:pt>
                <c:pt idx="90">
                  <c:v>40917</c:v>
                </c:pt>
                <c:pt idx="91">
                  <c:v>40189</c:v>
                </c:pt>
                <c:pt idx="92">
                  <c:v>43003</c:v>
                </c:pt>
                <c:pt idx="93">
                  <c:v>47014</c:v>
                </c:pt>
                <c:pt idx="94">
                  <c:v>49818</c:v>
                </c:pt>
                <c:pt idx="95">
                  <c:v>49998</c:v>
                </c:pt>
                <c:pt idx="96">
                  <c:v>39738</c:v>
                </c:pt>
                <c:pt idx="97">
                  <c:v>44263</c:v>
                </c:pt>
                <c:pt idx="98">
                  <c:v>42588</c:v>
                </c:pt>
                <c:pt idx="99">
                  <c:v>46379</c:v>
                </c:pt>
                <c:pt idx="100">
                  <c:v>47961</c:v>
                </c:pt>
                <c:pt idx="101">
                  <c:v>48520</c:v>
                </c:pt>
                <c:pt idx="102">
                  <c:v>62247</c:v>
                </c:pt>
                <c:pt idx="103">
                  <c:v>60521</c:v>
                </c:pt>
                <c:pt idx="104">
                  <c:v>56084</c:v>
                </c:pt>
                <c:pt idx="105">
                  <c:v>49158</c:v>
                </c:pt>
                <c:pt idx="106">
                  <c:v>41648</c:v>
                </c:pt>
                <c:pt idx="107">
                  <c:v>45669</c:v>
                </c:pt>
                <c:pt idx="108">
                  <c:v>45743</c:v>
                </c:pt>
                <c:pt idx="109">
                  <c:v>48084</c:v>
                </c:pt>
                <c:pt idx="110">
                  <c:v>32181</c:v>
                </c:pt>
                <c:pt idx="111">
                  <c:v>34463</c:v>
                </c:pt>
                <c:pt idx="112">
                  <c:v>46338</c:v>
                </c:pt>
                <c:pt idx="113">
                  <c:v>49506</c:v>
                </c:pt>
                <c:pt idx="114">
                  <c:v>55296</c:v>
                </c:pt>
                <c:pt idx="115">
                  <c:v>65987</c:v>
                </c:pt>
                <c:pt idx="116">
                  <c:v>67292</c:v>
                </c:pt>
                <c:pt idx="117">
                  <c:v>63700</c:v>
                </c:pt>
                <c:pt idx="118">
                  <c:v>59685</c:v>
                </c:pt>
                <c:pt idx="119">
                  <c:v>54342</c:v>
                </c:pt>
                <c:pt idx="120">
                  <c:v>47250</c:v>
                </c:pt>
                <c:pt idx="121">
                  <c:v>50078</c:v>
                </c:pt>
                <c:pt idx="122">
                  <c:v>39431</c:v>
                </c:pt>
                <c:pt idx="123">
                  <c:v>45767</c:v>
                </c:pt>
                <c:pt idx="124">
                  <c:v>63289</c:v>
                </c:pt>
                <c:pt idx="125">
                  <c:v>66830</c:v>
                </c:pt>
                <c:pt idx="126">
                  <c:v>70156</c:v>
                </c:pt>
                <c:pt idx="127">
                  <c:v>73092</c:v>
                </c:pt>
                <c:pt idx="128">
                  <c:v>71669</c:v>
                </c:pt>
                <c:pt idx="129">
                  <c:v>69113</c:v>
                </c:pt>
                <c:pt idx="130">
                  <c:v>65422</c:v>
                </c:pt>
                <c:pt idx="131">
                  <c:v>62442</c:v>
                </c:pt>
                <c:pt idx="132">
                  <c:v>48675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Pre-HARP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Sheet1!$C$2:$C$134</c:f>
              <c:numCache>
                <c:formatCode>General</c:formatCode>
                <c:ptCount val="133"/>
                <c:pt idx="0">
                  <c:v>226</c:v>
                </c:pt>
                <c:pt idx="1">
                  <c:v>237</c:v>
                </c:pt>
                <c:pt idx="2">
                  <c:v>165</c:v>
                </c:pt>
                <c:pt idx="3">
                  <c:v>248</c:v>
                </c:pt>
                <c:pt idx="4">
                  <c:v>357</c:v>
                </c:pt>
                <c:pt idx="5">
                  <c:v>256</c:v>
                </c:pt>
                <c:pt idx="6">
                  <c:v>314</c:v>
                </c:pt>
                <c:pt idx="7">
                  <c:v>373</c:v>
                </c:pt>
                <c:pt idx="8">
                  <c:v>618</c:v>
                </c:pt>
                <c:pt idx="9">
                  <c:v>996</c:v>
                </c:pt>
                <c:pt idx="10">
                  <c:v>2199</c:v>
                </c:pt>
                <c:pt idx="11">
                  <c:v>9660</c:v>
                </c:pt>
                <c:pt idx="12">
                  <c:v>14686</c:v>
                </c:pt>
                <c:pt idx="13">
                  <c:v>13545</c:v>
                </c:pt>
                <c:pt idx="14">
                  <c:v>12672</c:v>
                </c:pt>
                <c:pt idx="15">
                  <c:v>13588</c:v>
                </c:pt>
                <c:pt idx="16">
                  <c:v>13902</c:v>
                </c:pt>
                <c:pt idx="17">
                  <c:v>12297</c:v>
                </c:pt>
                <c:pt idx="18">
                  <c:v>11912</c:v>
                </c:pt>
                <c:pt idx="19">
                  <c:v>11212</c:v>
                </c:pt>
                <c:pt idx="20">
                  <c:v>10662</c:v>
                </c:pt>
                <c:pt idx="21">
                  <c:v>11537</c:v>
                </c:pt>
                <c:pt idx="22">
                  <c:v>12948</c:v>
                </c:pt>
                <c:pt idx="23">
                  <c:v>17880</c:v>
                </c:pt>
                <c:pt idx="24">
                  <c:v>17232</c:v>
                </c:pt>
                <c:pt idx="25">
                  <c:v>21209</c:v>
                </c:pt>
                <c:pt idx="26">
                  <c:v>20923</c:v>
                </c:pt>
                <c:pt idx="27">
                  <c:v>18017</c:v>
                </c:pt>
                <c:pt idx="28">
                  <c:v>22875</c:v>
                </c:pt>
                <c:pt idx="29">
                  <c:v>24801</c:v>
                </c:pt>
                <c:pt idx="30">
                  <c:v>21810</c:v>
                </c:pt>
                <c:pt idx="31">
                  <c:v>17435</c:v>
                </c:pt>
                <c:pt idx="32">
                  <c:v>15468</c:v>
                </c:pt>
                <c:pt idx="33">
                  <c:v>15255</c:v>
                </c:pt>
                <c:pt idx="34">
                  <c:v>18097</c:v>
                </c:pt>
                <c:pt idx="35">
                  <c:v>21973</c:v>
                </c:pt>
                <c:pt idx="36">
                  <c:v>20897</c:v>
                </c:pt>
                <c:pt idx="37">
                  <c:v>30555</c:v>
                </c:pt>
                <c:pt idx="38">
                  <c:v>34268</c:v>
                </c:pt>
                <c:pt idx="39">
                  <c:v>60058</c:v>
                </c:pt>
                <c:pt idx="40">
                  <c:v>41596</c:v>
                </c:pt>
                <c:pt idx="41">
                  <c:v>38213</c:v>
                </c:pt>
                <c:pt idx="42">
                  <c:v>23471</c:v>
                </c:pt>
                <c:pt idx="43">
                  <c:v>17448</c:v>
                </c:pt>
                <c:pt idx="44">
                  <c:v>11583</c:v>
                </c:pt>
                <c:pt idx="45">
                  <c:v>7202</c:v>
                </c:pt>
                <c:pt idx="46">
                  <c:v>10585</c:v>
                </c:pt>
                <c:pt idx="47">
                  <c:v>15821</c:v>
                </c:pt>
                <c:pt idx="48">
                  <c:v>7542</c:v>
                </c:pt>
                <c:pt idx="49">
                  <c:v>32323</c:v>
                </c:pt>
                <c:pt idx="50">
                  <c:v>81506</c:v>
                </c:pt>
                <c:pt idx="51">
                  <c:v>104826</c:v>
                </c:pt>
                <c:pt idx="52">
                  <c:v>108692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Non-HARPed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Sheet1!$D$2:$D$134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94312</c:v>
                </c:pt>
                <c:pt idx="54">
                  <c:v>90531</c:v>
                </c:pt>
                <c:pt idx="55">
                  <c:v>71783</c:v>
                </c:pt>
                <c:pt idx="56">
                  <c:v>45076</c:v>
                </c:pt>
                <c:pt idx="57">
                  <c:v>24616</c:v>
                </c:pt>
                <c:pt idx="58">
                  <c:v>20958</c:v>
                </c:pt>
                <c:pt idx="59">
                  <c:v>26484</c:v>
                </c:pt>
                <c:pt idx="60">
                  <c:v>27562</c:v>
                </c:pt>
                <c:pt idx="61">
                  <c:v>29806</c:v>
                </c:pt>
                <c:pt idx="62">
                  <c:v>25134</c:v>
                </c:pt>
                <c:pt idx="63">
                  <c:v>17800</c:v>
                </c:pt>
                <c:pt idx="64">
                  <c:v>16829</c:v>
                </c:pt>
                <c:pt idx="65">
                  <c:v>14699</c:v>
                </c:pt>
                <c:pt idx="66">
                  <c:v>11907</c:v>
                </c:pt>
                <c:pt idx="67">
                  <c:v>16456</c:v>
                </c:pt>
                <c:pt idx="68">
                  <c:v>22322</c:v>
                </c:pt>
                <c:pt idx="69">
                  <c:v>30002</c:v>
                </c:pt>
                <c:pt idx="70">
                  <c:v>30869</c:v>
                </c:pt>
                <c:pt idx="71">
                  <c:v>34888</c:v>
                </c:pt>
                <c:pt idx="72">
                  <c:v>33215</c:v>
                </c:pt>
                <c:pt idx="73">
                  <c:v>30768</c:v>
                </c:pt>
                <c:pt idx="74">
                  <c:v>20081</c:v>
                </c:pt>
                <c:pt idx="75">
                  <c:v>10793</c:v>
                </c:pt>
                <c:pt idx="76">
                  <c:v>9553</c:v>
                </c:pt>
                <c:pt idx="77">
                  <c:v>7592</c:v>
                </c:pt>
                <c:pt idx="78">
                  <c:v>6380</c:v>
                </c:pt>
                <c:pt idx="79">
                  <c:v>8952</c:v>
                </c:pt>
                <c:pt idx="80">
                  <c:v>9875</c:v>
                </c:pt>
                <c:pt idx="81">
                  <c:v>11433</c:v>
                </c:pt>
                <c:pt idx="82">
                  <c:v>22206</c:v>
                </c:pt>
                <c:pt idx="83">
                  <c:v>21822</c:v>
                </c:pt>
                <c:pt idx="84">
                  <c:v>22762</c:v>
                </c:pt>
                <c:pt idx="85">
                  <c:v>25465</c:v>
                </c:pt>
                <c:pt idx="86">
                  <c:v>22392</c:v>
                </c:pt>
                <c:pt idx="87">
                  <c:v>22169</c:v>
                </c:pt>
                <c:pt idx="88">
                  <c:v>21904</c:v>
                </c:pt>
                <c:pt idx="89">
                  <c:v>18591</c:v>
                </c:pt>
                <c:pt idx="90">
                  <c:v>20169</c:v>
                </c:pt>
                <c:pt idx="91">
                  <c:v>20467</c:v>
                </c:pt>
                <c:pt idx="92">
                  <c:v>25359</c:v>
                </c:pt>
                <c:pt idx="93">
                  <c:v>33904</c:v>
                </c:pt>
                <c:pt idx="94">
                  <c:v>40037</c:v>
                </c:pt>
                <c:pt idx="95">
                  <c:v>40485</c:v>
                </c:pt>
                <c:pt idx="96">
                  <c:v>36497</c:v>
                </c:pt>
                <c:pt idx="97">
                  <c:v>41281</c:v>
                </c:pt>
                <c:pt idx="98">
                  <c:v>45862</c:v>
                </c:pt>
                <c:pt idx="99">
                  <c:v>40421</c:v>
                </c:pt>
                <c:pt idx="100">
                  <c:v>30711</c:v>
                </c:pt>
                <c:pt idx="101">
                  <c:v>26806</c:v>
                </c:pt>
                <c:pt idx="102">
                  <c:v>32722</c:v>
                </c:pt>
                <c:pt idx="103">
                  <c:v>27485</c:v>
                </c:pt>
                <c:pt idx="104">
                  <c:v>19112</c:v>
                </c:pt>
                <c:pt idx="105">
                  <c:v>11604</c:v>
                </c:pt>
                <c:pt idx="106">
                  <c:v>7900</c:v>
                </c:pt>
                <c:pt idx="107">
                  <c:v>8033</c:v>
                </c:pt>
                <c:pt idx="108">
                  <c:v>9674</c:v>
                </c:pt>
                <c:pt idx="109">
                  <c:v>9770</c:v>
                </c:pt>
                <c:pt idx="110">
                  <c:v>6585.9</c:v>
                </c:pt>
                <c:pt idx="111">
                  <c:v>6591.8</c:v>
                </c:pt>
                <c:pt idx="112">
                  <c:v>8160.55</c:v>
                </c:pt>
                <c:pt idx="113">
                  <c:v>7871.9000000000005</c:v>
                </c:pt>
                <c:pt idx="114">
                  <c:v>7418.35</c:v>
                </c:pt>
                <c:pt idx="115">
                  <c:v>9569.75</c:v>
                </c:pt>
                <c:pt idx="116">
                  <c:v>10031.049999999999</c:v>
                </c:pt>
                <c:pt idx="117">
                  <c:v>10208.75</c:v>
                </c:pt>
                <c:pt idx="118">
                  <c:v>10948.7</c:v>
                </c:pt>
                <c:pt idx="119">
                  <c:v>11460.7</c:v>
                </c:pt>
                <c:pt idx="120">
                  <c:v>14130.25</c:v>
                </c:pt>
                <c:pt idx="121">
                  <c:v>13418.6</c:v>
                </c:pt>
                <c:pt idx="122">
                  <c:v>16116.9</c:v>
                </c:pt>
                <c:pt idx="123">
                  <c:v>23823.3</c:v>
                </c:pt>
                <c:pt idx="124">
                  <c:v>27135.3</c:v>
                </c:pt>
                <c:pt idx="125">
                  <c:v>20450.300000000003</c:v>
                </c:pt>
                <c:pt idx="126">
                  <c:v>17553.25</c:v>
                </c:pt>
                <c:pt idx="127">
                  <c:v>14187.1</c:v>
                </c:pt>
                <c:pt idx="128">
                  <c:v>11192.15</c:v>
                </c:pt>
                <c:pt idx="129">
                  <c:v>10829.05</c:v>
                </c:pt>
                <c:pt idx="130">
                  <c:v>11648.300000000001</c:v>
                </c:pt>
                <c:pt idx="131">
                  <c:v>12564.85</c:v>
                </c:pt>
                <c:pt idx="132">
                  <c:v>11229.55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HARPed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Sheet1!$E$2:$E$134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10383</c:v>
                </c:pt>
                <c:pt idx="54">
                  <c:v>16311</c:v>
                </c:pt>
                <c:pt idx="55">
                  <c:v>25480</c:v>
                </c:pt>
                <c:pt idx="56">
                  <c:v>22620</c:v>
                </c:pt>
                <c:pt idx="57">
                  <c:v>16406</c:v>
                </c:pt>
                <c:pt idx="58">
                  <c:v>13051</c:v>
                </c:pt>
                <c:pt idx="59">
                  <c:v>18179</c:v>
                </c:pt>
                <c:pt idx="60">
                  <c:v>23590</c:v>
                </c:pt>
                <c:pt idx="61">
                  <c:v>26564</c:v>
                </c:pt>
                <c:pt idx="62">
                  <c:v>24648</c:v>
                </c:pt>
                <c:pt idx="63">
                  <c:v>17440</c:v>
                </c:pt>
                <c:pt idx="64">
                  <c:v>21045</c:v>
                </c:pt>
                <c:pt idx="65">
                  <c:v>19445</c:v>
                </c:pt>
                <c:pt idx="66">
                  <c:v>15205</c:v>
                </c:pt>
                <c:pt idx="67">
                  <c:v>21345</c:v>
                </c:pt>
                <c:pt idx="68">
                  <c:v>28168</c:v>
                </c:pt>
                <c:pt idx="69">
                  <c:v>33340</c:v>
                </c:pt>
                <c:pt idx="70">
                  <c:v>38106</c:v>
                </c:pt>
                <c:pt idx="71">
                  <c:v>43237</c:v>
                </c:pt>
                <c:pt idx="72">
                  <c:v>44477</c:v>
                </c:pt>
                <c:pt idx="73">
                  <c:v>37323</c:v>
                </c:pt>
                <c:pt idx="74">
                  <c:v>32289</c:v>
                </c:pt>
                <c:pt idx="75">
                  <c:v>21224</c:v>
                </c:pt>
                <c:pt idx="76">
                  <c:v>14491</c:v>
                </c:pt>
                <c:pt idx="77">
                  <c:v>13261</c:v>
                </c:pt>
                <c:pt idx="78">
                  <c:v>11117</c:v>
                </c:pt>
                <c:pt idx="79">
                  <c:v>12492</c:v>
                </c:pt>
                <c:pt idx="80">
                  <c:v>14123</c:v>
                </c:pt>
                <c:pt idx="81">
                  <c:v>14085</c:v>
                </c:pt>
                <c:pt idx="82">
                  <c:v>17552</c:v>
                </c:pt>
                <c:pt idx="83">
                  <c:v>20154</c:v>
                </c:pt>
                <c:pt idx="84">
                  <c:v>21858</c:v>
                </c:pt>
                <c:pt idx="85">
                  <c:v>18923</c:v>
                </c:pt>
                <c:pt idx="86">
                  <c:v>20650</c:v>
                </c:pt>
                <c:pt idx="87">
                  <c:v>23750</c:v>
                </c:pt>
                <c:pt idx="88">
                  <c:v>22147</c:v>
                </c:pt>
                <c:pt idx="89">
                  <c:v>20132</c:v>
                </c:pt>
                <c:pt idx="90">
                  <c:v>20818</c:v>
                </c:pt>
                <c:pt idx="91">
                  <c:v>21157</c:v>
                </c:pt>
                <c:pt idx="92">
                  <c:v>23362</c:v>
                </c:pt>
                <c:pt idx="93">
                  <c:v>24936</c:v>
                </c:pt>
                <c:pt idx="94">
                  <c:v>26328</c:v>
                </c:pt>
                <c:pt idx="95">
                  <c:v>29752</c:v>
                </c:pt>
                <c:pt idx="96">
                  <c:v>26821</c:v>
                </c:pt>
                <c:pt idx="97">
                  <c:v>27440</c:v>
                </c:pt>
                <c:pt idx="98">
                  <c:v>29625</c:v>
                </c:pt>
                <c:pt idx="99">
                  <c:v>29886</c:v>
                </c:pt>
                <c:pt idx="100">
                  <c:v>30221</c:v>
                </c:pt>
                <c:pt idx="101">
                  <c:v>28245</c:v>
                </c:pt>
                <c:pt idx="102">
                  <c:v>26789</c:v>
                </c:pt>
                <c:pt idx="103">
                  <c:v>23013</c:v>
                </c:pt>
                <c:pt idx="104">
                  <c:v>20542</c:v>
                </c:pt>
                <c:pt idx="105">
                  <c:v>15993</c:v>
                </c:pt>
                <c:pt idx="106">
                  <c:v>12082</c:v>
                </c:pt>
                <c:pt idx="107">
                  <c:v>10922</c:v>
                </c:pt>
                <c:pt idx="108">
                  <c:v>9752</c:v>
                </c:pt>
                <c:pt idx="109">
                  <c:v>9671</c:v>
                </c:pt>
                <c:pt idx="110">
                  <c:v>8097.1</c:v>
                </c:pt>
                <c:pt idx="111">
                  <c:v>6196.2</c:v>
                </c:pt>
                <c:pt idx="112">
                  <c:v>6825.45</c:v>
                </c:pt>
                <c:pt idx="113">
                  <c:v>6610.1</c:v>
                </c:pt>
                <c:pt idx="114">
                  <c:v>5905.65</c:v>
                </c:pt>
                <c:pt idx="115">
                  <c:v>6307.25</c:v>
                </c:pt>
                <c:pt idx="116">
                  <c:v>6461.95</c:v>
                </c:pt>
                <c:pt idx="117">
                  <c:v>6522.25</c:v>
                </c:pt>
                <c:pt idx="118">
                  <c:v>6776.2999999999993</c:v>
                </c:pt>
                <c:pt idx="119">
                  <c:v>6707.2999999999993</c:v>
                </c:pt>
                <c:pt idx="120">
                  <c:v>7345.75</c:v>
                </c:pt>
                <c:pt idx="121">
                  <c:v>7519.4</c:v>
                </c:pt>
                <c:pt idx="122">
                  <c:v>8014.0999999999995</c:v>
                </c:pt>
                <c:pt idx="123">
                  <c:v>11192.699999999999</c:v>
                </c:pt>
                <c:pt idx="124">
                  <c:v>12482.699999999999</c:v>
                </c:pt>
                <c:pt idx="125">
                  <c:v>10089.700000000001</c:v>
                </c:pt>
                <c:pt idx="126">
                  <c:v>8687.75</c:v>
                </c:pt>
                <c:pt idx="127">
                  <c:v>7217.9</c:v>
                </c:pt>
                <c:pt idx="128">
                  <c:v>5989.8499999999995</c:v>
                </c:pt>
                <c:pt idx="129">
                  <c:v>5717.95</c:v>
                </c:pt>
                <c:pt idx="130">
                  <c:v>6002.7</c:v>
                </c:pt>
                <c:pt idx="131">
                  <c:v>6142.15</c:v>
                </c:pt>
                <c:pt idx="132">
                  <c:v>5270.45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38632320"/>
        <c:axId val="267971200"/>
      </c:areaChart>
      <c:dateAx>
        <c:axId val="238632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67971200"/>
        <c:crosses val="autoZero"/>
        <c:auto val="1"/>
        <c:lblOffset val="100"/>
        <c:baseTimeUnit val="months"/>
        <c:majorUnit val="12"/>
        <c:majorTimeUnit val="months"/>
      </c:dateAx>
      <c:valAx>
        <c:axId val="2679712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Percent of Loans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38632320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LLPA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1.10048435650886</c:v>
                </c:pt>
                <c:pt idx="1">
                  <c:v>1.09039290416059</c:v>
                </c:pt>
                <c:pt idx="2">
                  <c:v>1.1029645033809501</c:v>
                </c:pt>
                <c:pt idx="3">
                  <c:v>1.12638761207617</c:v>
                </c:pt>
                <c:pt idx="4">
                  <c:v>1.16928270167279</c:v>
                </c:pt>
                <c:pt idx="5">
                  <c:v>1.2240364403513999</c:v>
                </c:pt>
                <c:pt idx="6">
                  <c:v>1.2746317679999799</c:v>
                </c:pt>
                <c:pt idx="7">
                  <c:v>1.32513665828771</c:v>
                </c:pt>
                <c:pt idx="8">
                  <c:v>1.3922072822479199</c:v>
                </c:pt>
                <c:pt idx="9">
                  <c:v>1.45935704319111</c:v>
                </c:pt>
                <c:pt idx="10">
                  <c:v>1.5352561096679</c:v>
                </c:pt>
                <c:pt idx="11">
                  <c:v>1.5223498212339599</c:v>
                </c:pt>
                <c:pt idx="12">
                  <c:v>1.49426244072371</c:v>
                </c:pt>
                <c:pt idx="13">
                  <c:v>1.46666443987407</c:v>
                </c:pt>
                <c:pt idx="14">
                  <c:v>1.4649247060817501</c:v>
                </c:pt>
                <c:pt idx="15">
                  <c:v>1.4644527955458799</c:v>
                </c:pt>
                <c:pt idx="16">
                  <c:v>1.4523218428446401</c:v>
                </c:pt>
                <c:pt idx="17">
                  <c:v>1.4825695303942401</c:v>
                </c:pt>
                <c:pt idx="18">
                  <c:v>1.5086189164825301</c:v>
                </c:pt>
                <c:pt idx="19">
                  <c:v>1.52702480287493</c:v>
                </c:pt>
                <c:pt idx="20">
                  <c:v>1.5458554764602701</c:v>
                </c:pt>
                <c:pt idx="21">
                  <c:v>1.5278632892403801</c:v>
                </c:pt>
                <c:pt idx="22">
                  <c:v>1.5374112726985201</c:v>
                </c:pt>
                <c:pt idx="23">
                  <c:v>1.49506220826863</c:v>
                </c:pt>
                <c:pt idx="24">
                  <c:v>1.4282494112203299</c:v>
                </c:pt>
                <c:pt idx="25">
                  <c:v>1.34645402407982</c:v>
                </c:pt>
                <c:pt idx="26">
                  <c:v>1.3280163142185599</c:v>
                </c:pt>
                <c:pt idx="27">
                  <c:v>1.3012729533662399</c:v>
                </c:pt>
                <c:pt idx="28">
                  <c:v>1.26908751247429</c:v>
                </c:pt>
                <c:pt idx="29">
                  <c:v>1.2674617047329499</c:v>
                </c:pt>
                <c:pt idx="30">
                  <c:v>1.25799037258161</c:v>
                </c:pt>
                <c:pt idx="31">
                  <c:v>1.2332243481271601</c:v>
                </c:pt>
                <c:pt idx="32">
                  <c:v>1.1800018933364</c:v>
                </c:pt>
                <c:pt idx="33">
                  <c:v>1.17025746102675</c:v>
                </c:pt>
                <c:pt idx="34">
                  <c:v>1.15124285515889</c:v>
                </c:pt>
                <c:pt idx="35">
                  <c:v>1.0525304832874101</c:v>
                </c:pt>
                <c:pt idx="36">
                  <c:v>0.96359734279909104</c:v>
                </c:pt>
                <c:pt idx="37">
                  <c:v>0.91691813845832204</c:v>
                </c:pt>
                <c:pt idx="38">
                  <c:v>0.89436216352159303</c:v>
                </c:pt>
                <c:pt idx="39">
                  <c:v>0.86486167192674501</c:v>
                </c:pt>
                <c:pt idx="40">
                  <c:v>0.85039592857559898</c:v>
                </c:pt>
                <c:pt idx="41">
                  <c:v>0.85416544798150495</c:v>
                </c:pt>
                <c:pt idx="42">
                  <c:v>0.84015035635631996</c:v>
                </c:pt>
                <c:pt idx="43">
                  <c:v>1.0769184681188699</c:v>
                </c:pt>
                <c:pt idx="44">
                  <c:v>1.0759296532467999</c:v>
                </c:pt>
                <c:pt idx="45">
                  <c:v>1.0806455491651401</c:v>
                </c:pt>
                <c:pt idx="46">
                  <c:v>1.0657902941886399</c:v>
                </c:pt>
                <c:pt idx="47">
                  <c:v>0.97618931058411396</c:v>
                </c:pt>
                <c:pt idx="48">
                  <c:v>0.92829806306663099</c:v>
                </c:pt>
                <c:pt idx="49">
                  <c:v>0.87633280188261697</c:v>
                </c:pt>
                <c:pt idx="50">
                  <c:v>0.86240556087551401</c:v>
                </c:pt>
                <c:pt idx="51">
                  <c:v>0.85605430243689096</c:v>
                </c:pt>
                <c:pt idx="52">
                  <c:v>0.84642101606178699</c:v>
                </c:pt>
                <c:pt idx="53">
                  <c:v>0.84548956671998199</c:v>
                </c:pt>
                <c:pt idx="54">
                  <c:v>0.84162500795685702</c:v>
                </c:pt>
                <c:pt idx="55">
                  <c:v>0.854442302068669</c:v>
                </c:pt>
                <c:pt idx="56">
                  <c:v>0.69196929621004</c:v>
                </c:pt>
                <c:pt idx="57">
                  <c:v>0.686183712499425</c:v>
                </c:pt>
                <c:pt idx="58">
                  <c:v>0.67317641633476399</c:v>
                </c:pt>
                <c:pt idx="59">
                  <c:v>0.66362493875828998</c:v>
                </c:pt>
                <c:pt idx="60">
                  <c:v>0.64645344268374705</c:v>
                </c:pt>
                <c:pt idx="61">
                  <c:v>0.62379192069824396</c:v>
                </c:pt>
                <c:pt idx="62">
                  <c:v>0.62527710040596696</c:v>
                </c:pt>
                <c:pt idx="63">
                  <c:v>0.62367603965993001</c:v>
                </c:pt>
                <c:pt idx="64">
                  <c:v>0.56141721884741003</c:v>
                </c:pt>
                <c:pt idx="65">
                  <c:v>0.54846673453905903</c:v>
                </c:pt>
                <c:pt idx="66">
                  <c:v>0.56012931693189505</c:v>
                </c:pt>
                <c:pt idx="67">
                  <c:v>0.54229462758323999</c:v>
                </c:pt>
                <c:pt idx="68">
                  <c:v>0.53825180725819399</c:v>
                </c:pt>
                <c:pt idx="69">
                  <c:v>0.54188418433621699</c:v>
                </c:pt>
                <c:pt idx="70">
                  <c:v>0.54787511457400295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0.55010000000000003</c:v>
                </c:pt>
                <c:pt idx="1">
                  <c:v>0.55010000000000003</c:v>
                </c:pt>
                <c:pt idx="2">
                  <c:v>0.55010000000000003</c:v>
                </c:pt>
                <c:pt idx="3">
                  <c:v>0.55069999999999997</c:v>
                </c:pt>
                <c:pt idx="4">
                  <c:v>0.55159999999999998</c:v>
                </c:pt>
                <c:pt idx="5">
                  <c:v>0.55279999999999996</c:v>
                </c:pt>
                <c:pt idx="6">
                  <c:v>0.55400000000000005</c:v>
                </c:pt>
                <c:pt idx="7">
                  <c:v>0.55520000000000003</c:v>
                </c:pt>
                <c:pt idx="8">
                  <c:v>0.57010000000000005</c:v>
                </c:pt>
                <c:pt idx="9">
                  <c:v>0.82199999999999995</c:v>
                </c:pt>
                <c:pt idx="10">
                  <c:v>0.82310000000000005</c:v>
                </c:pt>
                <c:pt idx="11">
                  <c:v>0.82350000000000001</c:v>
                </c:pt>
                <c:pt idx="12">
                  <c:v>0.82050000000000001</c:v>
                </c:pt>
                <c:pt idx="13">
                  <c:v>0.82079999999999997</c:v>
                </c:pt>
                <c:pt idx="14">
                  <c:v>0.82120000000000004</c:v>
                </c:pt>
                <c:pt idx="15">
                  <c:v>0.82199999999999995</c:v>
                </c:pt>
                <c:pt idx="16">
                  <c:v>0.82310000000000005</c:v>
                </c:pt>
                <c:pt idx="17">
                  <c:v>0.82379999999999998</c:v>
                </c:pt>
                <c:pt idx="18">
                  <c:v>0.82499999999999996</c:v>
                </c:pt>
                <c:pt idx="19">
                  <c:v>0.82569999999999999</c:v>
                </c:pt>
                <c:pt idx="20">
                  <c:v>0.8276</c:v>
                </c:pt>
                <c:pt idx="21">
                  <c:v>0.82979999999999998</c:v>
                </c:pt>
                <c:pt idx="22">
                  <c:v>0.83169999999999999</c:v>
                </c:pt>
                <c:pt idx="23">
                  <c:v>0.83320000000000005</c:v>
                </c:pt>
                <c:pt idx="24">
                  <c:v>0.83509999999999995</c:v>
                </c:pt>
                <c:pt idx="25">
                  <c:v>0.81510000000000005</c:v>
                </c:pt>
                <c:pt idx="26">
                  <c:v>0.81599999999999995</c:v>
                </c:pt>
                <c:pt idx="27">
                  <c:v>0.8175</c:v>
                </c:pt>
                <c:pt idx="28">
                  <c:v>0.81930000000000003</c:v>
                </c:pt>
                <c:pt idx="29">
                  <c:v>0.82110000000000005</c:v>
                </c:pt>
                <c:pt idx="30">
                  <c:v>0.8226</c:v>
                </c:pt>
                <c:pt idx="31">
                  <c:v>0.82379999999999998</c:v>
                </c:pt>
                <c:pt idx="32">
                  <c:v>0.8175</c:v>
                </c:pt>
                <c:pt idx="33">
                  <c:v>0.81930000000000003</c:v>
                </c:pt>
                <c:pt idx="34">
                  <c:v>0.82079999999999997</c:v>
                </c:pt>
                <c:pt idx="35">
                  <c:v>0.81359999999999999</c:v>
                </c:pt>
                <c:pt idx="36">
                  <c:v>0.53810000000000002</c:v>
                </c:pt>
                <c:pt idx="37">
                  <c:v>0.53879999999999995</c:v>
                </c:pt>
                <c:pt idx="38">
                  <c:v>0.53969999999999996</c:v>
                </c:pt>
                <c:pt idx="39">
                  <c:v>0.54069999999999996</c:v>
                </c:pt>
                <c:pt idx="40">
                  <c:v>0.53990000000000005</c:v>
                </c:pt>
                <c:pt idx="41">
                  <c:v>0.2913</c:v>
                </c:pt>
                <c:pt idx="42">
                  <c:v>0.2923</c:v>
                </c:pt>
                <c:pt idx="43">
                  <c:v>0.29270000000000002</c:v>
                </c:pt>
                <c:pt idx="44">
                  <c:v>0.79339999999999999</c:v>
                </c:pt>
                <c:pt idx="45">
                  <c:v>0.79479999999999995</c:v>
                </c:pt>
                <c:pt idx="46">
                  <c:v>0.79510000000000003</c:v>
                </c:pt>
                <c:pt idx="47">
                  <c:v>0.79339999999999999</c:v>
                </c:pt>
                <c:pt idx="48">
                  <c:v>0.29389999999999999</c:v>
                </c:pt>
                <c:pt idx="49">
                  <c:v>0.2949</c:v>
                </c:pt>
                <c:pt idx="50">
                  <c:v>0.29549999999999998</c:v>
                </c:pt>
                <c:pt idx="51">
                  <c:v>0.29670000000000002</c:v>
                </c:pt>
                <c:pt idx="52">
                  <c:v>0.29759999999999998</c:v>
                </c:pt>
                <c:pt idx="53">
                  <c:v>0.2984</c:v>
                </c:pt>
                <c:pt idx="54">
                  <c:v>0.29909999999999998</c:v>
                </c:pt>
                <c:pt idx="55">
                  <c:v>0.30020000000000002</c:v>
                </c:pt>
                <c:pt idx="56">
                  <c:v>0.30070000000000002</c:v>
                </c:pt>
                <c:pt idx="57">
                  <c:v>0.30180000000000001</c:v>
                </c:pt>
                <c:pt idx="58">
                  <c:v>0.30259999999999998</c:v>
                </c:pt>
                <c:pt idx="59">
                  <c:v>0.30370000000000003</c:v>
                </c:pt>
                <c:pt idx="60">
                  <c:v>0.3044</c:v>
                </c:pt>
                <c:pt idx="61">
                  <c:v>0.30649999999999999</c:v>
                </c:pt>
                <c:pt idx="62">
                  <c:v>0.3075</c:v>
                </c:pt>
                <c:pt idx="63">
                  <c:v>0.30819999999999997</c:v>
                </c:pt>
                <c:pt idx="64">
                  <c:v>0.30980000000000002</c:v>
                </c:pt>
                <c:pt idx="65">
                  <c:v>0.32450000000000001</c:v>
                </c:pt>
                <c:pt idx="66">
                  <c:v>0.32729999999999998</c:v>
                </c:pt>
                <c:pt idx="67">
                  <c:v>6.9199999999999998E-2</c:v>
                </c:pt>
                <c:pt idx="68">
                  <c:v>0.31990000000000002</c:v>
                </c:pt>
                <c:pt idx="69">
                  <c:v>0.32029999999999997</c:v>
                </c:pt>
                <c:pt idx="70">
                  <c:v>0.32069999999999999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308544"/>
        <c:axId val="147310080"/>
      </c:lineChart>
      <c:dateAx>
        <c:axId val="1473085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310080"/>
        <c:crosses val="autoZero"/>
        <c:auto val="1"/>
        <c:lblOffset val="100"/>
        <c:baseTimeUnit val="months"/>
        <c:majorUnit val="12"/>
        <c:majorTimeUnit val="months"/>
      </c:dateAx>
      <c:valAx>
        <c:axId val="1473100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30854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FICO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742.39401860597297</c:v>
                </c:pt>
                <c:pt idx="1">
                  <c:v>742.31024125164902</c:v>
                </c:pt>
                <c:pt idx="2">
                  <c:v>742.34927637522696</c:v>
                </c:pt>
                <c:pt idx="3">
                  <c:v>742.21951976706896</c:v>
                </c:pt>
                <c:pt idx="4">
                  <c:v>741.58470282715405</c:v>
                </c:pt>
                <c:pt idx="5">
                  <c:v>741.03196470715102</c:v>
                </c:pt>
                <c:pt idx="6">
                  <c:v>740.59592833518798</c:v>
                </c:pt>
                <c:pt idx="7">
                  <c:v>740.53277863997005</c:v>
                </c:pt>
                <c:pt idx="8">
                  <c:v>739.99837850697497</c:v>
                </c:pt>
                <c:pt idx="9">
                  <c:v>739.31744346851997</c:v>
                </c:pt>
                <c:pt idx="10">
                  <c:v>739.10237629616802</c:v>
                </c:pt>
                <c:pt idx="11">
                  <c:v>739.06919195128296</c:v>
                </c:pt>
                <c:pt idx="12">
                  <c:v>738.93385660846695</c:v>
                </c:pt>
                <c:pt idx="13">
                  <c:v>739.08813112592895</c:v>
                </c:pt>
                <c:pt idx="14">
                  <c:v>738.95629721236401</c:v>
                </c:pt>
                <c:pt idx="15">
                  <c:v>738.76832190028699</c:v>
                </c:pt>
                <c:pt idx="16">
                  <c:v>738.57888381812995</c:v>
                </c:pt>
                <c:pt idx="17">
                  <c:v>738.71829484124896</c:v>
                </c:pt>
                <c:pt idx="18">
                  <c:v>738.65272421190002</c:v>
                </c:pt>
                <c:pt idx="19">
                  <c:v>738.56036753609101</c:v>
                </c:pt>
                <c:pt idx="20">
                  <c:v>738.39144753888695</c:v>
                </c:pt>
                <c:pt idx="21">
                  <c:v>738.84747675490098</c:v>
                </c:pt>
                <c:pt idx="22">
                  <c:v>738.72611577356395</c:v>
                </c:pt>
                <c:pt idx="23">
                  <c:v>738.38388914215204</c:v>
                </c:pt>
                <c:pt idx="24">
                  <c:v>737.76399451896896</c:v>
                </c:pt>
                <c:pt idx="25">
                  <c:v>737.43658509938098</c:v>
                </c:pt>
                <c:pt idx="26">
                  <c:v>736.96310430203903</c:v>
                </c:pt>
                <c:pt idx="27">
                  <c:v>736.37651341851699</c:v>
                </c:pt>
                <c:pt idx="28">
                  <c:v>736.45722916590296</c:v>
                </c:pt>
                <c:pt idx="29">
                  <c:v>736.13522233551805</c:v>
                </c:pt>
                <c:pt idx="30">
                  <c:v>735.78580669604901</c:v>
                </c:pt>
                <c:pt idx="31">
                  <c:v>735.21633738469905</c:v>
                </c:pt>
                <c:pt idx="32">
                  <c:v>734.89276975953396</c:v>
                </c:pt>
                <c:pt idx="33">
                  <c:v>735.08015496052894</c:v>
                </c:pt>
                <c:pt idx="34">
                  <c:v>734.98972346790401</c:v>
                </c:pt>
                <c:pt idx="35">
                  <c:v>734.82058080242496</c:v>
                </c:pt>
                <c:pt idx="36">
                  <c:v>734.37733313422802</c:v>
                </c:pt>
                <c:pt idx="37">
                  <c:v>734.23711083839498</c:v>
                </c:pt>
                <c:pt idx="38">
                  <c:v>733.49041441266399</c:v>
                </c:pt>
                <c:pt idx="39">
                  <c:v>733.13089492857</c:v>
                </c:pt>
                <c:pt idx="40">
                  <c:v>733.11687628565005</c:v>
                </c:pt>
                <c:pt idx="41">
                  <c:v>733.06489431103603</c:v>
                </c:pt>
                <c:pt idx="42">
                  <c:v>734.05476856305597</c:v>
                </c:pt>
                <c:pt idx="43">
                  <c:v>733.78264138753502</c:v>
                </c:pt>
                <c:pt idx="44">
                  <c:v>733.79835842242801</c:v>
                </c:pt>
                <c:pt idx="45">
                  <c:v>733.33880862291198</c:v>
                </c:pt>
                <c:pt idx="46">
                  <c:v>733.79884765604004</c:v>
                </c:pt>
                <c:pt idx="47">
                  <c:v>733.90350436865106</c:v>
                </c:pt>
                <c:pt idx="48">
                  <c:v>733.90416932453604</c:v>
                </c:pt>
                <c:pt idx="49">
                  <c:v>733.61808515663404</c:v>
                </c:pt>
                <c:pt idx="50">
                  <c:v>733.77480197590103</c:v>
                </c:pt>
                <c:pt idx="51">
                  <c:v>733.77866211203605</c:v>
                </c:pt>
                <c:pt idx="52">
                  <c:v>733.94203620194696</c:v>
                </c:pt>
                <c:pt idx="53">
                  <c:v>733.85627284866496</c:v>
                </c:pt>
                <c:pt idx="54">
                  <c:v>733.75487141019096</c:v>
                </c:pt>
                <c:pt idx="55">
                  <c:v>733.44034184045904</c:v>
                </c:pt>
                <c:pt idx="56">
                  <c:v>733.32036514599201</c:v>
                </c:pt>
                <c:pt idx="57">
                  <c:v>733.22910383087401</c:v>
                </c:pt>
                <c:pt idx="58">
                  <c:v>733.594550273766</c:v>
                </c:pt>
                <c:pt idx="59">
                  <c:v>732.89151418612903</c:v>
                </c:pt>
                <c:pt idx="60">
                  <c:v>732.67989492903496</c:v>
                </c:pt>
                <c:pt idx="61">
                  <c:v>732.549350806961</c:v>
                </c:pt>
                <c:pt idx="62">
                  <c:v>731.74266969820997</c:v>
                </c:pt>
                <c:pt idx="63">
                  <c:v>731.69177599995396</c:v>
                </c:pt>
                <c:pt idx="64">
                  <c:v>731.06823654789105</c:v>
                </c:pt>
                <c:pt idx="65">
                  <c:v>731.55052628749297</c:v>
                </c:pt>
                <c:pt idx="66">
                  <c:v>731.07657600999403</c:v>
                </c:pt>
                <c:pt idx="67">
                  <c:v>731.60827643227299</c:v>
                </c:pt>
                <c:pt idx="68">
                  <c:v>732.16138540272004</c:v>
                </c:pt>
                <c:pt idx="69">
                  <c:v>731.88685669905396</c:v>
                </c:pt>
                <c:pt idx="70">
                  <c:v>731.92843390421103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742</c:v>
                </c:pt>
                <c:pt idx="1">
                  <c:v>742</c:v>
                </c:pt>
                <c:pt idx="2">
                  <c:v>742</c:v>
                </c:pt>
                <c:pt idx="3">
                  <c:v>742</c:v>
                </c:pt>
                <c:pt idx="4">
                  <c:v>742</c:v>
                </c:pt>
                <c:pt idx="5">
                  <c:v>741</c:v>
                </c:pt>
                <c:pt idx="6">
                  <c:v>741</c:v>
                </c:pt>
                <c:pt idx="7">
                  <c:v>741</c:v>
                </c:pt>
                <c:pt idx="8">
                  <c:v>740</c:v>
                </c:pt>
                <c:pt idx="9">
                  <c:v>739</c:v>
                </c:pt>
                <c:pt idx="10">
                  <c:v>739</c:v>
                </c:pt>
                <c:pt idx="11">
                  <c:v>739</c:v>
                </c:pt>
                <c:pt idx="12">
                  <c:v>739</c:v>
                </c:pt>
                <c:pt idx="13">
                  <c:v>739</c:v>
                </c:pt>
                <c:pt idx="14">
                  <c:v>739</c:v>
                </c:pt>
                <c:pt idx="15">
                  <c:v>739</c:v>
                </c:pt>
                <c:pt idx="16">
                  <c:v>739</c:v>
                </c:pt>
                <c:pt idx="17">
                  <c:v>739</c:v>
                </c:pt>
                <c:pt idx="18">
                  <c:v>739</c:v>
                </c:pt>
                <c:pt idx="19">
                  <c:v>739</c:v>
                </c:pt>
                <c:pt idx="20">
                  <c:v>738</c:v>
                </c:pt>
                <c:pt idx="21">
                  <c:v>739</c:v>
                </c:pt>
                <c:pt idx="22">
                  <c:v>739</c:v>
                </c:pt>
                <c:pt idx="23">
                  <c:v>738</c:v>
                </c:pt>
                <c:pt idx="24">
                  <c:v>738</c:v>
                </c:pt>
                <c:pt idx="25">
                  <c:v>737</c:v>
                </c:pt>
                <c:pt idx="26">
                  <c:v>737</c:v>
                </c:pt>
                <c:pt idx="27">
                  <c:v>736</c:v>
                </c:pt>
                <c:pt idx="28">
                  <c:v>736</c:v>
                </c:pt>
                <c:pt idx="29">
                  <c:v>736</c:v>
                </c:pt>
                <c:pt idx="30">
                  <c:v>736</c:v>
                </c:pt>
                <c:pt idx="31">
                  <c:v>735</c:v>
                </c:pt>
                <c:pt idx="32">
                  <c:v>735</c:v>
                </c:pt>
                <c:pt idx="33">
                  <c:v>735</c:v>
                </c:pt>
                <c:pt idx="34">
                  <c:v>735</c:v>
                </c:pt>
                <c:pt idx="35">
                  <c:v>735</c:v>
                </c:pt>
                <c:pt idx="36">
                  <c:v>734</c:v>
                </c:pt>
                <c:pt idx="37">
                  <c:v>734</c:v>
                </c:pt>
                <c:pt idx="38">
                  <c:v>733</c:v>
                </c:pt>
                <c:pt idx="39">
                  <c:v>733</c:v>
                </c:pt>
                <c:pt idx="40">
                  <c:v>733</c:v>
                </c:pt>
                <c:pt idx="41">
                  <c:v>733</c:v>
                </c:pt>
                <c:pt idx="42">
                  <c:v>734</c:v>
                </c:pt>
                <c:pt idx="43">
                  <c:v>734</c:v>
                </c:pt>
                <c:pt idx="44">
                  <c:v>734</c:v>
                </c:pt>
                <c:pt idx="45">
                  <c:v>733</c:v>
                </c:pt>
                <c:pt idx="46">
                  <c:v>734</c:v>
                </c:pt>
                <c:pt idx="47">
                  <c:v>734</c:v>
                </c:pt>
                <c:pt idx="48">
                  <c:v>734</c:v>
                </c:pt>
                <c:pt idx="49">
                  <c:v>734</c:v>
                </c:pt>
                <c:pt idx="50">
                  <c:v>734</c:v>
                </c:pt>
                <c:pt idx="51">
                  <c:v>734</c:v>
                </c:pt>
                <c:pt idx="52">
                  <c:v>734</c:v>
                </c:pt>
                <c:pt idx="53">
                  <c:v>734</c:v>
                </c:pt>
                <c:pt idx="54">
                  <c:v>734</c:v>
                </c:pt>
                <c:pt idx="55">
                  <c:v>733</c:v>
                </c:pt>
                <c:pt idx="56">
                  <c:v>733</c:v>
                </c:pt>
                <c:pt idx="57">
                  <c:v>733</c:v>
                </c:pt>
                <c:pt idx="58">
                  <c:v>734</c:v>
                </c:pt>
                <c:pt idx="59">
                  <c:v>733</c:v>
                </c:pt>
                <c:pt idx="60">
                  <c:v>733</c:v>
                </c:pt>
                <c:pt idx="61">
                  <c:v>733</c:v>
                </c:pt>
                <c:pt idx="62">
                  <c:v>732</c:v>
                </c:pt>
                <c:pt idx="63">
                  <c:v>732</c:v>
                </c:pt>
                <c:pt idx="64">
                  <c:v>731</c:v>
                </c:pt>
                <c:pt idx="65">
                  <c:v>732</c:v>
                </c:pt>
                <c:pt idx="66">
                  <c:v>731</c:v>
                </c:pt>
                <c:pt idx="67">
                  <c:v>732</c:v>
                </c:pt>
                <c:pt idx="68">
                  <c:v>732</c:v>
                </c:pt>
                <c:pt idx="69">
                  <c:v>732</c:v>
                </c:pt>
                <c:pt idx="70">
                  <c:v>732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019840"/>
        <c:axId val="148021632"/>
      </c:lineChart>
      <c:dateAx>
        <c:axId val="1480198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21632"/>
        <c:crosses val="autoZero"/>
        <c:auto val="1"/>
        <c:lblOffset val="100"/>
        <c:baseTimeUnit val="months"/>
        <c:majorUnit val="12"/>
        <c:majorTimeUnit val="months"/>
      </c:dateAx>
      <c:valAx>
        <c:axId val="1480216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1984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76.862725711994997</c:v>
                </c:pt>
                <c:pt idx="1">
                  <c:v>76.466153998369194</c:v>
                </c:pt>
                <c:pt idx="2">
                  <c:v>76.794739141389698</c:v>
                </c:pt>
                <c:pt idx="3">
                  <c:v>77.216417415116197</c:v>
                </c:pt>
                <c:pt idx="4">
                  <c:v>77.734834227051905</c:v>
                </c:pt>
                <c:pt idx="5">
                  <c:v>78.527085491381797</c:v>
                </c:pt>
                <c:pt idx="6">
                  <c:v>79.201470551279002</c:v>
                </c:pt>
                <c:pt idx="7">
                  <c:v>79.919703827175297</c:v>
                </c:pt>
                <c:pt idx="8">
                  <c:v>80.748494865260099</c:v>
                </c:pt>
                <c:pt idx="9">
                  <c:v>81.724688255754401</c:v>
                </c:pt>
                <c:pt idx="10">
                  <c:v>82.634807043638702</c:v>
                </c:pt>
                <c:pt idx="11">
                  <c:v>82.346609295659803</c:v>
                </c:pt>
                <c:pt idx="12">
                  <c:v>82.002957400989601</c:v>
                </c:pt>
                <c:pt idx="13">
                  <c:v>81.671438143351097</c:v>
                </c:pt>
                <c:pt idx="14">
                  <c:v>81.447806524310096</c:v>
                </c:pt>
                <c:pt idx="15">
                  <c:v>81.301662280043104</c:v>
                </c:pt>
                <c:pt idx="16">
                  <c:v>81.186994167609399</c:v>
                </c:pt>
                <c:pt idx="17">
                  <c:v>81.497748482188996</c:v>
                </c:pt>
                <c:pt idx="18">
                  <c:v>81.809791531081899</c:v>
                </c:pt>
                <c:pt idx="19">
                  <c:v>82.101720645818801</c:v>
                </c:pt>
                <c:pt idx="20">
                  <c:v>82.222834475056999</c:v>
                </c:pt>
                <c:pt idx="21">
                  <c:v>82.4366854417909</c:v>
                </c:pt>
                <c:pt idx="22">
                  <c:v>82.600747796371195</c:v>
                </c:pt>
                <c:pt idx="23">
                  <c:v>81.351441441978594</c:v>
                </c:pt>
                <c:pt idx="24">
                  <c:v>80.270836802543897</c:v>
                </c:pt>
                <c:pt idx="25">
                  <c:v>79.166945593634296</c:v>
                </c:pt>
                <c:pt idx="26">
                  <c:v>78.771962087731296</c:v>
                </c:pt>
                <c:pt idx="27">
                  <c:v>78.394752944878704</c:v>
                </c:pt>
                <c:pt idx="28">
                  <c:v>77.924143894448093</c:v>
                </c:pt>
                <c:pt idx="29">
                  <c:v>77.709124323012702</c:v>
                </c:pt>
                <c:pt idx="30">
                  <c:v>77.509811017205607</c:v>
                </c:pt>
                <c:pt idx="31">
                  <c:v>77.259326920626194</c:v>
                </c:pt>
                <c:pt idx="32">
                  <c:v>76.854117980019595</c:v>
                </c:pt>
                <c:pt idx="33">
                  <c:v>76.587641612116997</c:v>
                </c:pt>
                <c:pt idx="34">
                  <c:v>76.139556051698804</c:v>
                </c:pt>
                <c:pt idx="35">
                  <c:v>74.8259729843993</c:v>
                </c:pt>
                <c:pt idx="36">
                  <c:v>73.344309760804606</c:v>
                </c:pt>
                <c:pt idx="37">
                  <c:v>72.067894848793699</c:v>
                </c:pt>
                <c:pt idx="38">
                  <c:v>71.478373948561895</c:v>
                </c:pt>
                <c:pt idx="39">
                  <c:v>71.079576597681907</c:v>
                </c:pt>
                <c:pt idx="40">
                  <c:v>70.535258683116297</c:v>
                </c:pt>
                <c:pt idx="41">
                  <c:v>70.564640381115595</c:v>
                </c:pt>
                <c:pt idx="42">
                  <c:v>70.440626574408597</c:v>
                </c:pt>
                <c:pt idx="43">
                  <c:v>70.454211954763593</c:v>
                </c:pt>
                <c:pt idx="44">
                  <c:v>70.267114316633993</c:v>
                </c:pt>
                <c:pt idx="45">
                  <c:v>70.208251522768506</c:v>
                </c:pt>
                <c:pt idx="46">
                  <c:v>69.983314326338402</c:v>
                </c:pt>
                <c:pt idx="47">
                  <c:v>69.055188096426804</c:v>
                </c:pt>
                <c:pt idx="48">
                  <c:v>68.103379464807006</c:v>
                </c:pt>
                <c:pt idx="49">
                  <c:v>67.220217208948796</c:v>
                </c:pt>
                <c:pt idx="50">
                  <c:v>66.869441485839104</c:v>
                </c:pt>
                <c:pt idx="51">
                  <c:v>66.698643289582904</c:v>
                </c:pt>
                <c:pt idx="52">
                  <c:v>66.405029334707393</c:v>
                </c:pt>
                <c:pt idx="53">
                  <c:v>66.277914105852801</c:v>
                </c:pt>
                <c:pt idx="54">
                  <c:v>66.256690987831703</c:v>
                </c:pt>
                <c:pt idx="55">
                  <c:v>66.345091426682799</c:v>
                </c:pt>
                <c:pt idx="56">
                  <c:v>66.000020517211297</c:v>
                </c:pt>
                <c:pt idx="57">
                  <c:v>65.5497538709119</c:v>
                </c:pt>
                <c:pt idx="58">
                  <c:v>65.312946763430503</c:v>
                </c:pt>
                <c:pt idx="59">
                  <c:v>64.504125617590304</c:v>
                </c:pt>
                <c:pt idx="60">
                  <c:v>63.572888402405297</c:v>
                </c:pt>
                <c:pt idx="61">
                  <c:v>62.580636639128997</c:v>
                </c:pt>
                <c:pt idx="62">
                  <c:v>62.113677305165403</c:v>
                </c:pt>
                <c:pt idx="63">
                  <c:v>61.643183021218</c:v>
                </c:pt>
                <c:pt idx="64">
                  <c:v>61.070694041873999</c:v>
                </c:pt>
                <c:pt idx="65">
                  <c:v>60.770527561935403</c:v>
                </c:pt>
                <c:pt idx="66">
                  <c:v>60.892885764542498</c:v>
                </c:pt>
                <c:pt idx="67">
                  <c:v>60.746479566893399</c:v>
                </c:pt>
                <c:pt idx="68">
                  <c:v>60.723805581149797</c:v>
                </c:pt>
                <c:pt idx="69">
                  <c:v>60.623808073076901</c:v>
                </c:pt>
                <c:pt idx="70">
                  <c:v>60.545959683907697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77.55</c:v>
                </c:pt>
                <c:pt idx="1">
                  <c:v>77.099999999999994</c:v>
                </c:pt>
                <c:pt idx="2">
                  <c:v>76.709999999999994</c:v>
                </c:pt>
                <c:pt idx="3">
                  <c:v>77.03</c:v>
                </c:pt>
                <c:pt idx="4">
                  <c:v>77.28</c:v>
                </c:pt>
                <c:pt idx="5">
                  <c:v>77.62</c:v>
                </c:pt>
                <c:pt idx="6">
                  <c:v>78.13</c:v>
                </c:pt>
                <c:pt idx="7">
                  <c:v>79.63</c:v>
                </c:pt>
                <c:pt idx="8">
                  <c:v>80.180000000000007</c:v>
                </c:pt>
                <c:pt idx="9">
                  <c:v>80.900000000000006</c:v>
                </c:pt>
                <c:pt idx="10">
                  <c:v>81.69</c:v>
                </c:pt>
                <c:pt idx="11">
                  <c:v>82.52</c:v>
                </c:pt>
                <c:pt idx="12">
                  <c:v>82.17</c:v>
                </c:pt>
                <c:pt idx="13">
                  <c:v>81.83</c:v>
                </c:pt>
                <c:pt idx="14">
                  <c:v>81.52</c:v>
                </c:pt>
                <c:pt idx="15">
                  <c:v>81.27</c:v>
                </c:pt>
                <c:pt idx="16">
                  <c:v>81.05</c:v>
                </c:pt>
                <c:pt idx="17">
                  <c:v>80.84</c:v>
                </c:pt>
                <c:pt idx="18">
                  <c:v>80.94</c:v>
                </c:pt>
                <c:pt idx="19">
                  <c:v>81.13</c:v>
                </c:pt>
                <c:pt idx="20">
                  <c:v>81.37</c:v>
                </c:pt>
                <c:pt idx="21">
                  <c:v>82.34</c:v>
                </c:pt>
                <c:pt idx="22">
                  <c:v>82.29</c:v>
                </c:pt>
                <c:pt idx="23">
                  <c:v>82.27</c:v>
                </c:pt>
                <c:pt idx="24">
                  <c:v>80.92</c:v>
                </c:pt>
                <c:pt idx="25">
                  <c:v>79.63</c:v>
                </c:pt>
                <c:pt idx="26">
                  <c:v>78.349999999999994</c:v>
                </c:pt>
                <c:pt idx="27">
                  <c:v>77.849999999999994</c:v>
                </c:pt>
                <c:pt idx="28">
                  <c:v>77.36</c:v>
                </c:pt>
                <c:pt idx="29">
                  <c:v>76.900000000000006</c:v>
                </c:pt>
                <c:pt idx="30">
                  <c:v>77.44</c:v>
                </c:pt>
                <c:pt idx="31">
                  <c:v>77.28</c:v>
                </c:pt>
                <c:pt idx="32">
                  <c:v>76.91</c:v>
                </c:pt>
                <c:pt idx="33">
                  <c:v>76.58</c:v>
                </c:pt>
                <c:pt idx="34">
                  <c:v>76.099999999999994</c:v>
                </c:pt>
                <c:pt idx="35">
                  <c:v>75.58</c:v>
                </c:pt>
                <c:pt idx="36">
                  <c:v>74.16</c:v>
                </c:pt>
                <c:pt idx="37">
                  <c:v>72.900000000000006</c:v>
                </c:pt>
                <c:pt idx="38">
                  <c:v>71.64</c:v>
                </c:pt>
                <c:pt idx="39">
                  <c:v>71.03</c:v>
                </c:pt>
                <c:pt idx="40">
                  <c:v>70.510000000000005</c:v>
                </c:pt>
                <c:pt idx="41">
                  <c:v>69.989999999999995</c:v>
                </c:pt>
                <c:pt idx="42">
                  <c:v>69.86</c:v>
                </c:pt>
                <c:pt idx="43">
                  <c:v>69.84</c:v>
                </c:pt>
                <c:pt idx="44">
                  <c:v>69.73</c:v>
                </c:pt>
                <c:pt idx="45">
                  <c:v>69.5</c:v>
                </c:pt>
                <c:pt idx="46">
                  <c:v>69.31</c:v>
                </c:pt>
                <c:pt idx="47">
                  <c:v>69.12</c:v>
                </c:pt>
                <c:pt idx="48">
                  <c:v>68.17</c:v>
                </c:pt>
                <c:pt idx="49">
                  <c:v>67.25</c:v>
                </c:pt>
                <c:pt idx="50">
                  <c:v>66.349999999999994</c:v>
                </c:pt>
                <c:pt idx="51">
                  <c:v>66.06</c:v>
                </c:pt>
                <c:pt idx="52">
                  <c:v>65.89</c:v>
                </c:pt>
                <c:pt idx="53">
                  <c:v>65.52</c:v>
                </c:pt>
                <c:pt idx="54">
                  <c:v>65.39</c:v>
                </c:pt>
                <c:pt idx="55">
                  <c:v>66.180000000000007</c:v>
                </c:pt>
                <c:pt idx="56">
                  <c:v>65.260000000000005</c:v>
                </c:pt>
                <c:pt idx="57">
                  <c:v>64.88</c:v>
                </c:pt>
                <c:pt idx="58">
                  <c:v>64.53</c:v>
                </c:pt>
                <c:pt idx="59">
                  <c:v>65.010000000000005</c:v>
                </c:pt>
                <c:pt idx="60">
                  <c:v>64.02</c:v>
                </c:pt>
                <c:pt idx="61">
                  <c:v>62.75</c:v>
                </c:pt>
                <c:pt idx="62">
                  <c:v>61.88</c:v>
                </c:pt>
                <c:pt idx="63">
                  <c:v>61.51</c:v>
                </c:pt>
                <c:pt idx="64">
                  <c:v>61</c:v>
                </c:pt>
                <c:pt idx="65">
                  <c:v>60.58</c:v>
                </c:pt>
                <c:pt idx="66">
                  <c:v>60.58</c:v>
                </c:pt>
                <c:pt idx="67">
                  <c:v>59.83</c:v>
                </c:pt>
                <c:pt idx="68">
                  <c:v>60.55</c:v>
                </c:pt>
                <c:pt idx="69">
                  <c:v>60.4</c:v>
                </c:pt>
                <c:pt idx="70">
                  <c:v>60.31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137088"/>
        <c:axId val="148138624"/>
      </c:lineChart>
      <c:dateAx>
        <c:axId val="1481370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38624"/>
        <c:crosses val="autoZero"/>
        <c:auto val="1"/>
        <c:lblOffset val="100"/>
        <c:baseTimeUnit val="months"/>
        <c:majorUnit val="12"/>
        <c:majorTimeUnit val="months"/>
      </c:dateAx>
      <c:valAx>
        <c:axId val="148138624"/>
        <c:scaling>
          <c:orientation val="minMax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3708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PMI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0.32304261643587501</c:v>
                </c:pt>
                <c:pt idx="1">
                  <c:v>0.31777987001907698</c:v>
                </c:pt>
                <c:pt idx="2">
                  <c:v>0.32893001800627297</c:v>
                </c:pt>
                <c:pt idx="3">
                  <c:v>0.34381932469940102</c:v>
                </c:pt>
                <c:pt idx="4">
                  <c:v>0.391830947623592</c:v>
                </c:pt>
                <c:pt idx="5">
                  <c:v>0.44617774519697001</c:v>
                </c:pt>
                <c:pt idx="6">
                  <c:v>0.48082718611761799</c:v>
                </c:pt>
                <c:pt idx="7">
                  <c:v>0.50556262480707403</c:v>
                </c:pt>
                <c:pt idx="8">
                  <c:v>0.54493598121130304</c:v>
                </c:pt>
                <c:pt idx="9">
                  <c:v>0.57975914485496804</c:v>
                </c:pt>
                <c:pt idx="10">
                  <c:v>0.61916123753000996</c:v>
                </c:pt>
                <c:pt idx="11">
                  <c:v>0.60901884236429504</c:v>
                </c:pt>
                <c:pt idx="12">
                  <c:v>0.58709608534934998</c:v>
                </c:pt>
                <c:pt idx="13">
                  <c:v>0.567888504532294</c:v>
                </c:pt>
                <c:pt idx="14">
                  <c:v>0.55463446035877695</c:v>
                </c:pt>
                <c:pt idx="15">
                  <c:v>0.49703569171809298</c:v>
                </c:pt>
                <c:pt idx="16">
                  <c:v>0.48887254131824698</c:v>
                </c:pt>
                <c:pt idx="17">
                  <c:v>0.50087732963876996</c:v>
                </c:pt>
                <c:pt idx="18">
                  <c:v>0.51586702493695902</c:v>
                </c:pt>
                <c:pt idx="19">
                  <c:v>0.52289863628924804</c:v>
                </c:pt>
                <c:pt idx="20">
                  <c:v>0.52529462609218602</c:v>
                </c:pt>
                <c:pt idx="21">
                  <c:v>0.52967134016199202</c:v>
                </c:pt>
                <c:pt idx="22">
                  <c:v>0.55450587359528103</c:v>
                </c:pt>
                <c:pt idx="23">
                  <c:v>0.52635947512486103</c:v>
                </c:pt>
                <c:pt idx="24">
                  <c:v>0.48420479290285001</c:v>
                </c:pt>
                <c:pt idx="25">
                  <c:v>0.40990269697556397</c:v>
                </c:pt>
                <c:pt idx="26">
                  <c:v>0.39507951011838699</c:v>
                </c:pt>
                <c:pt idx="27">
                  <c:v>0.38516918431631603</c:v>
                </c:pt>
                <c:pt idx="28">
                  <c:v>0.37664326717561902</c:v>
                </c:pt>
                <c:pt idx="29">
                  <c:v>0.38424619210783001</c:v>
                </c:pt>
                <c:pt idx="30">
                  <c:v>0.38060919188079301</c:v>
                </c:pt>
                <c:pt idx="31">
                  <c:v>0.37692842507086699</c:v>
                </c:pt>
                <c:pt idx="32">
                  <c:v>0.36821079154236802</c:v>
                </c:pt>
                <c:pt idx="33">
                  <c:v>0.35961927312663899</c:v>
                </c:pt>
                <c:pt idx="34">
                  <c:v>0.35015998864185199</c:v>
                </c:pt>
                <c:pt idx="35">
                  <c:v>0.30888299211611903</c:v>
                </c:pt>
                <c:pt idx="36">
                  <c:v>0.27671868645515402</c:v>
                </c:pt>
                <c:pt idx="37">
                  <c:v>0.25437360750354798</c:v>
                </c:pt>
                <c:pt idx="38">
                  <c:v>0.24317723176276601</c:v>
                </c:pt>
                <c:pt idx="39">
                  <c:v>0.25449385833506699</c:v>
                </c:pt>
                <c:pt idx="40">
                  <c:v>0.24071754657917399</c:v>
                </c:pt>
                <c:pt idx="41">
                  <c:v>0.24117547857778199</c:v>
                </c:pt>
                <c:pt idx="42">
                  <c:v>0.23770958625040201</c:v>
                </c:pt>
                <c:pt idx="43">
                  <c:v>0.24253870417121301</c:v>
                </c:pt>
                <c:pt idx="44">
                  <c:v>0.24735846839008599</c:v>
                </c:pt>
                <c:pt idx="45">
                  <c:v>0.23977467538674499</c:v>
                </c:pt>
                <c:pt idx="46">
                  <c:v>0.23546795079986799</c:v>
                </c:pt>
                <c:pt idx="47">
                  <c:v>0.210267851864335</c:v>
                </c:pt>
                <c:pt idx="48">
                  <c:v>0.17462262514268001</c:v>
                </c:pt>
                <c:pt idx="49">
                  <c:v>0.159094140984608</c:v>
                </c:pt>
                <c:pt idx="50">
                  <c:v>0.156598433240318</c:v>
                </c:pt>
                <c:pt idx="51">
                  <c:v>0.154977308239338</c:v>
                </c:pt>
                <c:pt idx="52">
                  <c:v>0.14910958170654401</c:v>
                </c:pt>
                <c:pt idx="53">
                  <c:v>0.15027589513887299</c:v>
                </c:pt>
                <c:pt idx="54">
                  <c:v>0.15026533050232499</c:v>
                </c:pt>
                <c:pt idx="55">
                  <c:v>0.151744593898544</c:v>
                </c:pt>
                <c:pt idx="56">
                  <c:v>0.15037325137715901</c:v>
                </c:pt>
                <c:pt idx="57">
                  <c:v>0.14780844188883899</c:v>
                </c:pt>
                <c:pt idx="58">
                  <c:v>0.148100752727226</c:v>
                </c:pt>
                <c:pt idx="59">
                  <c:v>0.13328976824271399</c:v>
                </c:pt>
                <c:pt idx="60">
                  <c:v>0.12581708380135401</c:v>
                </c:pt>
                <c:pt idx="61">
                  <c:v>0.11651673390921601</c:v>
                </c:pt>
                <c:pt idx="62">
                  <c:v>0.11711021096322299</c:v>
                </c:pt>
                <c:pt idx="63">
                  <c:v>0.109514480963945</c:v>
                </c:pt>
                <c:pt idx="64">
                  <c:v>0.10536979842126901</c:v>
                </c:pt>
                <c:pt idx="65">
                  <c:v>0.10011472097884699</c:v>
                </c:pt>
                <c:pt idx="66">
                  <c:v>0.107330923405783</c:v>
                </c:pt>
                <c:pt idx="67">
                  <c:v>0.111854811023576</c:v>
                </c:pt>
                <c:pt idx="68">
                  <c:v>0.109485195261421</c:v>
                </c:pt>
                <c:pt idx="69">
                  <c:v>0.109161519666112</c:v>
                </c:pt>
                <c:pt idx="70">
                  <c:v>0.10681867993055599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0.42820000000000003</c:v>
                </c:pt>
                <c:pt idx="9">
                  <c:v>0.4284</c:v>
                </c:pt>
                <c:pt idx="10">
                  <c:v>0.4284</c:v>
                </c:pt>
                <c:pt idx="11">
                  <c:v>0.42820000000000003</c:v>
                </c:pt>
                <c:pt idx="12">
                  <c:v>0.42809999999999998</c:v>
                </c:pt>
                <c:pt idx="13">
                  <c:v>0.42820000000000003</c:v>
                </c:pt>
                <c:pt idx="14">
                  <c:v>0.42799999999999999</c:v>
                </c:pt>
                <c:pt idx="15">
                  <c:v>0.42809999999999998</c:v>
                </c:pt>
                <c:pt idx="16">
                  <c:v>0.42809999999999998</c:v>
                </c:pt>
                <c:pt idx="17">
                  <c:v>0.42809999999999998</c:v>
                </c:pt>
                <c:pt idx="18">
                  <c:v>0.42799999999999999</c:v>
                </c:pt>
                <c:pt idx="19">
                  <c:v>0.42809999999999998</c:v>
                </c:pt>
                <c:pt idx="20">
                  <c:v>0.42830000000000001</c:v>
                </c:pt>
                <c:pt idx="21">
                  <c:v>0.4284</c:v>
                </c:pt>
                <c:pt idx="22">
                  <c:v>0.42859999999999998</c:v>
                </c:pt>
                <c:pt idx="23">
                  <c:v>0.42880000000000001</c:v>
                </c:pt>
                <c:pt idx="24">
                  <c:v>0.42870000000000003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147584"/>
        <c:axId val="148149376"/>
      </c:lineChart>
      <c:dateAx>
        <c:axId val="1481475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49376"/>
        <c:crosses val="autoZero"/>
        <c:auto val="1"/>
        <c:lblOffset val="100"/>
        <c:baseTimeUnit val="months"/>
        <c:majorUnit val="12"/>
        <c:majorTimeUnit val="months"/>
      </c:dateAx>
      <c:valAx>
        <c:axId val="1481493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4758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Sheet1!$B$2:$B$94</c:f>
              <c:numCache>
                <c:formatCode>General</c:formatCode>
                <c:ptCount val="93"/>
                <c:pt idx="0">
                  <c:v>-11.743841661125</c:v>
                </c:pt>
                <c:pt idx="1">
                  <c:v>-53.925963358305196</c:v>
                </c:pt>
                <c:pt idx="2">
                  <c:v>-70.552746471045296</c:v>
                </c:pt>
                <c:pt idx="3">
                  <c:v>-67.628576753302596</c:v>
                </c:pt>
                <c:pt idx="4">
                  <c:v>-11.2183136087788</c:v>
                </c:pt>
                <c:pt idx="5">
                  <c:v>-7.1385280776422597</c:v>
                </c:pt>
                <c:pt idx="6">
                  <c:v>5.1691776003341001</c:v>
                </c:pt>
                <c:pt idx="7">
                  <c:v>89.287058725830704</c:v>
                </c:pt>
                <c:pt idx="8">
                  <c:v>116.911549111358</c:v>
                </c:pt>
                <c:pt idx="9">
                  <c:v>103.14007302663801</c:v>
                </c:pt>
                <c:pt idx="10">
                  <c:v>111.81664784501601</c:v>
                </c:pt>
                <c:pt idx="11">
                  <c:v>130.68366920113201</c:v>
                </c:pt>
                <c:pt idx="12">
                  <c:v>124.728173793217</c:v>
                </c:pt>
                <c:pt idx="13">
                  <c:v>63.295016940594003</c:v>
                </c:pt>
                <c:pt idx="14">
                  <c:v>79.609947281185697</c:v>
                </c:pt>
                <c:pt idx="15">
                  <c:v>84.692738336899893</c:v>
                </c:pt>
                <c:pt idx="16">
                  <c:v>104.87563390392</c:v>
                </c:pt>
                <c:pt idx="17">
                  <c:v>113.948998733702</c:v>
                </c:pt>
                <c:pt idx="18">
                  <c:v>123.16688471778301</c:v>
                </c:pt>
                <c:pt idx="19">
                  <c:v>121.53168280009599</c:v>
                </c:pt>
                <c:pt idx="20">
                  <c:v>114.39866075955101</c:v>
                </c:pt>
                <c:pt idx="21">
                  <c:v>117.425630758523</c:v>
                </c:pt>
                <c:pt idx="22">
                  <c:v>116.636813382261</c:v>
                </c:pt>
                <c:pt idx="23">
                  <c:v>104.715913664521</c:v>
                </c:pt>
                <c:pt idx="24">
                  <c:v>124.74774744088801</c:v>
                </c:pt>
                <c:pt idx="25">
                  <c:v>143.00784122020599</c:v>
                </c:pt>
                <c:pt idx="26">
                  <c:v>158.76857935121501</c:v>
                </c:pt>
                <c:pt idx="27">
                  <c:v>174.162150311929</c:v>
                </c:pt>
                <c:pt idx="28">
                  <c:v>182.25964870231701</c:v>
                </c:pt>
                <c:pt idx="29">
                  <c:v>191.822269066161</c:v>
                </c:pt>
                <c:pt idx="30">
                  <c:v>184.04777470949</c:v>
                </c:pt>
                <c:pt idx="31">
                  <c:v>41.5174262089038</c:v>
                </c:pt>
                <c:pt idx="32">
                  <c:v>14.6938948916542</c:v>
                </c:pt>
                <c:pt idx="33">
                  <c:v>-19.076637522325299</c:v>
                </c:pt>
                <c:pt idx="34">
                  <c:v>-6.6500026464916102</c:v>
                </c:pt>
                <c:pt idx="35">
                  <c:v>-1.7276751987002801</c:v>
                </c:pt>
                <c:pt idx="36">
                  <c:v>22.5654996617736</c:v>
                </c:pt>
                <c:pt idx="37">
                  <c:v>39.812345773032398</c:v>
                </c:pt>
                <c:pt idx="38">
                  <c:v>36.765674605552697</c:v>
                </c:pt>
                <c:pt idx="39">
                  <c:v>64.395948753649705</c:v>
                </c:pt>
                <c:pt idx="40">
                  <c:v>80.477521478838895</c:v>
                </c:pt>
                <c:pt idx="41">
                  <c:v>71.538393399383096</c:v>
                </c:pt>
                <c:pt idx="42">
                  <c:v>74.674431509196495</c:v>
                </c:pt>
                <c:pt idx="43">
                  <c:v>73.0046120542913</c:v>
                </c:pt>
                <c:pt idx="44">
                  <c:v>68.050726640530698</c:v>
                </c:pt>
                <c:pt idx="45">
                  <c:v>62.754074874386198</c:v>
                </c:pt>
                <c:pt idx="46">
                  <c:v>48.871099005353102</c:v>
                </c:pt>
                <c:pt idx="47">
                  <c:v>51.082671657465198</c:v>
                </c:pt>
                <c:pt idx="48">
                  <c:v>58.5296097318788</c:v>
                </c:pt>
                <c:pt idx="49">
                  <c:v>70.470473808095704</c:v>
                </c:pt>
                <c:pt idx="50">
                  <c:v>81.723140650706895</c:v>
                </c:pt>
                <c:pt idx="51">
                  <c:v>76.585060872799403</c:v>
                </c:pt>
                <c:pt idx="52">
                  <c:v>81.477800753819196</c:v>
                </c:pt>
                <c:pt idx="53">
                  <c:v>84.7792603078572</c:v>
                </c:pt>
                <c:pt idx="54">
                  <c:v>79.829364398701301</c:v>
                </c:pt>
                <c:pt idx="55">
                  <c:v>78.329855795120196</c:v>
                </c:pt>
                <c:pt idx="56">
                  <c:v>66.194573975700905</c:v>
                </c:pt>
                <c:pt idx="57">
                  <c:v>47.646774390551997</c:v>
                </c:pt>
                <c:pt idx="58">
                  <c:v>41.562122371241699</c:v>
                </c:pt>
                <c:pt idx="59">
                  <c:v>52.886492981869402</c:v>
                </c:pt>
                <c:pt idx="60">
                  <c:v>44.155390613701897</c:v>
                </c:pt>
                <c:pt idx="61">
                  <c:v>-11.822492713775301</c:v>
                </c:pt>
                <c:pt idx="62">
                  <c:v>-42.008374196683597</c:v>
                </c:pt>
                <c:pt idx="63">
                  <c:v>-50.960358304586499</c:v>
                </c:pt>
                <c:pt idx="64">
                  <c:v>-51.108446729962097</c:v>
                </c:pt>
                <c:pt idx="65">
                  <c:v>-19.738677048454701</c:v>
                </c:pt>
                <c:pt idx="66">
                  <c:v>-25.3055685832385</c:v>
                </c:pt>
                <c:pt idx="67">
                  <c:v>-41.714102339941903</c:v>
                </c:pt>
                <c:pt idx="68">
                  <c:v>-39.754964619093798</c:v>
                </c:pt>
                <c:pt idx="69">
                  <c:v>-25.6199014016441</c:v>
                </c:pt>
                <c:pt idx="70">
                  <c:v>-25.983380862116999</c:v>
                </c:pt>
                <c:pt idx="71">
                  <c:v>-24.084778393886101</c:v>
                </c:pt>
                <c:pt idx="72">
                  <c:v>-4.0395411608184597</c:v>
                </c:pt>
                <c:pt idx="73">
                  <c:v>-1.4607704492751901</c:v>
                </c:pt>
                <c:pt idx="74">
                  <c:v>1.3110681354815401</c:v>
                </c:pt>
                <c:pt idx="75">
                  <c:v>4.6085011323931804</c:v>
                </c:pt>
                <c:pt idx="76">
                  <c:v>2.4867484620164699</c:v>
                </c:pt>
                <c:pt idx="77">
                  <c:v>15.579454156860001</c:v>
                </c:pt>
                <c:pt idx="78">
                  <c:v>18.818227428113602</c:v>
                </c:pt>
                <c:pt idx="79">
                  <c:v>31.6460884002528</c:v>
                </c:pt>
                <c:pt idx="80">
                  <c:v>49.614371696866399</c:v>
                </c:pt>
                <c:pt idx="81">
                  <c:v>44.6370191997269</c:v>
                </c:pt>
                <c:pt idx="82">
                  <c:v>38.2589853830751</c:v>
                </c:pt>
                <c:pt idx="83">
                  <c:v>46.513019673726397</c:v>
                </c:pt>
                <c:pt idx="84">
                  <c:v>28.438240654949499</c:v>
                </c:pt>
                <c:pt idx="85">
                  <c:v>11.771430594665601</c:v>
                </c:pt>
                <c:pt idx="86">
                  <c:v>5.9344104574471501</c:v>
                </c:pt>
                <c:pt idx="87">
                  <c:v>12.887784810335001</c:v>
                </c:pt>
                <c:pt idx="88">
                  <c:v>14.5477656617019</c:v>
                </c:pt>
                <c:pt idx="89">
                  <c:v>25.5595300904778</c:v>
                </c:pt>
                <c:pt idx="90">
                  <c:v>10.1161196089051</c:v>
                </c:pt>
                <c:pt idx="91">
                  <c:v>9.8801430387645794</c:v>
                </c:pt>
                <c:pt idx="92">
                  <c:v>19.916250870970099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Sheet1!$C$2:$C$94</c:f>
              <c:numCache>
                <c:formatCode>General</c:formatCode>
                <c:ptCount val="93"/>
                <c:pt idx="0">
                  <c:v>0</c:v>
                </c:pt>
                <c:pt idx="1">
                  <c:v>-20.018739541405701</c:v>
                </c:pt>
                <c:pt idx="2">
                  <c:v>-37.716827365880903</c:v>
                </c:pt>
                <c:pt idx="3">
                  <c:v>-55.0605319057805</c:v>
                </c:pt>
                <c:pt idx="4">
                  <c:v>-9.8247995042097607</c:v>
                </c:pt>
                <c:pt idx="5">
                  <c:v>-7.5060935250484198</c:v>
                </c:pt>
                <c:pt idx="6">
                  <c:v>8.7486402681943005</c:v>
                </c:pt>
                <c:pt idx="7">
                  <c:v>84.437865054881698</c:v>
                </c:pt>
                <c:pt idx="8">
                  <c:v>114.937513206912</c:v>
                </c:pt>
                <c:pt idx="9">
                  <c:v>104.046212729795</c:v>
                </c:pt>
                <c:pt idx="10">
                  <c:v>114.608209417891</c:v>
                </c:pt>
                <c:pt idx="11">
                  <c:v>133.97335040404599</c:v>
                </c:pt>
                <c:pt idx="12">
                  <c:v>128.051192357632</c:v>
                </c:pt>
                <c:pt idx="13">
                  <c:v>66.7286009605331</c:v>
                </c:pt>
                <c:pt idx="14">
                  <c:v>82.866338494422294</c:v>
                </c:pt>
                <c:pt idx="15">
                  <c:v>88.268101983143197</c:v>
                </c:pt>
                <c:pt idx="16">
                  <c:v>108.113998074297</c:v>
                </c:pt>
                <c:pt idx="17">
                  <c:v>116.96670340922699</c:v>
                </c:pt>
                <c:pt idx="18">
                  <c:v>126.18047176506001</c:v>
                </c:pt>
                <c:pt idx="19">
                  <c:v>124.91124701571999</c:v>
                </c:pt>
                <c:pt idx="20">
                  <c:v>117.899369021409</c:v>
                </c:pt>
                <c:pt idx="21">
                  <c:v>121.048555961538</c:v>
                </c:pt>
                <c:pt idx="22">
                  <c:v>120.620661710604</c:v>
                </c:pt>
                <c:pt idx="23">
                  <c:v>108.456805061222</c:v>
                </c:pt>
                <c:pt idx="24">
                  <c:v>128.16486765262701</c:v>
                </c:pt>
                <c:pt idx="25">
                  <c:v>146.31019178071</c:v>
                </c:pt>
                <c:pt idx="26">
                  <c:v>162.097357085944</c:v>
                </c:pt>
                <c:pt idx="27">
                  <c:v>177.181983160231</c:v>
                </c:pt>
                <c:pt idx="28">
                  <c:v>185.58690104919799</c:v>
                </c:pt>
                <c:pt idx="29">
                  <c:v>195.417225265154</c:v>
                </c:pt>
                <c:pt idx="30">
                  <c:v>187.39206261369</c:v>
                </c:pt>
                <c:pt idx="31">
                  <c:v>28.617351444073201</c:v>
                </c:pt>
                <c:pt idx="32">
                  <c:v>-1.34846536078344</c:v>
                </c:pt>
                <c:pt idx="33">
                  <c:v>-37.9787062378267</c:v>
                </c:pt>
                <c:pt idx="34">
                  <c:v>-23.265302735211201</c:v>
                </c:pt>
                <c:pt idx="35">
                  <c:v>-15.707909210405999</c:v>
                </c:pt>
                <c:pt idx="36">
                  <c:v>10.1937523989757</c:v>
                </c:pt>
                <c:pt idx="37">
                  <c:v>28.1257737407084</c:v>
                </c:pt>
                <c:pt idx="38">
                  <c:v>26.0317315500644</c:v>
                </c:pt>
                <c:pt idx="39">
                  <c:v>54.111300417106399</c:v>
                </c:pt>
                <c:pt idx="40">
                  <c:v>66.776718747426202</c:v>
                </c:pt>
                <c:pt idx="41">
                  <c:v>55.816505373894202</c:v>
                </c:pt>
                <c:pt idx="42">
                  <c:v>56.202313916723</c:v>
                </c:pt>
                <c:pt idx="43">
                  <c:v>59.803865391923502</c:v>
                </c:pt>
                <c:pt idx="44">
                  <c:v>56.294026761058497</c:v>
                </c:pt>
                <c:pt idx="45">
                  <c:v>52.8003595146291</c:v>
                </c:pt>
                <c:pt idx="46">
                  <c:v>42.580978036161298</c:v>
                </c:pt>
                <c:pt idx="47">
                  <c:v>46.6704905463179</c:v>
                </c:pt>
                <c:pt idx="48">
                  <c:v>55.341816130608898</c:v>
                </c:pt>
                <c:pt idx="49">
                  <c:v>67.733515369910194</c:v>
                </c:pt>
                <c:pt idx="50">
                  <c:v>78.903307172390797</c:v>
                </c:pt>
                <c:pt idx="51">
                  <c:v>73.871083119669507</c:v>
                </c:pt>
                <c:pt idx="52">
                  <c:v>78.450880246725802</c:v>
                </c:pt>
                <c:pt idx="53">
                  <c:v>81.612755620046002</c:v>
                </c:pt>
                <c:pt idx="54">
                  <c:v>76.624876996938298</c:v>
                </c:pt>
                <c:pt idx="55">
                  <c:v>75.399143700450594</c:v>
                </c:pt>
                <c:pt idx="56">
                  <c:v>63.028128554221396</c:v>
                </c:pt>
                <c:pt idx="57">
                  <c:v>44.450274395003902</c:v>
                </c:pt>
                <c:pt idx="58">
                  <c:v>39.428012088324003</c:v>
                </c:pt>
                <c:pt idx="59">
                  <c:v>50.9380813113644</c:v>
                </c:pt>
                <c:pt idx="60">
                  <c:v>42.154604199411402</c:v>
                </c:pt>
                <c:pt idx="61">
                  <c:v>-14.047429884422099</c:v>
                </c:pt>
                <c:pt idx="62">
                  <c:v>-44.716249794354297</c:v>
                </c:pt>
                <c:pt idx="63">
                  <c:v>-53.759928800163003</c:v>
                </c:pt>
                <c:pt idx="64">
                  <c:v>-54.1771877783845</c:v>
                </c:pt>
                <c:pt idx="65">
                  <c:v>-22.934202003044199</c:v>
                </c:pt>
                <c:pt idx="66">
                  <c:v>-29.873170704715001</c:v>
                </c:pt>
                <c:pt idx="67">
                  <c:v>-46.247072551568699</c:v>
                </c:pt>
                <c:pt idx="68">
                  <c:v>-44.323121622727598</c:v>
                </c:pt>
                <c:pt idx="69">
                  <c:v>-30.1737039142734</c:v>
                </c:pt>
                <c:pt idx="70">
                  <c:v>-29.374384892809701</c:v>
                </c:pt>
                <c:pt idx="71">
                  <c:v>-27.478833606270101</c:v>
                </c:pt>
                <c:pt idx="72">
                  <c:v>-7.17846372223641</c:v>
                </c:pt>
                <c:pt idx="73">
                  <c:v>-4.5743515505459396</c:v>
                </c:pt>
                <c:pt idx="74">
                  <c:v>-1.84747245573354</c:v>
                </c:pt>
                <c:pt idx="75">
                  <c:v>1.27967182270399</c:v>
                </c:pt>
                <c:pt idx="76">
                  <c:v>-0.79648389763494398</c:v>
                </c:pt>
                <c:pt idx="77">
                  <c:v>12.1022798569718</c:v>
                </c:pt>
                <c:pt idx="78">
                  <c:v>15.165134266170799</c:v>
                </c:pt>
                <c:pt idx="79">
                  <c:v>28.815338272533399</c:v>
                </c:pt>
                <c:pt idx="80">
                  <c:v>46.906721686172197</c:v>
                </c:pt>
                <c:pt idx="81">
                  <c:v>42.001335975471697</c:v>
                </c:pt>
                <c:pt idx="82">
                  <c:v>36.091890757362101</c:v>
                </c:pt>
                <c:pt idx="83">
                  <c:v>44.537295515288697</c:v>
                </c:pt>
                <c:pt idx="84">
                  <c:v>26.6376864912942</c:v>
                </c:pt>
                <c:pt idx="85">
                  <c:v>10.032120528756501</c:v>
                </c:pt>
                <c:pt idx="86">
                  <c:v>4.1202362481734101</c:v>
                </c:pt>
                <c:pt idx="87">
                  <c:v>12.1702289586513</c:v>
                </c:pt>
                <c:pt idx="88">
                  <c:v>13.7012861837048</c:v>
                </c:pt>
                <c:pt idx="89">
                  <c:v>24.559253414058698</c:v>
                </c:pt>
                <c:pt idx="90">
                  <c:v>9.0975953785772798</c:v>
                </c:pt>
                <c:pt idx="91">
                  <c:v>8.9542606452284605</c:v>
                </c:pt>
                <c:pt idx="92">
                  <c:v>18.947480679832299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210432"/>
        <c:axId val="148211968"/>
      </c:lineChart>
      <c:dateAx>
        <c:axId val="1482104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211968"/>
        <c:crosses val="autoZero"/>
        <c:auto val="1"/>
        <c:lblOffset val="100"/>
        <c:baseTimeUnit val="months"/>
        <c:majorUnit val="12"/>
        <c:majorTimeUnit val="months"/>
      </c:dateAx>
      <c:valAx>
        <c:axId val="148211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2104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-33.707845904198599</c:v>
                </c:pt>
                <c:pt idx="1">
                  <c:v>-26.659638940675901</c:v>
                </c:pt>
                <c:pt idx="2">
                  <c:v>-22.899343913045101</c:v>
                </c:pt>
                <c:pt idx="3">
                  <c:v>-30.561541260637899</c:v>
                </c:pt>
                <c:pt idx="4">
                  <c:v>-26.0699366865488</c:v>
                </c:pt>
                <c:pt idx="5">
                  <c:v>-25.056185112943801</c:v>
                </c:pt>
                <c:pt idx="6">
                  <c:v>-91.905688118768197</c:v>
                </c:pt>
                <c:pt idx="7">
                  <c:v>-59.935428006769499</c:v>
                </c:pt>
                <c:pt idx="8">
                  <c:v>-33.701063119249703</c:v>
                </c:pt>
                <c:pt idx="9">
                  <c:v>-13.8008892363383</c:v>
                </c:pt>
                <c:pt idx="10">
                  <c:v>1.7802663290442799</c:v>
                </c:pt>
                <c:pt idx="11">
                  <c:v>10.3922324490888</c:v>
                </c:pt>
                <c:pt idx="12">
                  <c:v>19.327120962401899</c:v>
                </c:pt>
                <c:pt idx="13">
                  <c:v>10.219790849787699</c:v>
                </c:pt>
                <c:pt idx="14">
                  <c:v>-34.948626922046898</c:v>
                </c:pt>
                <c:pt idx="15">
                  <c:v>-43.850216971003299</c:v>
                </c:pt>
                <c:pt idx="16">
                  <c:v>-65.615428491254207</c:v>
                </c:pt>
                <c:pt idx="17">
                  <c:v>-54.774402827021198</c:v>
                </c:pt>
                <c:pt idx="18">
                  <c:v>-53.463766619070398</c:v>
                </c:pt>
                <c:pt idx="19">
                  <c:v>-32.601144736483803</c:v>
                </c:pt>
                <c:pt idx="20">
                  <c:v>-18.804666259870601</c:v>
                </c:pt>
                <c:pt idx="21">
                  <c:v>7.30229180139031</c:v>
                </c:pt>
                <c:pt idx="22">
                  <c:v>33.357188461453397</c:v>
                </c:pt>
                <c:pt idx="23">
                  <c:v>49.662503529667703</c:v>
                </c:pt>
                <c:pt idx="24">
                  <c:v>45.4991671497285</c:v>
                </c:pt>
                <c:pt idx="25">
                  <c:v>52.158800228407699</c:v>
                </c:pt>
                <c:pt idx="26">
                  <c:v>54.743011778794603</c:v>
                </c:pt>
                <c:pt idx="27">
                  <c:v>51.745992574838603</c:v>
                </c:pt>
                <c:pt idx="28">
                  <c:v>22.849314706923</c:v>
                </c:pt>
                <c:pt idx="29">
                  <c:v>8.2801945268904191</c:v>
                </c:pt>
                <c:pt idx="30">
                  <c:v>9.4576738037235408</c:v>
                </c:pt>
                <c:pt idx="31">
                  <c:v>15.675313940605101</c:v>
                </c:pt>
                <c:pt idx="32">
                  <c:v>23.131136692733399</c:v>
                </c:pt>
                <c:pt idx="33">
                  <c:v>29.883138475453801</c:v>
                </c:pt>
                <c:pt idx="34">
                  <c:v>22.336880252734701</c:v>
                </c:pt>
                <c:pt idx="35">
                  <c:v>28.810250783163301</c:v>
                </c:pt>
                <c:pt idx="36">
                  <c:v>35.062731610017302</c:v>
                </c:pt>
                <c:pt idx="37">
                  <c:v>33.242843836006102</c:v>
                </c:pt>
                <c:pt idx="38">
                  <c:v>31.088002652242398</c:v>
                </c:pt>
                <c:pt idx="39">
                  <c:v>20.821094686420899</c:v>
                </c:pt>
                <c:pt idx="40">
                  <c:v>3.3548472879931199</c:v>
                </c:pt>
                <c:pt idx="41">
                  <c:v>-1.85232775912442</c:v>
                </c:pt>
                <c:pt idx="42">
                  <c:v>8.3770957185732602</c:v>
                </c:pt>
                <c:pt idx="43">
                  <c:v>8.6800435056834697</c:v>
                </c:pt>
                <c:pt idx="44">
                  <c:v>-39.158668513172998</c:v>
                </c:pt>
                <c:pt idx="45">
                  <c:v>-83.395086711062405</c:v>
                </c:pt>
                <c:pt idx="46">
                  <c:v>-82.841910557307699</c:v>
                </c:pt>
                <c:pt idx="47">
                  <c:v>-84.622762446136505</c:v>
                </c:pt>
                <c:pt idx="48">
                  <c:v>-53.279030363604498</c:v>
                </c:pt>
                <c:pt idx="49">
                  <c:v>-60.9549187189455</c:v>
                </c:pt>
                <c:pt idx="50">
                  <c:v>-76.977364592085394</c:v>
                </c:pt>
                <c:pt idx="51">
                  <c:v>-73.866395374766498</c:v>
                </c:pt>
                <c:pt idx="52">
                  <c:v>-57.606057626353099</c:v>
                </c:pt>
                <c:pt idx="53">
                  <c:v>-50.839662430403799</c:v>
                </c:pt>
                <c:pt idx="54">
                  <c:v>-35.945747966305902</c:v>
                </c:pt>
                <c:pt idx="55">
                  <c:v>-2.8745022189706702</c:v>
                </c:pt>
                <c:pt idx="56">
                  <c:v>6.0882668506466704</c:v>
                </c:pt>
                <c:pt idx="57">
                  <c:v>11.402883350234699</c:v>
                </c:pt>
                <c:pt idx="58">
                  <c:v>19.570927441637402</c:v>
                </c:pt>
                <c:pt idx="59">
                  <c:v>17.490081383411301</c:v>
                </c:pt>
                <c:pt idx="60">
                  <c:v>31.212936565941298</c:v>
                </c:pt>
                <c:pt idx="61">
                  <c:v>35.137646861187697</c:v>
                </c:pt>
                <c:pt idx="62">
                  <c:v>66.925922507685598</c:v>
                </c:pt>
                <c:pt idx="63">
                  <c:v>86.985164806318394</c:v>
                </c:pt>
                <c:pt idx="64">
                  <c:v>85.4012428221167</c:v>
                </c:pt>
                <c:pt idx="65">
                  <c:v>88.376827239594903</c:v>
                </c:pt>
                <c:pt idx="66">
                  <c:v>106.66696194582801</c:v>
                </c:pt>
                <c:pt idx="67">
                  <c:v>97.219386063048006</c:v>
                </c:pt>
                <c:pt idx="68">
                  <c:v>85.727178638781893</c:v>
                </c:pt>
                <c:pt idx="69">
                  <c:v>83.940724928061002</c:v>
                </c:pt>
                <c:pt idx="70">
                  <c:v>107.12612453749701</c:v>
                </c:pt>
                <c:pt idx="71">
                  <c:v>109.60214873777799</c:v>
                </c:pt>
                <c:pt idx="72">
                  <c:v>120.293148259929</c:v>
                </c:pt>
                <c:pt idx="73">
                  <c:v>104.440294867369</c:v>
                </c:pt>
                <c:pt idx="74">
                  <c:v>103.4513879596</c:v>
                </c:pt>
                <c:pt idx="75">
                  <c:v>113.165454434517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0</c:v>
                </c:pt>
                <c:pt idx="1">
                  <c:v>-6.3087048991916399</c:v>
                </c:pt>
                <c:pt idx="2">
                  <c:v>-33.6363500750955</c:v>
                </c:pt>
                <c:pt idx="3">
                  <c:v>-50.244673205674601</c:v>
                </c:pt>
                <c:pt idx="4">
                  <c:v>-59.574146123483096</c:v>
                </c:pt>
                <c:pt idx="5">
                  <c:v>-67.051744656376798</c:v>
                </c:pt>
                <c:pt idx="6">
                  <c:v>-120.361679664664</c:v>
                </c:pt>
                <c:pt idx="7">
                  <c:v>-114.088879934209</c:v>
                </c:pt>
                <c:pt idx="8">
                  <c:v>-111.992609041015</c:v>
                </c:pt>
                <c:pt idx="9">
                  <c:v>-112.262078365894</c:v>
                </c:pt>
                <c:pt idx="10">
                  <c:v>-101.14105637666</c:v>
                </c:pt>
                <c:pt idx="11">
                  <c:v>-99.632301848952295</c:v>
                </c:pt>
                <c:pt idx="12">
                  <c:v>-92.618563296656106</c:v>
                </c:pt>
                <c:pt idx="13">
                  <c:v>-102.71728572287699</c:v>
                </c:pt>
                <c:pt idx="14">
                  <c:v>-152.66161565728001</c:v>
                </c:pt>
                <c:pt idx="15">
                  <c:v>-163.30937108582401</c:v>
                </c:pt>
                <c:pt idx="16">
                  <c:v>-188.54078812749901</c:v>
                </c:pt>
                <c:pt idx="17">
                  <c:v>-180.149122494323</c:v>
                </c:pt>
                <c:pt idx="18">
                  <c:v>-179.948699346876</c:v>
                </c:pt>
                <c:pt idx="19">
                  <c:v>-159.897263468902</c:v>
                </c:pt>
                <c:pt idx="20">
                  <c:v>-146.973281850022</c:v>
                </c:pt>
                <c:pt idx="21">
                  <c:v>-121.33428889821199</c:v>
                </c:pt>
                <c:pt idx="22">
                  <c:v>-93.822098826832601</c:v>
                </c:pt>
                <c:pt idx="23">
                  <c:v>-76.133590055043697</c:v>
                </c:pt>
                <c:pt idx="24">
                  <c:v>-79.404008630436905</c:v>
                </c:pt>
                <c:pt idx="25">
                  <c:v>-71.601355401170693</c:v>
                </c:pt>
                <c:pt idx="26">
                  <c:v>-68.736338286989806</c:v>
                </c:pt>
                <c:pt idx="27">
                  <c:v>-70.049803945244307</c:v>
                </c:pt>
                <c:pt idx="28">
                  <c:v>-97.688548839569194</c:v>
                </c:pt>
                <c:pt idx="29">
                  <c:v>-113.38533658092</c:v>
                </c:pt>
                <c:pt idx="30">
                  <c:v>-112.920205086482</c:v>
                </c:pt>
                <c:pt idx="31">
                  <c:v>-106.919959150892</c:v>
                </c:pt>
                <c:pt idx="32">
                  <c:v>-100.05762229856001</c:v>
                </c:pt>
                <c:pt idx="33">
                  <c:v>-93.365630977383702</c:v>
                </c:pt>
                <c:pt idx="34">
                  <c:v>-100.437851528876</c:v>
                </c:pt>
                <c:pt idx="35">
                  <c:v>-93.543752768798598</c:v>
                </c:pt>
                <c:pt idx="36">
                  <c:v>-86.667490867902899</c:v>
                </c:pt>
                <c:pt idx="37">
                  <c:v>-87.879210028289606</c:v>
                </c:pt>
                <c:pt idx="38">
                  <c:v>-88.067790035688901</c:v>
                </c:pt>
                <c:pt idx="39">
                  <c:v>-96.2854641378282</c:v>
                </c:pt>
                <c:pt idx="40">
                  <c:v>-111.21402828330601</c:v>
                </c:pt>
                <c:pt idx="41">
                  <c:v>-110.32455857925601</c:v>
                </c:pt>
                <c:pt idx="42">
                  <c:v>-96.308334985345198</c:v>
                </c:pt>
                <c:pt idx="43">
                  <c:v>-98.493452433755294</c:v>
                </c:pt>
                <c:pt idx="44">
                  <c:v>-149.703489008584</c:v>
                </c:pt>
                <c:pt idx="45">
                  <c:v>-198.97646308505699</c:v>
                </c:pt>
                <c:pt idx="46">
                  <c:v>-203.468370016758</c:v>
                </c:pt>
                <c:pt idx="47">
                  <c:v>-205.092654548025</c:v>
                </c:pt>
                <c:pt idx="48">
                  <c:v>-174.369966342304</c:v>
                </c:pt>
                <c:pt idx="49">
                  <c:v>-181.57913934590999</c:v>
                </c:pt>
                <c:pt idx="50">
                  <c:v>-197.59219651711601</c:v>
                </c:pt>
                <c:pt idx="51">
                  <c:v>-194.533449395692</c:v>
                </c:pt>
                <c:pt idx="52">
                  <c:v>-178.700127790941</c:v>
                </c:pt>
                <c:pt idx="53">
                  <c:v>-176.16880810336599</c:v>
                </c:pt>
                <c:pt idx="54">
                  <c:v>-168.84305255432801</c:v>
                </c:pt>
                <c:pt idx="55">
                  <c:v>-142.60501923273699</c:v>
                </c:pt>
                <c:pt idx="56">
                  <c:v>-137.59043357532099</c:v>
                </c:pt>
                <c:pt idx="57">
                  <c:v>-132.31080305220999</c:v>
                </c:pt>
                <c:pt idx="58">
                  <c:v>-126.893707241679</c:v>
                </c:pt>
                <c:pt idx="59">
                  <c:v>-129.080379748014</c:v>
                </c:pt>
                <c:pt idx="60">
                  <c:v>-115.16467029237801</c:v>
                </c:pt>
                <c:pt idx="61">
                  <c:v>-111.080262547205</c:v>
                </c:pt>
                <c:pt idx="62">
                  <c:v>-91.027437984627895</c:v>
                </c:pt>
                <c:pt idx="63">
                  <c:v>-71.116488216445205</c:v>
                </c:pt>
                <c:pt idx="64">
                  <c:v>-72.977161005247595</c:v>
                </c:pt>
                <c:pt idx="65">
                  <c:v>-69.181840092116005</c:v>
                </c:pt>
                <c:pt idx="66">
                  <c:v>-50.973031259655897</c:v>
                </c:pt>
                <c:pt idx="67">
                  <c:v>-59.306945605365101</c:v>
                </c:pt>
                <c:pt idx="68">
                  <c:v>-71.106173279869196</c:v>
                </c:pt>
                <c:pt idx="69">
                  <c:v>-73.120839915715905</c:v>
                </c:pt>
                <c:pt idx="70">
                  <c:v>-50.686469617149399</c:v>
                </c:pt>
                <c:pt idx="71">
                  <c:v>-48.780316962717301</c:v>
                </c:pt>
                <c:pt idx="72">
                  <c:v>-38.211946497586197</c:v>
                </c:pt>
                <c:pt idx="73">
                  <c:v>-54.746653830162501</c:v>
                </c:pt>
                <c:pt idx="74">
                  <c:v>-55.918448112126796</c:v>
                </c:pt>
                <c:pt idx="75">
                  <c:v>-46.414185876603099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229120"/>
        <c:axId val="148235008"/>
      </c:lineChart>
      <c:dateAx>
        <c:axId val="1482291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235008"/>
        <c:crosses val="autoZero"/>
        <c:auto val="1"/>
        <c:lblOffset val="100"/>
        <c:baseTimeUnit val="months"/>
        <c:majorUnit val="12"/>
        <c:majorTimeUnit val="months"/>
      </c:dateAx>
      <c:valAx>
        <c:axId val="1482350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22912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592128"/>
        <c:axId val="148593664"/>
      </c:lineChart>
      <c:dateAx>
        <c:axId val="1485921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593664"/>
        <c:crosses val="autoZero"/>
        <c:auto val="1"/>
        <c:lblOffset val="100"/>
        <c:baseTimeUnit val="months"/>
        <c:majorUnit val="36"/>
        <c:majorTimeUnit val="months"/>
      </c:dateAx>
      <c:valAx>
        <c:axId val="1485936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59212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-6.3748528455134599</c:v>
                </c:pt>
                <c:pt idx="1">
                  <c:v>1.50128645780526</c:v>
                </c:pt>
                <c:pt idx="2">
                  <c:v>-5.0938941405060598</c:v>
                </c:pt>
                <c:pt idx="3">
                  <c:v>2.33156757307929</c:v>
                </c:pt>
                <c:pt idx="4">
                  <c:v>9.3116405119745096</c:v>
                </c:pt>
                <c:pt idx="5">
                  <c:v>8.6876944387811808</c:v>
                </c:pt>
                <c:pt idx="6">
                  <c:v>7.0974506203798899</c:v>
                </c:pt>
                <c:pt idx="7">
                  <c:v>-2.3799042375530699</c:v>
                </c:pt>
                <c:pt idx="8">
                  <c:v>-19.1214881076415</c:v>
                </c:pt>
                <c:pt idx="9">
                  <c:v>-24.3027429095667</c:v>
                </c:pt>
                <c:pt idx="10">
                  <c:v>-15.111411007820699</c:v>
                </c:pt>
                <c:pt idx="11">
                  <c:v>-23.812014872407801</c:v>
                </c:pt>
                <c:pt idx="12">
                  <c:v>-78.757828940362103</c:v>
                </c:pt>
                <c:pt idx="13">
                  <c:v>-141.50167744705701</c:v>
                </c:pt>
                <c:pt idx="14">
                  <c:v>-150.447525505389</c:v>
                </c:pt>
                <c:pt idx="15">
                  <c:v>-151.11778026074199</c:v>
                </c:pt>
                <c:pt idx="16">
                  <c:v>-120.141020120245</c:v>
                </c:pt>
                <c:pt idx="17">
                  <c:v>-125.680513851565</c:v>
                </c:pt>
                <c:pt idx="18">
                  <c:v>-143.40291243075399</c:v>
                </c:pt>
                <c:pt idx="19">
                  <c:v>-141.955758097776</c:v>
                </c:pt>
                <c:pt idx="20">
                  <c:v>-127.928462206833</c:v>
                </c:pt>
                <c:pt idx="21">
                  <c:v>-129.611413998877</c:v>
                </c:pt>
                <c:pt idx="22">
                  <c:v>-130.8062981118</c:v>
                </c:pt>
                <c:pt idx="23">
                  <c:v>-112.43641742838</c:v>
                </c:pt>
                <c:pt idx="24">
                  <c:v>-110.437720270089</c:v>
                </c:pt>
                <c:pt idx="25">
                  <c:v>-108.238171204925</c:v>
                </c:pt>
                <c:pt idx="26">
                  <c:v>-105.918169104353</c:v>
                </c:pt>
                <c:pt idx="27">
                  <c:v>-108.673678535791</c:v>
                </c:pt>
                <c:pt idx="28">
                  <c:v>-95.364690107339896</c:v>
                </c:pt>
                <c:pt idx="29">
                  <c:v>-91.880450741840306</c:v>
                </c:pt>
                <c:pt idx="30">
                  <c:v>-79.884741046041199</c:v>
                </c:pt>
                <c:pt idx="31">
                  <c:v>-62.052178106835697</c:v>
                </c:pt>
                <c:pt idx="32">
                  <c:v>-65.986478929954302</c:v>
                </c:pt>
                <c:pt idx="33">
                  <c:v>-71.315696676280396</c:v>
                </c:pt>
                <c:pt idx="34">
                  <c:v>-61.754441350297803</c:v>
                </c:pt>
                <c:pt idx="35">
                  <c:v>-78.381599788219305</c:v>
                </c:pt>
                <c:pt idx="36">
                  <c:v>-93.1507253086465</c:v>
                </c:pt>
                <c:pt idx="37">
                  <c:v>-97.627362168318996</c:v>
                </c:pt>
                <c:pt idx="38">
                  <c:v>-72.084920311210794</c:v>
                </c:pt>
                <c:pt idx="39">
                  <c:v>-69.994954909522207</c:v>
                </c:pt>
                <c:pt idx="40">
                  <c:v>-59.209865805475403</c:v>
                </c:pt>
                <c:pt idx="41">
                  <c:v>-75.695955895129401</c:v>
                </c:pt>
                <c:pt idx="42">
                  <c:v>-77.199289441955401</c:v>
                </c:pt>
                <c:pt idx="43">
                  <c:v>-67.822934053922907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-141.45203636955901</c:v>
                </c:pt>
                <c:pt idx="1">
                  <c:v>-133.22702976605501</c:v>
                </c:pt>
                <c:pt idx="2">
                  <c:v>-139.155161444225</c:v>
                </c:pt>
                <c:pt idx="3">
                  <c:v>-131.285396374953</c:v>
                </c:pt>
                <c:pt idx="4">
                  <c:v>-124.225032587191</c:v>
                </c:pt>
                <c:pt idx="5">
                  <c:v>-124.525915978177</c:v>
                </c:pt>
                <c:pt idx="6">
                  <c:v>-125.913735308661</c:v>
                </c:pt>
                <c:pt idx="7">
                  <c:v>-135.19515253414099</c:v>
                </c:pt>
                <c:pt idx="8">
                  <c:v>-151.785333703058</c:v>
                </c:pt>
                <c:pt idx="9">
                  <c:v>-156.58789498276599</c:v>
                </c:pt>
                <c:pt idx="10">
                  <c:v>-147.11097713275501</c:v>
                </c:pt>
                <c:pt idx="11">
                  <c:v>-155.61523254051201</c:v>
                </c:pt>
                <c:pt idx="12">
                  <c:v>-210.367209313123</c:v>
                </c:pt>
                <c:pt idx="13">
                  <c:v>-272.79964015704002</c:v>
                </c:pt>
                <c:pt idx="14">
                  <c:v>-282.12238110005399</c:v>
                </c:pt>
                <c:pt idx="15">
                  <c:v>-283.25441440360203</c:v>
                </c:pt>
                <c:pt idx="16">
                  <c:v>-252.50118157701399</c:v>
                </c:pt>
                <c:pt idx="17">
                  <c:v>-258.13333958754799</c:v>
                </c:pt>
                <c:pt idx="18">
                  <c:v>-275.777066197625</c:v>
                </c:pt>
                <c:pt idx="19">
                  <c:v>-274.17066890724499</c:v>
                </c:pt>
                <c:pt idx="20">
                  <c:v>-259.87876577275898</c:v>
                </c:pt>
                <c:pt idx="21">
                  <c:v>-260.84928127779898</c:v>
                </c:pt>
                <c:pt idx="22">
                  <c:v>-261.395198317611</c:v>
                </c:pt>
                <c:pt idx="23">
                  <c:v>-241.95086514979201</c:v>
                </c:pt>
                <c:pt idx="24">
                  <c:v>-239.001475392185</c:v>
                </c:pt>
                <c:pt idx="25">
                  <c:v>-235.69719095689899</c:v>
                </c:pt>
                <c:pt idx="26">
                  <c:v>-232.26704950384701</c:v>
                </c:pt>
                <c:pt idx="27">
                  <c:v>-234.53955507786901</c:v>
                </c:pt>
                <c:pt idx="28">
                  <c:v>-220.67006670081</c:v>
                </c:pt>
                <c:pt idx="29">
                  <c:v>-216.609244468127</c:v>
                </c:pt>
                <c:pt idx="30">
                  <c:v>-202.59513944393601</c:v>
                </c:pt>
                <c:pt idx="31">
                  <c:v>-183.233996455214</c:v>
                </c:pt>
                <c:pt idx="32">
                  <c:v>-185.59372003533201</c:v>
                </c:pt>
                <c:pt idx="33">
                  <c:v>-187.77970583405201</c:v>
                </c:pt>
                <c:pt idx="34">
                  <c:v>-175.07144694275399</c:v>
                </c:pt>
                <c:pt idx="35">
                  <c:v>-187.908638094336</c:v>
                </c:pt>
                <c:pt idx="36">
                  <c:v>-200.04129618904</c:v>
                </c:pt>
                <c:pt idx="37">
                  <c:v>-202.25295108000299</c:v>
                </c:pt>
                <c:pt idx="38">
                  <c:v>-175.546005688712</c:v>
                </c:pt>
                <c:pt idx="39">
                  <c:v>-172.368580786091</c:v>
                </c:pt>
                <c:pt idx="40">
                  <c:v>-160.464894757493</c:v>
                </c:pt>
                <c:pt idx="41">
                  <c:v>-175.69627640928999</c:v>
                </c:pt>
                <c:pt idx="42">
                  <c:v>-176.64769989280899</c:v>
                </c:pt>
                <c:pt idx="43">
                  <c:v>-166.966800238931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702720"/>
        <c:axId val="148704256"/>
      </c:lineChart>
      <c:dateAx>
        <c:axId val="1487027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704256"/>
        <c:crosses val="autoZero"/>
        <c:auto val="1"/>
        <c:lblOffset val="100"/>
        <c:baseTimeUnit val="months"/>
        <c:majorUnit val="12"/>
        <c:majorTimeUnit val="months"/>
      </c:dateAx>
      <c:valAx>
        <c:axId val="1487042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70272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 – Combined Version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723584"/>
        <c:axId val="148725120"/>
      </c:lineChart>
      <c:dateAx>
        <c:axId val="1487235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725120"/>
        <c:crosses val="autoZero"/>
        <c:auto val="1"/>
        <c:lblOffset val="100"/>
        <c:baseTimeUnit val="months"/>
        <c:majorUnit val="36"/>
        <c:majorTimeUnit val="months"/>
      </c:dateAx>
      <c:valAx>
        <c:axId val="1487251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72358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40630416480958748"/>
          <c:h val="5.398510612713694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'Turnover EHS'!$D$1</c:f>
              <c:strCache>
                <c:ptCount val="1"/>
                <c:pt idx="0">
                  <c:v>Turnover EHS</c:v>
                </c:pt>
              </c:strCache>
            </c:strRef>
          </c:tx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EHS'!$D$2:$D$212</c:f>
              <c:numCache>
                <c:formatCode>0.00%</c:formatCode>
                <c:ptCount val="211"/>
                <c:pt idx="0">
                  <c:v>7.4610896329372164E-2</c:v>
                </c:pt>
                <c:pt idx="1">
                  <c:v>7.2656731373105382E-2</c:v>
                </c:pt>
                <c:pt idx="2">
                  <c:v>7.3268758817741003E-2</c:v>
                </c:pt>
                <c:pt idx="3">
                  <c:v>7.2174212636880605E-2</c:v>
                </c:pt>
                <c:pt idx="4">
                  <c:v>7.3636518416223692E-2</c:v>
                </c:pt>
                <c:pt idx="5">
                  <c:v>7.6936791631884133E-2</c:v>
                </c:pt>
                <c:pt idx="6">
                  <c:v>7.4285269584780711E-2</c:v>
                </c:pt>
                <c:pt idx="7">
                  <c:v>7.3901805742815602E-2</c:v>
                </c:pt>
                <c:pt idx="8">
                  <c:v>7.224937322727977E-2</c:v>
                </c:pt>
                <c:pt idx="9">
                  <c:v>7.2010625442579981E-2</c:v>
                </c:pt>
                <c:pt idx="10">
                  <c:v>7.1631792882323547E-2</c:v>
                </c:pt>
                <c:pt idx="11">
                  <c:v>7.1394523843264654E-2</c:v>
                </c:pt>
                <c:pt idx="12">
                  <c:v>7.3403508771929832E-2</c:v>
                </c:pt>
                <c:pt idx="13">
                  <c:v>7.1746951863914332E-2</c:v>
                </c:pt>
                <c:pt idx="14">
                  <c:v>7.2613986936944291E-2</c:v>
                </c:pt>
                <c:pt idx="15">
                  <c:v>7.2640155338178344E-2</c:v>
                </c:pt>
                <c:pt idx="16">
                  <c:v>7.1271496515460747E-2</c:v>
                </c:pt>
                <c:pt idx="17">
                  <c:v>7.1438932825818285E-2</c:v>
                </c:pt>
                <c:pt idx="18">
                  <c:v>7.1049686116112717E-2</c:v>
                </c:pt>
                <c:pt idx="19">
                  <c:v>7.1772244594811893E-2</c:v>
                </c:pt>
                <c:pt idx="20">
                  <c:v>7.3324215934502585E-2</c:v>
                </c:pt>
                <c:pt idx="21">
                  <c:v>7.2657069013835979E-2</c:v>
                </c:pt>
                <c:pt idx="22">
                  <c:v>7.3926511060189062E-2</c:v>
                </c:pt>
                <c:pt idx="23">
                  <c:v>7.036318671653409E-2</c:v>
                </c:pt>
                <c:pt idx="24">
                  <c:v>7.0254707754191167E-2</c:v>
                </c:pt>
                <c:pt idx="25">
                  <c:v>7.1953003544912172E-2</c:v>
                </c:pt>
                <c:pt idx="26">
                  <c:v>7.4883552640618481E-2</c:v>
                </c:pt>
                <c:pt idx="27">
                  <c:v>7.3003718798457601E-2</c:v>
                </c:pt>
                <c:pt idx="28">
                  <c:v>7.2225090110050752E-2</c:v>
                </c:pt>
                <c:pt idx="29">
                  <c:v>7.4322813773217325E-2</c:v>
                </c:pt>
                <c:pt idx="30">
                  <c:v>7.4227987915738244E-2</c:v>
                </c:pt>
                <c:pt idx="31">
                  <c:v>7.4816031746754122E-2</c:v>
                </c:pt>
                <c:pt idx="32">
                  <c:v>7.131202305255456E-2</c:v>
                </c:pt>
                <c:pt idx="33">
                  <c:v>7.1493742595290954E-2</c:v>
                </c:pt>
                <c:pt idx="34">
                  <c:v>7.1266983711051377E-2</c:v>
                </c:pt>
                <c:pt idx="35">
                  <c:v>7.4572464785224959E-2</c:v>
                </c:pt>
                <c:pt idx="36">
                  <c:v>7.9497510615495245E-2</c:v>
                </c:pt>
                <c:pt idx="37">
                  <c:v>8.0261097967285672E-2</c:v>
                </c:pt>
                <c:pt idx="38">
                  <c:v>7.6800130955818321E-2</c:v>
                </c:pt>
                <c:pt idx="39">
                  <c:v>7.756047015050424E-2</c:v>
                </c:pt>
                <c:pt idx="40">
                  <c:v>7.7364840149242817E-2</c:v>
                </c:pt>
                <c:pt idx="41">
                  <c:v>7.5792572282064818E-2</c:v>
                </c:pt>
                <c:pt idx="42">
                  <c:v>7.4625321571683764E-2</c:v>
                </c:pt>
                <c:pt idx="43">
                  <c:v>7.4143152075305099E-2</c:v>
                </c:pt>
                <c:pt idx="44">
                  <c:v>7.6571307029671382E-2</c:v>
                </c:pt>
                <c:pt idx="45">
                  <c:v>7.9013170020900927E-2</c:v>
                </c:pt>
                <c:pt idx="46">
                  <c:v>7.9934341308942294E-2</c:v>
                </c:pt>
                <c:pt idx="47">
                  <c:v>8.3518794643325539E-2</c:v>
                </c:pt>
                <c:pt idx="48">
                  <c:v>8.45983332865681E-2</c:v>
                </c:pt>
                <c:pt idx="49">
                  <c:v>8.4381482796643426E-2</c:v>
                </c:pt>
                <c:pt idx="50">
                  <c:v>8.2064400481743252E-2</c:v>
                </c:pt>
                <c:pt idx="51">
                  <c:v>8.1710320125363778E-2</c:v>
                </c:pt>
                <c:pt idx="52">
                  <c:v>8.3034341363403374E-2</c:v>
                </c:pt>
                <c:pt idx="53">
                  <c:v>8.2959348987914572E-2</c:v>
                </c:pt>
                <c:pt idx="54">
                  <c:v>8.7489185945915773E-2</c:v>
                </c:pt>
                <c:pt idx="55">
                  <c:v>9.0895572326108759E-2</c:v>
                </c:pt>
                <c:pt idx="56">
                  <c:v>9.1649410825216132E-2</c:v>
                </c:pt>
                <c:pt idx="57">
                  <c:v>8.8922905649874762E-2</c:v>
                </c:pt>
                <c:pt idx="58">
                  <c:v>8.6618406295475819E-2</c:v>
                </c:pt>
                <c:pt idx="59">
                  <c:v>9.0152244777004009E-2</c:v>
                </c:pt>
                <c:pt idx="60">
                  <c:v>8.6462930579842903E-2</c:v>
                </c:pt>
                <c:pt idx="61">
                  <c:v>8.880484062579011E-2</c:v>
                </c:pt>
                <c:pt idx="62">
                  <c:v>9.2106627943159422E-2</c:v>
                </c:pt>
                <c:pt idx="63">
                  <c:v>9.2911847641136622E-2</c:v>
                </c:pt>
                <c:pt idx="64">
                  <c:v>9.440332961232617E-2</c:v>
                </c:pt>
                <c:pt idx="65">
                  <c:v>9.5201736193512659E-2</c:v>
                </c:pt>
                <c:pt idx="66">
                  <c:v>9.3937333910141529E-2</c:v>
                </c:pt>
                <c:pt idx="67">
                  <c:v>9.1854746114167232E-2</c:v>
                </c:pt>
                <c:pt idx="68">
                  <c:v>9.1421689385230195E-2</c:v>
                </c:pt>
                <c:pt idx="69">
                  <c:v>9.358594707953781E-2</c:v>
                </c:pt>
                <c:pt idx="70">
                  <c:v>9.4924408256786885E-2</c:v>
                </c:pt>
                <c:pt idx="71">
                  <c:v>9.3807544767914822E-2</c:v>
                </c:pt>
                <c:pt idx="72">
                  <c:v>9.6500169894665297E-2</c:v>
                </c:pt>
                <c:pt idx="73">
                  <c:v>9.3406556108422203E-2</c:v>
                </c:pt>
                <c:pt idx="74">
                  <c:v>9.4388239442349947E-2</c:v>
                </c:pt>
                <c:pt idx="75">
                  <c:v>9.6451479622592942E-2</c:v>
                </c:pt>
                <c:pt idx="76">
                  <c:v>9.5803845685444047E-2</c:v>
                </c:pt>
                <c:pt idx="77">
                  <c:v>9.7049978035346193E-2</c:v>
                </c:pt>
                <c:pt idx="78">
                  <c:v>9.640311082307193E-2</c:v>
                </c:pt>
                <c:pt idx="79">
                  <c:v>9.7510975042315443E-2</c:v>
                </c:pt>
                <c:pt idx="80">
                  <c:v>9.7673353361984183E-2</c:v>
                </c:pt>
                <c:pt idx="81">
                  <c:v>9.5547615683266376E-2</c:v>
                </c:pt>
                <c:pt idx="82">
                  <c:v>9.4501949186718656E-2</c:v>
                </c:pt>
                <c:pt idx="83">
                  <c:v>9.1847216720490399E-2</c:v>
                </c:pt>
                <c:pt idx="84">
                  <c:v>9.0137217818196447E-2</c:v>
                </c:pt>
                <c:pt idx="85">
                  <c:v>9.1662078723520668E-2</c:v>
                </c:pt>
                <c:pt idx="86">
                  <c:v>9.1443617579131761E-2</c:v>
                </c:pt>
                <c:pt idx="87">
                  <c:v>8.9620417403750013E-2</c:v>
                </c:pt>
                <c:pt idx="88">
                  <c:v>8.7934214160348523E-2</c:v>
                </c:pt>
                <c:pt idx="89">
                  <c:v>8.6518145334017235E-2</c:v>
                </c:pt>
                <c:pt idx="90">
                  <c:v>8.4304322597426845E-2</c:v>
                </c:pt>
                <c:pt idx="91">
                  <c:v>8.4493433656328956E-2</c:v>
                </c:pt>
                <c:pt idx="92">
                  <c:v>8.3617012777780247E-2</c:v>
                </c:pt>
                <c:pt idx="93">
                  <c:v>8.4604563458411081E-2</c:v>
                </c:pt>
                <c:pt idx="94">
                  <c:v>8.4261263077219553E-2</c:v>
                </c:pt>
                <c:pt idx="95">
                  <c:v>8.4980851645342165E-2</c:v>
                </c:pt>
                <c:pt idx="96">
                  <c:v>7.6147519235871583E-2</c:v>
                </c:pt>
                <c:pt idx="97">
                  <c:v>7.682959598115309E-2</c:v>
                </c:pt>
                <c:pt idx="98">
                  <c:v>7.2468416733214011E-2</c:v>
                </c:pt>
                <c:pt idx="99">
                  <c:v>7.022924072101136E-2</c:v>
                </c:pt>
                <c:pt idx="100">
                  <c:v>6.9980833838676704E-2</c:v>
                </c:pt>
                <c:pt idx="101">
                  <c:v>6.8005600721674025E-2</c:v>
                </c:pt>
                <c:pt idx="102">
                  <c:v>6.7357960395644983E-2</c:v>
                </c:pt>
                <c:pt idx="103">
                  <c:v>6.4716676282622745E-2</c:v>
                </c:pt>
                <c:pt idx="104">
                  <c:v>6.0877810171113607E-2</c:v>
                </c:pt>
                <c:pt idx="105">
                  <c:v>5.8898413532010224E-2</c:v>
                </c:pt>
                <c:pt idx="106">
                  <c:v>5.9311796974566414E-2</c:v>
                </c:pt>
                <c:pt idx="107">
                  <c:v>5.8661233592978389E-2</c:v>
                </c:pt>
                <c:pt idx="108">
                  <c:v>5.548237735999681E-2</c:v>
                </c:pt>
                <c:pt idx="109">
                  <c:v>5.4792395117004594E-2</c:v>
                </c:pt>
                <c:pt idx="110">
                  <c:v>5.5299416653188917E-2</c:v>
                </c:pt>
                <c:pt idx="111">
                  <c:v>5.4610138750942561E-2</c:v>
                </c:pt>
                <c:pt idx="112">
                  <c:v>5.4983974075189034E-2</c:v>
                </c:pt>
                <c:pt idx="113">
                  <c:v>5.4295458895085198E-2</c:v>
                </c:pt>
                <c:pt idx="114">
                  <c:v>5.5067175319290104E-2</c:v>
                </c:pt>
                <c:pt idx="115">
                  <c:v>5.5572932842741202E-2</c:v>
                </c:pt>
                <c:pt idx="116">
                  <c:v>5.6608526189729148E-2</c:v>
                </c:pt>
                <c:pt idx="117">
                  <c:v>5.4197848650188667E-2</c:v>
                </c:pt>
                <c:pt idx="118">
                  <c:v>4.993498738379961E-2</c:v>
                </c:pt>
                <c:pt idx="119">
                  <c:v>5.3090022451827867E-2</c:v>
                </c:pt>
                <c:pt idx="120">
                  <c:v>5.0551835481565784E-2</c:v>
                </c:pt>
                <c:pt idx="121">
                  <c:v>5.2568855932203382E-2</c:v>
                </c:pt>
                <c:pt idx="122">
                  <c:v>5.1143440125076184E-2</c:v>
                </c:pt>
                <c:pt idx="123">
                  <c:v>5.1704937158614836E-2</c:v>
                </c:pt>
                <c:pt idx="124">
                  <c:v>5.3063065453291237E-2</c:v>
                </c:pt>
                <c:pt idx="125">
                  <c:v>5.4422852288414564E-2</c:v>
                </c:pt>
                <c:pt idx="126">
                  <c:v>5.8042236684818699E-2</c:v>
                </c:pt>
                <c:pt idx="127">
                  <c:v>5.9140928180320032E-2</c:v>
                </c:pt>
                <c:pt idx="128">
                  <c:v>6.1437804196920132E-2</c:v>
                </c:pt>
                <c:pt idx="129">
                  <c:v>6.6797956142218437E-2</c:v>
                </c:pt>
                <c:pt idx="130">
                  <c:v>7.2430964237211404E-2</c:v>
                </c:pt>
                <c:pt idx="131">
                  <c:v>5.861977084998668E-2</c:v>
                </c:pt>
                <c:pt idx="132">
                  <c:v>5.5856240168501881E-2</c:v>
                </c:pt>
                <c:pt idx="133">
                  <c:v>5.6936812805226979E-2</c:v>
                </c:pt>
                <c:pt idx="134">
                  <c:v>5.9885164528598843E-2</c:v>
                </c:pt>
                <c:pt idx="135">
                  <c:v>6.4302461703681729E-2</c:v>
                </c:pt>
                <c:pt idx="136">
                  <c:v>6.5119051325733146E-2</c:v>
                </c:pt>
                <c:pt idx="137">
                  <c:v>5.9395830946562665E-2</c:v>
                </c:pt>
                <c:pt idx="138">
                  <c:v>4.6059877841193558E-2</c:v>
                </c:pt>
                <c:pt idx="139">
                  <c:v>4.9142728690072524E-2</c:v>
                </c:pt>
                <c:pt idx="140">
                  <c:v>5.1292097811180964E-2</c:v>
                </c:pt>
                <c:pt idx="141">
                  <c:v>5.1171226539562506E-2</c:v>
                </c:pt>
                <c:pt idx="142">
                  <c:v>5.3723085558245662E-2</c:v>
                </c:pt>
                <c:pt idx="143">
                  <c:v>5.7078248664665286E-2</c:v>
                </c:pt>
                <c:pt idx="144">
                  <c:v>5.9098019815218408E-2</c:v>
                </c:pt>
                <c:pt idx="145">
                  <c:v>5.5603079555175364E-2</c:v>
                </c:pt>
                <c:pt idx="146">
                  <c:v>5.6920671824267445E-2</c:v>
                </c:pt>
                <c:pt idx="147">
                  <c:v>5.5699516469425371E-2</c:v>
                </c:pt>
                <c:pt idx="148">
                  <c:v>5.5280340761907305E-2</c:v>
                </c:pt>
                <c:pt idx="149">
                  <c:v>5.6463238827486793E-2</c:v>
                </c:pt>
                <c:pt idx="150">
                  <c:v>5.5376896491906968E-2</c:v>
                </c:pt>
                <c:pt idx="151">
                  <c:v>5.8426486673958861E-2</c:v>
                </c:pt>
                <c:pt idx="152">
                  <c:v>5.774026216479311E-2</c:v>
                </c:pt>
                <c:pt idx="153">
                  <c:v>5.7854324410792364E-2</c:v>
                </c:pt>
                <c:pt idx="154">
                  <c:v>5.8501352593915319E-2</c:v>
                </c:pt>
                <c:pt idx="155">
                  <c:v>5.7949004875709371E-2</c:v>
                </c:pt>
                <c:pt idx="156">
                  <c:v>5.9660944720405916E-2</c:v>
                </c:pt>
                <c:pt idx="157">
                  <c:v>6.1021307494762228E-2</c:v>
                </c:pt>
                <c:pt idx="158">
                  <c:v>6.0250198279137024E-2</c:v>
                </c:pt>
                <c:pt idx="159">
                  <c:v>6.1212038367545615E-2</c:v>
                </c:pt>
                <c:pt idx="160">
                  <c:v>6.1374249499666439E-2</c:v>
                </c:pt>
                <c:pt idx="161">
                  <c:v>5.9667822424822881E-2</c:v>
                </c:pt>
                <c:pt idx="162">
                  <c:v>6.0497198832791359E-2</c:v>
                </c:pt>
                <c:pt idx="163">
                  <c:v>6.3598740050170854E-2</c:v>
                </c:pt>
                <c:pt idx="164">
                  <c:v>6.2960338996644785E-2</c:v>
                </c:pt>
                <c:pt idx="165">
                  <c:v>6.4059914074123606E-2</c:v>
                </c:pt>
                <c:pt idx="166">
                  <c:v>6.6364725007860739E-2</c:v>
                </c:pt>
                <c:pt idx="167">
                  <c:v>6.5458999441122032E-2</c:v>
                </c:pt>
                <c:pt idx="168">
                  <c:v>6.6695237585043129E-2</c:v>
                </c:pt>
                <c:pt idx="169">
                  <c:v>6.7784879015377733E-2</c:v>
                </c:pt>
                <c:pt idx="170">
                  <c:v>6.7937119082022573E-2</c:v>
                </c:pt>
                <c:pt idx="171">
                  <c:v>6.8223475443234774E-2</c:v>
                </c:pt>
                <c:pt idx="172">
                  <c:v>6.8912197280158016E-2</c:v>
                </c:pt>
                <c:pt idx="173">
                  <c:v>6.8528437848886528E-2</c:v>
                </c:pt>
                <c:pt idx="174">
                  <c:v>7.0693182199268914E-2</c:v>
                </c:pt>
                <c:pt idx="175">
                  <c:v>7.0578053490382167E-2</c:v>
                </c:pt>
                <c:pt idx="176">
                  <c:v>6.8986497973353864E-2</c:v>
                </c:pt>
                <c:pt idx="177">
                  <c:v>6.7662586550047157E-2</c:v>
                </c:pt>
                <c:pt idx="178">
                  <c:v>6.6069386284335591E-2</c:v>
                </c:pt>
                <c:pt idx="179">
                  <c:v>6.5281268014753216E-2</c:v>
                </c:pt>
                <c:pt idx="180">
                  <c:v>6.3686565359345401E-2</c:v>
                </c:pt>
                <c:pt idx="181">
                  <c:v>6.3398040973670328E-2</c:v>
                </c:pt>
                <c:pt idx="182">
                  <c:v>6.3646800539789314E-2</c:v>
                </c:pt>
                <c:pt idx="183">
                  <c:v>6.4163872920630777E-2</c:v>
                </c:pt>
                <c:pt idx="184">
                  <c:v>6.5754159957058508E-2</c:v>
                </c:pt>
                <c:pt idx="185">
                  <c:v>6.6672703430558769E-2</c:v>
                </c:pt>
                <c:pt idx="186">
                  <c:v>6.6920131694527707E-2</c:v>
                </c:pt>
                <c:pt idx="187">
                  <c:v>6.6497072318917813E-2</c:v>
                </c:pt>
                <c:pt idx="188">
                  <c:v>6.7414525618859994E-2</c:v>
                </c:pt>
                <c:pt idx="189">
                  <c:v>6.8867339932003543E-2</c:v>
                </c:pt>
                <c:pt idx="190">
                  <c:v>6.7506479416551135E-2</c:v>
                </c:pt>
                <c:pt idx="191">
                  <c:v>6.7887162698213446E-2</c:v>
                </c:pt>
                <c:pt idx="192">
                  <c:v>6.5992022059807767E-2</c:v>
                </c:pt>
                <c:pt idx="193">
                  <c:v>6.6527454287473559E-2</c:v>
                </c:pt>
                <c:pt idx="194">
                  <c:v>7.0275479881134043E-2</c:v>
                </c:pt>
                <c:pt idx="195">
                  <c:v>6.8803041255053141E-2</c:v>
                </c:pt>
                <c:pt idx="196">
                  <c:v>7.0810912108799834E-2</c:v>
                </c:pt>
                <c:pt idx="197">
                  <c:v>7.241720879179718E-2</c:v>
                </c:pt>
                <c:pt idx="198">
                  <c:v>7.3354215190212305E-2</c:v>
                </c:pt>
                <c:pt idx="199">
                  <c:v>7.0810912108799834E-2</c:v>
                </c:pt>
                <c:pt idx="200">
                  <c:v>7.2818782962546513E-2</c:v>
                </c:pt>
                <c:pt idx="201">
                  <c:v>7.0810912108799834E-2</c:v>
                </c:pt>
                <c:pt idx="202">
                  <c:v>6.5055015661392671E-2</c:v>
                </c:pt>
                <c:pt idx="203">
                  <c:v>7.2952641019462958E-2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'Turnover EHS'!$E$1</c:f>
              <c:strCache>
                <c:ptCount val="1"/>
                <c:pt idx="0">
                  <c:v>OTM Turnover MBS</c:v>
                </c:pt>
              </c:strCache>
            </c:strRef>
          </c:tx>
          <c:spPr>
            <a:ln w="317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EHS'!$E$2:$E$212</c:f>
              <c:numCache>
                <c:formatCode>0.00%</c:formatCode>
                <c:ptCount val="211"/>
                <c:pt idx="0">
                  <c:v>2.4263375437582599E-2</c:v>
                </c:pt>
                <c:pt idx="1">
                  <c:v>2.5644127096220801E-2</c:v>
                </c:pt>
                <c:pt idx="2">
                  <c:v>2.0991499971516298E-2</c:v>
                </c:pt>
                <c:pt idx="3">
                  <c:v>2.9760818012537001E-2</c:v>
                </c:pt>
                <c:pt idx="4">
                  <c:v>2.2461583792643399E-2</c:v>
                </c:pt>
                <c:pt idx="5">
                  <c:v>3.2910223467647701E-2</c:v>
                </c:pt>
                <c:pt idx="6">
                  <c:v>5.6656474309797603E-2</c:v>
                </c:pt>
                <c:pt idx="7">
                  <c:v>5.2260865025931302E-2</c:v>
                </c:pt>
                <c:pt idx="8">
                  <c:v>6.74448587165387E-2</c:v>
                </c:pt>
                <c:pt idx="9">
                  <c:v>5.5302773671151398E-2</c:v>
                </c:pt>
                <c:pt idx="10">
                  <c:v>5.9474906435057602E-2</c:v>
                </c:pt>
                <c:pt idx="11">
                  <c:v>5.8170030390794894E-2</c:v>
                </c:pt>
                <c:pt idx="12">
                  <c:v>6.49660664382882E-2</c:v>
                </c:pt>
                <c:pt idx="13">
                  <c:v>6.2111102289247301E-2</c:v>
                </c:pt>
                <c:pt idx="14">
                  <c:v>5.9012154815168402E-2</c:v>
                </c:pt>
                <c:pt idx="15">
                  <c:v>6.2799266168623108E-2</c:v>
                </c:pt>
                <c:pt idx="16">
                  <c:v>6.0251888100789401E-2</c:v>
                </c:pt>
                <c:pt idx="17">
                  <c:v>6.9298496551493699E-2</c:v>
                </c:pt>
                <c:pt idx="18">
                  <c:v>6.7120010893062701E-2</c:v>
                </c:pt>
                <c:pt idx="19">
                  <c:v>6.6741195942532694E-2</c:v>
                </c:pt>
                <c:pt idx="20">
                  <c:v>7.7878012085740092E-2</c:v>
                </c:pt>
                <c:pt idx="21">
                  <c:v>6.7019782428990093E-2</c:v>
                </c:pt>
                <c:pt idx="22">
                  <c:v>8.0149798296872105E-2</c:v>
                </c:pt>
                <c:pt idx="23">
                  <c:v>7.10168893350831E-2</c:v>
                </c:pt>
                <c:pt idx="24">
                  <c:v>6.2624111308471703E-2</c:v>
                </c:pt>
                <c:pt idx="25">
                  <c:v>6.5568099153822293E-2</c:v>
                </c:pt>
                <c:pt idx="26">
                  <c:v>8.0107441858321998E-2</c:v>
                </c:pt>
                <c:pt idx="27">
                  <c:v>7.3557234457258994E-2</c:v>
                </c:pt>
                <c:pt idx="28">
                  <c:v>8.2489734336227305E-2</c:v>
                </c:pt>
                <c:pt idx="29">
                  <c:v>0.10100527646877901</c:v>
                </c:pt>
                <c:pt idx="30">
                  <c:v>8.3712752716855604E-2</c:v>
                </c:pt>
                <c:pt idx="31">
                  <c:v>8.1025036990059293E-2</c:v>
                </c:pt>
                <c:pt idx="32">
                  <c:v>7.3779408536706795E-2</c:v>
                </c:pt>
                <c:pt idx="33">
                  <c:v>7.2246490648632297E-2</c:v>
                </c:pt>
                <c:pt idx="34">
                  <c:v>6.8226960307544507E-2</c:v>
                </c:pt>
                <c:pt idx="35">
                  <c:v>6.0452252186580499E-2</c:v>
                </c:pt>
                <c:pt idx="36">
                  <c:v>9.2128734081596303E-2</c:v>
                </c:pt>
                <c:pt idx="37">
                  <c:v>5.5047650056093904E-2</c:v>
                </c:pt>
                <c:pt idx="38">
                  <c:v>3.18963700524924E-2</c:v>
                </c:pt>
                <c:pt idx="39">
                  <c:v>4.9054506616850201E-2</c:v>
                </c:pt>
                <c:pt idx="40">
                  <c:v>4.2073926691081301E-2</c:v>
                </c:pt>
                <c:pt idx="41">
                  <c:v>3.2764017608013701E-2</c:v>
                </c:pt>
                <c:pt idx="42">
                  <c:v>4.3249634336677903E-2</c:v>
                </c:pt>
                <c:pt idx="43">
                  <c:v>5.3968581338776203E-2</c:v>
                </c:pt>
                <c:pt idx="44">
                  <c:v>8.8576242947903297E-2</c:v>
                </c:pt>
                <c:pt idx="45">
                  <c:v>5.2044725119699702E-2</c:v>
                </c:pt>
                <c:pt idx="46">
                  <c:v>7.23046933668616E-2</c:v>
                </c:pt>
                <c:pt idx="47">
                  <c:v>2.9094105009783801E-2</c:v>
                </c:pt>
                <c:pt idx="48">
                  <c:v>3.6942886632446201E-2</c:v>
                </c:pt>
                <c:pt idx="49">
                  <c:v>0.104263833008419</c:v>
                </c:pt>
                <c:pt idx="50">
                  <c:v>4.2950849258681104E-2</c:v>
                </c:pt>
                <c:pt idx="51">
                  <c:v>3.5156595860998403E-2</c:v>
                </c:pt>
                <c:pt idx="52">
                  <c:v>1.2007001794426899E-2</c:v>
                </c:pt>
                <c:pt idx="53">
                  <c:v>1.2151171218835999E-3</c:v>
                </c:pt>
                <c:pt idx="54">
                  <c:v>0</c:v>
                </c:pt>
                <c:pt idx="55">
                  <c:v>1.57269648113827E-2</c:v>
                </c:pt>
                <c:pt idx="56">
                  <c:v>8.1309221319084093E-2</c:v>
                </c:pt>
                <c:pt idx="57">
                  <c:v>3.3937616771004202E-2</c:v>
                </c:pt>
                <c:pt idx="58">
                  <c:v>2.8194273641661202E-2</c:v>
                </c:pt>
                <c:pt idx="59">
                  <c:v>3.1053750975837499E-2</c:v>
                </c:pt>
                <c:pt idx="60">
                  <c:v>3.6707042753782997E-2</c:v>
                </c:pt>
                <c:pt idx="61">
                  <c:v>3.56046959055605E-2</c:v>
                </c:pt>
                <c:pt idx="62">
                  <c:v>4.4805894192632402E-2</c:v>
                </c:pt>
                <c:pt idx="63">
                  <c:v>4.6766440005366602E-2</c:v>
                </c:pt>
                <c:pt idx="64">
                  <c:v>6.7252950653064497E-2</c:v>
                </c:pt>
                <c:pt idx="65">
                  <c:v>7.8936077483492004E-2</c:v>
                </c:pt>
                <c:pt idx="66">
                  <c:v>7.1092294749093496E-2</c:v>
                </c:pt>
                <c:pt idx="67">
                  <c:v>6.3286757488166798E-2</c:v>
                </c:pt>
                <c:pt idx="68">
                  <c:v>7.1177051153106102E-2</c:v>
                </c:pt>
                <c:pt idx="69">
                  <c:v>6.6572516268288209E-2</c:v>
                </c:pt>
                <c:pt idx="70">
                  <c:v>7.8037302399631497E-2</c:v>
                </c:pt>
                <c:pt idx="71">
                  <c:v>8.4012086792007001E-2</c:v>
                </c:pt>
                <c:pt idx="72">
                  <c:v>7.8062565890871904E-2</c:v>
                </c:pt>
                <c:pt idx="73">
                  <c:v>8.4912382208214204E-2</c:v>
                </c:pt>
                <c:pt idx="74">
                  <c:v>9.1727458454760213E-2</c:v>
                </c:pt>
                <c:pt idx="75">
                  <c:v>8.1735981120278398E-2</c:v>
                </c:pt>
                <c:pt idx="76">
                  <c:v>8.2959624197650697E-2</c:v>
                </c:pt>
                <c:pt idx="77">
                  <c:v>8.3381464578856909E-2</c:v>
                </c:pt>
                <c:pt idx="78">
                  <c:v>8.4952880970197514E-2</c:v>
                </c:pt>
                <c:pt idx="79">
                  <c:v>9.0983712766891309E-2</c:v>
                </c:pt>
                <c:pt idx="80">
                  <c:v>8.5927442663784104E-2</c:v>
                </c:pt>
                <c:pt idx="81">
                  <c:v>8.1604077347049095E-2</c:v>
                </c:pt>
                <c:pt idx="82">
                  <c:v>8.7219463507552192E-2</c:v>
                </c:pt>
                <c:pt idx="83">
                  <c:v>8.4540374852895894E-2</c:v>
                </c:pt>
                <c:pt idx="84">
                  <c:v>8.4465999589737398E-2</c:v>
                </c:pt>
                <c:pt idx="85">
                  <c:v>8.3563430408687106E-2</c:v>
                </c:pt>
                <c:pt idx="86">
                  <c:v>8.6524421768800208E-2</c:v>
                </c:pt>
                <c:pt idx="87">
                  <c:v>7.0426190413101206E-2</c:v>
                </c:pt>
                <c:pt idx="88">
                  <c:v>8.1035554090804499E-2</c:v>
                </c:pt>
                <c:pt idx="89">
                  <c:v>7.6372014655024897E-2</c:v>
                </c:pt>
                <c:pt idx="90">
                  <c:v>7.0753177143035306E-2</c:v>
                </c:pt>
                <c:pt idx="91">
                  <c:v>7.6431371281494395E-2</c:v>
                </c:pt>
                <c:pt idx="92">
                  <c:v>7.5115390017952199E-2</c:v>
                </c:pt>
                <c:pt idx="93">
                  <c:v>8.4614333950644702E-2</c:v>
                </c:pt>
                <c:pt idx="94">
                  <c:v>8.6134858824691407E-2</c:v>
                </c:pt>
                <c:pt idx="95">
                  <c:v>8.5853110599390312E-2</c:v>
                </c:pt>
                <c:pt idx="96">
                  <c:v>9.4492507377312004E-2</c:v>
                </c:pt>
                <c:pt idx="97">
                  <c:v>9.3339152431304806E-2</c:v>
                </c:pt>
                <c:pt idx="98">
                  <c:v>8.4761684445490301E-2</c:v>
                </c:pt>
                <c:pt idx="99">
                  <c:v>7.3799106522142693E-2</c:v>
                </c:pt>
                <c:pt idx="100">
                  <c:v>7.5940752093527908E-2</c:v>
                </c:pt>
                <c:pt idx="101">
                  <c:v>6.9276729960042402E-2</c:v>
                </c:pt>
                <c:pt idx="102">
                  <c:v>6.8537905050397002E-2</c:v>
                </c:pt>
                <c:pt idx="103">
                  <c:v>6.366286119502669E-2</c:v>
                </c:pt>
                <c:pt idx="104">
                  <c:v>5.6103593406431299E-2</c:v>
                </c:pt>
                <c:pt idx="105">
                  <c:v>6.2301799899139497E-2</c:v>
                </c:pt>
                <c:pt idx="106">
                  <c:v>6.1735717533787794E-2</c:v>
                </c:pt>
                <c:pt idx="107">
                  <c:v>5.61104125918713E-2</c:v>
                </c:pt>
                <c:pt idx="108">
                  <c:v>6.2225958737746299E-2</c:v>
                </c:pt>
                <c:pt idx="109">
                  <c:v>7.3349328214212098E-2</c:v>
                </c:pt>
                <c:pt idx="110">
                  <c:v>6.9832545800095E-2</c:v>
                </c:pt>
                <c:pt idx="111">
                  <c:v>6.2174097294109797E-2</c:v>
                </c:pt>
                <c:pt idx="112">
                  <c:v>5.2942577854105402E-2</c:v>
                </c:pt>
                <c:pt idx="113">
                  <c:v>4.76919727117276E-2</c:v>
                </c:pt>
                <c:pt idx="114">
                  <c:v>4.8685664879771606E-2</c:v>
                </c:pt>
                <c:pt idx="115">
                  <c:v>4.2186022444592998E-2</c:v>
                </c:pt>
                <c:pt idx="116">
                  <c:v>4.6905137198286297E-2</c:v>
                </c:pt>
                <c:pt idx="117">
                  <c:v>4.7673671437388793E-2</c:v>
                </c:pt>
                <c:pt idx="118">
                  <c:v>3.9883488194803002E-2</c:v>
                </c:pt>
                <c:pt idx="119">
                  <c:v>5.2772050486805E-2</c:v>
                </c:pt>
                <c:pt idx="120">
                  <c:v>4.8376879416923396E-2</c:v>
                </c:pt>
                <c:pt idx="121">
                  <c:v>4.7391579974203298E-2</c:v>
                </c:pt>
                <c:pt idx="122">
                  <c:v>2.3840517128305799E-2</c:v>
                </c:pt>
                <c:pt idx="123">
                  <c:v>9.4679099613821406E-3</c:v>
                </c:pt>
                <c:pt idx="124">
                  <c:v>5.0404828332641901E-3</c:v>
                </c:pt>
                <c:pt idx="125">
                  <c:v>7.68352373656733E-3</c:v>
                </c:pt>
                <c:pt idx="126">
                  <c:v>2.0193969283937799E-2</c:v>
                </c:pt>
                <c:pt idx="127">
                  <c:v>1.0907247336383E-2</c:v>
                </c:pt>
                <c:pt idx="128">
                  <c:v>1.1870528400055201E-2</c:v>
                </c:pt>
                <c:pt idx="129">
                  <c:v>1.2942723071386698E-2</c:v>
                </c:pt>
                <c:pt idx="130">
                  <c:v>1.2699483819014E-2</c:v>
                </c:pt>
                <c:pt idx="131">
                  <c:v>1.4324701161248199E-2</c:v>
                </c:pt>
                <c:pt idx="132">
                  <c:v>1.5772667990519101E-2</c:v>
                </c:pt>
                <c:pt idx="133">
                  <c:v>1.75936744831863E-2</c:v>
                </c:pt>
                <c:pt idx="134">
                  <c:v>1.8987851516975102E-2</c:v>
                </c:pt>
                <c:pt idx="135">
                  <c:v>1.7820315777611499E-2</c:v>
                </c:pt>
                <c:pt idx="136">
                  <c:v>2.2257112858022898E-2</c:v>
                </c:pt>
                <c:pt idx="137">
                  <c:v>2.2894098117054604E-2</c:v>
                </c:pt>
                <c:pt idx="138">
                  <c:v>1.8393306074935702E-2</c:v>
                </c:pt>
                <c:pt idx="139">
                  <c:v>2.7382794416349897E-2</c:v>
                </c:pt>
                <c:pt idx="140">
                  <c:v>2.2034616215586601E-2</c:v>
                </c:pt>
                <c:pt idx="141">
                  <c:v>4.2663388865747401E-2</c:v>
                </c:pt>
                <c:pt idx="142">
                  <c:v>5.2334842741107702E-2</c:v>
                </c:pt>
                <c:pt idx="143">
                  <c:v>4.6759798842771004E-2</c:v>
                </c:pt>
                <c:pt idx="144">
                  <c:v>2.3561354687169703E-2</c:v>
                </c:pt>
                <c:pt idx="145">
                  <c:v>1.6259459404964399E-2</c:v>
                </c:pt>
                <c:pt idx="146">
                  <c:v>1.7471983413840899E-2</c:v>
                </c:pt>
                <c:pt idx="147">
                  <c:v>1.408298905181E-2</c:v>
                </c:pt>
                <c:pt idx="148">
                  <c:v>1.6992623668054999E-2</c:v>
                </c:pt>
                <c:pt idx="149">
                  <c:v>1.6887791943676799E-2</c:v>
                </c:pt>
                <c:pt idx="150">
                  <c:v>1.45670315494807E-2</c:v>
                </c:pt>
                <c:pt idx="151">
                  <c:v>1.90600048873114E-2</c:v>
                </c:pt>
                <c:pt idx="152">
                  <c:v>2.3796173904968597E-2</c:v>
                </c:pt>
                <c:pt idx="153">
                  <c:v>2.9824689185822501E-2</c:v>
                </c:pt>
                <c:pt idx="154">
                  <c:v>1.63325469099008E-2</c:v>
                </c:pt>
                <c:pt idx="155">
                  <c:v>7.0350446996528806E-3</c:v>
                </c:pt>
                <c:pt idx="156">
                  <c:v>2.1962312187938503E-2</c:v>
                </c:pt>
                <c:pt idx="157">
                  <c:v>1.68315762460844E-2</c:v>
                </c:pt>
                <c:pt idx="158">
                  <c:v>2.0209703381829904E-2</c:v>
                </c:pt>
                <c:pt idx="159">
                  <c:v>1.02913186117092E-2</c:v>
                </c:pt>
                <c:pt idx="160">
                  <c:v>1.0584569766119101E-2</c:v>
                </c:pt>
                <c:pt idx="161">
                  <c:v>1.15156448775053E-2</c:v>
                </c:pt>
                <c:pt idx="162">
                  <c:v>1.0851405487136302E-2</c:v>
                </c:pt>
                <c:pt idx="163">
                  <c:v>1.0721758285895101E-2</c:v>
                </c:pt>
                <c:pt idx="164">
                  <c:v>7.7429073063485197E-3</c:v>
                </c:pt>
                <c:pt idx="165">
                  <c:v>7.4298675377617593E-3</c:v>
                </c:pt>
                <c:pt idx="166">
                  <c:v>8.0403091840252107E-3</c:v>
                </c:pt>
                <c:pt idx="167">
                  <c:v>9.2974469725194391E-3</c:v>
                </c:pt>
                <c:pt idx="168">
                  <c:v>8.6502774895199589E-3</c:v>
                </c:pt>
                <c:pt idx="169">
                  <c:v>6.5743655019810899E-3</c:v>
                </c:pt>
                <c:pt idx="170">
                  <c:v>8.6891463957548005E-3</c:v>
                </c:pt>
                <c:pt idx="171">
                  <c:v>1.04658962108077E-2</c:v>
                </c:pt>
                <c:pt idx="172">
                  <c:v>1.25668227294592E-2</c:v>
                </c:pt>
                <c:pt idx="173">
                  <c:v>1.2054818940417499E-2</c:v>
                </c:pt>
                <c:pt idx="174">
                  <c:v>2.8468244182237302E-2</c:v>
                </c:pt>
                <c:pt idx="175">
                  <c:v>2.8624812420980097E-2</c:v>
                </c:pt>
                <c:pt idx="176">
                  <c:v>2.7892134713149202E-2</c:v>
                </c:pt>
                <c:pt idx="177">
                  <c:v>2.7203958394519299E-2</c:v>
                </c:pt>
                <c:pt idx="178">
                  <c:v>2.0958285967146703E-2</c:v>
                </c:pt>
                <c:pt idx="179">
                  <c:v>2.3311483749060401E-2</c:v>
                </c:pt>
                <c:pt idx="180">
                  <c:v>2.4240111426530202E-2</c:v>
                </c:pt>
                <c:pt idx="181">
                  <c:v>2.2869968759033101E-2</c:v>
                </c:pt>
                <c:pt idx="182">
                  <c:v>2.3774789644406699E-2</c:v>
                </c:pt>
                <c:pt idx="183">
                  <c:v>2.4841426200214501E-2</c:v>
                </c:pt>
                <c:pt idx="184">
                  <c:v>3.0445957340793899E-2</c:v>
                </c:pt>
                <c:pt idx="185">
                  <c:v>3.2081490456255995E-2</c:v>
                </c:pt>
                <c:pt idx="186">
                  <c:v>3.34350653981643E-2</c:v>
                </c:pt>
                <c:pt idx="187">
                  <c:v>2.8517218298012098E-2</c:v>
                </c:pt>
                <c:pt idx="188">
                  <c:v>3.0785598223727301E-2</c:v>
                </c:pt>
                <c:pt idx="189">
                  <c:v>3.22165437490445E-2</c:v>
                </c:pt>
                <c:pt idx="190">
                  <c:v>2.6289500327612E-2</c:v>
                </c:pt>
                <c:pt idx="191">
                  <c:v>2.93765062720199E-2</c:v>
                </c:pt>
                <c:pt idx="192">
                  <c:v>1.6266390937292902E-2</c:v>
                </c:pt>
                <c:pt idx="193">
                  <c:v>1.27155782587561E-2</c:v>
                </c:pt>
                <c:pt idx="194">
                  <c:v>1.47412525159537E-2</c:v>
                </c:pt>
                <c:pt idx="195">
                  <c:v>1.5596936726462601E-2</c:v>
                </c:pt>
                <c:pt idx="196">
                  <c:v>1.43123966128051E-2</c:v>
                </c:pt>
                <c:pt idx="197">
                  <c:v>2.9402839983889997E-2</c:v>
                </c:pt>
                <c:pt idx="198">
                  <c:v>4.9895114943391501E-2</c:v>
                </c:pt>
                <c:pt idx="199">
                  <c:v>4.1165062259698806E-2</c:v>
                </c:pt>
                <c:pt idx="200">
                  <c:v>4.0116562021805996E-2</c:v>
                </c:pt>
                <c:pt idx="201">
                  <c:v>3.8084594022049403E-2</c:v>
                </c:pt>
                <c:pt idx="202">
                  <c:v>1.94137989563349E-2</c:v>
                </c:pt>
                <c:pt idx="203">
                  <c:v>3.9071188889499703E-2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'Turnover EHS'!$F$1</c:f>
              <c:strCache>
                <c:ptCount val="1"/>
                <c:pt idx="0">
                  <c:v>OTM Turnover MBS- 6m 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EHS'!$F$2:$F$212</c:f>
              <c:numCache>
                <c:formatCode>General</c:formatCode>
                <c:ptCount val="211"/>
                <c:pt idx="5" formatCode="0.00%">
                  <c:v>2.8377541757609367E-2</c:v>
                </c:pt>
                <c:pt idx="6" formatCode="0.00%">
                  <c:v>3.1404121108393801E-2</c:v>
                </c:pt>
                <c:pt idx="7" formatCode="0.00%">
                  <c:v>3.5840244096678887E-2</c:v>
                </c:pt>
                <c:pt idx="8" formatCode="0.00%">
                  <c:v>4.3582470554182622E-2</c:v>
                </c:pt>
                <c:pt idx="9" formatCode="0.00%">
                  <c:v>4.7839463163951684E-2</c:v>
                </c:pt>
                <c:pt idx="10" formatCode="0.00%">
                  <c:v>5.4008350271020716E-2</c:v>
                </c:pt>
                <c:pt idx="11" formatCode="0.00%">
                  <c:v>5.8218318091545242E-2</c:v>
                </c:pt>
                <c:pt idx="12" formatCode="0.00%">
                  <c:v>5.9603250112960339E-2</c:v>
                </c:pt>
                <c:pt idx="13" formatCode="0.00%">
                  <c:v>6.1244956323513011E-2</c:v>
                </c:pt>
                <c:pt idx="14" formatCode="0.00%">
                  <c:v>5.9839505673284638E-2</c:v>
                </c:pt>
                <c:pt idx="15" formatCode="0.00%">
                  <c:v>6.1088921089529923E-2</c:v>
                </c:pt>
                <c:pt idx="16" formatCode="0.00%">
                  <c:v>6.1218418033818556E-2</c:v>
                </c:pt>
                <c:pt idx="17" formatCode="0.00%">
                  <c:v>6.3073162393935012E-2</c:v>
                </c:pt>
                <c:pt idx="18" formatCode="0.00%">
                  <c:v>6.3432153136397426E-2</c:v>
                </c:pt>
                <c:pt idx="19" formatCode="0.00%">
                  <c:v>6.4203835411944993E-2</c:v>
                </c:pt>
                <c:pt idx="20" formatCode="0.00%">
                  <c:v>6.7348144957040279E-2</c:v>
                </c:pt>
                <c:pt idx="21" formatCode="0.00%">
                  <c:v>6.8051564333768119E-2</c:v>
                </c:pt>
                <c:pt idx="22" formatCode="0.00%">
                  <c:v>7.1367882699781893E-2</c:v>
                </c:pt>
                <c:pt idx="23" formatCode="0.00%">
                  <c:v>7.1654281497046793E-2</c:v>
                </c:pt>
                <c:pt idx="24" formatCode="0.00%">
                  <c:v>7.0904964899614953E-2</c:v>
                </c:pt>
                <c:pt idx="25" formatCode="0.00%">
                  <c:v>7.0709448768163222E-2</c:v>
                </c:pt>
                <c:pt idx="26" formatCode="0.00%">
                  <c:v>7.1081020396926875E-2</c:v>
                </c:pt>
                <c:pt idx="27" formatCode="0.00%">
                  <c:v>7.2170595734971685E-2</c:v>
                </c:pt>
                <c:pt idx="28" formatCode="0.00%">
                  <c:v>7.2560585074864223E-2</c:v>
                </c:pt>
                <c:pt idx="29" formatCode="0.00%">
                  <c:v>7.7558649597146881E-2</c:v>
                </c:pt>
                <c:pt idx="30" formatCode="0.00%">
                  <c:v>8.1073423165210864E-2</c:v>
                </c:pt>
                <c:pt idx="31" formatCode="0.00%">
                  <c:v>8.364957947125036E-2</c:v>
                </c:pt>
                <c:pt idx="32" formatCode="0.00%">
                  <c:v>8.2594907250981162E-2</c:v>
                </c:pt>
                <c:pt idx="33" formatCode="0.00%">
                  <c:v>8.2376449949543393E-2</c:v>
                </c:pt>
                <c:pt idx="34" formatCode="0.00%">
                  <c:v>7.9999320944762919E-2</c:v>
                </c:pt>
                <c:pt idx="35" formatCode="0.00%">
                  <c:v>7.3240483564396497E-2</c:v>
                </c:pt>
                <c:pt idx="36" formatCode="0.00%">
                  <c:v>7.4643147125186618E-2</c:v>
                </c:pt>
                <c:pt idx="37" formatCode="0.00%">
                  <c:v>7.0313582636192376E-2</c:v>
                </c:pt>
                <c:pt idx="38" formatCode="0.00%">
                  <c:v>6.3333076222156656E-2</c:v>
                </c:pt>
                <c:pt idx="39" formatCode="0.00%">
                  <c:v>5.9467745550192963E-2</c:v>
                </c:pt>
                <c:pt idx="40" formatCode="0.00%">
                  <c:v>5.5108906614115764E-2</c:v>
                </c:pt>
                <c:pt idx="41" formatCode="0.00%">
                  <c:v>5.0494200851021298E-2</c:v>
                </c:pt>
                <c:pt idx="42" formatCode="0.00%">
                  <c:v>4.2347684226868236E-2</c:v>
                </c:pt>
                <c:pt idx="43" formatCode="0.00%">
                  <c:v>4.2167839440648613E-2</c:v>
                </c:pt>
                <c:pt idx="44" formatCode="0.00%">
                  <c:v>5.1614484923217095E-2</c:v>
                </c:pt>
                <c:pt idx="45" formatCode="0.00%">
                  <c:v>5.2112854673692012E-2</c:v>
                </c:pt>
                <c:pt idx="46" formatCode="0.00%">
                  <c:v>5.7151315786322064E-2</c:v>
                </c:pt>
                <c:pt idx="47" formatCode="0.00%">
                  <c:v>5.6539663686617093E-2</c:v>
                </c:pt>
                <c:pt idx="48" formatCode="0.00%">
                  <c:v>5.5488539069245141E-2</c:v>
                </c:pt>
                <c:pt idx="49" formatCode="0.00%">
                  <c:v>6.3871081014185607E-2</c:v>
                </c:pt>
                <c:pt idx="50" formatCode="0.00%">
                  <c:v>5.6266848732648568E-2</c:v>
                </c:pt>
                <c:pt idx="51" formatCode="0.00%">
                  <c:v>5.3452160522865021E-2</c:v>
                </c:pt>
                <c:pt idx="52" formatCode="0.00%">
                  <c:v>4.3402545260792562E-2</c:v>
                </c:pt>
                <c:pt idx="53" formatCode="0.00%">
                  <c:v>3.8756047279475868E-2</c:v>
                </c:pt>
                <c:pt idx="54" formatCode="0.00%">
                  <c:v>3.2598899507401503E-2</c:v>
                </c:pt>
                <c:pt idx="55" formatCode="0.00%">
                  <c:v>1.7842754807895451E-2</c:v>
                </c:pt>
                <c:pt idx="56" formatCode="0.00%">
                  <c:v>2.4235816817962618E-2</c:v>
                </c:pt>
                <c:pt idx="57" formatCode="0.00%">
                  <c:v>2.4032653636296916E-2</c:v>
                </c:pt>
                <c:pt idx="58" formatCode="0.00%">
                  <c:v>2.6730532277502633E-2</c:v>
                </c:pt>
                <c:pt idx="59" formatCode="0.00%">
                  <c:v>3.1703637919828283E-2</c:v>
                </c:pt>
                <c:pt idx="60" formatCode="0.00%">
                  <c:v>3.7821478378792121E-2</c:v>
                </c:pt>
                <c:pt idx="61" formatCode="0.00%">
                  <c:v>4.1134433561155086E-2</c:v>
                </c:pt>
                <c:pt idx="62" formatCode="0.00%">
                  <c:v>3.5050545706746469E-2</c:v>
                </c:pt>
                <c:pt idx="63" formatCode="0.00%">
                  <c:v>3.7188682912473535E-2</c:v>
                </c:pt>
                <c:pt idx="64" formatCode="0.00%">
                  <c:v>4.3698462414374084E-2</c:v>
                </c:pt>
                <c:pt idx="65" formatCode="0.00%">
                  <c:v>5.1678850165649833E-2</c:v>
                </c:pt>
                <c:pt idx="66" formatCode="0.00%">
                  <c:v>5.7409725498201586E-2</c:v>
                </c:pt>
                <c:pt idx="67" formatCode="0.00%">
                  <c:v>6.2023402428635972E-2</c:v>
                </c:pt>
                <c:pt idx="68" formatCode="0.00%">
                  <c:v>6.6418595255381588E-2</c:v>
                </c:pt>
                <c:pt idx="69" formatCode="0.00%">
                  <c:v>6.9719607965868513E-2</c:v>
                </c:pt>
                <c:pt idx="70" formatCode="0.00%">
                  <c:v>7.1516999923629684E-2</c:v>
                </c:pt>
                <c:pt idx="71" formatCode="0.00%">
                  <c:v>7.2363001475048858E-2</c:v>
                </c:pt>
                <c:pt idx="72" formatCode="0.00%">
                  <c:v>7.3524713332011923E-2</c:v>
                </c:pt>
                <c:pt idx="73" formatCode="0.00%">
                  <c:v>7.7128984118686475E-2</c:v>
                </c:pt>
                <c:pt idx="74" formatCode="0.00%">
                  <c:v>8.0554052002295512E-2</c:v>
                </c:pt>
                <c:pt idx="75" formatCode="0.00%">
                  <c:v>8.3081296144293867E-2</c:v>
                </c:pt>
                <c:pt idx="76" formatCode="0.00%">
                  <c:v>8.3901683110630412E-2</c:v>
                </c:pt>
                <c:pt idx="77" formatCode="0.00%">
                  <c:v>8.3796579408438723E-2</c:v>
                </c:pt>
                <c:pt idx="78" formatCode="0.00%">
                  <c:v>8.4944965254992996E-2</c:v>
                </c:pt>
                <c:pt idx="79" formatCode="0.00%">
                  <c:v>8.5956853681439183E-2</c:v>
                </c:pt>
                <c:pt idx="80" formatCode="0.00%">
                  <c:v>8.4990184382943146E-2</c:v>
                </c:pt>
                <c:pt idx="81" formatCode="0.00%">
                  <c:v>8.4968200420738271E-2</c:v>
                </c:pt>
                <c:pt idx="82" formatCode="0.00%">
                  <c:v>8.567817363905518E-2</c:v>
                </c:pt>
                <c:pt idx="83" formatCode="0.00%">
                  <c:v>8.5871325351395023E-2</c:v>
                </c:pt>
                <c:pt idx="84" formatCode="0.00%">
                  <c:v>8.5790178454651686E-2</c:v>
                </c:pt>
                <c:pt idx="85" formatCode="0.00%">
                  <c:v>8.4553464728284303E-2</c:v>
                </c:pt>
                <c:pt idx="86" formatCode="0.00%">
                  <c:v>8.4652961245786987E-2</c:v>
                </c:pt>
                <c:pt idx="87" formatCode="0.00%">
                  <c:v>8.2789980090129001E-2</c:v>
                </c:pt>
                <c:pt idx="88" formatCode="0.00%">
                  <c:v>8.1759328520671054E-2</c:v>
                </c:pt>
                <c:pt idx="89" formatCode="0.00%">
                  <c:v>8.0397935154359224E-2</c:v>
                </c:pt>
                <c:pt idx="90" formatCode="0.00%">
                  <c:v>7.811246474657553E-2</c:v>
                </c:pt>
                <c:pt idx="91" formatCode="0.00%">
                  <c:v>7.6923788225376752E-2</c:v>
                </c:pt>
                <c:pt idx="92" formatCode="0.00%">
                  <c:v>7.502228293356876E-2</c:v>
                </c:pt>
                <c:pt idx="93" formatCode="0.00%">
                  <c:v>7.7386973523159333E-2</c:v>
                </c:pt>
                <c:pt idx="94" formatCode="0.00%">
                  <c:v>7.823685764547382E-2</c:v>
                </c:pt>
                <c:pt idx="95" formatCode="0.00%">
                  <c:v>7.9817040302868056E-2</c:v>
                </c:pt>
                <c:pt idx="96" formatCode="0.00%">
                  <c:v>8.3773595341914184E-2</c:v>
                </c:pt>
                <c:pt idx="97" formatCode="0.00%">
                  <c:v>8.6591558866882579E-2</c:v>
                </c:pt>
                <c:pt idx="98" formatCode="0.00%">
                  <c:v>8.8199274604805589E-2</c:v>
                </c:pt>
                <c:pt idx="99" formatCode="0.00%">
                  <c:v>8.6396736700055266E-2</c:v>
                </c:pt>
                <c:pt idx="100" formatCode="0.00%">
                  <c:v>8.4697718911527997E-2</c:v>
                </c:pt>
                <c:pt idx="101" formatCode="0.00%">
                  <c:v>8.1934988804970021E-2</c:v>
                </c:pt>
                <c:pt idx="102" formatCode="0.00%">
                  <c:v>7.7609221750484195E-2</c:v>
                </c:pt>
                <c:pt idx="103" formatCode="0.00%">
                  <c:v>7.2663173211104506E-2</c:v>
                </c:pt>
                <c:pt idx="104" formatCode="0.00%">
                  <c:v>6.7886824704594659E-2</c:v>
                </c:pt>
                <c:pt idx="105" formatCode="0.00%">
                  <c:v>6.5970606934094136E-2</c:v>
                </c:pt>
                <c:pt idx="106" formatCode="0.00%">
                  <c:v>6.3603101174137436E-2</c:v>
                </c:pt>
                <c:pt idx="107" formatCode="0.00%">
                  <c:v>6.1408714946108924E-2</c:v>
                </c:pt>
                <c:pt idx="108" formatCode="0.00%">
                  <c:v>6.0356723894000479E-2</c:v>
                </c:pt>
                <c:pt idx="109" formatCode="0.00%">
                  <c:v>6.1971135063864709E-2</c:v>
                </c:pt>
                <c:pt idx="110" formatCode="0.00%">
                  <c:v>6.4259293796141995E-2</c:v>
                </c:pt>
                <c:pt idx="111" formatCode="0.00%">
                  <c:v>6.4238010028637049E-2</c:v>
                </c:pt>
                <c:pt idx="112" formatCode="0.00%">
                  <c:v>6.2772486748689973E-2</c:v>
                </c:pt>
                <c:pt idx="113" formatCode="0.00%">
                  <c:v>6.1369413435332691E-2</c:v>
                </c:pt>
                <c:pt idx="114" formatCode="0.00%">
                  <c:v>5.9112697792336917E-2</c:v>
                </c:pt>
                <c:pt idx="115" formatCode="0.00%">
                  <c:v>5.3918813497400402E-2</c:v>
                </c:pt>
                <c:pt idx="116" formatCode="0.00%">
                  <c:v>5.0097578730432281E-2</c:v>
                </c:pt>
                <c:pt idx="117" formatCode="0.00%">
                  <c:v>4.7680841087645448E-2</c:v>
                </c:pt>
                <c:pt idx="118" formatCode="0.00%">
                  <c:v>4.5504326144428377E-2</c:v>
                </c:pt>
                <c:pt idx="119" formatCode="0.00%">
                  <c:v>4.6351005773607949E-2</c:v>
                </c:pt>
                <c:pt idx="120" formatCode="0.00%">
                  <c:v>4.6299541529799919E-2</c:v>
                </c:pt>
                <c:pt idx="121" formatCode="0.00%">
                  <c:v>4.7167134451401631E-2</c:v>
                </c:pt>
                <c:pt idx="122" formatCode="0.00%">
                  <c:v>4.3323031106404876E-2</c:v>
                </c:pt>
                <c:pt idx="123" formatCode="0.00%">
                  <c:v>3.69554041937371E-2</c:v>
                </c:pt>
                <c:pt idx="124" formatCode="0.00%">
                  <c:v>3.1148236633480635E-2</c:v>
                </c:pt>
                <c:pt idx="125" formatCode="0.00%">
                  <c:v>2.3633482175107693E-2</c:v>
                </c:pt>
                <c:pt idx="126" formatCode="0.00%">
                  <c:v>1.893633048627676E-2</c:v>
                </c:pt>
                <c:pt idx="127" formatCode="0.00%">
                  <c:v>1.2855608379973377E-2</c:v>
                </c:pt>
                <c:pt idx="128" formatCode="0.00%">
                  <c:v>1.0860610258598276E-2</c:v>
                </c:pt>
                <c:pt idx="129" formatCode="0.00%">
                  <c:v>1.1439745776932372E-2</c:v>
                </c:pt>
                <c:pt idx="130" formatCode="0.00%">
                  <c:v>1.2716245941224008E-2</c:v>
                </c:pt>
                <c:pt idx="131" formatCode="0.00%">
                  <c:v>1.3823108845337483E-2</c:v>
                </c:pt>
                <c:pt idx="132" formatCode="0.00%">
                  <c:v>1.3086225296434368E-2</c:v>
                </c:pt>
                <c:pt idx="133" formatCode="0.00%">
                  <c:v>1.4200629820901584E-2</c:v>
                </c:pt>
                <c:pt idx="134" formatCode="0.00%">
                  <c:v>1.5386850340388234E-2</c:v>
                </c:pt>
                <c:pt idx="135" formatCode="0.00%">
                  <c:v>1.6199782458092366E-2</c:v>
                </c:pt>
                <c:pt idx="136" formatCode="0.00%">
                  <c:v>1.7792720631260518E-2</c:v>
                </c:pt>
                <c:pt idx="137" formatCode="0.00%">
                  <c:v>1.9220953457228251E-2</c:v>
                </c:pt>
                <c:pt idx="138" formatCode="0.00%">
                  <c:v>1.9657726471297685E-2</c:v>
                </c:pt>
                <c:pt idx="139" formatCode="0.00%">
                  <c:v>2.1289246460158281E-2</c:v>
                </c:pt>
                <c:pt idx="140" formatCode="0.00%">
                  <c:v>2.179704057659353E-2</c:v>
                </c:pt>
                <c:pt idx="141" formatCode="0.00%">
                  <c:v>2.5937552757949522E-2</c:v>
                </c:pt>
                <c:pt idx="142" formatCode="0.00%">
                  <c:v>3.095050773846365E-2</c:v>
                </c:pt>
                <c:pt idx="143" formatCode="0.00%">
                  <c:v>3.492812452608305E-2</c:v>
                </c:pt>
                <c:pt idx="144" formatCode="0.00%">
                  <c:v>3.5789465961455387E-2</c:v>
                </c:pt>
                <c:pt idx="145" formatCode="0.00%">
                  <c:v>3.393557679289113E-2</c:v>
                </c:pt>
                <c:pt idx="146" formatCode="0.00%">
                  <c:v>3.317513799260019E-2</c:v>
                </c:pt>
                <c:pt idx="147" formatCode="0.00%">
                  <c:v>2.8411738023610619E-2</c:v>
                </c:pt>
                <c:pt idx="148" formatCode="0.00%">
                  <c:v>2.2521368178101835E-2</c:v>
                </c:pt>
                <c:pt idx="149" formatCode="0.00%">
                  <c:v>1.7542700361586134E-2</c:v>
                </c:pt>
                <c:pt idx="150" formatCode="0.00%">
                  <c:v>1.6043646505304637E-2</c:v>
                </c:pt>
                <c:pt idx="151" formatCode="0.00%">
                  <c:v>1.6510404085695801E-2</c:v>
                </c:pt>
                <c:pt idx="152" formatCode="0.00%">
                  <c:v>1.7564435834217084E-2</c:v>
                </c:pt>
                <c:pt idx="153" formatCode="0.00%">
                  <c:v>2.0188052523219167E-2</c:v>
                </c:pt>
                <c:pt idx="154" formatCode="0.00%">
                  <c:v>2.0078039730193464E-2</c:v>
                </c:pt>
                <c:pt idx="155" formatCode="0.00%">
                  <c:v>1.8435915189522815E-2</c:v>
                </c:pt>
                <c:pt idx="156" formatCode="0.00%">
                  <c:v>1.9668461962599113E-2</c:v>
                </c:pt>
                <c:pt idx="157" formatCode="0.00%">
                  <c:v>1.929705718906128E-2</c:v>
                </c:pt>
                <c:pt idx="158" formatCode="0.00%">
                  <c:v>1.8699312101871497E-2</c:v>
                </c:pt>
                <c:pt idx="159" formatCode="0.00%">
                  <c:v>1.5443750339519285E-2</c:v>
                </c:pt>
                <c:pt idx="160" formatCode="0.00%">
                  <c:v>1.4485754148888997E-2</c:v>
                </c:pt>
                <c:pt idx="161" formatCode="0.00%">
                  <c:v>1.5232520845197732E-2</c:v>
                </c:pt>
                <c:pt idx="162" formatCode="0.00%">
                  <c:v>1.3380703061730699E-2</c:v>
                </c:pt>
                <c:pt idx="163" formatCode="0.00%">
                  <c:v>1.2362400068365816E-2</c:v>
                </c:pt>
                <c:pt idx="164" formatCode="0.00%">
                  <c:v>1.0284600722452254E-2</c:v>
                </c:pt>
                <c:pt idx="165" formatCode="0.00%">
                  <c:v>9.8076922101276807E-3</c:v>
                </c:pt>
                <c:pt idx="166" formatCode="0.00%">
                  <c:v>9.3836487797786996E-3</c:v>
                </c:pt>
                <c:pt idx="167" formatCode="0.00%">
                  <c:v>9.0139491289477226E-3</c:v>
                </c:pt>
                <c:pt idx="168" formatCode="0.00%">
                  <c:v>8.6470944626783307E-3</c:v>
                </c:pt>
                <c:pt idx="169" formatCode="0.00%">
                  <c:v>7.9558623320259963E-3</c:v>
                </c:pt>
                <c:pt idx="170" formatCode="0.00%">
                  <c:v>8.1135688469270422E-3</c:v>
                </c:pt>
                <c:pt idx="171" formatCode="0.00%">
                  <c:v>8.6195736257680313E-3</c:v>
                </c:pt>
                <c:pt idx="172" formatCode="0.00%">
                  <c:v>9.3739925500070324E-3</c:v>
                </c:pt>
                <c:pt idx="173" formatCode="0.00%">
                  <c:v>9.8335545446567082E-3</c:v>
                </c:pt>
                <c:pt idx="174" formatCode="0.00%">
                  <c:v>1.3136548993442932E-2</c:v>
                </c:pt>
                <c:pt idx="175" formatCode="0.00%">
                  <c:v>1.6811623479942767E-2</c:v>
                </c:pt>
                <c:pt idx="176" formatCode="0.00%">
                  <c:v>2.0012121532841834E-2</c:v>
                </c:pt>
                <c:pt idx="177" formatCode="0.00%">
                  <c:v>2.2801798563460433E-2</c:v>
                </c:pt>
                <c:pt idx="178" formatCode="0.00%">
                  <c:v>2.4200375769741683E-2</c:v>
                </c:pt>
                <c:pt idx="179" formatCode="0.00%">
                  <c:v>2.6076486571182167E-2</c:v>
                </c:pt>
                <c:pt idx="180" formatCode="0.00%">
                  <c:v>2.5371797778564322E-2</c:v>
                </c:pt>
                <c:pt idx="181" formatCode="0.00%">
                  <c:v>2.4412657168239819E-2</c:v>
                </c:pt>
                <c:pt idx="182" formatCode="0.00%">
                  <c:v>2.3726432990116064E-2</c:v>
                </c:pt>
                <c:pt idx="183" formatCode="0.00%">
                  <c:v>2.3332677624398602E-2</c:v>
                </c:pt>
                <c:pt idx="184" formatCode="0.00%">
                  <c:v>2.4913956186673133E-2</c:v>
                </c:pt>
                <c:pt idx="185" formatCode="0.00%">
                  <c:v>2.6375623971205731E-2</c:v>
                </c:pt>
                <c:pt idx="186" formatCode="0.00%">
                  <c:v>2.7908116299811412E-2</c:v>
                </c:pt>
                <c:pt idx="187" formatCode="0.00%">
                  <c:v>2.8849324556307916E-2</c:v>
                </c:pt>
                <c:pt idx="188" formatCode="0.00%">
                  <c:v>3.001779265286135E-2</c:v>
                </c:pt>
                <c:pt idx="189" formatCode="0.00%">
                  <c:v>3.1246978910999687E-2</c:v>
                </c:pt>
                <c:pt idx="190" formatCode="0.00%">
                  <c:v>3.0554236075469365E-2</c:v>
                </c:pt>
                <c:pt idx="191" formatCode="0.00%">
                  <c:v>3.0103405378096689E-2</c:v>
                </c:pt>
                <c:pt idx="192" formatCode="0.00%">
                  <c:v>2.7241959634618115E-2</c:v>
                </c:pt>
                <c:pt idx="193" formatCode="0.00%">
                  <c:v>2.4608352961408786E-2</c:v>
                </c:pt>
                <c:pt idx="194" formatCode="0.00%">
                  <c:v>2.1934295343446517E-2</c:v>
                </c:pt>
                <c:pt idx="195" formatCode="0.00%">
                  <c:v>1.9164360839682867E-2</c:v>
                </c:pt>
                <c:pt idx="196" formatCode="0.00%">
                  <c:v>1.7168176887215052E-2</c:v>
                </c:pt>
                <c:pt idx="197" formatCode="0.00%">
                  <c:v>1.71725658391934E-2</c:v>
                </c:pt>
                <c:pt idx="198" formatCode="0.00%">
                  <c:v>2.2777353173543166E-2</c:v>
                </c:pt>
                <c:pt idx="199" formatCode="0.00%">
                  <c:v>2.7518933840366949E-2</c:v>
                </c:pt>
                <c:pt idx="200" formatCode="0.00%">
                  <c:v>3.1748152091342331E-2</c:v>
                </c:pt>
                <c:pt idx="201" formatCode="0.00%">
                  <c:v>3.5496094973940136E-2</c:v>
                </c:pt>
                <c:pt idx="202" formatCode="0.00%">
                  <c:v>3.6346328697861766E-2</c:v>
                </c:pt>
                <c:pt idx="203" formatCode="0.00%">
                  <c:v>3.7957720182130054E-2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502784"/>
        <c:axId val="193450368"/>
      </c:lineChart>
      <c:dateAx>
        <c:axId val="1925027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93450368"/>
        <c:crosses val="autoZero"/>
        <c:auto val="1"/>
        <c:lblOffset val="100"/>
        <c:baseTimeUnit val="months"/>
        <c:majorUnit val="12"/>
        <c:majorTimeUnit val="months"/>
      </c:dateAx>
      <c:valAx>
        <c:axId val="193450368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19250278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Incentive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0</c:formatCode>
                <c:ptCount val="201"/>
                <c:pt idx="0">
                  <c:v>-300</c:v>
                </c:pt>
                <c:pt idx="1">
                  <c:v>-298</c:v>
                </c:pt>
                <c:pt idx="2">
                  <c:v>-296</c:v>
                </c:pt>
                <c:pt idx="3">
                  <c:v>-294</c:v>
                </c:pt>
                <c:pt idx="4">
                  <c:v>-292</c:v>
                </c:pt>
                <c:pt idx="5">
                  <c:v>-290</c:v>
                </c:pt>
                <c:pt idx="6">
                  <c:v>-288</c:v>
                </c:pt>
                <c:pt idx="7">
                  <c:v>-286</c:v>
                </c:pt>
                <c:pt idx="8">
                  <c:v>-284</c:v>
                </c:pt>
                <c:pt idx="9">
                  <c:v>-282</c:v>
                </c:pt>
                <c:pt idx="10">
                  <c:v>-280</c:v>
                </c:pt>
                <c:pt idx="11">
                  <c:v>-278</c:v>
                </c:pt>
                <c:pt idx="12">
                  <c:v>-276</c:v>
                </c:pt>
                <c:pt idx="13">
                  <c:v>-274</c:v>
                </c:pt>
                <c:pt idx="14">
                  <c:v>-272</c:v>
                </c:pt>
                <c:pt idx="15">
                  <c:v>-270</c:v>
                </c:pt>
                <c:pt idx="16">
                  <c:v>-268</c:v>
                </c:pt>
                <c:pt idx="17">
                  <c:v>-266</c:v>
                </c:pt>
                <c:pt idx="18">
                  <c:v>-264</c:v>
                </c:pt>
                <c:pt idx="19">
                  <c:v>-262</c:v>
                </c:pt>
                <c:pt idx="20">
                  <c:v>-260</c:v>
                </c:pt>
                <c:pt idx="21">
                  <c:v>-258</c:v>
                </c:pt>
                <c:pt idx="22">
                  <c:v>-256</c:v>
                </c:pt>
                <c:pt idx="23">
                  <c:v>-254</c:v>
                </c:pt>
                <c:pt idx="24">
                  <c:v>-252</c:v>
                </c:pt>
                <c:pt idx="25">
                  <c:v>-250</c:v>
                </c:pt>
                <c:pt idx="26">
                  <c:v>-248</c:v>
                </c:pt>
                <c:pt idx="27">
                  <c:v>-246</c:v>
                </c:pt>
                <c:pt idx="28">
                  <c:v>-244</c:v>
                </c:pt>
                <c:pt idx="29">
                  <c:v>-242</c:v>
                </c:pt>
                <c:pt idx="30">
                  <c:v>-240</c:v>
                </c:pt>
                <c:pt idx="31">
                  <c:v>-238</c:v>
                </c:pt>
                <c:pt idx="32">
                  <c:v>-236</c:v>
                </c:pt>
                <c:pt idx="33">
                  <c:v>-234</c:v>
                </c:pt>
                <c:pt idx="34">
                  <c:v>-232</c:v>
                </c:pt>
                <c:pt idx="35">
                  <c:v>-230</c:v>
                </c:pt>
                <c:pt idx="36">
                  <c:v>-228</c:v>
                </c:pt>
                <c:pt idx="37">
                  <c:v>-226</c:v>
                </c:pt>
                <c:pt idx="38">
                  <c:v>-224</c:v>
                </c:pt>
                <c:pt idx="39">
                  <c:v>-222</c:v>
                </c:pt>
                <c:pt idx="40">
                  <c:v>-220</c:v>
                </c:pt>
                <c:pt idx="41">
                  <c:v>-218</c:v>
                </c:pt>
                <c:pt idx="42">
                  <c:v>-216</c:v>
                </c:pt>
                <c:pt idx="43">
                  <c:v>-214</c:v>
                </c:pt>
                <c:pt idx="44">
                  <c:v>-212</c:v>
                </c:pt>
                <c:pt idx="45">
                  <c:v>-210</c:v>
                </c:pt>
                <c:pt idx="46">
                  <c:v>-208</c:v>
                </c:pt>
                <c:pt idx="47">
                  <c:v>-206</c:v>
                </c:pt>
                <c:pt idx="48">
                  <c:v>-204</c:v>
                </c:pt>
                <c:pt idx="49">
                  <c:v>-202</c:v>
                </c:pt>
                <c:pt idx="50">
                  <c:v>-200</c:v>
                </c:pt>
                <c:pt idx="51">
                  <c:v>-198</c:v>
                </c:pt>
                <c:pt idx="52">
                  <c:v>-196</c:v>
                </c:pt>
                <c:pt idx="53">
                  <c:v>-194</c:v>
                </c:pt>
                <c:pt idx="54">
                  <c:v>-192</c:v>
                </c:pt>
                <c:pt idx="55">
                  <c:v>-190</c:v>
                </c:pt>
                <c:pt idx="56">
                  <c:v>-188</c:v>
                </c:pt>
                <c:pt idx="57">
                  <c:v>-186</c:v>
                </c:pt>
                <c:pt idx="58">
                  <c:v>-184</c:v>
                </c:pt>
                <c:pt idx="59">
                  <c:v>-182</c:v>
                </c:pt>
                <c:pt idx="60">
                  <c:v>-180</c:v>
                </c:pt>
                <c:pt idx="61">
                  <c:v>-178</c:v>
                </c:pt>
                <c:pt idx="62">
                  <c:v>-176</c:v>
                </c:pt>
                <c:pt idx="63">
                  <c:v>-174</c:v>
                </c:pt>
                <c:pt idx="64">
                  <c:v>-172</c:v>
                </c:pt>
                <c:pt idx="65">
                  <c:v>-170</c:v>
                </c:pt>
                <c:pt idx="66">
                  <c:v>-168</c:v>
                </c:pt>
                <c:pt idx="67">
                  <c:v>-166</c:v>
                </c:pt>
                <c:pt idx="68">
                  <c:v>-164</c:v>
                </c:pt>
                <c:pt idx="69">
                  <c:v>-162</c:v>
                </c:pt>
                <c:pt idx="70">
                  <c:v>-160</c:v>
                </c:pt>
                <c:pt idx="71">
                  <c:v>-158</c:v>
                </c:pt>
                <c:pt idx="72">
                  <c:v>-156</c:v>
                </c:pt>
                <c:pt idx="73">
                  <c:v>-154</c:v>
                </c:pt>
                <c:pt idx="74">
                  <c:v>-152</c:v>
                </c:pt>
                <c:pt idx="75">
                  <c:v>-150</c:v>
                </c:pt>
                <c:pt idx="76">
                  <c:v>-148</c:v>
                </c:pt>
                <c:pt idx="77">
                  <c:v>-146</c:v>
                </c:pt>
                <c:pt idx="78">
                  <c:v>-144</c:v>
                </c:pt>
                <c:pt idx="79">
                  <c:v>-142</c:v>
                </c:pt>
                <c:pt idx="80">
                  <c:v>-140</c:v>
                </c:pt>
                <c:pt idx="81">
                  <c:v>-138</c:v>
                </c:pt>
                <c:pt idx="82">
                  <c:v>-136</c:v>
                </c:pt>
                <c:pt idx="83">
                  <c:v>-134</c:v>
                </c:pt>
                <c:pt idx="84">
                  <c:v>-132</c:v>
                </c:pt>
                <c:pt idx="85">
                  <c:v>-130</c:v>
                </c:pt>
                <c:pt idx="86">
                  <c:v>-128</c:v>
                </c:pt>
                <c:pt idx="87">
                  <c:v>-126</c:v>
                </c:pt>
                <c:pt idx="88">
                  <c:v>-124</c:v>
                </c:pt>
                <c:pt idx="89">
                  <c:v>-122</c:v>
                </c:pt>
                <c:pt idx="90">
                  <c:v>-120</c:v>
                </c:pt>
                <c:pt idx="91">
                  <c:v>-118</c:v>
                </c:pt>
                <c:pt idx="92">
                  <c:v>-116</c:v>
                </c:pt>
                <c:pt idx="93">
                  <c:v>-114</c:v>
                </c:pt>
                <c:pt idx="94">
                  <c:v>-112</c:v>
                </c:pt>
                <c:pt idx="95">
                  <c:v>-110</c:v>
                </c:pt>
                <c:pt idx="96">
                  <c:v>-108</c:v>
                </c:pt>
                <c:pt idx="97">
                  <c:v>-106</c:v>
                </c:pt>
                <c:pt idx="98">
                  <c:v>-104</c:v>
                </c:pt>
                <c:pt idx="99">
                  <c:v>-102</c:v>
                </c:pt>
                <c:pt idx="100">
                  <c:v>-100</c:v>
                </c:pt>
                <c:pt idx="101">
                  <c:v>-98</c:v>
                </c:pt>
                <c:pt idx="102">
                  <c:v>-96</c:v>
                </c:pt>
                <c:pt idx="103">
                  <c:v>-94</c:v>
                </c:pt>
                <c:pt idx="104">
                  <c:v>-92</c:v>
                </c:pt>
                <c:pt idx="105">
                  <c:v>-90</c:v>
                </c:pt>
                <c:pt idx="106">
                  <c:v>-88</c:v>
                </c:pt>
                <c:pt idx="107">
                  <c:v>-86</c:v>
                </c:pt>
                <c:pt idx="108">
                  <c:v>-84</c:v>
                </c:pt>
                <c:pt idx="109">
                  <c:v>-82</c:v>
                </c:pt>
                <c:pt idx="110">
                  <c:v>-80</c:v>
                </c:pt>
                <c:pt idx="111">
                  <c:v>-78</c:v>
                </c:pt>
                <c:pt idx="112">
                  <c:v>-76</c:v>
                </c:pt>
                <c:pt idx="113">
                  <c:v>-74</c:v>
                </c:pt>
                <c:pt idx="114">
                  <c:v>-72</c:v>
                </c:pt>
                <c:pt idx="115">
                  <c:v>-70</c:v>
                </c:pt>
                <c:pt idx="116">
                  <c:v>-68</c:v>
                </c:pt>
                <c:pt idx="117">
                  <c:v>-66</c:v>
                </c:pt>
                <c:pt idx="118">
                  <c:v>-64</c:v>
                </c:pt>
                <c:pt idx="119">
                  <c:v>-62</c:v>
                </c:pt>
                <c:pt idx="120">
                  <c:v>-60</c:v>
                </c:pt>
                <c:pt idx="121">
                  <c:v>-58</c:v>
                </c:pt>
                <c:pt idx="122">
                  <c:v>-56</c:v>
                </c:pt>
                <c:pt idx="123">
                  <c:v>-54</c:v>
                </c:pt>
                <c:pt idx="124">
                  <c:v>-52</c:v>
                </c:pt>
                <c:pt idx="125">
                  <c:v>-50</c:v>
                </c:pt>
                <c:pt idx="126">
                  <c:v>-48</c:v>
                </c:pt>
                <c:pt idx="127">
                  <c:v>-46</c:v>
                </c:pt>
                <c:pt idx="128">
                  <c:v>-44</c:v>
                </c:pt>
                <c:pt idx="129">
                  <c:v>-42</c:v>
                </c:pt>
                <c:pt idx="130">
                  <c:v>-40</c:v>
                </c:pt>
                <c:pt idx="131">
                  <c:v>-38</c:v>
                </c:pt>
                <c:pt idx="132">
                  <c:v>-36</c:v>
                </c:pt>
                <c:pt idx="133">
                  <c:v>-34</c:v>
                </c:pt>
                <c:pt idx="134">
                  <c:v>-32</c:v>
                </c:pt>
                <c:pt idx="135">
                  <c:v>-30</c:v>
                </c:pt>
                <c:pt idx="136">
                  <c:v>-28</c:v>
                </c:pt>
                <c:pt idx="137">
                  <c:v>-26</c:v>
                </c:pt>
                <c:pt idx="138">
                  <c:v>-24</c:v>
                </c:pt>
                <c:pt idx="139">
                  <c:v>-22</c:v>
                </c:pt>
                <c:pt idx="140">
                  <c:v>-20</c:v>
                </c:pt>
                <c:pt idx="141">
                  <c:v>-18</c:v>
                </c:pt>
                <c:pt idx="142">
                  <c:v>-16</c:v>
                </c:pt>
                <c:pt idx="143">
                  <c:v>-14</c:v>
                </c:pt>
                <c:pt idx="144">
                  <c:v>-12</c:v>
                </c:pt>
                <c:pt idx="145">
                  <c:v>-10</c:v>
                </c:pt>
                <c:pt idx="146">
                  <c:v>-8</c:v>
                </c:pt>
                <c:pt idx="147">
                  <c:v>-6</c:v>
                </c:pt>
                <c:pt idx="148">
                  <c:v>-4</c:v>
                </c:pt>
                <c:pt idx="149">
                  <c:v>-2</c:v>
                </c:pt>
                <c:pt idx="150">
                  <c:v>0</c:v>
                </c:pt>
                <c:pt idx="151">
                  <c:v>2</c:v>
                </c:pt>
                <c:pt idx="152">
                  <c:v>4</c:v>
                </c:pt>
                <c:pt idx="153">
                  <c:v>6</c:v>
                </c:pt>
                <c:pt idx="154">
                  <c:v>8</c:v>
                </c:pt>
                <c:pt idx="155">
                  <c:v>10</c:v>
                </c:pt>
                <c:pt idx="156">
                  <c:v>12</c:v>
                </c:pt>
                <c:pt idx="157">
                  <c:v>14</c:v>
                </c:pt>
                <c:pt idx="158">
                  <c:v>16</c:v>
                </c:pt>
                <c:pt idx="159">
                  <c:v>18</c:v>
                </c:pt>
                <c:pt idx="160">
                  <c:v>20</c:v>
                </c:pt>
                <c:pt idx="161">
                  <c:v>22</c:v>
                </c:pt>
                <c:pt idx="162">
                  <c:v>24</c:v>
                </c:pt>
                <c:pt idx="163">
                  <c:v>26</c:v>
                </c:pt>
                <c:pt idx="164">
                  <c:v>28</c:v>
                </c:pt>
                <c:pt idx="165">
                  <c:v>30</c:v>
                </c:pt>
                <c:pt idx="166">
                  <c:v>32</c:v>
                </c:pt>
                <c:pt idx="167">
                  <c:v>34</c:v>
                </c:pt>
                <c:pt idx="168">
                  <c:v>36</c:v>
                </c:pt>
                <c:pt idx="169">
                  <c:v>38</c:v>
                </c:pt>
                <c:pt idx="170">
                  <c:v>40</c:v>
                </c:pt>
                <c:pt idx="171">
                  <c:v>42</c:v>
                </c:pt>
                <c:pt idx="172">
                  <c:v>44</c:v>
                </c:pt>
                <c:pt idx="173">
                  <c:v>46</c:v>
                </c:pt>
                <c:pt idx="174">
                  <c:v>48</c:v>
                </c:pt>
                <c:pt idx="175">
                  <c:v>50</c:v>
                </c:pt>
                <c:pt idx="176">
                  <c:v>52</c:v>
                </c:pt>
                <c:pt idx="177">
                  <c:v>54</c:v>
                </c:pt>
                <c:pt idx="178">
                  <c:v>56</c:v>
                </c:pt>
                <c:pt idx="179">
                  <c:v>58</c:v>
                </c:pt>
                <c:pt idx="180">
                  <c:v>60</c:v>
                </c:pt>
                <c:pt idx="181">
                  <c:v>62</c:v>
                </c:pt>
                <c:pt idx="182">
                  <c:v>64</c:v>
                </c:pt>
                <c:pt idx="183">
                  <c:v>66</c:v>
                </c:pt>
                <c:pt idx="184">
                  <c:v>68</c:v>
                </c:pt>
                <c:pt idx="185">
                  <c:v>70</c:v>
                </c:pt>
                <c:pt idx="186">
                  <c:v>72</c:v>
                </c:pt>
                <c:pt idx="187">
                  <c:v>74</c:v>
                </c:pt>
                <c:pt idx="188">
                  <c:v>76</c:v>
                </c:pt>
                <c:pt idx="189">
                  <c:v>78</c:v>
                </c:pt>
                <c:pt idx="190">
                  <c:v>80</c:v>
                </c:pt>
                <c:pt idx="191">
                  <c:v>82</c:v>
                </c:pt>
                <c:pt idx="192">
                  <c:v>84</c:v>
                </c:pt>
                <c:pt idx="193">
                  <c:v>86</c:v>
                </c:pt>
                <c:pt idx="194">
                  <c:v>88</c:v>
                </c:pt>
                <c:pt idx="195">
                  <c:v>90</c:v>
                </c:pt>
                <c:pt idx="196">
                  <c:v>92</c:v>
                </c:pt>
                <c:pt idx="197">
                  <c:v>94</c:v>
                </c:pt>
                <c:pt idx="198">
                  <c:v>96</c:v>
                </c:pt>
                <c:pt idx="199">
                  <c:v>98</c:v>
                </c:pt>
                <c:pt idx="200">
                  <c:v>100</c:v>
                </c:pt>
              </c:numCache>
            </c:num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1.3333333333333308E-2</c:v>
                </c:pt>
                <c:pt idx="77">
                  <c:v>2.6666666666666616E-2</c:v>
                </c:pt>
                <c:pt idx="78">
                  <c:v>4.0000000000000036E-2</c:v>
                </c:pt>
                <c:pt idx="79">
                  <c:v>5.3333333333333344E-2</c:v>
                </c:pt>
                <c:pt idx="80">
                  <c:v>6.6666666666666652E-2</c:v>
                </c:pt>
                <c:pt idx="81">
                  <c:v>7.999999999999996E-2</c:v>
                </c:pt>
                <c:pt idx="82">
                  <c:v>9.3333333333333379E-2</c:v>
                </c:pt>
                <c:pt idx="83">
                  <c:v>0.10666666666666669</c:v>
                </c:pt>
                <c:pt idx="84">
                  <c:v>0.12</c:v>
                </c:pt>
                <c:pt idx="85">
                  <c:v>0.1333333333333333</c:v>
                </c:pt>
                <c:pt idx="86">
                  <c:v>0.14666666666666661</c:v>
                </c:pt>
                <c:pt idx="87">
                  <c:v>0.16000000000000003</c:v>
                </c:pt>
                <c:pt idx="88">
                  <c:v>0.17333333333333334</c:v>
                </c:pt>
                <c:pt idx="89">
                  <c:v>0.18666666666666665</c:v>
                </c:pt>
                <c:pt idx="90">
                  <c:v>0.19999999999999996</c:v>
                </c:pt>
                <c:pt idx="91">
                  <c:v>0.21333333333333337</c:v>
                </c:pt>
                <c:pt idx="92">
                  <c:v>0.22666666666666668</c:v>
                </c:pt>
                <c:pt idx="93">
                  <c:v>0.24</c:v>
                </c:pt>
                <c:pt idx="94">
                  <c:v>0.2533333333333333</c:v>
                </c:pt>
                <c:pt idx="95">
                  <c:v>0.26666666666666672</c:v>
                </c:pt>
                <c:pt idx="96">
                  <c:v>0.28000000000000003</c:v>
                </c:pt>
                <c:pt idx="97">
                  <c:v>0.29333333333333333</c:v>
                </c:pt>
                <c:pt idx="98">
                  <c:v>0.30666666666666664</c:v>
                </c:pt>
                <c:pt idx="99">
                  <c:v>0.31999999999999995</c:v>
                </c:pt>
                <c:pt idx="100">
                  <c:v>0.33333333333333337</c:v>
                </c:pt>
                <c:pt idx="101">
                  <c:v>0.34666666666666668</c:v>
                </c:pt>
                <c:pt idx="102">
                  <c:v>0.36</c:v>
                </c:pt>
                <c:pt idx="103">
                  <c:v>0.37333333333333329</c:v>
                </c:pt>
                <c:pt idx="104">
                  <c:v>0.38666666666666671</c:v>
                </c:pt>
                <c:pt idx="105">
                  <c:v>0.4</c:v>
                </c:pt>
                <c:pt idx="106">
                  <c:v>0.41333333333333333</c:v>
                </c:pt>
                <c:pt idx="107">
                  <c:v>0.42666666666666664</c:v>
                </c:pt>
                <c:pt idx="108">
                  <c:v>0.43999999999999995</c:v>
                </c:pt>
                <c:pt idx="109">
                  <c:v>0.45333333333333337</c:v>
                </c:pt>
                <c:pt idx="110">
                  <c:v>0.46666666666666667</c:v>
                </c:pt>
                <c:pt idx="111">
                  <c:v>0.48</c:v>
                </c:pt>
                <c:pt idx="112">
                  <c:v>0.49333333333333329</c:v>
                </c:pt>
                <c:pt idx="113">
                  <c:v>0.5066666666666666</c:v>
                </c:pt>
                <c:pt idx="114">
                  <c:v>0.52</c:v>
                </c:pt>
                <c:pt idx="115">
                  <c:v>0.53333333333333333</c:v>
                </c:pt>
                <c:pt idx="116">
                  <c:v>0.54666666666666663</c:v>
                </c:pt>
                <c:pt idx="117">
                  <c:v>0.56000000000000005</c:v>
                </c:pt>
                <c:pt idx="118">
                  <c:v>0.57333333333333325</c:v>
                </c:pt>
                <c:pt idx="119">
                  <c:v>0.58666666666666667</c:v>
                </c:pt>
                <c:pt idx="120">
                  <c:v>0.6</c:v>
                </c:pt>
                <c:pt idx="121">
                  <c:v>0.61333333333333329</c:v>
                </c:pt>
                <c:pt idx="122">
                  <c:v>0.62666666666666671</c:v>
                </c:pt>
                <c:pt idx="123">
                  <c:v>0.64</c:v>
                </c:pt>
                <c:pt idx="124">
                  <c:v>0.65333333333333332</c:v>
                </c:pt>
                <c:pt idx="125">
                  <c:v>0.66666666666666674</c:v>
                </c:pt>
                <c:pt idx="126">
                  <c:v>0.67999999999999994</c:v>
                </c:pt>
                <c:pt idx="127">
                  <c:v>0.69333333333333336</c:v>
                </c:pt>
                <c:pt idx="128">
                  <c:v>0.70666666666666667</c:v>
                </c:pt>
                <c:pt idx="129">
                  <c:v>0.72</c:v>
                </c:pt>
                <c:pt idx="130">
                  <c:v>0.73333333333333339</c:v>
                </c:pt>
                <c:pt idx="131">
                  <c:v>0.74666666666666659</c:v>
                </c:pt>
                <c:pt idx="132">
                  <c:v>0.76</c:v>
                </c:pt>
                <c:pt idx="133">
                  <c:v>0.77333333333333332</c:v>
                </c:pt>
                <c:pt idx="134">
                  <c:v>0.78666666666666663</c:v>
                </c:pt>
                <c:pt idx="135">
                  <c:v>0.8</c:v>
                </c:pt>
                <c:pt idx="136">
                  <c:v>0.81333333333333335</c:v>
                </c:pt>
                <c:pt idx="137">
                  <c:v>0.82666666666666666</c:v>
                </c:pt>
                <c:pt idx="138">
                  <c:v>0.84</c:v>
                </c:pt>
                <c:pt idx="139">
                  <c:v>0.85333333333333328</c:v>
                </c:pt>
                <c:pt idx="140">
                  <c:v>0.8666666666666667</c:v>
                </c:pt>
                <c:pt idx="141">
                  <c:v>0.88</c:v>
                </c:pt>
                <c:pt idx="142">
                  <c:v>0.89333333333333331</c:v>
                </c:pt>
                <c:pt idx="143">
                  <c:v>0.90666666666666662</c:v>
                </c:pt>
                <c:pt idx="144">
                  <c:v>0.92</c:v>
                </c:pt>
                <c:pt idx="145">
                  <c:v>0.93333333333333335</c:v>
                </c:pt>
                <c:pt idx="146">
                  <c:v>0.94666666666666666</c:v>
                </c:pt>
                <c:pt idx="147">
                  <c:v>0.96</c:v>
                </c:pt>
                <c:pt idx="148">
                  <c:v>0.97333333333333338</c:v>
                </c:pt>
                <c:pt idx="149">
                  <c:v>0.98666666666666669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510592"/>
        <c:axId val="150524672"/>
      </c:lineChart>
      <c:catAx>
        <c:axId val="150510592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524672"/>
        <c:crosses val="autoZero"/>
        <c:auto val="1"/>
        <c:lblAlgn val="ctr"/>
        <c:lblOffset val="100"/>
        <c:tickLblSkip val="20"/>
        <c:tickMarkSkip val="10"/>
        <c:noMultiLvlLbl val="0"/>
      </c:catAx>
      <c:valAx>
        <c:axId val="1505246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51059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HPA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90</c:v>
                </c:pt>
                <c:pt idx="1">
                  <c:v>91</c:v>
                </c:pt>
                <c:pt idx="2">
                  <c:v>92</c:v>
                </c:pt>
                <c:pt idx="3">
                  <c:v>93</c:v>
                </c:pt>
                <c:pt idx="4">
                  <c:v>94</c:v>
                </c:pt>
                <c:pt idx="5">
                  <c:v>95</c:v>
                </c:pt>
                <c:pt idx="6">
                  <c:v>96</c:v>
                </c:pt>
                <c:pt idx="7">
                  <c:v>97</c:v>
                </c:pt>
                <c:pt idx="8">
                  <c:v>98</c:v>
                </c:pt>
                <c:pt idx="9">
                  <c:v>99</c:v>
                </c:pt>
                <c:pt idx="10">
                  <c:v>100</c:v>
                </c:pt>
                <c:pt idx="11">
                  <c:v>101</c:v>
                </c:pt>
                <c:pt idx="12">
                  <c:v>102</c:v>
                </c:pt>
                <c:pt idx="13">
                  <c:v>103</c:v>
                </c:pt>
                <c:pt idx="14">
                  <c:v>104</c:v>
                </c:pt>
                <c:pt idx="15">
                  <c:v>105</c:v>
                </c:pt>
                <c:pt idx="16">
                  <c:v>106</c:v>
                </c:pt>
                <c:pt idx="17">
                  <c:v>107</c:v>
                </c:pt>
                <c:pt idx="18">
                  <c:v>108</c:v>
                </c:pt>
                <c:pt idx="19">
                  <c:v>109</c:v>
                </c:pt>
                <c:pt idx="20">
                  <c:v>110</c:v>
                </c:pt>
                <c:pt idx="21">
                  <c:v>111</c:v>
                </c:pt>
                <c:pt idx="22">
                  <c:v>112</c:v>
                </c:pt>
                <c:pt idx="23">
                  <c:v>113</c:v>
                </c:pt>
                <c:pt idx="24">
                  <c:v>114</c:v>
                </c:pt>
                <c:pt idx="25">
                  <c:v>115</c:v>
                </c:pt>
                <c:pt idx="26">
                  <c:v>116</c:v>
                </c:pt>
                <c:pt idx="27">
                  <c:v>117</c:v>
                </c:pt>
                <c:pt idx="28">
                  <c:v>118</c:v>
                </c:pt>
                <c:pt idx="29">
                  <c:v>119</c:v>
                </c:pt>
                <c:pt idx="30">
                  <c:v>120</c:v>
                </c:pt>
                <c:pt idx="31">
                  <c:v>121</c:v>
                </c:pt>
                <c:pt idx="32">
                  <c:v>122</c:v>
                </c:pt>
                <c:pt idx="33">
                  <c:v>123</c:v>
                </c:pt>
                <c:pt idx="34">
                  <c:v>124</c:v>
                </c:pt>
                <c:pt idx="35">
                  <c:v>125</c:v>
                </c:pt>
                <c:pt idx="36">
                  <c:v>126</c:v>
                </c:pt>
                <c:pt idx="37">
                  <c:v>127</c:v>
                </c:pt>
                <c:pt idx="38">
                  <c:v>128</c:v>
                </c:pt>
                <c:pt idx="39">
                  <c:v>129</c:v>
                </c:pt>
                <c:pt idx="40">
                  <c:v>130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 formatCode="0.00">
                  <c:v>0</c:v>
                </c:pt>
                <c:pt idx="21" formatCode="0.00">
                  <c:v>6.6666666666666652E-2</c:v>
                </c:pt>
                <c:pt idx="22" formatCode="0.00">
                  <c:v>0.1333333333333333</c:v>
                </c:pt>
                <c:pt idx="23" formatCode="0.00">
                  <c:v>0.19999999999999996</c:v>
                </c:pt>
                <c:pt idx="24" formatCode="0.00">
                  <c:v>0.26666666666666672</c:v>
                </c:pt>
                <c:pt idx="25" formatCode="0.00">
                  <c:v>0.33333333333333337</c:v>
                </c:pt>
                <c:pt idx="26" formatCode="0.00">
                  <c:v>0.4</c:v>
                </c:pt>
                <c:pt idx="27" formatCode="0.00">
                  <c:v>0.46666666666666667</c:v>
                </c:pt>
                <c:pt idx="28" formatCode="0.00">
                  <c:v>0.53333333333333333</c:v>
                </c:pt>
                <c:pt idx="29" formatCode="0.00">
                  <c:v>0.6</c:v>
                </c:pt>
                <c:pt idx="30" formatCode="0.00">
                  <c:v>0.66666666666666674</c:v>
                </c:pt>
                <c:pt idx="31" formatCode="0.00">
                  <c:v>0.73333333333333339</c:v>
                </c:pt>
                <c:pt idx="32" formatCode="0.00">
                  <c:v>0.8</c:v>
                </c:pt>
                <c:pt idx="33" formatCode="0.00">
                  <c:v>0.8666666666666667</c:v>
                </c:pt>
                <c:pt idx="34" formatCode="0.00">
                  <c:v>0.93333333333333335</c:v>
                </c:pt>
                <c:pt idx="35" formatCode="0.00">
                  <c:v>1</c:v>
                </c:pt>
                <c:pt idx="36" formatCode="0.00">
                  <c:v>1</c:v>
                </c:pt>
                <c:pt idx="37" formatCode="0.00">
                  <c:v>1</c:v>
                </c:pt>
                <c:pt idx="38" formatCode="0.00">
                  <c:v>1</c:v>
                </c:pt>
                <c:pt idx="39" formatCode="0.00">
                  <c:v>1</c:v>
                </c:pt>
                <c:pt idx="40" formatCode="0.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877312"/>
        <c:axId val="150878848"/>
      </c:lineChart>
      <c:catAx>
        <c:axId val="150877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878848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08788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87731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CLTV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0.96</c:v>
                </c:pt>
                <c:pt idx="12">
                  <c:v>0.92</c:v>
                </c:pt>
                <c:pt idx="13">
                  <c:v>0.88</c:v>
                </c:pt>
                <c:pt idx="14">
                  <c:v>0.84</c:v>
                </c:pt>
                <c:pt idx="15">
                  <c:v>0.8</c:v>
                </c:pt>
                <c:pt idx="16">
                  <c:v>0.76</c:v>
                </c:pt>
                <c:pt idx="17">
                  <c:v>0.72</c:v>
                </c:pt>
                <c:pt idx="18">
                  <c:v>0.68</c:v>
                </c:pt>
                <c:pt idx="19">
                  <c:v>0.64</c:v>
                </c:pt>
                <c:pt idx="20">
                  <c:v>0.6</c:v>
                </c:pt>
                <c:pt idx="21">
                  <c:v>0.56000000000000005</c:v>
                </c:pt>
                <c:pt idx="22">
                  <c:v>0.52</c:v>
                </c:pt>
                <c:pt idx="23">
                  <c:v>0.48</c:v>
                </c:pt>
                <c:pt idx="24">
                  <c:v>0.44</c:v>
                </c:pt>
                <c:pt idx="25">
                  <c:v>0.4</c:v>
                </c:pt>
                <c:pt idx="26">
                  <c:v>0.36</c:v>
                </c:pt>
                <c:pt idx="27">
                  <c:v>0.32</c:v>
                </c:pt>
                <c:pt idx="28">
                  <c:v>0.28000000000000003</c:v>
                </c:pt>
                <c:pt idx="29">
                  <c:v>0.24</c:v>
                </c:pt>
                <c:pt idx="30">
                  <c:v>0.2</c:v>
                </c:pt>
                <c:pt idx="31">
                  <c:v>0.16</c:v>
                </c:pt>
                <c:pt idx="32">
                  <c:v>0.12</c:v>
                </c:pt>
                <c:pt idx="33">
                  <c:v>0.08</c:v>
                </c:pt>
                <c:pt idx="34">
                  <c:v>0.04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13120"/>
        <c:axId val="151831296"/>
      </c:lineChart>
      <c:catAx>
        <c:axId val="151813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3129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1831296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1312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WALA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WALA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0</c:v>
                </c:pt>
                <c:pt idx="1">
                  <c:v>4.1666666666666664E-2</c:v>
                </c:pt>
                <c:pt idx="2">
                  <c:v>8.3333333333333329E-2</c:v>
                </c:pt>
                <c:pt idx="3">
                  <c:v>0.125</c:v>
                </c:pt>
                <c:pt idx="4">
                  <c:v>0.16666666666666666</c:v>
                </c:pt>
                <c:pt idx="5">
                  <c:v>0.20833333333333334</c:v>
                </c:pt>
                <c:pt idx="6">
                  <c:v>0.25</c:v>
                </c:pt>
                <c:pt idx="7">
                  <c:v>0.29166666666666669</c:v>
                </c:pt>
                <c:pt idx="8">
                  <c:v>0.33333333333333331</c:v>
                </c:pt>
                <c:pt idx="9">
                  <c:v>0.375</c:v>
                </c:pt>
                <c:pt idx="10">
                  <c:v>0.41666666666666669</c:v>
                </c:pt>
                <c:pt idx="11">
                  <c:v>0.45833333333333331</c:v>
                </c:pt>
                <c:pt idx="12">
                  <c:v>0.5</c:v>
                </c:pt>
                <c:pt idx="13">
                  <c:v>0.54166666666666663</c:v>
                </c:pt>
                <c:pt idx="14">
                  <c:v>0.58333333333333337</c:v>
                </c:pt>
                <c:pt idx="15">
                  <c:v>0.625</c:v>
                </c:pt>
                <c:pt idx="16">
                  <c:v>0.66666666666666663</c:v>
                </c:pt>
                <c:pt idx="17">
                  <c:v>0.70833333333333337</c:v>
                </c:pt>
                <c:pt idx="18">
                  <c:v>0.75</c:v>
                </c:pt>
                <c:pt idx="19">
                  <c:v>0.79166666666666663</c:v>
                </c:pt>
                <c:pt idx="20">
                  <c:v>0.83333333333333337</c:v>
                </c:pt>
                <c:pt idx="21">
                  <c:v>0.875</c:v>
                </c:pt>
                <c:pt idx="22">
                  <c:v>0.91666666666666663</c:v>
                </c:pt>
                <c:pt idx="23">
                  <c:v>0.95833333333333337</c:v>
                </c:pt>
                <c:pt idx="24">
                  <c:v>1</c:v>
                </c:pt>
                <c:pt idx="25" formatCode="General">
                  <c:v>1</c:v>
                </c:pt>
                <c:pt idx="26" formatCode="General">
                  <c:v>1</c:v>
                </c:pt>
                <c:pt idx="27" formatCode="General">
                  <c:v>1</c:v>
                </c:pt>
                <c:pt idx="28" formatCode="General">
                  <c:v>1</c:v>
                </c:pt>
                <c:pt idx="29" formatCode="General">
                  <c:v>1</c:v>
                </c:pt>
                <c:pt idx="30" formatCode="General">
                  <c:v>1</c:v>
                </c:pt>
                <c:pt idx="31" formatCode="General">
                  <c:v>1</c:v>
                </c:pt>
                <c:pt idx="32" formatCode="General">
                  <c:v>1</c:v>
                </c:pt>
                <c:pt idx="33" formatCode="General">
                  <c:v>1</c:v>
                </c:pt>
                <c:pt idx="34" formatCode="General">
                  <c:v>1</c:v>
                </c:pt>
                <c:pt idx="35" formatCode="General">
                  <c:v>1</c:v>
                </c:pt>
                <c:pt idx="36" formatCode="General">
                  <c:v>1</c:v>
                </c:pt>
                <c:pt idx="37" formatCode="General">
                  <c:v>1</c:v>
                </c:pt>
                <c:pt idx="38" formatCode="General">
                  <c:v>1</c:v>
                </c:pt>
                <c:pt idx="39" formatCode="General">
                  <c:v>1</c:v>
                </c:pt>
                <c:pt idx="40" formatCode="General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68544"/>
        <c:axId val="151870080"/>
      </c:lineChart>
      <c:catAx>
        <c:axId val="15186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70080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1870080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6854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OTM Cash-out Refi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OTM Refi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Sheet1!$C$2:$C$205</c:f>
              <c:numCache>
                <c:formatCode>0%</c:formatCode>
                <c:ptCount val="20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2.5169993919282803E-4</c:v>
                </c:pt>
                <c:pt idx="4">
                  <c:v>6.1202021784545404E-4</c:v>
                </c:pt>
                <c:pt idx="5">
                  <c:v>9.3608744107087595E-4</c:v>
                </c:pt>
                <c:pt idx="6">
                  <c:v>8.1458975903459007E-4</c:v>
                </c:pt>
                <c:pt idx="7">
                  <c:v>8.0334066148224402E-4</c:v>
                </c:pt>
                <c:pt idx="8">
                  <c:v>6.4056222573838405E-4</c:v>
                </c:pt>
                <c:pt idx="9">
                  <c:v>5.8614440231297203E-4</c:v>
                </c:pt>
                <c:pt idx="10">
                  <c:v>4.3307277977433598E-4</c:v>
                </c:pt>
                <c:pt idx="11">
                  <c:v>3.3759322681925399E-4</c:v>
                </c:pt>
                <c:pt idx="12">
                  <c:v>5.0083178246529403E-4</c:v>
                </c:pt>
                <c:pt idx="13">
                  <c:v>5.0259966580257199E-4</c:v>
                </c:pt>
                <c:pt idx="14">
                  <c:v>5.7086905347492002E-4</c:v>
                </c:pt>
                <c:pt idx="15">
                  <c:v>8.6215698067815206E-4</c:v>
                </c:pt>
                <c:pt idx="16">
                  <c:v>1.213343079686124E-3</c:v>
                </c:pt>
                <c:pt idx="17">
                  <c:v>9.4937733218092193E-4</c:v>
                </c:pt>
                <c:pt idx="18">
                  <c:v>1.414223898232426E-3</c:v>
                </c:pt>
                <c:pt idx="19">
                  <c:v>1.8250091495448659E-3</c:v>
                </c:pt>
                <c:pt idx="20">
                  <c:v>2.2570297040323001E-3</c:v>
                </c:pt>
                <c:pt idx="21">
                  <c:v>2.6318683050772203E-3</c:v>
                </c:pt>
                <c:pt idx="22">
                  <c:v>3.0220593470729001E-3</c:v>
                </c:pt>
                <c:pt idx="23">
                  <c:v>3.4055495958107401E-3</c:v>
                </c:pt>
                <c:pt idx="24">
                  <c:v>5.0460406910590805E-3</c:v>
                </c:pt>
                <c:pt idx="25">
                  <c:v>6.5290053804261203E-3</c:v>
                </c:pt>
                <c:pt idx="26">
                  <c:v>7.6623584430917206E-3</c:v>
                </c:pt>
                <c:pt idx="27">
                  <c:v>7.8336557923166603E-3</c:v>
                </c:pt>
                <c:pt idx="28">
                  <c:v>8.1189927671205791E-3</c:v>
                </c:pt>
                <c:pt idx="29">
                  <c:v>8.1368524419271806E-3</c:v>
                </c:pt>
                <c:pt idx="30">
                  <c:v>8.3166007058206402E-3</c:v>
                </c:pt>
                <c:pt idx="31">
                  <c:v>8.3241153330948607E-3</c:v>
                </c:pt>
                <c:pt idx="32">
                  <c:v>8.5758293870879E-3</c:v>
                </c:pt>
                <c:pt idx="33">
                  <c:v>8.1548284818384591E-3</c:v>
                </c:pt>
                <c:pt idx="34">
                  <c:v>8.6437180509713E-3</c:v>
                </c:pt>
                <c:pt idx="35">
                  <c:v>8.7971904157344606E-3</c:v>
                </c:pt>
                <c:pt idx="36">
                  <c:v>8.5934813077428399E-3</c:v>
                </c:pt>
                <c:pt idx="37">
                  <c:v>8.2681627949272602E-3</c:v>
                </c:pt>
                <c:pt idx="38">
                  <c:v>7.8223481375570003E-3</c:v>
                </c:pt>
                <c:pt idx="39">
                  <c:v>7.9119439493042804E-3</c:v>
                </c:pt>
                <c:pt idx="40">
                  <c:v>8.0625752905594192E-3</c:v>
                </c:pt>
                <c:pt idx="41">
                  <c:v>7.5204020338435198E-3</c:v>
                </c:pt>
                <c:pt idx="42">
                  <c:v>8.1537780458247403E-3</c:v>
                </c:pt>
                <c:pt idx="43">
                  <c:v>8.4603265337492798E-3</c:v>
                </c:pt>
                <c:pt idx="44">
                  <c:v>8.1954653096696396E-3</c:v>
                </c:pt>
                <c:pt idx="45">
                  <c:v>8.7065609815726395E-3</c:v>
                </c:pt>
                <c:pt idx="46">
                  <c:v>8.5696515624964394E-3</c:v>
                </c:pt>
                <c:pt idx="47">
                  <c:v>8.6277486396664198E-3</c:v>
                </c:pt>
                <c:pt idx="48">
                  <c:v>7.7498249756606796E-3</c:v>
                </c:pt>
                <c:pt idx="49">
                  <c:v>6.30217447148506E-3</c:v>
                </c:pt>
                <c:pt idx="50">
                  <c:v>5.7550267981103598E-3</c:v>
                </c:pt>
                <c:pt idx="51">
                  <c:v>5.5641779588502206E-3</c:v>
                </c:pt>
                <c:pt idx="52">
                  <c:v>5.0007423362963196E-3</c:v>
                </c:pt>
                <c:pt idx="53">
                  <c:v>4.8523623700458202E-3</c:v>
                </c:pt>
                <c:pt idx="54">
                  <c:v>3.9609948157372996E-3</c:v>
                </c:pt>
                <c:pt idx="55">
                  <c:v>4.2291496423401201E-3</c:v>
                </c:pt>
                <c:pt idx="56">
                  <c:v>3.5692932656217202E-3</c:v>
                </c:pt>
                <c:pt idx="57">
                  <c:v>4.4313109632248002E-3</c:v>
                </c:pt>
                <c:pt idx="58">
                  <c:v>5.9461166377568E-3</c:v>
                </c:pt>
                <c:pt idx="59">
                  <c:v>7.0288332868320199E-3</c:v>
                </c:pt>
                <c:pt idx="60">
                  <c:v>7.2203466051872197E-3</c:v>
                </c:pt>
                <c:pt idx="61">
                  <c:v>7.5154385667073401E-3</c:v>
                </c:pt>
                <c:pt idx="62">
                  <c:v>7.7641744834140401E-3</c:v>
                </c:pt>
                <c:pt idx="63">
                  <c:v>8.9805661504300804E-3</c:v>
                </c:pt>
                <c:pt idx="64">
                  <c:v>8.4874266831011999E-3</c:v>
                </c:pt>
                <c:pt idx="65">
                  <c:v>7.6906568715573399E-3</c:v>
                </c:pt>
                <c:pt idx="66">
                  <c:v>8.82340437185802E-3</c:v>
                </c:pt>
                <c:pt idx="67">
                  <c:v>1.103386386753292E-2</c:v>
                </c:pt>
                <c:pt idx="68">
                  <c:v>1.2977301386984941E-2</c:v>
                </c:pt>
                <c:pt idx="69">
                  <c:v>1.3718783212897101E-2</c:v>
                </c:pt>
                <c:pt idx="70">
                  <c:v>1.403753450870316E-2</c:v>
                </c:pt>
                <c:pt idx="71">
                  <c:v>1.4544364135481221E-2</c:v>
                </c:pt>
                <c:pt idx="72">
                  <c:v>1.5245422765775901E-2</c:v>
                </c:pt>
                <c:pt idx="73">
                  <c:v>1.648026864848106E-2</c:v>
                </c:pt>
                <c:pt idx="74">
                  <c:v>1.7388068038804102E-2</c:v>
                </c:pt>
                <c:pt idx="75">
                  <c:v>1.8065620404692499E-2</c:v>
                </c:pt>
                <c:pt idx="76">
                  <c:v>2.0167080280668E-2</c:v>
                </c:pt>
                <c:pt idx="77">
                  <c:v>2.1905964388486597E-2</c:v>
                </c:pt>
                <c:pt idx="78">
                  <c:v>2.3610960273180402E-2</c:v>
                </c:pt>
                <c:pt idx="79">
                  <c:v>2.3644126590309199E-2</c:v>
                </c:pt>
                <c:pt idx="80">
                  <c:v>2.4757557120716801E-2</c:v>
                </c:pt>
                <c:pt idx="81">
                  <c:v>2.435968186635E-2</c:v>
                </c:pt>
                <c:pt idx="82">
                  <c:v>2.28019196318308E-2</c:v>
                </c:pt>
                <c:pt idx="83">
                  <c:v>1.9880409573272081E-2</c:v>
                </c:pt>
                <c:pt idx="84">
                  <c:v>2.0352560069129798E-2</c:v>
                </c:pt>
                <c:pt idx="85">
                  <c:v>2.16529507087804E-2</c:v>
                </c:pt>
                <c:pt idx="86">
                  <c:v>2.0793743101413801E-2</c:v>
                </c:pt>
                <c:pt idx="87">
                  <c:v>1.9174082450263762E-2</c:v>
                </c:pt>
                <c:pt idx="88">
                  <c:v>1.6507458520911959E-2</c:v>
                </c:pt>
                <c:pt idx="89">
                  <c:v>1.464885522717684E-2</c:v>
                </c:pt>
                <c:pt idx="90">
                  <c:v>1.215600707783948E-2</c:v>
                </c:pt>
                <c:pt idx="91">
                  <c:v>9.99618215660702E-3</c:v>
                </c:pt>
                <c:pt idx="92">
                  <c:v>1.124497031839234E-2</c:v>
                </c:pt>
                <c:pt idx="93">
                  <c:v>1.1218546941990759E-2</c:v>
                </c:pt>
                <c:pt idx="94">
                  <c:v>1.0691283929650458E-2</c:v>
                </c:pt>
                <c:pt idx="95">
                  <c:v>1.0469920986708741E-2</c:v>
                </c:pt>
                <c:pt idx="96">
                  <c:v>9.7307677242382002E-3</c:v>
                </c:pt>
                <c:pt idx="97">
                  <c:v>8.0397813799914994E-3</c:v>
                </c:pt>
                <c:pt idx="98">
                  <c:v>6.8304039892375205E-3</c:v>
                </c:pt>
                <c:pt idx="99">
                  <c:v>4.9618587101476399E-3</c:v>
                </c:pt>
                <c:pt idx="100">
                  <c:v>2.82375471280804E-3</c:v>
                </c:pt>
                <c:pt idx="101">
                  <c:v>7.7806059669560603E-4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4.0034314710757401E-4</c:v>
                </c:pt>
                <c:pt idx="186">
                  <c:v>5.3916589534641602E-4</c:v>
                </c:pt>
                <c:pt idx="187">
                  <c:v>6.9841171071716201E-4</c:v>
                </c:pt>
                <c:pt idx="188">
                  <c:v>8.5522393879067194E-4</c:v>
                </c:pt>
                <c:pt idx="189">
                  <c:v>8.6603063972323603E-4</c:v>
                </c:pt>
                <c:pt idx="190">
                  <c:v>9.6804849742793196E-4</c:v>
                </c:pt>
                <c:pt idx="191">
                  <c:v>9.7142817294249006E-4</c:v>
                </c:pt>
                <c:pt idx="192">
                  <c:v>6.2889504421637002E-4</c:v>
                </c:pt>
                <c:pt idx="193">
                  <c:v>1.9371172160798078E-4</c:v>
                </c:pt>
                <c:pt idx="194">
                  <c:v>2.44494600668776E-4</c:v>
                </c:pt>
                <c:pt idx="195">
                  <c:v>3.6575375938685604E-4</c:v>
                </c:pt>
                <c:pt idx="196">
                  <c:v>2.9338420817648402E-4</c:v>
                </c:pt>
                <c:pt idx="197">
                  <c:v>9.8081268388172595E-4</c:v>
                </c:pt>
                <c:pt idx="198">
                  <c:v>2.5108836076828201E-3</c:v>
                </c:pt>
                <c:pt idx="199">
                  <c:v>2.57755062896602E-3</c:v>
                </c:pt>
                <c:pt idx="200">
                  <c:v>2.2416207630817598E-3</c:v>
                </c:pt>
                <c:pt idx="201">
                  <c:v>1.9155560028574221E-3</c:v>
                </c:pt>
                <c:pt idx="202">
                  <c:v>6.2529362612662209E-4</c:v>
                </c:pt>
                <c:pt idx="203">
                  <c:v>2.1684925379459401E-3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977344"/>
        <c:axId val="152245376"/>
      </c:lineChart>
      <c:dateAx>
        <c:axId val="1519773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2245376"/>
        <c:crosses val="autoZero"/>
        <c:auto val="1"/>
        <c:lblOffset val="100"/>
        <c:baseTimeUnit val="months"/>
        <c:majorUnit val="24"/>
        <c:majorTimeUnit val="months"/>
        <c:minorUnit val="5"/>
      </c:dateAx>
      <c:valAx>
        <c:axId val="152245376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97734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Turnover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April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918505"/>
            <a:chOff x="819356" y="1118116"/>
            <a:chExt cx="8549586" cy="1918505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Base Turnover – at least 30 bps OTM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get turnover from total prepayment, we need to subtract Refinances, Defaults and Curtailments.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Firstly, we </a:t>
              </a:r>
              <a:r>
                <a:rPr lang="en-US" sz="1400" dirty="0">
                  <a:latin typeface="+mn-lt"/>
                </a:rPr>
                <a:t>use at least </a:t>
              </a:r>
              <a:r>
                <a:rPr lang="en-US" sz="1400" b="1" dirty="0">
                  <a:latin typeface="+mn-lt"/>
                </a:rPr>
                <a:t>30 bps </a:t>
              </a:r>
              <a:r>
                <a:rPr lang="en-US" sz="1400" b="1" dirty="0" smtClean="0">
                  <a:latin typeface="+mn-lt"/>
                </a:rPr>
                <a:t>OTM</a:t>
              </a:r>
              <a:r>
                <a:rPr lang="en-US" sz="1400" dirty="0" smtClean="0">
                  <a:latin typeface="+mn-lt"/>
                </a:rPr>
                <a:t>, which do not have incentive to refinance. Then </a:t>
              </a:r>
              <a:r>
                <a:rPr lang="en-US" sz="1400" dirty="0">
                  <a:latin typeface="+mn-lt"/>
                </a:rPr>
                <a:t>subtract  </a:t>
              </a:r>
              <a:r>
                <a:rPr lang="en-US" sz="1400" dirty="0" smtClean="0">
                  <a:latin typeface="+mn-lt"/>
                </a:rPr>
                <a:t>defaults </a:t>
              </a:r>
              <a:r>
                <a:rPr lang="en-US" sz="1400" dirty="0">
                  <a:latin typeface="+mn-lt"/>
                </a:rPr>
                <a:t>and c</a:t>
              </a:r>
              <a:r>
                <a:rPr lang="en-US" sz="1400" dirty="0" smtClean="0">
                  <a:latin typeface="+mn-lt"/>
                </a:rPr>
                <a:t>urtailments to build our base turnover.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Also, the OTM data includes some OTM </a:t>
              </a:r>
              <a:r>
                <a:rPr lang="en-US" sz="1400" b="1" dirty="0" smtClean="0">
                  <a:latin typeface="+mn-lt"/>
                </a:rPr>
                <a:t>cash out refinances</a:t>
              </a:r>
              <a:r>
                <a:rPr lang="en-US" sz="1400" dirty="0" smtClean="0">
                  <a:latin typeface="+mn-lt"/>
                </a:rPr>
                <a:t>. We need to subtract that part from our base turnover.</a:t>
              </a:r>
              <a:endParaRPr lang="en-US" sz="1400" dirty="0">
                <a:latin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54212"/>
            <a:chOff x="819356" y="3067764"/>
            <a:chExt cx="8549586" cy="1454212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05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curtailment and default modules,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 turnover module.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Refinance Incentive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Incentive acts as the lock-in factor in turnover model.  In order to get a more accurate lock-in measurement, we did the following improvements for the pool level incentive: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Modified </a:t>
              </a:r>
              <a:r>
                <a:rPr lang="en-US" sz="1400" b="1" dirty="0" smtClean="0">
                  <a:latin typeface="+mn-lt"/>
                </a:rPr>
                <a:t>origination PMI </a:t>
              </a:r>
              <a:r>
                <a:rPr lang="en-US" sz="1400" dirty="0" smtClean="0">
                  <a:latin typeface="+mn-lt"/>
                </a:rPr>
                <a:t>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loans (CQ/CR/MHA)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Used loan level </a:t>
              </a:r>
              <a:r>
                <a:rPr lang="en-US" sz="1400" b="1" dirty="0" smtClean="0">
                  <a:latin typeface="+mn-lt"/>
                </a:rPr>
                <a:t>aggregate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b="1" dirty="0" smtClean="0">
                  <a:latin typeface="+mn-lt"/>
                </a:rPr>
                <a:t>incentive</a:t>
              </a:r>
              <a:r>
                <a:rPr lang="en-US" sz="1400" dirty="0" smtClean="0">
                  <a:latin typeface="+mn-lt"/>
                </a:rPr>
                <a:t> instead of calculate directly on pool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Turnover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876804" y="1501827"/>
            <a:ext cx="1476375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30-80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00854" y="1551229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7" y="2418661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HPA2Yr 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7" y="3991134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Seasonal Adj.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876802" y="4000659"/>
            <a:ext cx="1476375" cy="64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At least 30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786564" y="4164826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7" y="4968722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Lock-in</a:t>
            </a:r>
          </a:p>
          <a:p>
            <a:pPr algn="ctr"/>
            <a:r>
              <a:rPr lang="en-US" sz="1400" dirty="0" smtClean="0"/>
              <a:t>CLTV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7" y="36580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7" y="4758202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46" name="TextBox 45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50" name="TextBox 4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4" name="TextBox 53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876803" y="6244706"/>
            <a:ext cx="4524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Due to the large data amount for loan level model, two steps fitting will save time. But it’s not necessary for pool level model.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Remove 2 steps fitting process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Keep 5 parameters as base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structure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Subtract OTM cash-out refinance</a:t>
            </a: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The OTM prepayment data includes a partial of cash-out refinance. We need to remove that from our base turnover value.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In v2, we kept the 5 parameters use in v1. But one thing need to mention is the Lock-in factor is aggregated from loan level.</a:t>
            </a: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Use all the pool level data at least 30 bps OTM to do the fitting process as one.</a:t>
            </a: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071559" cy="2063158"/>
            <a:chOff x="4662742" y="3056033"/>
            <a:chExt cx="3071559" cy="2063158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66659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2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at least 30 bps OTM data to do fitting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596153" y="3293631"/>
            <a:ext cx="3071559" cy="2063158"/>
            <a:chOff x="4662742" y="3056033"/>
            <a:chExt cx="3071559" cy="2063158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65" name="TextBox 64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HPA2Yr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69" name="TextBox 68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/>
              <a:t>1. Incentive – PMI for </a:t>
            </a:r>
            <a:r>
              <a:rPr lang="en-US" sz="1600" dirty="0" err="1"/>
              <a:t>HARPed</a:t>
            </a:r>
            <a:r>
              <a:rPr lang="en-US" sz="1600" dirty="0"/>
              <a:t> loans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 incentive is </a:t>
              </a:r>
              <a:r>
                <a:rPr lang="en-US" sz="1400" dirty="0">
                  <a:latin typeface="+mn-lt"/>
                </a:rPr>
                <a:t>misleading since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loans pay no MI or carry over their MI from the previous </a:t>
              </a:r>
              <a:r>
                <a:rPr lang="en-US" sz="1400" dirty="0" smtClean="0">
                  <a:latin typeface="+mn-lt"/>
                </a:rPr>
                <a:t>loan.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what </a:t>
              </a:r>
              <a:r>
                <a:rPr lang="en-US" sz="1400" dirty="0">
                  <a:latin typeface="+mn-lt"/>
                </a:rPr>
                <a:t>MI the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borrower was paying before they </a:t>
              </a:r>
              <a:r>
                <a:rPr lang="en-US" sz="1400" dirty="0" smtClean="0">
                  <a:latin typeface="+mn-lt"/>
                </a:rPr>
                <a:t>refinanced</a:t>
              </a:r>
              <a:r>
                <a:rPr lang="en-US" sz="1400" dirty="0">
                  <a:latin typeface="+mn-lt"/>
                </a:rPr>
                <a:t>?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don’t have information for their previous </a:t>
            </a:r>
            <a:r>
              <a:rPr lang="en-US" sz="1400" dirty="0" smtClean="0">
                <a:latin typeface="+mn-lt"/>
              </a:rPr>
              <a:t>loans. Hence, we couldn’t use the mapping method and find out their PMI at origination.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our Enhanced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Identification algorithm, we can identify a HARP% for each loan.</a:t>
            </a:r>
            <a:endParaRPr lang="en-US" sz="14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could use the coverage level to look up MI rates from MGIC documents from before </a:t>
            </a:r>
            <a:r>
              <a:rPr lang="en-US" sz="1400" dirty="0" smtClean="0">
                <a:latin typeface="+mn-lt"/>
              </a:rPr>
              <a:t>2009/06 for all the potential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738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Incentive – PMI for </a:t>
            </a:r>
            <a:r>
              <a:rPr lang="en-US" sz="1600" dirty="0" err="1" smtClean="0">
                <a:latin typeface="+mn-lt"/>
              </a:rPr>
              <a:t>HARPed</a:t>
            </a:r>
            <a:r>
              <a:rPr lang="en-US" sz="1600" dirty="0" smtClean="0">
                <a:latin typeface="+mn-lt"/>
              </a:rPr>
              <a:t> loans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49807" y="1137785"/>
            <a:ext cx="8089900" cy="2217452"/>
            <a:chOff x="570548" y="1672549"/>
            <a:chExt cx="8868092" cy="3677325"/>
          </a:xfrm>
        </p:grpSpPr>
        <p:cxnSp>
          <p:nvCxnSpPr>
            <p:cNvPr id="7" name="AutoShape 8"/>
            <p:cNvCxnSpPr>
              <a:cxnSpLocks noChangeShapeType="1"/>
              <a:stCxn id="9" idx="3"/>
              <a:endCxn id="10" idx="1"/>
            </p:cNvCxnSpPr>
            <p:nvPr/>
          </p:nvCxnSpPr>
          <p:spPr bwMode="auto">
            <a:xfrm flipV="1">
              <a:off x="1784985" y="2878137"/>
              <a:ext cx="591503" cy="1006475"/>
            </a:xfrm>
            <a:prstGeom prst="bentConnector3">
              <a:avLst>
                <a:gd name="adj1" fmla="val 5000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" name="AutoShape 9"/>
            <p:cNvCxnSpPr>
              <a:cxnSpLocks noChangeShapeType="1"/>
              <a:stCxn id="9" idx="3"/>
              <a:endCxn id="11" idx="1"/>
            </p:cNvCxnSpPr>
            <p:nvPr/>
          </p:nvCxnSpPr>
          <p:spPr bwMode="auto">
            <a:xfrm>
              <a:off x="1784985" y="3884612"/>
              <a:ext cx="591503" cy="1008062"/>
            </a:xfrm>
            <a:prstGeom prst="bentConnector3">
              <a:avLst>
                <a:gd name="adj1" fmla="val 5000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70548" y="3427412"/>
              <a:ext cx="1214437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ja-JP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Recently Originated</a:t>
              </a:r>
              <a:r>
                <a:rPr lang="en-US" altLang="ja-JP" sz="1200" b="1" dirty="0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 Refi Loans</a:t>
              </a:r>
              <a:endParaRPr lang="en-US" altLang="ja-JP" sz="1200" b="1" dirty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376488" y="2420937"/>
              <a:ext cx="1217612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LTV &gt; 80%</a:t>
              </a:r>
              <a:endParaRPr lang="en-US" altLang="ja-JP" sz="1200" b="1" dirty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376488" y="4435474"/>
              <a:ext cx="1217612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LTV &lt;= 80%</a:t>
              </a:r>
              <a:endParaRPr lang="en-US" altLang="ja-JP" sz="1200" b="1" dirty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</p:txBody>
        </p:sp>
        <p:cxnSp>
          <p:nvCxnSpPr>
            <p:cNvPr id="12" name="AutoShape 14"/>
            <p:cNvCxnSpPr>
              <a:cxnSpLocks noChangeShapeType="1"/>
              <a:stCxn id="18" idx="3"/>
              <a:endCxn id="21" idx="1"/>
            </p:cNvCxnSpPr>
            <p:nvPr/>
          </p:nvCxnSpPr>
          <p:spPr bwMode="auto">
            <a:xfrm flipV="1">
              <a:off x="5369242" y="2129749"/>
              <a:ext cx="805180" cy="748388"/>
            </a:xfrm>
            <a:prstGeom prst="bentConnector3">
              <a:avLst>
                <a:gd name="adj1" fmla="val 5000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AutoShape 15"/>
            <p:cNvCxnSpPr>
              <a:cxnSpLocks noChangeShapeType="1"/>
              <a:stCxn id="18" idx="3"/>
              <a:endCxn id="20" idx="1"/>
            </p:cNvCxnSpPr>
            <p:nvPr/>
          </p:nvCxnSpPr>
          <p:spPr bwMode="auto">
            <a:xfrm>
              <a:off x="5369242" y="2878137"/>
              <a:ext cx="805180" cy="757237"/>
            </a:xfrm>
            <a:prstGeom prst="bentConnector3">
              <a:avLst>
                <a:gd name="adj1" fmla="val 5000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151630" y="2420937"/>
              <a:ext cx="1217612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MI Test</a:t>
              </a:r>
            </a:p>
            <a:p>
              <a:pPr algn="ctr">
                <a:defRPr/>
              </a:pPr>
              <a:r>
                <a:rPr lang="en-US" altLang="ja-JP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Using </a:t>
              </a:r>
              <a:r>
                <a:rPr lang="en-US" altLang="ja-JP" sz="1200" b="1" dirty="0" err="1" smtClean="0">
                  <a:solidFill>
                    <a:schemeClr val="accent1"/>
                  </a:solidFill>
                  <a:cs typeface="Arial Unicode MS" pitchFamily="34" charset="-122"/>
                </a:rPr>
                <a:t>Algo</a:t>
              </a:r>
              <a:r>
                <a:rPr lang="en-US" altLang="ja-JP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 I</a:t>
              </a:r>
              <a:endParaRPr lang="en-US" altLang="ja-JP" sz="1200" b="1" dirty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4151630" y="4435474"/>
              <a:ext cx="1217612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Logistic Regression Model* </a:t>
              </a:r>
              <a:endParaRPr lang="en-US" altLang="zh-CN" sz="12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174422" y="3178174"/>
              <a:ext cx="1214438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N: Non-</a:t>
              </a:r>
              <a:r>
                <a:rPr lang="en-US" altLang="zh-CN" sz="1200" b="1" dirty="0" err="1" smtClean="0">
                  <a:solidFill>
                    <a:schemeClr val="accent1"/>
                  </a:solidFill>
                  <a:cs typeface="Arial Unicode MS" pitchFamily="34" charset="-122"/>
                </a:rPr>
                <a:t>HARPed</a:t>
              </a:r>
              <a:endParaRPr lang="en-US" altLang="zh-CN" sz="1200" b="1" dirty="0" smtClean="0">
                <a:solidFill>
                  <a:schemeClr val="accent1"/>
                </a:solidFill>
                <a:cs typeface="Arial Unicode MS" pitchFamily="34" charset="-122"/>
              </a:endParaRPr>
            </a:p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HARP</a:t>
              </a:r>
              <a:r>
                <a:rPr lang="en-US" altLang="zh-CN" sz="1200" b="1" dirty="0">
                  <a:solidFill>
                    <a:schemeClr val="accent1"/>
                  </a:solidFill>
                  <a:cs typeface="Arial Unicode MS" pitchFamily="34" charset="-122"/>
                </a:rPr>
                <a:t>% = </a:t>
              </a:r>
              <a:r>
                <a:rPr lang="en-US" altLang="zh-CN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0</a:t>
              </a:r>
              <a:endParaRPr lang="en-US" altLang="ja-JP" sz="1200" b="1" dirty="0">
                <a:solidFill>
                  <a:schemeClr val="accent1"/>
                </a:solidFill>
                <a:cs typeface="Arial Unicode MS" pitchFamily="34" charset="-122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6174422" y="1672549"/>
              <a:ext cx="1214438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Y: </a:t>
              </a:r>
              <a:r>
                <a:rPr lang="en-US" altLang="zh-CN" sz="1200" b="1" dirty="0" err="1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HARPed</a:t>
              </a:r>
              <a:endParaRPr lang="en-US" altLang="zh-CN" sz="12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accent1"/>
                  </a:solidFill>
                  <a:latin typeface="+mn-lt"/>
                  <a:cs typeface="Arial Unicode MS" pitchFamily="34" charset="-122"/>
                </a:rPr>
                <a:t>HARP% = 100</a:t>
              </a:r>
              <a:endParaRPr lang="en-US" altLang="ja-JP" sz="1200" b="1" dirty="0">
                <a:solidFill>
                  <a:schemeClr val="accent1"/>
                </a:solidFill>
                <a:latin typeface="+mn-lt"/>
                <a:cs typeface="Arial Unicode MS" pitchFamily="34" charset="-122"/>
              </a:endParaRPr>
            </a:p>
          </p:txBody>
        </p:sp>
        <p:cxnSp>
          <p:nvCxnSpPr>
            <p:cNvPr id="22" name="Straight Connector 21"/>
            <p:cNvCxnSpPr>
              <a:stCxn id="10" idx="3"/>
              <a:endCxn id="18" idx="1"/>
            </p:cNvCxnSpPr>
            <p:nvPr/>
          </p:nvCxnSpPr>
          <p:spPr>
            <a:xfrm>
              <a:off x="3594100" y="2878137"/>
              <a:ext cx="557530" cy="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3" name="Straight Connector 22"/>
            <p:cNvCxnSpPr>
              <a:stCxn id="11" idx="3"/>
              <a:endCxn id="19" idx="1"/>
            </p:cNvCxnSpPr>
            <p:nvPr/>
          </p:nvCxnSpPr>
          <p:spPr>
            <a:xfrm>
              <a:off x="3594100" y="4892674"/>
              <a:ext cx="557530" cy="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6171248" y="4435474"/>
              <a:ext cx="1217612" cy="9144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ja-JP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Likelihood that loan has been </a:t>
              </a:r>
              <a:r>
                <a:rPr lang="en-US" altLang="ja-JP" sz="1200" b="1" dirty="0" err="1" smtClean="0">
                  <a:solidFill>
                    <a:schemeClr val="accent1"/>
                  </a:solidFill>
                  <a:cs typeface="Arial Unicode MS" pitchFamily="34" charset="-122"/>
                </a:rPr>
                <a:t>HARPed</a:t>
              </a:r>
              <a:r>
                <a:rPr lang="en-US" altLang="ja-JP" sz="1200" b="1" dirty="0" smtClean="0">
                  <a:solidFill>
                    <a:schemeClr val="accent1"/>
                  </a:solidFill>
                  <a:cs typeface="Arial Unicode MS" pitchFamily="34" charset="-122"/>
                </a:rPr>
                <a:t> </a:t>
              </a:r>
              <a:endParaRPr lang="en-US" altLang="ja-JP" sz="1200" b="1" dirty="0">
                <a:solidFill>
                  <a:schemeClr val="accent1"/>
                </a:solidFill>
                <a:cs typeface="Arial Unicode MS" pitchFamily="34" charset="-122"/>
              </a:endParaRPr>
            </a:p>
          </p:txBody>
        </p:sp>
        <p:cxnSp>
          <p:nvCxnSpPr>
            <p:cNvPr id="25" name="Straight Connector 24"/>
            <p:cNvCxnSpPr>
              <a:stCxn id="19" idx="3"/>
              <a:endCxn id="24" idx="1"/>
            </p:cNvCxnSpPr>
            <p:nvPr/>
          </p:nvCxnSpPr>
          <p:spPr>
            <a:xfrm>
              <a:off x="5369242" y="4892674"/>
              <a:ext cx="802006" cy="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26" name="Isosceles Triangle 25"/>
            <p:cNvSpPr/>
            <p:nvPr/>
          </p:nvSpPr>
          <p:spPr>
            <a:xfrm rot="5400000">
              <a:off x="6888480" y="3462588"/>
              <a:ext cx="1888437" cy="13716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8221028" y="3178174"/>
              <a:ext cx="1217612" cy="914400"/>
            </a:xfrm>
            <a:prstGeom prst="rect">
              <a:avLst/>
            </a:prstGeom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anchor="ctr">
              <a:noAutofit/>
            </a:bodyPr>
            <a:lstStyle/>
            <a:p>
              <a:pPr algn="ctr">
                <a:defRPr/>
              </a:pPr>
              <a:r>
                <a:rPr lang="en-US" altLang="zh-CN" sz="1200" b="1" dirty="0" smtClean="0">
                  <a:solidFill>
                    <a:schemeClr val="bg1"/>
                  </a:solidFill>
                  <a:cs typeface="Arial Unicode MS" pitchFamily="34" charset="-122"/>
                </a:rPr>
                <a:t>HARP % for each loan</a:t>
              </a:r>
              <a:endParaRPr lang="en-US" altLang="ja-JP" sz="1200" b="1" dirty="0">
                <a:solidFill>
                  <a:schemeClr val="bg1"/>
                </a:solidFill>
                <a:cs typeface="Arial Unicode MS" pitchFamily="34" charset="-122"/>
              </a:endParaRPr>
            </a:p>
          </p:txBody>
        </p:sp>
      </p:grpSp>
      <p:sp>
        <p:nvSpPr>
          <p:cNvPr id="33" name="Isosceles Triangle 32"/>
          <p:cNvSpPr/>
          <p:nvPr/>
        </p:nvSpPr>
        <p:spPr>
          <a:xfrm rot="10800000">
            <a:off x="3587032" y="3577570"/>
            <a:ext cx="3621158" cy="272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775546" y="3481365"/>
            <a:ext cx="3378641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  <a:latin typeface="+mn-lt"/>
              </a:rPr>
              <a:t>Using the Enhanced Algorithm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95023" y="3849853"/>
            <a:ext cx="8674873" cy="2926080"/>
            <a:chOff x="595023" y="3849853"/>
            <a:chExt cx="8674873" cy="2926080"/>
          </a:xfrm>
        </p:grpSpPr>
        <p:graphicFrame>
          <p:nvGraphicFramePr>
            <p:cNvPr id="29" name="Chart 28"/>
            <p:cNvGraphicFramePr/>
            <p:nvPr>
              <p:extLst>
                <p:ext uri="{D42A27DB-BD31-4B8C-83A1-F6EECF244321}">
                  <p14:modId xmlns:p14="http://schemas.microsoft.com/office/powerpoint/2010/main" val="734217052"/>
                </p:ext>
              </p:extLst>
            </p:nvPr>
          </p:nvGraphicFramePr>
          <p:xfrm>
            <a:off x="595023" y="3849853"/>
            <a:ext cx="8674873" cy="2926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6182472" y="4920799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</a:t>
              </a:r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8896" y="4190468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29456" y="4006263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accent1"/>
                  </a:solidFill>
                  <a:latin typeface="+mn-lt"/>
                </a:rPr>
                <a:t>Pre-HARP</a:t>
              </a:r>
              <a:endParaRPr lang="en-US" sz="1000" b="1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95585" y="5999579"/>
              <a:ext cx="19480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Non-Eligible: Purchas, refi-CO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56260" y="6778473"/>
            <a:ext cx="8793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Based on our Enhanced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 loan identification algorithm, there are around 15 to 30% loans are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. And our previous incentive calculation for those loans might bring </a:t>
            </a:r>
            <a:r>
              <a:rPr lang="en-US" sz="1200" dirty="0" err="1" smtClean="0">
                <a:latin typeface="+mn-lt"/>
              </a:rPr>
              <a:t>problemsto</a:t>
            </a:r>
            <a:r>
              <a:rPr lang="en-US" sz="1200" dirty="0" smtClean="0">
                <a:latin typeface="+mn-lt"/>
              </a:rPr>
              <a:t> our model.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27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Previous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105109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Find the MI premium based on loan info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1231"/>
            <a:ext cx="2400306" cy="382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5581649"/>
            <a:ext cx="2408328" cy="161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81" y="1751231"/>
            <a:ext cx="68689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91400" y="2654300"/>
            <a:ext cx="4508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34074" y="63119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34074" y="60071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 the LTV is greater than the largest number in the table, we assigned the max number (or a number of 1000 bps) in the table to the base MI (i.e., we ignore what the credit score is).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We will have a PMI of </a:t>
            </a:r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for the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800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Updated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75387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503816" y="3167514"/>
            <a:ext cx="1182681" cy="233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Based on the historical MI documents, we assign 79 bps MI to the example loan instead of 110 bps.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Makes the incentive 3</a:t>
            </a:r>
            <a:r>
              <a:rPr lang="en-US" sz="1400" dirty="0">
                <a:latin typeface="+mn-lt"/>
              </a:rPr>
              <a:t>1</a:t>
            </a:r>
            <a:r>
              <a:rPr lang="en-US" sz="1400" dirty="0" smtClean="0">
                <a:latin typeface="+mn-lt"/>
              </a:rPr>
              <a:t> bps lower.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69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pool level incentive is to treat a pool as a loan then use its weight average of CLTV/FICO and other distribution numbers to map the PMI and LLPA level.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Will the method work well?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see a dispersion between loan level and pool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As the LLPA and PMI mapping is not a linear function, instead, </a:t>
            </a:r>
            <a:r>
              <a:rPr lang="en-US" sz="1400" dirty="0">
                <a:latin typeface="+mn-lt"/>
              </a:rPr>
              <a:t>it is </a:t>
            </a:r>
            <a:r>
              <a:rPr lang="en-US" sz="1400" dirty="0" smtClean="0">
                <a:latin typeface="+mn-lt"/>
              </a:rPr>
              <a:t>step function. So when the pool level WA near the thresholds of each step, it will cause some problems.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59110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loan level incentive calculation, including LLPA and PMI, as well as special handling of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 MI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Aggregate the loan level incentive as pool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/ Pool Dispersion</a:t>
            </a:r>
          </a:p>
          <a:p>
            <a:pPr lvl="1" indent="0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  <a:t>For an example pool, we find a typical dispersion caused by the step function, although the pool level weighted average CLTV and FICO are very close to the loan level.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302928401"/>
              </p:ext>
            </p:extLst>
          </p:nvPr>
        </p:nvGraphicFramePr>
        <p:xfrm>
          <a:off x="710184" y="18211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95601121"/>
              </p:ext>
            </p:extLst>
          </p:nvPr>
        </p:nvGraphicFramePr>
        <p:xfrm>
          <a:off x="5189220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1032943197"/>
              </p:ext>
            </p:extLst>
          </p:nvPr>
        </p:nvGraphicFramePr>
        <p:xfrm>
          <a:off x="603504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1222144775"/>
              </p:ext>
            </p:extLst>
          </p:nvPr>
        </p:nvGraphicFramePr>
        <p:xfrm>
          <a:off x="5341620" y="19888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4235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604068661"/>
              </p:ext>
            </p:extLst>
          </p:nvPr>
        </p:nvGraphicFramePr>
        <p:xfrm>
          <a:off x="528218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724277120"/>
              </p:ext>
            </p:extLst>
          </p:nvPr>
        </p:nvGraphicFramePr>
        <p:xfrm>
          <a:off x="43586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917886757"/>
              </p:ext>
            </p:extLst>
          </p:nvPr>
        </p:nvGraphicFramePr>
        <p:xfrm>
          <a:off x="50444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level aggregation V.S. Pool level </a:t>
            </a:r>
            <a:r>
              <a:rPr lang="en-US" sz="1100" dirty="0" smtClean="0">
                <a:latin typeface="+mn-lt"/>
              </a:rPr>
              <a:t>(Effect includes fixing </a:t>
            </a:r>
            <a:r>
              <a:rPr lang="en-US" sz="1100" dirty="0" err="1" smtClean="0">
                <a:latin typeface="+mn-lt"/>
              </a:rPr>
              <a:t>HARPed</a:t>
            </a:r>
            <a:r>
              <a:rPr lang="en-US" sz="1100" dirty="0" smtClean="0">
                <a:latin typeface="+mn-lt"/>
              </a:rPr>
              <a:t> Origination PMI)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08067201"/>
              </p:ext>
            </p:extLst>
          </p:nvPr>
        </p:nvGraphicFramePr>
        <p:xfrm>
          <a:off x="512978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003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678628303"/>
              </p:ext>
            </p:extLst>
          </p:nvPr>
        </p:nvGraphicFramePr>
        <p:xfrm>
          <a:off x="1197864" y="2194560"/>
          <a:ext cx="7107936" cy="4823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Combined Version for Conventional Pools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combine version is reliable because the LLPA/PMI impact at that period is minor.</a:t>
            </a:r>
          </a:p>
        </p:txBody>
      </p:sp>
    </p:spTree>
    <p:extLst>
      <p:ext uri="{BB962C8B-B14F-4D97-AF65-F5344CB8AC3E}">
        <p14:creationId xmlns:p14="http://schemas.microsoft.com/office/powerpoint/2010/main" val="166290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As we use -30 bps incentive pool prepayments minus defaults and curtailments to get our turnover baseline, there could be some OTM cash-out refi involved in the result.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need to find a way to </a:t>
              </a:r>
              <a:r>
                <a:rPr lang="en-US" sz="1400" dirty="0">
                  <a:latin typeface="+mn-lt"/>
                </a:rPr>
                <a:t>remove OTM cash-out refi </a:t>
              </a:r>
              <a:r>
                <a:rPr lang="en-US" sz="1400" dirty="0" smtClean="0">
                  <a:latin typeface="+mn-lt"/>
                </a:rPr>
                <a:t>from </a:t>
              </a:r>
              <a:r>
                <a:rPr lang="en-US" sz="1400" dirty="0">
                  <a:latin typeface="+mn-lt"/>
                </a:rPr>
                <a:t>the turnover </a:t>
              </a:r>
              <a:r>
                <a:rPr lang="en-US" sz="1400" dirty="0" smtClean="0">
                  <a:latin typeface="+mn-lt"/>
                </a:rPr>
                <a:t>baseline.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no clear way to find out </a:t>
            </a:r>
            <a:r>
              <a:rPr lang="en-US" sz="1400" dirty="0">
                <a:latin typeface="+mn-lt"/>
              </a:rPr>
              <a:t>the actual OTM cash-out refi </a:t>
            </a:r>
            <a:r>
              <a:rPr lang="en-US" sz="1400" dirty="0" err="1" smtClean="0">
                <a:latin typeface="+mn-lt"/>
              </a:rPr>
              <a:t>volumn</a:t>
            </a:r>
            <a:r>
              <a:rPr lang="en-US" sz="1400" dirty="0" smtClean="0">
                <a:latin typeface="+mn-lt"/>
              </a:rPr>
              <a:t>. 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analysis of the “Existing Home Sales Turnover” and the “MBS Universe Turnover”, we can identify the gap around 2% to 4% CPR of our turnover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a simple model to capture the gap, which is potentially the OTM cash-out refi activities.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2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571849" y="3946550"/>
            <a:ext cx="43084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20832590">
            <a:off x="3578870" y="3685501"/>
            <a:ext cx="8616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20792435">
            <a:off x="5665465" y="4221479"/>
            <a:ext cx="206502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46" y="1905566"/>
            <a:ext cx="90382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MBS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Prepayments on all pools at least 30 bps OTM after subtracting defaults and curtailments</a:t>
            </a:r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517914"/>
              </p:ext>
            </p:extLst>
          </p:nvPr>
        </p:nvGraphicFramePr>
        <p:xfrm>
          <a:off x="2174081" y="2752249"/>
          <a:ext cx="5710238" cy="3679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94346" y="1059180"/>
            <a:ext cx="903827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EHS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= Existing Home Sales / Owner-occupied housing Stock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Turnover across all home owners, with or without mortgage (all types of mortgages)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roughly 4% difference consistently between those two curves.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the difference of two curves get narrower, there is a potential OTM Cash-out refinance wave. </a:t>
            </a:r>
          </a:p>
        </p:txBody>
      </p:sp>
    </p:spTree>
    <p:extLst>
      <p:ext uri="{BB962C8B-B14F-4D97-AF65-F5344CB8AC3E}">
        <p14:creationId xmlns:p14="http://schemas.microsoft.com/office/powerpoint/2010/main" val="107769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3647561748"/>
              </p:ext>
            </p:extLst>
          </p:nvPr>
        </p:nvGraphicFramePr>
        <p:xfrm>
          <a:off x="710184" y="222560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763784098"/>
              </p:ext>
            </p:extLst>
          </p:nvPr>
        </p:nvGraphicFramePr>
        <p:xfrm>
          <a:off x="5250180" y="221855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2279556080"/>
              </p:ext>
            </p:extLst>
          </p:nvPr>
        </p:nvGraphicFramePr>
        <p:xfrm>
          <a:off x="640080" y="471791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Chart 34"/>
          <p:cNvGraphicFramePr/>
          <p:nvPr>
            <p:extLst>
              <p:ext uri="{D42A27DB-BD31-4B8C-83A1-F6EECF244321}">
                <p14:modId xmlns:p14="http://schemas.microsoft.com/office/powerpoint/2010/main" val="2317824960"/>
              </p:ext>
            </p:extLst>
          </p:nvPr>
        </p:nvGraphicFramePr>
        <p:xfrm>
          <a:off x="5250180" y="475065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2379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997372165"/>
              </p:ext>
            </p:extLst>
          </p:nvPr>
        </p:nvGraphicFramePr>
        <p:xfrm>
          <a:off x="1674876" y="2637652"/>
          <a:ext cx="7126224" cy="430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41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Turnover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420019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444750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469481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494212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518944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432719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894580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Seasonal Adj.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4926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95452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2"/>
                </a:solidFill>
              </a:rPr>
              <a:t>WALA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0" name="TextBox 71"/>
          <p:cNvSpPr txBox="1"/>
          <p:nvPr/>
        </p:nvSpPr>
        <p:spPr>
          <a:xfrm>
            <a:off x="384334" y="35340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995922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HPA2Yr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5564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50182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Lock-in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5851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60469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2"/>
                </a:solidFill>
              </a:rPr>
              <a:t>CLTV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7080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539712"/>
            <a:ext cx="221239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Turnover shows a clear seasonal difference. Remove the difference using seasonal adjustment will help to find the spline functions for the model.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73278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564444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The WALA ramp effect shows a increasing trend of </a:t>
            </a:r>
            <a:r>
              <a:rPr lang="en-US" sz="1050" dirty="0" smtClean="0">
                <a:solidFill>
                  <a:schemeClr val="bg2"/>
                </a:solidFill>
              </a:rPr>
              <a:t>turnover as </a:t>
            </a:r>
            <a:r>
              <a:rPr lang="en-US" sz="1050" dirty="0">
                <a:solidFill>
                  <a:schemeClr val="bg2"/>
                </a:solidFill>
              </a:rPr>
              <a:t>loan age goes up.</a:t>
            </a: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757515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589175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HPA goes higher, borrowers will have a higher chance to sell their house.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78224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587764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the incentive is too low, the home owners are less willing to move as the rate cost for their current house is too low.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80697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4" y="5742304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Borrower with higher CLTVs </a:t>
            </a:r>
            <a:r>
              <a:rPr lang="en-US" sz="1050" dirty="0" smtClean="0">
                <a:solidFill>
                  <a:schemeClr val="bg2"/>
                </a:solidFill>
              </a:rPr>
              <a:t>are  more difficult to move.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v2 of the turnover model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sz="1400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sz="1400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sz="1400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41" y="1209560"/>
            <a:ext cx="3106652" cy="2743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498" y="1209560"/>
            <a:ext cx="3106652" cy="274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441" y="4327410"/>
            <a:ext cx="310665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498" y="4327410"/>
            <a:ext cx="310665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58" y="1212955"/>
            <a:ext cx="310665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494" y="1212955"/>
            <a:ext cx="310665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058" y="4264934"/>
            <a:ext cx="3106652" cy="27432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494" y="4264934"/>
            <a:ext cx="310665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Performance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4" y="1958340"/>
            <a:ext cx="4523635" cy="399440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8" y="1958340"/>
            <a:ext cx="4523635" cy="39944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Performance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By Pool Types</a:t>
            </a:r>
            <a:endParaRPr lang="en-US" sz="1600" dirty="0">
              <a:latin typeface="+mn-lt"/>
            </a:endParaRPr>
          </a:p>
        </p:txBody>
      </p:sp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69277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13" y="1570722"/>
            <a:ext cx="3068187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874" y="4313922"/>
            <a:ext cx="3068187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10" y="4313922"/>
            <a:ext cx="3064690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534" y="1570722"/>
            <a:ext cx="3068187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5380" y="1570722"/>
            <a:ext cx="1341120" cy="288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accent4"/>
                </a:solidFill>
              </a:rPr>
              <a:t>Conventional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57067" y="1570722"/>
            <a:ext cx="1341120" cy="288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accent4"/>
                </a:solidFill>
              </a:rPr>
              <a:t>Jumbo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10407" y="4352022"/>
            <a:ext cx="1341120" cy="288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accent4"/>
                </a:solidFill>
              </a:rPr>
              <a:t>CR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380" y="4352022"/>
            <a:ext cx="1341120" cy="288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accent4"/>
                </a:solidFill>
              </a:rPr>
              <a:t>CQ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37587" y="1927860"/>
            <a:ext cx="1705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shows </a:t>
            </a:r>
            <a:r>
              <a:rPr lang="en-US" sz="1200" dirty="0" smtClean="0">
                <a:latin typeface="+mn-lt"/>
              </a:rPr>
              <a:t>2 </a:t>
            </a:r>
            <a:r>
              <a:rPr lang="en-US" sz="1200" dirty="0">
                <a:latin typeface="+mn-lt"/>
              </a:rPr>
              <a:t>CPR </a:t>
            </a:r>
            <a:r>
              <a:rPr lang="en-US" sz="1200" dirty="0" smtClean="0">
                <a:latin typeface="+mn-lt"/>
              </a:rPr>
              <a:t>faster in most recent one year.</a:t>
            </a:r>
            <a:endParaRPr lang="en-US" sz="1200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7227" y="1943100"/>
            <a:ext cx="170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Jumbo pools with OTM incentive are quite few.</a:t>
            </a:r>
            <a:endParaRPr lang="en-US" sz="12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37587" y="4716780"/>
            <a:ext cx="1705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CQ pool tracking is more reliable now, as we fixed the incentive calculation for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 loans.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53427" y="4792980"/>
            <a:ext cx="1705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122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51739"/>
              </p:ext>
            </p:extLst>
          </p:nvPr>
        </p:nvGraphicFramePr>
        <p:xfrm>
          <a:off x="1676400" y="1927225"/>
          <a:ext cx="6705600" cy="333756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1.570958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0.694794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1.530962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lockin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0.474579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1.148333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cltv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0.079905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0.987166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seasonality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0.683492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1.241067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3.383621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CPR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90202</TotalTime>
  <Words>1519</Words>
  <Application>Microsoft Office PowerPoint</Application>
  <PresentationFormat>Custom</PresentationFormat>
  <Paragraphs>307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Model Structure</vt:lpstr>
      <vt:lpstr>Model Update Overview 2. Streamline Model Parameters</vt:lpstr>
      <vt:lpstr>Data Preparation 1. Incentive – PMI for HARPed loans</vt:lpstr>
      <vt:lpstr>Data Preparation 1. Incentive – PMI for HARPed loans</vt:lpstr>
      <vt:lpstr>Previous MI Calculation</vt:lpstr>
      <vt:lpstr>Updated MI Calculation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v2 Turnover Model Details 1. Model Multipliers</vt:lpstr>
      <vt:lpstr>v2 Turnover Model Details 2. Model Multiplier Splines</vt:lpstr>
      <vt:lpstr>v2 Turnover Model Details 3. Model Multiplier Tracking</vt:lpstr>
      <vt:lpstr>Tracking Performance  1. Overall</vt:lpstr>
      <vt:lpstr>Tracking Performance  2. By Pool Types</vt:lpstr>
      <vt:lpstr>Appendix 1. Max Value of Multipliers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2120</cp:revision>
  <cp:lastPrinted>2016-03-29T19:25:13Z</cp:lastPrinted>
  <dcterms:created xsi:type="dcterms:W3CDTF">2011-07-07T12:37:32Z</dcterms:created>
  <dcterms:modified xsi:type="dcterms:W3CDTF">2016-04-14T13:49:14Z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