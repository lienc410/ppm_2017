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6"/>
  </p:notesMasterIdLst>
  <p:handoutMasterIdLst>
    <p:handoutMasterId r:id="rId37"/>
  </p:handoutMasterIdLst>
  <p:sldIdLst>
    <p:sldId id="433" r:id="rId16"/>
    <p:sldId id="607" r:id="rId17"/>
    <p:sldId id="606" r:id="rId18"/>
    <p:sldId id="605" r:id="rId19"/>
    <p:sldId id="604" r:id="rId20"/>
    <p:sldId id="611" r:id="rId21"/>
    <p:sldId id="612" r:id="rId22"/>
    <p:sldId id="613" r:id="rId23"/>
    <p:sldId id="614" r:id="rId24"/>
    <p:sldId id="627" r:id="rId25"/>
    <p:sldId id="615" r:id="rId26"/>
    <p:sldId id="628" r:id="rId27"/>
    <p:sldId id="610" r:id="rId28"/>
    <p:sldId id="625" r:id="rId29"/>
    <p:sldId id="626" r:id="rId30"/>
    <p:sldId id="624" r:id="rId31"/>
    <p:sldId id="620" r:id="rId32"/>
    <p:sldId id="621" r:id="rId33"/>
    <p:sldId id="622" r:id="rId34"/>
    <p:sldId id="623" r:id="rId35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80" d="100"/>
          <a:sy n="80" d="100"/>
        </p:scale>
        <p:origin x="-912" y="-101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ev\cello-it-dev\trunk\Research\AgencyPrepayment\Baton\data\default_distribution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2.8515887646976901</c:v>
                </c:pt>
                <c:pt idx="1">
                  <c:v>3.0092574384375799</c:v>
                </c:pt>
                <c:pt idx="2">
                  <c:v>2.58048347031187</c:v>
                </c:pt>
                <c:pt idx="3">
                  <c:v>2.2254604071283302</c:v>
                </c:pt>
                <c:pt idx="4">
                  <c:v>2.1357740489281101</c:v>
                </c:pt>
                <c:pt idx="5">
                  <c:v>2.11345256186191</c:v>
                </c:pt>
                <c:pt idx="6">
                  <c:v>2.07675597787004</c:v>
                </c:pt>
                <c:pt idx="7">
                  <c:v>2.0678544608068501</c:v>
                </c:pt>
                <c:pt idx="8">
                  <c:v>2.1195306707545698</c:v>
                </c:pt>
                <c:pt idx="9">
                  <c:v>2.1812705009670701</c:v>
                </c:pt>
                <c:pt idx="10">
                  <c:v>2.2641556655418702</c:v>
                </c:pt>
                <c:pt idx="11">
                  <c:v>2.3807444954646</c:v>
                </c:pt>
                <c:pt idx="12">
                  <c:v>2.34543412817301</c:v>
                </c:pt>
                <c:pt idx="13">
                  <c:v>2.29688725514433</c:v>
                </c:pt>
                <c:pt idx="14">
                  <c:v>2.1829314480471198</c:v>
                </c:pt>
                <c:pt idx="15">
                  <c:v>1.94856513902093</c:v>
                </c:pt>
                <c:pt idx="16">
                  <c:v>1.8639765395774599</c:v>
                </c:pt>
                <c:pt idx="17">
                  <c:v>1.8591084721441999</c:v>
                </c:pt>
                <c:pt idx="18">
                  <c:v>1.7550053464528099</c:v>
                </c:pt>
                <c:pt idx="19">
                  <c:v>1.7646720437213701</c:v>
                </c:pt>
                <c:pt idx="20">
                  <c:v>1.7156623103770099</c:v>
                </c:pt>
                <c:pt idx="21">
                  <c:v>1.75821611978022</c:v>
                </c:pt>
                <c:pt idx="22">
                  <c:v>1.7325123286972399</c:v>
                </c:pt>
                <c:pt idx="23">
                  <c:v>1.65662440228792</c:v>
                </c:pt>
                <c:pt idx="24">
                  <c:v>1.6861336087958001</c:v>
                </c:pt>
                <c:pt idx="25">
                  <c:v>1.5949000012047401</c:v>
                </c:pt>
                <c:pt idx="26">
                  <c:v>1.58455075996331</c:v>
                </c:pt>
                <c:pt idx="27">
                  <c:v>1.32406070515968</c:v>
                </c:pt>
                <c:pt idx="28">
                  <c:v>1.1865278613903401</c:v>
                </c:pt>
                <c:pt idx="29">
                  <c:v>1.1666136700208201</c:v>
                </c:pt>
                <c:pt idx="30">
                  <c:v>1.1377007160388899</c:v>
                </c:pt>
                <c:pt idx="31">
                  <c:v>1.07920216987707</c:v>
                </c:pt>
                <c:pt idx="32">
                  <c:v>1.08382055352346</c:v>
                </c:pt>
                <c:pt idx="33">
                  <c:v>1.0348796584787801</c:v>
                </c:pt>
                <c:pt idx="34">
                  <c:v>1.00225552915824</c:v>
                </c:pt>
                <c:pt idx="35">
                  <c:v>1.0269407791318701</c:v>
                </c:pt>
                <c:pt idx="36">
                  <c:v>0.99370403874938795</c:v>
                </c:pt>
                <c:pt idx="37">
                  <c:v>0.97093538221213505</c:v>
                </c:pt>
                <c:pt idx="38">
                  <c:v>0.90443603866915401</c:v>
                </c:pt>
                <c:pt idx="39">
                  <c:v>0.78469756732072504</c:v>
                </c:pt>
                <c:pt idx="40">
                  <c:v>0.73121295093910899</c:v>
                </c:pt>
                <c:pt idx="41">
                  <c:v>0.75234810880885306</c:v>
                </c:pt>
                <c:pt idx="42">
                  <c:v>0.71890986529851197</c:v>
                </c:pt>
                <c:pt idx="43">
                  <c:v>0.74288918882122701</c:v>
                </c:pt>
                <c:pt idx="44">
                  <c:v>0.72468512177834599</c:v>
                </c:pt>
                <c:pt idx="45">
                  <c:v>0.72620129135423395</c:v>
                </c:pt>
                <c:pt idx="46">
                  <c:v>0.68886206547695805</c:v>
                </c:pt>
                <c:pt idx="47">
                  <c:v>0.73175020799269896</c:v>
                </c:pt>
                <c:pt idx="48">
                  <c:v>0.68760699562067096</c:v>
                </c:pt>
                <c:pt idx="49">
                  <c:v>0.69063000413512898</c:v>
                </c:pt>
                <c:pt idx="50">
                  <c:v>0.62462777776288703</c:v>
                </c:pt>
                <c:pt idx="51">
                  <c:v>0.53754334578658403</c:v>
                </c:pt>
                <c:pt idx="52">
                  <c:v>0.51417879238037101</c:v>
                </c:pt>
                <c:pt idx="53">
                  <c:v>0.47831995339336902</c:v>
                </c:pt>
                <c:pt idx="54">
                  <c:v>0.46056294540182102</c:v>
                </c:pt>
                <c:pt idx="55">
                  <c:v>0.47109754077180299</c:v>
                </c:pt>
                <c:pt idx="56">
                  <c:v>0.47010513249710101</c:v>
                </c:pt>
                <c:pt idx="57">
                  <c:v>0.48421266281546399</c:v>
                </c:pt>
                <c:pt idx="58">
                  <c:v>0.51077296294593799</c:v>
                </c:pt>
                <c:pt idx="59">
                  <c:v>0.51036826719876904</c:v>
                </c:pt>
                <c:pt idx="60">
                  <c:v>0.484258752547928</c:v>
                </c:pt>
                <c:pt idx="61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2.8231700304788601</c:v>
                </c:pt>
                <c:pt idx="1">
                  <c:v>2.72855692629865</c:v>
                </c:pt>
                <c:pt idx="2">
                  <c:v>2.7581856932990401</c:v>
                </c:pt>
                <c:pt idx="3">
                  <c:v>2.7331746123106502</c:v>
                </c:pt>
                <c:pt idx="4">
                  <c:v>2.2432498319857399</c:v>
                </c:pt>
                <c:pt idx="5">
                  <c:v>2.28678769969456</c:v>
                </c:pt>
                <c:pt idx="6">
                  <c:v>2.2332379867315999</c:v>
                </c:pt>
                <c:pt idx="7">
                  <c:v>2.2390494016262901</c:v>
                </c:pt>
                <c:pt idx="8">
                  <c:v>2.3750610982818201</c:v>
                </c:pt>
                <c:pt idx="9">
                  <c:v>2.2778317098293099</c:v>
                </c:pt>
                <c:pt idx="10">
                  <c:v>2.28649404430596</c:v>
                </c:pt>
                <c:pt idx="11">
                  <c:v>2.31377897433183</c:v>
                </c:pt>
                <c:pt idx="12">
                  <c:v>2.4033748884670598</c:v>
                </c:pt>
                <c:pt idx="13">
                  <c:v>2.34374840201547</c:v>
                </c:pt>
                <c:pt idx="14">
                  <c:v>2.20385112055361</c:v>
                </c:pt>
                <c:pt idx="15">
                  <c:v>2.0357091287487998</c:v>
                </c:pt>
                <c:pt idx="16">
                  <c:v>1.7758250780233999</c:v>
                </c:pt>
                <c:pt idx="17">
                  <c:v>1.7259006706973401</c:v>
                </c:pt>
                <c:pt idx="18">
                  <c:v>1.65995719152966</c:v>
                </c:pt>
                <c:pt idx="19">
                  <c:v>1.74466799758348</c:v>
                </c:pt>
                <c:pt idx="20">
                  <c:v>1.66967335835405</c:v>
                </c:pt>
                <c:pt idx="21">
                  <c:v>1.60066787393999</c:v>
                </c:pt>
                <c:pt idx="22">
                  <c:v>1.84158218276737</c:v>
                </c:pt>
                <c:pt idx="23">
                  <c:v>1.6070886910743201</c:v>
                </c:pt>
                <c:pt idx="24">
                  <c:v>1.59416294237685</c:v>
                </c:pt>
                <c:pt idx="25">
                  <c:v>1.5946682907391501</c:v>
                </c:pt>
                <c:pt idx="26">
                  <c:v>1.4733177399090001</c:v>
                </c:pt>
                <c:pt idx="27">
                  <c:v>1.42492469814207</c:v>
                </c:pt>
                <c:pt idx="28">
                  <c:v>1.2835145202151099</c:v>
                </c:pt>
                <c:pt idx="29">
                  <c:v>1.11417175847214</c:v>
                </c:pt>
                <c:pt idx="30">
                  <c:v>1.04858361030069</c:v>
                </c:pt>
                <c:pt idx="31">
                  <c:v>1.2038023598088099</c:v>
                </c:pt>
                <c:pt idx="32">
                  <c:v>1.04389942835373</c:v>
                </c:pt>
                <c:pt idx="33">
                  <c:v>1.0489400843686401</c:v>
                </c:pt>
                <c:pt idx="34">
                  <c:v>1.05069999744777</c:v>
                </c:pt>
                <c:pt idx="35">
                  <c:v>1.0073826282576399</c:v>
                </c:pt>
                <c:pt idx="36">
                  <c:v>1.07268613005128</c:v>
                </c:pt>
                <c:pt idx="37">
                  <c:v>1.0304220325831699</c:v>
                </c:pt>
                <c:pt idx="38">
                  <c:v>0.94895062445340395</c:v>
                </c:pt>
                <c:pt idx="39">
                  <c:v>0.93110307260556602</c:v>
                </c:pt>
                <c:pt idx="40">
                  <c:v>0.79079279466739405</c:v>
                </c:pt>
                <c:pt idx="41">
                  <c:v>0.78499593314744798</c:v>
                </c:pt>
                <c:pt idx="42">
                  <c:v>0.78938625105429105</c:v>
                </c:pt>
                <c:pt idx="43">
                  <c:v>0.79519370658590605</c:v>
                </c:pt>
                <c:pt idx="44">
                  <c:v>0.76693717432183595</c:v>
                </c:pt>
                <c:pt idx="45">
                  <c:v>0.84637328847563298</c:v>
                </c:pt>
                <c:pt idx="46">
                  <c:v>0.78431743220730399</c:v>
                </c:pt>
                <c:pt idx="47">
                  <c:v>0.72213247232254496</c:v>
                </c:pt>
                <c:pt idx="48">
                  <c:v>0.87545112370576195</c:v>
                </c:pt>
                <c:pt idx="49">
                  <c:v>0.74022149442872798</c:v>
                </c:pt>
                <c:pt idx="50">
                  <c:v>0.76113451083606998</c:v>
                </c:pt>
                <c:pt idx="51">
                  <c:v>0.75223209558569204</c:v>
                </c:pt>
                <c:pt idx="52">
                  <c:v>0.59652914032641802</c:v>
                </c:pt>
                <c:pt idx="53">
                  <c:v>0.58402859460980905</c:v>
                </c:pt>
                <c:pt idx="54">
                  <c:v>0.63896663304009405</c:v>
                </c:pt>
                <c:pt idx="55">
                  <c:v>0.59857037972521598</c:v>
                </c:pt>
                <c:pt idx="56">
                  <c:v>0.55549222750260796</c:v>
                </c:pt>
                <c:pt idx="57">
                  <c:v>0.57893912304795003</c:v>
                </c:pt>
                <c:pt idx="58">
                  <c:v>0.59840938722750503</c:v>
                </c:pt>
                <c:pt idx="59">
                  <c:v>0.57680724378991199</c:v>
                </c:pt>
                <c:pt idx="60">
                  <c:v>0.60197772004412198</c:v>
                </c:pt>
                <c:pt idx="61">
                  <c:v>0.56516064395625298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2.1791282800968799</c:v>
                </c:pt>
                <c:pt idx="1">
                  <c:v>2.2621514618217602</c:v>
                </c:pt>
                <c:pt idx="2">
                  <c:v>2.3374511477395798</c:v>
                </c:pt>
                <c:pt idx="3">
                  <c:v>2.2796873240873401</c:v>
                </c:pt>
                <c:pt idx="4">
                  <c:v>2.2326216564850201</c:v>
                </c:pt>
                <c:pt idx="5">
                  <c:v>2.2338310275644999</c:v>
                </c:pt>
                <c:pt idx="6">
                  <c:v>2.1894364394424399</c:v>
                </c:pt>
                <c:pt idx="7">
                  <c:v>2.1524203787361502</c:v>
                </c:pt>
                <c:pt idx="8">
                  <c:v>2.1118378076024502</c:v>
                </c:pt>
                <c:pt idx="9">
                  <c:v>2.1322872406214599</c:v>
                </c:pt>
                <c:pt idx="10">
                  <c:v>2.1564726317672802</c:v>
                </c:pt>
                <c:pt idx="11">
                  <c:v>2.1827696252802098</c:v>
                </c:pt>
                <c:pt idx="12">
                  <c:v>2.1837567975769399</c:v>
                </c:pt>
                <c:pt idx="13">
                  <c:v>2.16543213256492</c:v>
                </c:pt>
                <c:pt idx="14">
                  <c:v>2.1362323440895099</c:v>
                </c:pt>
                <c:pt idx="15">
                  <c:v>1.98241370458213</c:v>
                </c:pt>
                <c:pt idx="16">
                  <c:v>1.83919853469801</c:v>
                </c:pt>
                <c:pt idx="17">
                  <c:v>1.7138727020357101</c:v>
                </c:pt>
                <c:pt idx="18">
                  <c:v>1.6314673322353701</c:v>
                </c:pt>
                <c:pt idx="19">
                  <c:v>1.5792915841962401</c:v>
                </c:pt>
                <c:pt idx="20">
                  <c:v>1.5261493949456399</c:v>
                </c:pt>
                <c:pt idx="21">
                  <c:v>1.4993799989015799</c:v>
                </c:pt>
                <c:pt idx="22">
                  <c:v>1.46359278122423</c:v>
                </c:pt>
                <c:pt idx="23">
                  <c:v>1.42016831361644</c:v>
                </c:pt>
                <c:pt idx="24">
                  <c:v>1.3890694378024799</c:v>
                </c:pt>
                <c:pt idx="25">
                  <c:v>1.3454655801912401</c:v>
                </c:pt>
                <c:pt idx="26">
                  <c:v>1.3016225757178099</c:v>
                </c:pt>
                <c:pt idx="27">
                  <c:v>1.2135916878727799</c:v>
                </c:pt>
                <c:pt idx="28">
                  <c:v>1.1381994956305399</c:v>
                </c:pt>
                <c:pt idx="29">
                  <c:v>1.0784884559688199</c:v>
                </c:pt>
                <c:pt idx="30">
                  <c:v>1.04058249537833</c:v>
                </c:pt>
                <c:pt idx="31">
                  <c:v>1.0077341425072399</c:v>
                </c:pt>
                <c:pt idx="32">
                  <c:v>0.97661977827581103</c:v>
                </c:pt>
                <c:pt idx="33">
                  <c:v>0.97561214670822705</c:v>
                </c:pt>
                <c:pt idx="34">
                  <c:v>0.98041182317504205</c:v>
                </c:pt>
                <c:pt idx="35">
                  <c:v>0.98723992336939803</c:v>
                </c:pt>
                <c:pt idx="36">
                  <c:v>0.98801394369167905</c:v>
                </c:pt>
                <c:pt idx="37">
                  <c:v>0.99160781319813696</c:v>
                </c:pt>
                <c:pt idx="38">
                  <c:v>0.99754230363845497</c:v>
                </c:pt>
                <c:pt idx="39">
                  <c:v>0.97799043255789597</c:v>
                </c:pt>
                <c:pt idx="40">
                  <c:v>0.95790016629261299</c:v>
                </c:pt>
                <c:pt idx="41">
                  <c:v>0.93895330721399695</c:v>
                </c:pt>
                <c:pt idx="42">
                  <c:v>0.93889907067923295</c:v>
                </c:pt>
                <c:pt idx="43">
                  <c:v>0.94145507005831697</c:v>
                </c:pt>
                <c:pt idx="44">
                  <c:v>0.93352289596000404</c:v>
                </c:pt>
                <c:pt idx="45">
                  <c:v>0.939065274851414</c:v>
                </c:pt>
                <c:pt idx="46">
                  <c:v>0.94433405833209705</c:v>
                </c:pt>
                <c:pt idx="47">
                  <c:v>0.95249544748146098</c:v>
                </c:pt>
                <c:pt idx="48">
                  <c:v>0.95646478566832105</c:v>
                </c:pt>
                <c:pt idx="49">
                  <c:v>0.96136132335995494</c:v>
                </c:pt>
                <c:pt idx="50">
                  <c:v>0.96425929169279301</c:v>
                </c:pt>
                <c:pt idx="51">
                  <c:v>0.94547493487658896</c:v>
                </c:pt>
                <c:pt idx="52">
                  <c:v>0.92029304078529195</c:v>
                </c:pt>
                <c:pt idx="53">
                  <c:v>0.89587108424849005</c:v>
                </c:pt>
                <c:pt idx="54">
                  <c:v>0.88740404340729195</c:v>
                </c:pt>
                <c:pt idx="55">
                  <c:v>0.87840121887595701</c:v>
                </c:pt>
                <c:pt idx="56">
                  <c:v>0.87176744884277502</c:v>
                </c:pt>
                <c:pt idx="57">
                  <c:v>0.87521990475064604</c:v>
                </c:pt>
                <c:pt idx="58">
                  <c:v>0.87939747671824697</c:v>
                </c:pt>
                <c:pt idx="59">
                  <c:v>0.88541387738282396</c:v>
                </c:pt>
                <c:pt idx="60">
                  <c:v>0.89114245926922298</c:v>
                </c:pt>
                <c:pt idx="61">
                  <c:v>0.89593135037958604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84352"/>
        <c:axId val="6947584"/>
      </c:lineChart>
      <c:dateAx>
        <c:axId val="68843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6947584"/>
        <c:crosses val="autoZero"/>
        <c:auto val="1"/>
        <c:lblOffset val="100"/>
        <c:baseTimeUnit val="months"/>
        <c:majorUnit val="6"/>
        <c:majorTimeUnit val="months"/>
      </c:dateAx>
      <c:valAx>
        <c:axId val="694758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688435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2.8544039964127199</c:v>
                </c:pt>
                <c:pt idx="1">
                  <c:v>3.01847609904183</c:v>
                </c:pt>
                <c:pt idx="2">
                  <c:v>2.5918149559730499</c:v>
                </c:pt>
                <c:pt idx="3">
                  <c:v>2.2371485608154602</c:v>
                </c:pt>
                <c:pt idx="4">
                  <c:v>2.1435583911789799</c:v>
                </c:pt>
                <c:pt idx="5">
                  <c:v>2.1173279086885999</c:v>
                </c:pt>
                <c:pt idx="6">
                  <c:v>2.0846663640417198</c:v>
                </c:pt>
                <c:pt idx="7">
                  <c:v>2.0767136045586798</c:v>
                </c:pt>
                <c:pt idx="8">
                  <c:v>2.1306943676025099</c:v>
                </c:pt>
                <c:pt idx="9">
                  <c:v>2.1940195616872402</c:v>
                </c:pt>
                <c:pt idx="10">
                  <c:v>2.2744067973422899</c:v>
                </c:pt>
                <c:pt idx="11">
                  <c:v>2.3940326090877502</c:v>
                </c:pt>
                <c:pt idx="12">
                  <c:v>2.3577087559015699</c:v>
                </c:pt>
                <c:pt idx="13">
                  <c:v>2.3118167644729302</c:v>
                </c:pt>
                <c:pt idx="14">
                  <c:v>2.1955605382016499</c:v>
                </c:pt>
                <c:pt idx="15">
                  <c:v>1.96565477333005</c:v>
                </c:pt>
                <c:pt idx="16">
                  <c:v>1.8745477727752</c:v>
                </c:pt>
                <c:pt idx="17">
                  <c:v>1.8690522527376101</c:v>
                </c:pt>
                <c:pt idx="18">
                  <c:v>1.7835008421335901</c:v>
                </c:pt>
                <c:pt idx="19">
                  <c:v>1.7985188793426401</c:v>
                </c:pt>
                <c:pt idx="20">
                  <c:v>1.74821136020108</c:v>
                </c:pt>
                <c:pt idx="21">
                  <c:v>1.7948698080729599</c:v>
                </c:pt>
                <c:pt idx="22">
                  <c:v>1.7644306973522501</c:v>
                </c:pt>
                <c:pt idx="23">
                  <c:v>1.6842785823566599</c:v>
                </c:pt>
                <c:pt idx="24">
                  <c:v>1.7239156172621499</c:v>
                </c:pt>
                <c:pt idx="25">
                  <c:v>1.63407369714366</c:v>
                </c:pt>
                <c:pt idx="26">
                  <c:v>1.60644195897374</c:v>
                </c:pt>
                <c:pt idx="27">
                  <c:v>1.3451281632401499</c:v>
                </c:pt>
                <c:pt idx="28">
                  <c:v>1.1994987791385301</c:v>
                </c:pt>
                <c:pt idx="29">
                  <c:v>1.17734546359693</c:v>
                </c:pt>
                <c:pt idx="30">
                  <c:v>1.1428769843004101</c:v>
                </c:pt>
                <c:pt idx="31">
                  <c:v>1.0772854823956299</c:v>
                </c:pt>
                <c:pt idx="32">
                  <c:v>1.0788250312813501</c:v>
                </c:pt>
                <c:pt idx="33">
                  <c:v>1.0364740331311999</c:v>
                </c:pt>
                <c:pt idx="34">
                  <c:v>0.99584955516093299</c:v>
                </c:pt>
                <c:pt idx="35">
                  <c:v>1.0089726872343601</c:v>
                </c:pt>
                <c:pt idx="36">
                  <c:v>0.97823824772996804</c:v>
                </c:pt>
                <c:pt idx="37">
                  <c:v>0.94596064443802597</c:v>
                </c:pt>
                <c:pt idx="38">
                  <c:v>0.88176069656054101</c:v>
                </c:pt>
                <c:pt idx="39">
                  <c:v>0.77089322969239304</c:v>
                </c:pt>
                <c:pt idx="40">
                  <c:v>0.70730827752463199</c:v>
                </c:pt>
                <c:pt idx="41">
                  <c:v>0.73020794921990795</c:v>
                </c:pt>
                <c:pt idx="42">
                  <c:v>0.69287565148261598</c:v>
                </c:pt>
                <c:pt idx="43">
                  <c:v>0.71117159013176501</c:v>
                </c:pt>
                <c:pt idx="44">
                  <c:v>0.69269283228867695</c:v>
                </c:pt>
                <c:pt idx="45">
                  <c:v>0.689705290668985</c:v>
                </c:pt>
                <c:pt idx="46">
                  <c:v>0.65397913694174004</c:v>
                </c:pt>
                <c:pt idx="47">
                  <c:v>0.69831895263763299</c:v>
                </c:pt>
                <c:pt idx="48">
                  <c:v>0.64969267875842895</c:v>
                </c:pt>
                <c:pt idx="49">
                  <c:v>0.64380936081920304</c:v>
                </c:pt>
                <c:pt idx="50">
                  <c:v>0.58813600864986404</c:v>
                </c:pt>
                <c:pt idx="51">
                  <c:v>0.50731464004529803</c:v>
                </c:pt>
                <c:pt idx="52">
                  <c:v>0.48334304569323</c:v>
                </c:pt>
                <c:pt idx="53">
                  <c:v>0.44822073042972699</c:v>
                </c:pt>
                <c:pt idx="54">
                  <c:v>0.42191429944450398</c:v>
                </c:pt>
                <c:pt idx="55">
                  <c:v>0.43800255169093</c:v>
                </c:pt>
                <c:pt idx="56">
                  <c:v>0.43729943870187699</c:v>
                </c:pt>
                <c:pt idx="57">
                  <c:v>0.44998184278133302</c:v>
                </c:pt>
                <c:pt idx="58">
                  <c:v>0.468423935065643</c:v>
                </c:pt>
                <c:pt idx="59">
                  <c:v>0.47337548501534799</c:v>
                </c:pt>
                <c:pt idx="60">
                  <c:v>0.44586697615924797</c:v>
                </c:pt>
                <c:pt idx="61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2.83195815799747</c:v>
                </c:pt>
                <c:pt idx="1">
                  <c:v>2.7390463363714002</c:v>
                </c:pt>
                <c:pt idx="2">
                  <c:v>2.7729217158728301</c:v>
                </c:pt>
                <c:pt idx="3">
                  <c:v>2.7497234624699098</c:v>
                </c:pt>
                <c:pt idx="4">
                  <c:v>2.25788045049292</c:v>
                </c:pt>
                <c:pt idx="5">
                  <c:v>2.3033898024909298</c:v>
                </c:pt>
                <c:pt idx="6">
                  <c:v>2.25160743705396</c:v>
                </c:pt>
                <c:pt idx="7">
                  <c:v>2.25904085541596</c:v>
                </c:pt>
                <c:pt idx="8">
                  <c:v>2.3968835354949598</c:v>
                </c:pt>
                <c:pt idx="9">
                  <c:v>2.29923104404733</c:v>
                </c:pt>
                <c:pt idx="10">
                  <c:v>2.3089494801334198</c:v>
                </c:pt>
                <c:pt idx="11">
                  <c:v>2.33806590278685</c:v>
                </c:pt>
                <c:pt idx="12">
                  <c:v>2.4286566360744999</c:v>
                </c:pt>
                <c:pt idx="13">
                  <c:v>2.3715400447479</c:v>
                </c:pt>
                <c:pt idx="14">
                  <c:v>2.2309917866404998</c:v>
                </c:pt>
                <c:pt idx="15">
                  <c:v>2.0634418176769498</c:v>
                </c:pt>
                <c:pt idx="16">
                  <c:v>1.79972753736094</c:v>
                </c:pt>
                <c:pt idx="17">
                  <c:v>1.7509903007873</c:v>
                </c:pt>
                <c:pt idx="18">
                  <c:v>1.6978362490357199</c:v>
                </c:pt>
                <c:pt idx="19">
                  <c:v>1.78862853963738</c:v>
                </c:pt>
                <c:pt idx="20">
                  <c:v>1.7145513210821</c:v>
                </c:pt>
                <c:pt idx="21">
                  <c:v>1.6481707357001401</c:v>
                </c:pt>
                <c:pt idx="22">
                  <c:v>1.90152442193948</c:v>
                </c:pt>
                <c:pt idx="23">
                  <c:v>1.6654380876347299</c:v>
                </c:pt>
                <c:pt idx="24">
                  <c:v>1.6495968520436799</c:v>
                </c:pt>
                <c:pt idx="25">
                  <c:v>1.65101910277929</c:v>
                </c:pt>
                <c:pt idx="26">
                  <c:v>1.5252021983511499</c:v>
                </c:pt>
                <c:pt idx="27">
                  <c:v>1.47454217369464</c:v>
                </c:pt>
                <c:pt idx="28">
                  <c:v>1.32839134133984</c:v>
                </c:pt>
                <c:pt idx="29">
                  <c:v>1.1488206073051701</c:v>
                </c:pt>
                <c:pt idx="30">
                  <c:v>1.0779999733725201</c:v>
                </c:pt>
                <c:pt idx="31">
                  <c:v>1.2338044376722499</c:v>
                </c:pt>
                <c:pt idx="32">
                  <c:v>1.06788337947671</c:v>
                </c:pt>
                <c:pt idx="33">
                  <c:v>1.07061671909524</c:v>
                </c:pt>
                <c:pt idx="34">
                  <c:v>1.0651427319608</c:v>
                </c:pt>
                <c:pt idx="35">
                  <c:v>1.0152734491365301</c:v>
                </c:pt>
                <c:pt idx="36">
                  <c:v>1.0786745264900399</c:v>
                </c:pt>
                <c:pt idx="37">
                  <c:v>1.03308633020109</c:v>
                </c:pt>
                <c:pt idx="38">
                  <c:v>0.94751517559156195</c:v>
                </c:pt>
                <c:pt idx="39">
                  <c:v>0.92209150860043099</c:v>
                </c:pt>
                <c:pt idx="40">
                  <c:v>0.782053677834182</c:v>
                </c:pt>
                <c:pt idx="41">
                  <c:v>0.77224884189752696</c:v>
                </c:pt>
                <c:pt idx="42">
                  <c:v>0.77274669516558303</c:v>
                </c:pt>
                <c:pt idx="43">
                  <c:v>0.77133380240960203</c:v>
                </c:pt>
                <c:pt idx="44">
                  <c:v>0.74063961085655305</c:v>
                </c:pt>
                <c:pt idx="45">
                  <c:v>0.81327714305388099</c:v>
                </c:pt>
                <c:pt idx="46">
                  <c:v>0.74967403033608904</c:v>
                </c:pt>
                <c:pt idx="47">
                  <c:v>0.68597468575508602</c:v>
                </c:pt>
                <c:pt idx="48">
                  <c:v>0.82765619687508196</c:v>
                </c:pt>
                <c:pt idx="49">
                  <c:v>0.697935414078799</c:v>
                </c:pt>
                <c:pt idx="50">
                  <c:v>0.69828724890370597</c:v>
                </c:pt>
                <c:pt idx="51">
                  <c:v>0.70445331364201702</c:v>
                </c:pt>
                <c:pt idx="52">
                  <c:v>0.55924288096580499</c:v>
                </c:pt>
                <c:pt idx="53">
                  <c:v>0.54618332829758898</c:v>
                </c:pt>
                <c:pt idx="54">
                  <c:v>0.59574600022033197</c:v>
                </c:pt>
                <c:pt idx="55">
                  <c:v>0.55291086621471797</c:v>
                </c:pt>
                <c:pt idx="56">
                  <c:v>0.50996311715465503</c:v>
                </c:pt>
                <c:pt idx="57">
                  <c:v>0.53224673439653503</c:v>
                </c:pt>
                <c:pt idx="58">
                  <c:v>0.54767332880875097</c:v>
                </c:pt>
                <c:pt idx="59">
                  <c:v>0.52823112855711096</c:v>
                </c:pt>
                <c:pt idx="60">
                  <c:v>0.55052672667019698</c:v>
                </c:pt>
                <c:pt idx="61">
                  <c:v>0.51757121100167702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2.1831643663766198</c:v>
                </c:pt>
                <c:pt idx="1">
                  <c:v>2.2672433282444202</c:v>
                </c:pt>
                <c:pt idx="2">
                  <c:v>2.34596760052426</c:v>
                </c:pt>
                <c:pt idx="3">
                  <c:v>2.28908673839581</c:v>
                </c:pt>
                <c:pt idx="4">
                  <c:v>2.2427194920072102</c:v>
                </c:pt>
                <c:pt idx="5">
                  <c:v>2.2447436563705101</c:v>
                </c:pt>
                <c:pt idx="6">
                  <c:v>2.2009848931599398</c:v>
                </c:pt>
                <c:pt idx="7">
                  <c:v>2.1637330684896598</c:v>
                </c:pt>
                <c:pt idx="8">
                  <c:v>2.1226306861735398</c:v>
                </c:pt>
                <c:pt idx="9">
                  <c:v>2.1427485808462401</c:v>
                </c:pt>
                <c:pt idx="10">
                  <c:v>2.1673749612537798</c:v>
                </c:pt>
                <c:pt idx="11">
                  <c:v>2.1939264221258901</c:v>
                </c:pt>
                <c:pt idx="12">
                  <c:v>2.1935650400789801</c:v>
                </c:pt>
                <c:pt idx="13">
                  <c:v>2.1758004327617702</c:v>
                </c:pt>
                <c:pt idx="14">
                  <c:v>2.14567293926611</c:v>
                </c:pt>
                <c:pt idx="15">
                  <c:v>1.9919274073748501</c:v>
                </c:pt>
                <c:pt idx="16">
                  <c:v>1.8466463021021</c:v>
                </c:pt>
                <c:pt idx="17">
                  <c:v>1.7194732417196901</c:v>
                </c:pt>
                <c:pt idx="18">
                  <c:v>1.6450476970238199</c:v>
                </c:pt>
                <c:pt idx="19">
                  <c:v>1.5925515036783999</c:v>
                </c:pt>
                <c:pt idx="20">
                  <c:v>1.53706669277068</c:v>
                </c:pt>
                <c:pt idx="21">
                  <c:v>1.5077676565211</c:v>
                </c:pt>
                <c:pt idx="22">
                  <c:v>1.4673599932153201</c:v>
                </c:pt>
                <c:pt idx="23">
                  <c:v>1.4192180654403199</c:v>
                </c:pt>
                <c:pt idx="24">
                  <c:v>1.3796229913386</c:v>
                </c:pt>
                <c:pt idx="25">
                  <c:v>1.3279261538056599</c:v>
                </c:pt>
                <c:pt idx="26">
                  <c:v>1.2749515962276501</c:v>
                </c:pt>
                <c:pt idx="27">
                  <c:v>1.1796466013015401</c:v>
                </c:pt>
                <c:pt idx="28">
                  <c:v>1.09685474894174</c:v>
                </c:pt>
                <c:pt idx="29">
                  <c:v>1.03012762274033</c:v>
                </c:pt>
                <c:pt idx="30">
                  <c:v>0.98252492426313998</c:v>
                </c:pt>
                <c:pt idx="31">
                  <c:v>0.93949352998626801</c:v>
                </c:pt>
                <c:pt idx="32">
                  <c:v>0.89816915024493205</c:v>
                </c:pt>
                <c:pt idx="33">
                  <c:v>0.88331105553032296</c:v>
                </c:pt>
                <c:pt idx="34">
                  <c:v>0.87343605915515299</c:v>
                </c:pt>
                <c:pt idx="35">
                  <c:v>0.86544363410243597</c:v>
                </c:pt>
                <c:pt idx="36">
                  <c:v>0.85247022486094604</c:v>
                </c:pt>
                <c:pt idx="37">
                  <c:v>0.84259107010773404</c:v>
                </c:pt>
                <c:pt idx="38">
                  <c:v>0.83506097343710695</c:v>
                </c:pt>
                <c:pt idx="39">
                  <c:v>0.80859214605442098</c:v>
                </c:pt>
                <c:pt idx="40">
                  <c:v>0.78210903517684804</c:v>
                </c:pt>
                <c:pt idx="41">
                  <c:v>0.75725363012071301</c:v>
                </c:pt>
                <c:pt idx="42">
                  <c:v>0.74684526804180695</c:v>
                </c:pt>
                <c:pt idx="43">
                  <c:v>0.73820703984452996</c:v>
                </c:pt>
                <c:pt idx="44">
                  <c:v>0.72280786517570095</c:v>
                </c:pt>
                <c:pt idx="45">
                  <c:v>0.716774939922316</c:v>
                </c:pt>
                <c:pt idx="46">
                  <c:v>0.71081910130338399</c:v>
                </c:pt>
                <c:pt idx="47">
                  <c:v>0.70744130743589695</c:v>
                </c:pt>
                <c:pt idx="48">
                  <c:v>0.70160083031551901</c:v>
                </c:pt>
                <c:pt idx="49">
                  <c:v>0.69745945500254702</c:v>
                </c:pt>
                <c:pt idx="50">
                  <c:v>0.69201004346237704</c:v>
                </c:pt>
                <c:pt idx="51">
                  <c:v>0.67395590375157699</c:v>
                </c:pt>
                <c:pt idx="52">
                  <c:v>0.65134723090760605</c:v>
                </c:pt>
                <c:pt idx="53">
                  <c:v>0.63025235567846205</c:v>
                </c:pt>
                <c:pt idx="54">
                  <c:v>0.618837310681153</c:v>
                </c:pt>
                <c:pt idx="55">
                  <c:v>0.60805318515320095</c:v>
                </c:pt>
                <c:pt idx="56">
                  <c:v>0.59970445226709101</c:v>
                </c:pt>
                <c:pt idx="57">
                  <c:v>0.59778388090646595</c:v>
                </c:pt>
                <c:pt idx="58">
                  <c:v>0.597121980835713</c:v>
                </c:pt>
                <c:pt idx="59">
                  <c:v>0.59904043385167205</c:v>
                </c:pt>
                <c:pt idx="60">
                  <c:v>0.60016022759161702</c:v>
                </c:pt>
                <c:pt idx="61">
                  <c:v>0.60158012704293296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3520"/>
        <c:axId val="7095424"/>
      </c:lineChart>
      <c:dateAx>
        <c:axId val="70035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7095424"/>
        <c:crosses val="autoZero"/>
        <c:auto val="1"/>
        <c:lblOffset val="100"/>
        <c:baseTimeUnit val="months"/>
        <c:majorUnit val="6"/>
        <c:majorTimeUnit val="months"/>
      </c:dateAx>
      <c:valAx>
        <c:axId val="709542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7003520"/>
        <c:crosses val="autoZero"/>
        <c:crossBetween val="midCat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Sheet1!$A$2:$A$65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 formatCode="General">
                  <c:v>42401</c:v>
                </c:pt>
              </c:numCache>
            </c:numRef>
          </c:cat>
          <c:val>
            <c:numRef>
              <c:f>Sheet1!$B$2:$B$65</c:f>
              <c:numCache>
                <c:formatCode>General</c:formatCode>
                <c:ptCount val="62"/>
                <c:pt idx="0">
                  <c:v>2.5327830427341</c:v>
                </c:pt>
                <c:pt idx="1">
                  <c:v>0</c:v>
                </c:pt>
                <c:pt idx="2">
                  <c:v>0</c:v>
                </c:pt>
                <c:pt idx="3">
                  <c:v>0.22696273637507999</c:v>
                </c:pt>
                <c:pt idx="4">
                  <c:v>0.41511955536134298</c:v>
                </c:pt>
                <c:pt idx="5">
                  <c:v>0.14997256081680199</c:v>
                </c:pt>
                <c:pt idx="6">
                  <c:v>0.29877672067334399</c:v>
                </c:pt>
                <c:pt idx="7">
                  <c:v>0.133444045202158</c:v>
                </c:pt>
                <c:pt idx="8">
                  <c:v>0.194100471672876</c:v>
                </c:pt>
                <c:pt idx="9">
                  <c:v>8.0194661707522194E-2</c:v>
                </c:pt>
                <c:pt idx="10">
                  <c:v>0</c:v>
                </c:pt>
                <c:pt idx="11">
                  <c:v>0.223132839979645</c:v>
                </c:pt>
                <c:pt idx="12">
                  <c:v>0</c:v>
                </c:pt>
                <c:pt idx="13">
                  <c:v>8.81532759084869E-2</c:v>
                </c:pt>
                <c:pt idx="14">
                  <c:v>6.7306004729239505E-2</c:v>
                </c:pt>
                <c:pt idx="15">
                  <c:v>0.170830333984473</c:v>
                </c:pt>
                <c:pt idx="16">
                  <c:v>4.7257976221814997E-2</c:v>
                </c:pt>
                <c:pt idx="17">
                  <c:v>5.2325381652229601E-2</c:v>
                </c:pt>
                <c:pt idx="18">
                  <c:v>0</c:v>
                </c:pt>
                <c:pt idx="19">
                  <c:v>0</c:v>
                </c:pt>
                <c:pt idx="20">
                  <c:v>0.20550623794862699</c:v>
                </c:pt>
                <c:pt idx="21">
                  <c:v>4.6313058751501497E-2</c:v>
                </c:pt>
                <c:pt idx="22">
                  <c:v>0</c:v>
                </c:pt>
                <c:pt idx="23">
                  <c:v>9.7128660250378501E-2</c:v>
                </c:pt>
                <c:pt idx="24">
                  <c:v>0.119835171820071</c:v>
                </c:pt>
                <c:pt idx="25">
                  <c:v>3.6941649739852297E-2</c:v>
                </c:pt>
                <c:pt idx="26">
                  <c:v>8.4311175306639494E-2</c:v>
                </c:pt>
                <c:pt idx="27">
                  <c:v>0.10311992184876</c:v>
                </c:pt>
                <c:pt idx="28">
                  <c:v>4.8589053564296297E-2</c:v>
                </c:pt>
                <c:pt idx="29">
                  <c:v>2.8236448330332099E-2</c:v>
                </c:pt>
                <c:pt idx="30">
                  <c:v>5.9085622279897401E-2</c:v>
                </c:pt>
                <c:pt idx="31">
                  <c:v>4.45157870088475E-2</c:v>
                </c:pt>
                <c:pt idx="32">
                  <c:v>5.5638049005013498E-2</c:v>
                </c:pt>
                <c:pt idx="33">
                  <c:v>4.3621665805360102E-2</c:v>
                </c:pt>
                <c:pt idx="34">
                  <c:v>7.8611385224580693E-2</c:v>
                </c:pt>
                <c:pt idx="35">
                  <c:v>6.4174020570873E-2</c:v>
                </c:pt>
                <c:pt idx="36">
                  <c:v>2.41930337492091E-2</c:v>
                </c:pt>
                <c:pt idx="37">
                  <c:v>3.3883757249852903E-2</c:v>
                </c:pt>
                <c:pt idx="38">
                  <c:v>7.0191862561275201E-2</c:v>
                </c:pt>
                <c:pt idx="39">
                  <c:v>0</c:v>
                </c:pt>
                <c:pt idx="40">
                  <c:v>0</c:v>
                </c:pt>
                <c:pt idx="41">
                  <c:v>3.03463692512662E-2</c:v>
                </c:pt>
                <c:pt idx="42">
                  <c:v>8.9049625222636902E-2</c:v>
                </c:pt>
                <c:pt idx="43">
                  <c:v>0.119118864486467</c:v>
                </c:pt>
                <c:pt idx="44">
                  <c:v>8.2103125050214706E-2</c:v>
                </c:pt>
                <c:pt idx="45">
                  <c:v>4.8598743451810901E-2</c:v>
                </c:pt>
                <c:pt idx="46">
                  <c:v>0.117854442895149</c:v>
                </c:pt>
                <c:pt idx="47">
                  <c:v>2.6388848964265001E-2</c:v>
                </c:pt>
                <c:pt idx="48">
                  <c:v>8.5151275160444406E-2</c:v>
                </c:pt>
                <c:pt idx="49">
                  <c:v>0.13158484295564499</c:v>
                </c:pt>
                <c:pt idx="50">
                  <c:v>9.3392530557345796E-2</c:v>
                </c:pt>
                <c:pt idx="51">
                  <c:v>6.7893245204087002E-2</c:v>
                </c:pt>
                <c:pt idx="52">
                  <c:v>7.6871349007945303E-2</c:v>
                </c:pt>
                <c:pt idx="53">
                  <c:v>2.0595158197211898E-2</c:v>
                </c:pt>
                <c:pt idx="54">
                  <c:v>8.1415182531341404E-2</c:v>
                </c:pt>
                <c:pt idx="55">
                  <c:v>2.69113445388269E-2</c:v>
                </c:pt>
                <c:pt idx="56">
                  <c:v>6.7578953037727998E-2</c:v>
                </c:pt>
                <c:pt idx="57">
                  <c:v>2.3064118586812999E-2</c:v>
                </c:pt>
                <c:pt idx="58">
                  <c:v>7.0677389451234696E-2</c:v>
                </c:pt>
                <c:pt idx="59">
                  <c:v>1.9871955952954799E-2</c:v>
                </c:pt>
                <c:pt idx="60">
                  <c:v>4.3471699436070703E-2</c:v>
                </c:pt>
                <c:pt idx="61">
                  <c:v>0.115304968227825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Sheet1!$A$2:$A$65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 formatCode="General">
                  <c:v>42401</c:v>
                </c:pt>
              </c:numCache>
            </c:numRef>
          </c:cat>
          <c:val>
            <c:numRef>
              <c:f>Sheet1!$C$2:$C$65</c:f>
              <c:numCache>
                <c:formatCode>General</c:formatCode>
                <c:ptCount val="62"/>
                <c:pt idx="0">
                  <c:v>0.58793914874713005</c:v>
                </c:pt>
                <c:pt idx="1">
                  <c:v>0.34360158428733401</c:v>
                </c:pt>
                <c:pt idx="2">
                  <c:v>0.18431978013959699</c:v>
                </c:pt>
                <c:pt idx="3">
                  <c:v>0.18148117138765399</c:v>
                </c:pt>
                <c:pt idx="4">
                  <c:v>0.12099500605093901</c:v>
                </c:pt>
                <c:pt idx="5">
                  <c:v>0.104743209752212</c:v>
                </c:pt>
                <c:pt idx="6">
                  <c:v>0.103952509677296</c:v>
                </c:pt>
                <c:pt idx="7">
                  <c:v>7.91779113231139E-2</c:v>
                </c:pt>
                <c:pt idx="8">
                  <c:v>8.0473675943570896E-2</c:v>
                </c:pt>
                <c:pt idx="9">
                  <c:v>6.29556698991562E-2</c:v>
                </c:pt>
                <c:pt idx="10">
                  <c:v>5.1645097859587298E-2</c:v>
                </c:pt>
                <c:pt idx="11">
                  <c:v>6.4478630275333099E-2</c:v>
                </c:pt>
                <c:pt idx="12">
                  <c:v>5.2117259461081901E-2</c:v>
                </c:pt>
                <c:pt idx="13">
                  <c:v>5.0966160306109599E-2</c:v>
                </c:pt>
                <c:pt idx="14">
                  <c:v>5.7313494650079698E-2</c:v>
                </c:pt>
                <c:pt idx="15">
                  <c:v>6.8524144125858805E-2</c:v>
                </c:pt>
                <c:pt idx="16">
                  <c:v>5.2503674831616602E-2</c:v>
                </c:pt>
                <c:pt idx="17">
                  <c:v>5.2732932577037601E-2</c:v>
                </c:pt>
                <c:pt idx="18">
                  <c:v>4.6198352173865101E-2</c:v>
                </c:pt>
                <c:pt idx="19">
                  <c:v>6.7982234848107406E-2</c:v>
                </c:pt>
                <c:pt idx="20">
                  <c:v>6.4590249685470003E-2</c:v>
                </c:pt>
                <c:pt idx="21">
                  <c:v>4.8182829454812601E-2</c:v>
                </c:pt>
                <c:pt idx="22">
                  <c:v>7.8673602770407094E-2</c:v>
                </c:pt>
                <c:pt idx="23">
                  <c:v>5.9697798480695702E-2</c:v>
                </c:pt>
                <c:pt idx="24">
                  <c:v>9.7741676949758494E-2</c:v>
                </c:pt>
                <c:pt idx="25">
                  <c:v>8.9971798187948898E-2</c:v>
                </c:pt>
                <c:pt idx="26">
                  <c:v>6.6434844615193001E-2</c:v>
                </c:pt>
                <c:pt idx="27">
                  <c:v>7.9076860776905497E-2</c:v>
                </c:pt>
                <c:pt idx="28">
                  <c:v>6.4934567918473199E-2</c:v>
                </c:pt>
                <c:pt idx="29">
                  <c:v>6.9344101343482595E-2</c:v>
                </c:pt>
                <c:pt idx="30">
                  <c:v>5.1584928960668498E-2</c:v>
                </c:pt>
                <c:pt idx="31">
                  <c:v>7.4373051526777104E-2</c:v>
                </c:pt>
                <c:pt idx="32">
                  <c:v>6.0094246928221698E-2</c:v>
                </c:pt>
                <c:pt idx="33">
                  <c:v>5.6002324857973303E-2</c:v>
                </c:pt>
                <c:pt idx="34">
                  <c:v>6.4581341010794296E-2</c:v>
                </c:pt>
                <c:pt idx="35">
                  <c:v>6.7333642626898907E-2</c:v>
                </c:pt>
                <c:pt idx="36">
                  <c:v>6.6475179050007299E-2</c:v>
                </c:pt>
                <c:pt idx="37">
                  <c:v>5.8003178280297003E-2</c:v>
                </c:pt>
                <c:pt idx="38">
                  <c:v>6.5211259926922796E-2</c:v>
                </c:pt>
                <c:pt idx="39">
                  <c:v>8.4319615371231102E-2</c:v>
                </c:pt>
                <c:pt idx="40">
                  <c:v>6.0003403447417301E-2</c:v>
                </c:pt>
                <c:pt idx="41">
                  <c:v>6.1862346018870501E-2</c:v>
                </c:pt>
                <c:pt idx="42">
                  <c:v>7.2447388462892906E-2</c:v>
                </c:pt>
                <c:pt idx="43">
                  <c:v>7.4359051019234901E-2</c:v>
                </c:pt>
                <c:pt idx="44">
                  <c:v>7.1561254868379706E-2</c:v>
                </c:pt>
                <c:pt idx="45">
                  <c:v>8.9238146685688399E-2</c:v>
                </c:pt>
                <c:pt idx="46">
                  <c:v>7.7850527258505095E-2</c:v>
                </c:pt>
                <c:pt idx="47">
                  <c:v>6.8866010439439004E-2</c:v>
                </c:pt>
                <c:pt idx="48">
                  <c:v>0.108426190246369</c:v>
                </c:pt>
                <c:pt idx="49">
                  <c:v>8.5880329416188103E-2</c:v>
                </c:pt>
                <c:pt idx="50">
                  <c:v>7.1997185779049094E-2</c:v>
                </c:pt>
                <c:pt idx="51">
                  <c:v>9.0200273665175204E-2</c:v>
                </c:pt>
                <c:pt idx="52">
                  <c:v>7.9032991982108697E-2</c:v>
                </c:pt>
                <c:pt idx="53">
                  <c:v>8.0589603464587004E-2</c:v>
                </c:pt>
                <c:pt idx="54">
                  <c:v>0.10400207830520999</c:v>
                </c:pt>
                <c:pt idx="55">
                  <c:v>9.4083021640378697E-2</c:v>
                </c:pt>
                <c:pt idx="56">
                  <c:v>8.0501218319206605E-2</c:v>
                </c:pt>
                <c:pt idx="57">
                  <c:v>8.6517646902628503E-2</c:v>
                </c:pt>
                <c:pt idx="58">
                  <c:v>0.102291054027093</c:v>
                </c:pt>
                <c:pt idx="59">
                  <c:v>9.4277195235426006E-2</c:v>
                </c:pt>
                <c:pt idx="60">
                  <c:v>0.11411867179478299</c:v>
                </c:pt>
                <c:pt idx="61">
                  <c:v>0.101811884647907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Sheet1!$A$2:$A$65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 formatCode="General">
                  <c:v>42401</c:v>
                </c:pt>
              </c:numCache>
            </c:numRef>
          </c:cat>
          <c:val>
            <c:numRef>
              <c:f>Sheet1!$D$2:$D$65</c:f>
              <c:numCache>
                <c:formatCode>General</c:formatCode>
                <c:ptCount val="62"/>
                <c:pt idx="0">
                  <c:v>0.318278899305657</c:v>
                </c:pt>
                <c:pt idx="1">
                  <c:v>0.23491253553617999</c:v>
                </c:pt>
                <c:pt idx="2">
                  <c:v>0.131241029026785</c:v>
                </c:pt>
                <c:pt idx="3">
                  <c:v>0.11974372711490699</c:v>
                </c:pt>
                <c:pt idx="4">
                  <c:v>0.108845324639306</c:v>
                </c:pt>
                <c:pt idx="5">
                  <c:v>9.6631916170997201E-2</c:v>
                </c:pt>
                <c:pt idx="6">
                  <c:v>8.9722980315620801E-2</c:v>
                </c:pt>
                <c:pt idx="7">
                  <c:v>8.9738570112940494E-2</c:v>
                </c:pt>
                <c:pt idx="8">
                  <c:v>9.0452568030186004E-2</c:v>
                </c:pt>
                <c:pt idx="9">
                  <c:v>9.5590106753873402E-2</c:v>
                </c:pt>
                <c:pt idx="10">
                  <c:v>9.3902771736376095E-2</c:v>
                </c:pt>
                <c:pt idx="11">
                  <c:v>9.5957643255151201E-2</c:v>
                </c:pt>
                <c:pt idx="12">
                  <c:v>9.9950684057104097E-2</c:v>
                </c:pt>
                <c:pt idx="13">
                  <c:v>9.90340112922872E-2</c:v>
                </c:pt>
                <c:pt idx="14">
                  <c:v>0.101251170493455</c:v>
                </c:pt>
                <c:pt idx="15">
                  <c:v>9.4302390074663095E-2</c:v>
                </c:pt>
                <c:pt idx="16">
                  <c:v>9.4347495530078304E-2</c:v>
                </c:pt>
                <c:pt idx="17">
                  <c:v>9.2837492807928995E-2</c:v>
                </c:pt>
                <c:pt idx="18">
                  <c:v>9.4580035658675704E-2</c:v>
                </c:pt>
                <c:pt idx="19">
                  <c:v>9.8377661156301394E-2</c:v>
                </c:pt>
                <c:pt idx="20">
                  <c:v>0.101647757179213</c:v>
                </c:pt>
                <c:pt idx="21">
                  <c:v>0.100211456198052</c:v>
                </c:pt>
                <c:pt idx="22">
                  <c:v>9.6293726489626905E-2</c:v>
                </c:pt>
                <c:pt idx="23">
                  <c:v>9.27447251305447E-2</c:v>
                </c:pt>
                <c:pt idx="24">
                  <c:v>9.7193058550570893E-2</c:v>
                </c:pt>
                <c:pt idx="25">
                  <c:v>9.6958957179060806E-2</c:v>
                </c:pt>
                <c:pt idx="26">
                  <c:v>9.7752497153902301E-2</c:v>
                </c:pt>
                <c:pt idx="27">
                  <c:v>9.4017453729422495E-2</c:v>
                </c:pt>
                <c:pt idx="28">
                  <c:v>9.4647837789962899E-2</c:v>
                </c:pt>
                <c:pt idx="29">
                  <c:v>9.5062644147525494E-2</c:v>
                </c:pt>
                <c:pt idx="30">
                  <c:v>9.6873908305017395E-2</c:v>
                </c:pt>
                <c:pt idx="31">
                  <c:v>9.8632979405444104E-2</c:v>
                </c:pt>
                <c:pt idx="32">
                  <c:v>0.101404652657622</c:v>
                </c:pt>
                <c:pt idx="33">
                  <c:v>0.107698567300007</c:v>
                </c:pt>
                <c:pt idx="34">
                  <c:v>0.114438334493994</c:v>
                </c:pt>
                <c:pt idx="35">
                  <c:v>0.121292914760029</c:v>
                </c:pt>
                <c:pt idx="36">
                  <c:v>0.12668205442321101</c:v>
                </c:pt>
                <c:pt idx="37">
                  <c:v>0.13351806348334</c:v>
                </c:pt>
                <c:pt idx="38">
                  <c:v>0.141068950468271</c:v>
                </c:pt>
                <c:pt idx="39">
                  <c:v>0.14578974038458301</c:v>
                </c:pt>
                <c:pt idx="40">
                  <c:v>0.149788387370653</c:v>
                </c:pt>
                <c:pt idx="41">
                  <c:v>0.153467852235911</c:v>
                </c:pt>
                <c:pt idx="42">
                  <c:v>0.159650767780595</c:v>
                </c:pt>
                <c:pt idx="43">
                  <c:v>0.165919876994369</c:v>
                </c:pt>
                <c:pt idx="44">
                  <c:v>0.16965117641409799</c:v>
                </c:pt>
                <c:pt idx="45">
                  <c:v>0.17523445155331899</c:v>
                </c:pt>
                <c:pt idx="46">
                  <c:v>0.18075821368093201</c:v>
                </c:pt>
                <c:pt idx="47">
                  <c:v>0.186472795618808</c:v>
                </c:pt>
                <c:pt idx="48">
                  <c:v>0.19050565252510801</c:v>
                </c:pt>
                <c:pt idx="49">
                  <c:v>0.195112520231633</c:v>
                </c:pt>
                <c:pt idx="50">
                  <c:v>0.20065167530443101</c:v>
                </c:pt>
                <c:pt idx="51">
                  <c:v>0.198869108160205</c:v>
                </c:pt>
                <c:pt idx="52">
                  <c:v>0.198623471515424</c:v>
                </c:pt>
                <c:pt idx="53">
                  <c:v>0.195805115391601</c:v>
                </c:pt>
                <c:pt idx="54">
                  <c:v>0.19643845434200699</c:v>
                </c:pt>
                <c:pt idx="55">
                  <c:v>0.19808291158289701</c:v>
                </c:pt>
                <c:pt idx="56">
                  <c:v>0.19956547490747001</c:v>
                </c:pt>
                <c:pt idx="57">
                  <c:v>0.20599085619643601</c:v>
                </c:pt>
                <c:pt idx="58">
                  <c:v>0.21294204367597899</c:v>
                </c:pt>
                <c:pt idx="59">
                  <c:v>0.221736454073407</c:v>
                </c:pt>
                <c:pt idx="60">
                  <c:v>0.22998010775068201</c:v>
                </c:pt>
                <c:pt idx="61">
                  <c:v>0.237935813759305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66752"/>
        <c:axId val="7068288"/>
      </c:lineChart>
      <c:catAx>
        <c:axId val="706675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7068288"/>
        <c:crosses val="autoZero"/>
        <c:auto val="1"/>
        <c:lblAlgn val="ctr"/>
        <c:lblOffset val="100"/>
        <c:tickLblSkip val="6"/>
        <c:noMultiLvlLbl val="1"/>
      </c:catAx>
      <c:valAx>
        <c:axId val="7068288"/>
        <c:scaling>
          <c:orientation val="minMax"/>
          <c:max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7066752"/>
        <c:crosses val="autoZero"/>
        <c:crossBetween val="midCat"/>
        <c:majorUnit val="0.1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2.08468844246653</c:v>
                </c:pt>
                <c:pt idx="1">
                  <c:v>1.4608417769295401</c:v>
                </c:pt>
                <c:pt idx="2">
                  <c:v>1.3464863334513799</c:v>
                </c:pt>
                <c:pt idx="3">
                  <c:v>0.98139407993934602</c:v>
                </c:pt>
                <c:pt idx="4">
                  <c:v>1.7104170283264699</c:v>
                </c:pt>
                <c:pt idx="5">
                  <c:v>2.6223027922401498</c:v>
                </c:pt>
                <c:pt idx="6">
                  <c:v>2.0476761053838</c:v>
                </c:pt>
                <c:pt idx="7">
                  <c:v>2.1192492021183602</c:v>
                </c:pt>
                <c:pt idx="8">
                  <c:v>1.96830303110418</c:v>
                </c:pt>
                <c:pt idx="9">
                  <c:v>2.03232550983684</c:v>
                </c:pt>
                <c:pt idx="10">
                  <c:v>2.7040705424370901</c:v>
                </c:pt>
                <c:pt idx="11">
                  <c:v>2.5757107416823102</c:v>
                </c:pt>
                <c:pt idx="12">
                  <c:v>2.8767326354994101</c:v>
                </c:pt>
                <c:pt idx="13">
                  <c:v>2.6239781294933899</c:v>
                </c:pt>
                <c:pt idx="14">
                  <c:v>2.72826900176414</c:v>
                </c:pt>
                <c:pt idx="15">
                  <c:v>2.0030860941525499</c:v>
                </c:pt>
                <c:pt idx="16">
                  <c:v>2.4424986805369602</c:v>
                </c:pt>
                <c:pt idx="17">
                  <c:v>2.4929084668971702</c:v>
                </c:pt>
                <c:pt idx="18">
                  <c:v>1.9543691302675601</c:v>
                </c:pt>
                <c:pt idx="19">
                  <c:v>1.9184626625608301</c:v>
                </c:pt>
                <c:pt idx="20">
                  <c:v>1.9430073958995</c:v>
                </c:pt>
                <c:pt idx="21">
                  <c:v>1.7836834859380699</c:v>
                </c:pt>
                <c:pt idx="22">
                  <c:v>2.1881943203382899</c:v>
                </c:pt>
                <c:pt idx="23">
                  <c:v>2.0141278748770901</c:v>
                </c:pt>
                <c:pt idx="24">
                  <c:v>1.73888594093961</c:v>
                </c:pt>
                <c:pt idx="25">
                  <c:v>1.4287742206391101</c:v>
                </c:pt>
                <c:pt idx="26">
                  <c:v>1.9456171696117399</c:v>
                </c:pt>
                <c:pt idx="27">
                  <c:v>1.48986728501623</c:v>
                </c:pt>
                <c:pt idx="28">
                  <c:v>1.4405699074860201</c:v>
                </c:pt>
                <c:pt idx="29">
                  <c:v>1.3337613025020501</c:v>
                </c:pt>
                <c:pt idx="30">
                  <c:v>1.3941480211156301</c:v>
                </c:pt>
                <c:pt idx="31">
                  <c:v>1.3402132094458601</c:v>
                </c:pt>
                <c:pt idx="32">
                  <c:v>1.3269382097018401</c:v>
                </c:pt>
                <c:pt idx="33">
                  <c:v>1.3562880465537099</c:v>
                </c:pt>
                <c:pt idx="34">
                  <c:v>1.3714922307227699</c:v>
                </c:pt>
                <c:pt idx="35">
                  <c:v>1.47682691699984</c:v>
                </c:pt>
                <c:pt idx="36">
                  <c:v>1.37684730894081</c:v>
                </c:pt>
                <c:pt idx="37">
                  <c:v>1.54768515471095</c:v>
                </c:pt>
                <c:pt idx="38">
                  <c:v>1.4226274987912999</c:v>
                </c:pt>
                <c:pt idx="39">
                  <c:v>1.0529067150036699</c:v>
                </c:pt>
                <c:pt idx="40">
                  <c:v>1.20405306635862</c:v>
                </c:pt>
                <c:pt idx="41">
                  <c:v>1.28709369852047</c:v>
                </c:pt>
                <c:pt idx="42">
                  <c:v>1.1971972018130199</c:v>
                </c:pt>
                <c:pt idx="43">
                  <c:v>1.29600732275778</c:v>
                </c:pt>
                <c:pt idx="44">
                  <c:v>1.32829716626701</c:v>
                </c:pt>
                <c:pt idx="45">
                  <c:v>1.3058516077720801</c:v>
                </c:pt>
                <c:pt idx="46">
                  <c:v>1.34509184270761</c:v>
                </c:pt>
                <c:pt idx="47">
                  <c:v>1.3463269879751301</c:v>
                </c:pt>
                <c:pt idx="48">
                  <c:v>1.3409663272022101</c:v>
                </c:pt>
                <c:pt idx="49">
                  <c:v>1.4401412931507001</c:v>
                </c:pt>
                <c:pt idx="50">
                  <c:v>1.19490477209233</c:v>
                </c:pt>
                <c:pt idx="51">
                  <c:v>1.1920219339351099</c:v>
                </c:pt>
                <c:pt idx="52">
                  <c:v>1.01760291330334</c:v>
                </c:pt>
                <c:pt idx="53">
                  <c:v>1.1365317123412799</c:v>
                </c:pt>
                <c:pt idx="54">
                  <c:v>1.2301638236166299</c:v>
                </c:pt>
                <c:pt idx="55">
                  <c:v>1.12937159314377</c:v>
                </c:pt>
                <c:pt idx="56">
                  <c:v>1.0327831652954</c:v>
                </c:pt>
                <c:pt idx="57">
                  <c:v>1.25225147109823</c:v>
                </c:pt>
                <c:pt idx="58">
                  <c:v>1.31575253897638</c:v>
                </c:pt>
                <c:pt idx="59">
                  <c:v>1.39335263816878</c:v>
                </c:pt>
                <c:pt idx="60">
                  <c:v>1.2641865579126701</c:v>
                </c:pt>
                <c:pt idx="61">
                  <c:v>1.1764374042884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0.69987090074848901</c:v>
                </c:pt>
                <c:pt idx="1">
                  <c:v>0.65048797098934397</c:v>
                </c:pt>
                <c:pt idx="2">
                  <c:v>0.75332099014588905</c:v>
                </c:pt>
                <c:pt idx="3">
                  <c:v>0.82704133309931005</c:v>
                </c:pt>
                <c:pt idx="4">
                  <c:v>0.85858716149077596</c:v>
                </c:pt>
                <c:pt idx="5">
                  <c:v>0.915672932049993</c:v>
                </c:pt>
                <c:pt idx="6">
                  <c:v>0.90520133083227305</c:v>
                </c:pt>
                <c:pt idx="7">
                  <c:v>0.92842975253375504</c:v>
                </c:pt>
                <c:pt idx="8">
                  <c:v>1.1143113803643301</c:v>
                </c:pt>
                <c:pt idx="9">
                  <c:v>1.18198152657447</c:v>
                </c:pt>
                <c:pt idx="10">
                  <c:v>1.3576979025893701</c:v>
                </c:pt>
                <c:pt idx="11">
                  <c:v>1.43486642624998</c:v>
                </c:pt>
                <c:pt idx="12">
                  <c:v>1.63554295998939</c:v>
                </c:pt>
                <c:pt idx="13">
                  <c:v>1.56043367151637</c:v>
                </c:pt>
                <c:pt idx="14">
                  <c:v>1.5341233351763299</c:v>
                </c:pt>
                <c:pt idx="15">
                  <c:v>1.43404495514478</c:v>
                </c:pt>
                <c:pt idx="16">
                  <c:v>1.3816440903652301</c:v>
                </c:pt>
                <c:pt idx="17">
                  <c:v>1.32255831632089</c:v>
                </c:pt>
                <c:pt idx="18">
                  <c:v>1.22105247120795</c:v>
                </c:pt>
                <c:pt idx="19">
                  <c:v>1.32768485646407</c:v>
                </c:pt>
                <c:pt idx="20">
                  <c:v>1.35006176330649</c:v>
                </c:pt>
                <c:pt idx="21">
                  <c:v>1.3012092824519801</c:v>
                </c:pt>
                <c:pt idx="22">
                  <c:v>1.4526744126756901</c:v>
                </c:pt>
                <c:pt idx="23">
                  <c:v>1.2162017184457199</c:v>
                </c:pt>
                <c:pt idx="24">
                  <c:v>1.30933082613812</c:v>
                </c:pt>
                <c:pt idx="25">
                  <c:v>1.3245246804341799</c:v>
                </c:pt>
                <c:pt idx="26">
                  <c:v>1.2840447611849399</c:v>
                </c:pt>
                <c:pt idx="27">
                  <c:v>1.2670251038640701</c:v>
                </c:pt>
                <c:pt idx="28">
                  <c:v>1.1322272769400199</c:v>
                </c:pt>
                <c:pt idx="29">
                  <c:v>1.0458095544897299</c:v>
                </c:pt>
                <c:pt idx="30">
                  <c:v>1.03788644862072</c:v>
                </c:pt>
                <c:pt idx="31">
                  <c:v>1.2638087495039001</c:v>
                </c:pt>
                <c:pt idx="32">
                  <c:v>1.10760945848416</c:v>
                </c:pt>
                <c:pt idx="33">
                  <c:v>1.1775279163457699</c:v>
                </c:pt>
                <c:pt idx="34">
                  <c:v>1.24881248584341</c:v>
                </c:pt>
                <c:pt idx="35">
                  <c:v>1.2549743861142699</c:v>
                </c:pt>
                <c:pt idx="36">
                  <c:v>1.37563081915306</c:v>
                </c:pt>
                <c:pt idx="37">
                  <c:v>1.36344650394934</c:v>
                </c:pt>
                <c:pt idx="38">
                  <c:v>1.26631149442534</c:v>
                </c:pt>
                <c:pt idx="39">
                  <c:v>1.3337627849835101</c:v>
                </c:pt>
                <c:pt idx="40">
                  <c:v>1.13521659507934</c:v>
                </c:pt>
                <c:pt idx="41">
                  <c:v>1.16973958700142</c:v>
                </c:pt>
                <c:pt idx="42">
                  <c:v>1.2121509932716199</c:v>
                </c:pt>
                <c:pt idx="43">
                  <c:v>1.34528221311075</c:v>
                </c:pt>
                <c:pt idx="44">
                  <c:v>1.34459691815632</c:v>
                </c:pt>
                <c:pt idx="45">
                  <c:v>1.51078095925209</c:v>
                </c:pt>
                <c:pt idx="46">
                  <c:v>1.4833033092568799</c:v>
                </c:pt>
                <c:pt idx="47">
                  <c:v>1.4196071556394501</c:v>
                </c:pt>
                <c:pt idx="48">
                  <c:v>1.76580031618783</c:v>
                </c:pt>
                <c:pt idx="49">
                  <c:v>1.52719172268643</c:v>
                </c:pt>
                <c:pt idx="50">
                  <c:v>1.79587602764267</c:v>
                </c:pt>
                <c:pt idx="51">
                  <c:v>1.61876137733979</c:v>
                </c:pt>
                <c:pt idx="52">
                  <c:v>1.28645587818306</c:v>
                </c:pt>
                <c:pt idx="53">
                  <c:v>1.2654744774290001</c:v>
                </c:pt>
                <c:pt idx="54">
                  <c:v>1.4288774064129099</c:v>
                </c:pt>
                <c:pt idx="55">
                  <c:v>1.42520818278252</c:v>
                </c:pt>
                <c:pt idx="56">
                  <c:v>1.3597979912637701</c:v>
                </c:pt>
                <c:pt idx="57">
                  <c:v>1.4689513220249</c:v>
                </c:pt>
                <c:pt idx="58">
                  <c:v>1.5470793181749201</c:v>
                </c:pt>
                <c:pt idx="59">
                  <c:v>1.50881531584353</c:v>
                </c:pt>
                <c:pt idx="60">
                  <c:v>1.59494404484346</c:v>
                </c:pt>
                <c:pt idx="61">
                  <c:v>1.51938665181593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Sheet1!$D$2:$D$63</c:f>
              <c:numCache>
                <c:formatCode>General</c:formatCode>
                <c:ptCount val="62"/>
                <c:pt idx="0">
                  <c:v>1.40344885759658</c:v>
                </c:pt>
                <c:pt idx="1">
                  <c:v>1.52262944858337</c:v>
                </c:pt>
                <c:pt idx="2">
                  <c:v>1.5476715424390599</c:v>
                </c:pt>
                <c:pt idx="3">
                  <c:v>1.5496788385432401</c:v>
                </c:pt>
                <c:pt idx="4">
                  <c:v>1.62206798163878</c:v>
                </c:pt>
                <c:pt idx="5">
                  <c:v>1.73721220096742</c:v>
                </c:pt>
                <c:pt idx="6">
                  <c:v>1.8343490487777701</c:v>
                </c:pt>
                <c:pt idx="7">
                  <c:v>1.9552516853697699</c:v>
                </c:pt>
                <c:pt idx="8">
                  <c:v>2.0691216290555001</c:v>
                </c:pt>
                <c:pt idx="9">
                  <c:v>2.2106294780525499</c:v>
                </c:pt>
                <c:pt idx="10">
                  <c:v>2.3867471627207002</c:v>
                </c:pt>
                <c:pt idx="11">
                  <c:v>2.5465637023453498</c:v>
                </c:pt>
                <c:pt idx="12">
                  <c:v>2.7671094723547598</c:v>
                </c:pt>
                <c:pt idx="13">
                  <c:v>2.7988908582282201</c:v>
                </c:pt>
                <c:pt idx="14">
                  <c:v>2.8909361434240499</c:v>
                </c:pt>
                <c:pt idx="15">
                  <c:v>2.6824536648977402</c:v>
                </c:pt>
                <c:pt idx="16">
                  <c:v>2.5782942771635202</c:v>
                </c:pt>
                <c:pt idx="17">
                  <c:v>2.4897810611972799</c:v>
                </c:pt>
                <c:pt idx="18">
                  <c:v>2.3546159949986998</c:v>
                </c:pt>
                <c:pt idx="19">
                  <c:v>2.2990995502616398</c:v>
                </c:pt>
                <c:pt idx="20">
                  <c:v>2.2771531138754502</c:v>
                </c:pt>
                <c:pt idx="21">
                  <c:v>2.2980207323257802</c:v>
                </c:pt>
                <c:pt idx="22">
                  <c:v>2.3463629170783298</c:v>
                </c:pt>
                <c:pt idx="23">
                  <c:v>2.3548780530012601</c:v>
                </c:pt>
                <c:pt idx="24">
                  <c:v>2.4044365446367202</c:v>
                </c:pt>
                <c:pt idx="25">
                  <c:v>2.4191716157296201</c:v>
                </c:pt>
                <c:pt idx="26">
                  <c:v>2.4376804492814701</c:v>
                </c:pt>
                <c:pt idx="27">
                  <c:v>2.3084003585764599</c:v>
                </c:pt>
                <c:pt idx="28">
                  <c:v>2.1648697575747602</c:v>
                </c:pt>
                <c:pt idx="29">
                  <c:v>2.0227213043424901</c:v>
                </c:pt>
                <c:pt idx="30">
                  <c:v>1.99252138029987</c:v>
                </c:pt>
                <c:pt idx="31">
                  <c:v>1.97902606412438</c:v>
                </c:pt>
                <c:pt idx="32">
                  <c:v>1.97069862373689</c:v>
                </c:pt>
                <c:pt idx="33">
                  <c:v>2.0771865093275701</c:v>
                </c:pt>
                <c:pt idx="34">
                  <c:v>2.1966581191441001</c:v>
                </c:pt>
                <c:pt idx="35">
                  <c:v>2.3286553773395799</c:v>
                </c:pt>
                <c:pt idx="36">
                  <c:v>2.4318970986228798</c:v>
                </c:pt>
                <c:pt idx="37">
                  <c:v>2.5270099948525999</c:v>
                </c:pt>
                <c:pt idx="38">
                  <c:v>2.6239723565178998</c:v>
                </c:pt>
                <c:pt idx="39">
                  <c:v>2.5418992603293602</c:v>
                </c:pt>
                <c:pt idx="40">
                  <c:v>2.4647388056630701</c:v>
                </c:pt>
                <c:pt idx="41">
                  <c:v>2.3862735867786502</c:v>
                </c:pt>
                <c:pt idx="42">
                  <c:v>2.4360086670104102</c:v>
                </c:pt>
                <c:pt idx="43">
                  <c:v>2.5214115903367298</c:v>
                </c:pt>
                <c:pt idx="44">
                  <c:v>2.5373180305041299</c:v>
                </c:pt>
                <c:pt idx="45">
                  <c:v>2.6423743647857298</c:v>
                </c:pt>
                <c:pt idx="46">
                  <c:v>2.7450737741209799</c:v>
                </c:pt>
                <c:pt idx="47">
                  <c:v>2.8510892052435599</c:v>
                </c:pt>
                <c:pt idx="48">
                  <c:v>2.92053753286226</c:v>
                </c:pt>
                <c:pt idx="49">
                  <c:v>2.9859047938038099</c:v>
                </c:pt>
                <c:pt idx="50">
                  <c:v>3.0526450104871001</c:v>
                </c:pt>
                <c:pt idx="51">
                  <c:v>2.9182593900643501</c:v>
                </c:pt>
                <c:pt idx="52">
                  <c:v>2.7968009878532198</c:v>
                </c:pt>
                <c:pt idx="53">
                  <c:v>2.6866428802586202</c:v>
                </c:pt>
                <c:pt idx="54">
                  <c:v>2.7054653492143999</c:v>
                </c:pt>
                <c:pt idx="55">
                  <c:v>2.7174988379767102</c:v>
                </c:pt>
                <c:pt idx="56">
                  <c:v>2.7299318958567702</c:v>
                </c:pt>
                <c:pt idx="57">
                  <c:v>2.8171638171939102</c:v>
                </c:pt>
                <c:pt idx="58">
                  <c:v>2.9022416600313301</c:v>
                </c:pt>
                <c:pt idx="59">
                  <c:v>2.9818197765464598</c:v>
                </c:pt>
                <c:pt idx="60">
                  <c:v>3.0606308451050901</c:v>
                </c:pt>
                <c:pt idx="61">
                  <c:v>3.1382257296649798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368320"/>
        <c:axId val="33378304"/>
      </c:lineChart>
      <c:dateAx>
        <c:axId val="333683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33378304"/>
        <c:crosses val="autoZero"/>
        <c:auto val="1"/>
        <c:lblOffset val="100"/>
        <c:baseTimeUnit val="months"/>
        <c:majorUnit val="6"/>
        <c:majorTimeUnit val="months"/>
      </c:dateAx>
      <c:valAx>
        <c:axId val="3337830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3336832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Sheet1!$A$2:$A$44</c:f>
              <c:numCache>
                <c:formatCode>m/d/yyyy</c:formatCode>
                <c:ptCount val="43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  <c:pt idx="8">
                  <c:v>41365</c:v>
                </c:pt>
                <c:pt idx="9">
                  <c:v>41395</c:v>
                </c:pt>
                <c:pt idx="10">
                  <c:v>41426</c:v>
                </c:pt>
                <c:pt idx="11">
                  <c:v>41456</c:v>
                </c:pt>
                <c:pt idx="12">
                  <c:v>41487</c:v>
                </c:pt>
                <c:pt idx="13">
                  <c:v>41518</c:v>
                </c:pt>
                <c:pt idx="14">
                  <c:v>41548</c:v>
                </c:pt>
                <c:pt idx="15">
                  <c:v>41579</c:v>
                </c:pt>
                <c:pt idx="16">
                  <c:v>41609</c:v>
                </c:pt>
                <c:pt idx="17">
                  <c:v>41640</c:v>
                </c:pt>
                <c:pt idx="18">
                  <c:v>41671</c:v>
                </c:pt>
                <c:pt idx="19">
                  <c:v>41699</c:v>
                </c:pt>
                <c:pt idx="20">
                  <c:v>41730</c:v>
                </c:pt>
                <c:pt idx="21">
                  <c:v>41760</c:v>
                </c:pt>
                <c:pt idx="22">
                  <c:v>41791</c:v>
                </c:pt>
                <c:pt idx="23">
                  <c:v>41821</c:v>
                </c:pt>
                <c:pt idx="24">
                  <c:v>41852</c:v>
                </c:pt>
                <c:pt idx="25">
                  <c:v>41883</c:v>
                </c:pt>
                <c:pt idx="26">
                  <c:v>41913</c:v>
                </c:pt>
                <c:pt idx="27">
                  <c:v>41944</c:v>
                </c:pt>
                <c:pt idx="28">
                  <c:v>41974</c:v>
                </c:pt>
                <c:pt idx="29">
                  <c:v>42005</c:v>
                </c:pt>
                <c:pt idx="30">
                  <c:v>42036</c:v>
                </c:pt>
                <c:pt idx="31">
                  <c:v>42064</c:v>
                </c:pt>
                <c:pt idx="32">
                  <c:v>42095</c:v>
                </c:pt>
                <c:pt idx="33">
                  <c:v>42125</c:v>
                </c:pt>
                <c:pt idx="34">
                  <c:v>42156</c:v>
                </c:pt>
                <c:pt idx="35">
                  <c:v>42186</c:v>
                </c:pt>
                <c:pt idx="36">
                  <c:v>42217</c:v>
                </c:pt>
                <c:pt idx="37">
                  <c:v>42248</c:v>
                </c:pt>
                <c:pt idx="38">
                  <c:v>42278</c:v>
                </c:pt>
                <c:pt idx="39">
                  <c:v>42309</c:v>
                </c:pt>
                <c:pt idx="40">
                  <c:v>42339</c:v>
                </c:pt>
                <c:pt idx="41">
                  <c:v>42370</c:v>
                </c:pt>
                <c:pt idx="42">
                  <c:v>42401</c:v>
                </c:pt>
              </c:numCache>
            </c:num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0</c:v>
                </c:pt>
                <c:pt idx="1">
                  <c:v>0</c:v>
                </c:pt>
                <c:pt idx="2">
                  <c:v>0.65312715558033496</c:v>
                </c:pt>
                <c:pt idx="3">
                  <c:v>0.48694950416733301</c:v>
                </c:pt>
                <c:pt idx="4">
                  <c:v>0.896753166175424</c:v>
                </c:pt>
                <c:pt idx="5">
                  <c:v>0.88997950079841004</c:v>
                </c:pt>
                <c:pt idx="6">
                  <c:v>1.1800203781962399</c:v>
                </c:pt>
                <c:pt idx="7">
                  <c:v>1.25250120859004</c:v>
                </c:pt>
                <c:pt idx="8">
                  <c:v>1.14856878077</c:v>
                </c:pt>
                <c:pt idx="9">
                  <c:v>1.17273882688486</c:v>
                </c:pt>
                <c:pt idx="10">
                  <c:v>1.37035279794625</c:v>
                </c:pt>
                <c:pt idx="11">
                  <c:v>1.385849365856</c:v>
                </c:pt>
                <c:pt idx="12">
                  <c:v>1.5656034625891799</c:v>
                </c:pt>
                <c:pt idx="13">
                  <c:v>1.71359280558779</c:v>
                </c:pt>
                <c:pt idx="14">
                  <c:v>1.27631420091268</c:v>
                </c:pt>
                <c:pt idx="15">
                  <c:v>1.4239629615945499</c:v>
                </c:pt>
                <c:pt idx="16">
                  <c:v>1.79282550984931</c:v>
                </c:pt>
                <c:pt idx="17">
                  <c:v>1.7805170645210999</c:v>
                </c:pt>
                <c:pt idx="18">
                  <c:v>1.8107922145289399</c:v>
                </c:pt>
                <c:pt idx="19">
                  <c:v>1.6640735563037501</c:v>
                </c:pt>
                <c:pt idx="20">
                  <c:v>1.53863323571349</c:v>
                </c:pt>
                <c:pt idx="21">
                  <c:v>1.5313773380033</c:v>
                </c:pt>
                <c:pt idx="22">
                  <c:v>1.4016124675158299</c:v>
                </c:pt>
                <c:pt idx="23">
                  <c:v>1.5270716306070899</c:v>
                </c:pt>
                <c:pt idx="24">
                  <c:v>1.6665491841257301</c:v>
                </c:pt>
                <c:pt idx="25">
                  <c:v>1.6274068532113199</c:v>
                </c:pt>
                <c:pt idx="26">
                  <c:v>1.88570155247337</c:v>
                </c:pt>
                <c:pt idx="27">
                  <c:v>1.6119063154261</c:v>
                </c:pt>
                <c:pt idx="28">
                  <c:v>1.79346147600534</c:v>
                </c:pt>
                <c:pt idx="29">
                  <c:v>1.79483091128119</c:v>
                </c:pt>
                <c:pt idx="30">
                  <c:v>1.99176243301153</c:v>
                </c:pt>
                <c:pt idx="31">
                  <c:v>1.7729347115143299</c:v>
                </c:pt>
                <c:pt idx="32">
                  <c:v>1.27725129331081</c:v>
                </c:pt>
                <c:pt idx="33">
                  <c:v>1.4809219735186101</c:v>
                </c:pt>
                <c:pt idx="34">
                  <c:v>1.25351834824838</c:v>
                </c:pt>
                <c:pt idx="35">
                  <c:v>1.39034821854783</c:v>
                </c:pt>
                <c:pt idx="36">
                  <c:v>1.4367808750206901</c:v>
                </c:pt>
                <c:pt idx="37">
                  <c:v>1.5428042456961799</c:v>
                </c:pt>
                <c:pt idx="38">
                  <c:v>1.43328095771069</c:v>
                </c:pt>
                <c:pt idx="39">
                  <c:v>1.7660994374754999</c:v>
                </c:pt>
                <c:pt idx="40">
                  <c:v>1.50750669991996</c:v>
                </c:pt>
                <c:pt idx="41">
                  <c:v>1.64978599436628</c:v>
                </c:pt>
                <c:pt idx="42">
                  <c:v>1.4464891240081801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Sheet1!$A$2:$A$44</c:f>
              <c:numCache>
                <c:formatCode>m/d/yyyy</c:formatCode>
                <c:ptCount val="43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  <c:pt idx="8">
                  <c:v>41365</c:v>
                </c:pt>
                <c:pt idx="9">
                  <c:v>41395</c:v>
                </c:pt>
                <c:pt idx="10">
                  <c:v>41426</c:v>
                </c:pt>
                <c:pt idx="11">
                  <c:v>41456</c:v>
                </c:pt>
                <c:pt idx="12">
                  <c:v>41487</c:v>
                </c:pt>
                <c:pt idx="13">
                  <c:v>41518</c:v>
                </c:pt>
                <c:pt idx="14">
                  <c:v>41548</c:v>
                </c:pt>
                <c:pt idx="15">
                  <c:v>41579</c:v>
                </c:pt>
                <c:pt idx="16">
                  <c:v>41609</c:v>
                </c:pt>
                <c:pt idx="17">
                  <c:v>41640</c:v>
                </c:pt>
                <c:pt idx="18">
                  <c:v>41671</c:v>
                </c:pt>
                <c:pt idx="19">
                  <c:v>41699</c:v>
                </c:pt>
                <c:pt idx="20">
                  <c:v>41730</c:v>
                </c:pt>
                <c:pt idx="21">
                  <c:v>41760</c:v>
                </c:pt>
                <c:pt idx="22">
                  <c:v>41791</c:v>
                </c:pt>
                <c:pt idx="23">
                  <c:v>41821</c:v>
                </c:pt>
                <c:pt idx="24">
                  <c:v>41852</c:v>
                </c:pt>
                <c:pt idx="25">
                  <c:v>41883</c:v>
                </c:pt>
                <c:pt idx="26">
                  <c:v>41913</c:v>
                </c:pt>
                <c:pt idx="27">
                  <c:v>41944</c:v>
                </c:pt>
                <c:pt idx="28">
                  <c:v>41974</c:v>
                </c:pt>
                <c:pt idx="29">
                  <c:v>42005</c:v>
                </c:pt>
                <c:pt idx="30">
                  <c:v>42036</c:v>
                </c:pt>
                <c:pt idx="31">
                  <c:v>42064</c:v>
                </c:pt>
                <c:pt idx="32">
                  <c:v>42095</c:v>
                </c:pt>
                <c:pt idx="33">
                  <c:v>42125</c:v>
                </c:pt>
                <c:pt idx="34">
                  <c:v>42156</c:v>
                </c:pt>
                <c:pt idx="35">
                  <c:v>42186</c:v>
                </c:pt>
                <c:pt idx="36">
                  <c:v>42217</c:v>
                </c:pt>
                <c:pt idx="37">
                  <c:v>42248</c:v>
                </c:pt>
                <c:pt idx="38">
                  <c:v>42278</c:v>
                </c:pt>
                <c:pt idx="39">
                  <c:v>42309</c:v>
                </c:pt>
                <c:pt idx="40">
                  <c:v>42339</c:v>
                </c:pt>
                <c:pt idx="41">
                  <c:v>42370</c:v>
                </c:pt>
                <c:pt idx="42">
                  <c:v>42401</c:v>
                </c:pt>
              </c:numCache>
            </c:numRef>
          </c:cat>
          <c:val>
            <c:numRef>
              <c:f>Sheet1!$C$2:$C$44</c:f>
              <c:numCache>
                <c:formatCode>General</c:formatCode>
                <c:ptCount val="43"/>
                <c:pt idx="0">
                  <c:v>2.31749696031569E-2</c:v>
                </c:pt>
                <c:pt idx="1">
                  <c:v>3.6082094690637098E-2</c:v>
                </c:pt>
                <c:pt idx="2">
                  <c:v>8.5295921159356206E-2</c:v>
                </c:pt>
                <c:pt idx="3">
                  <c:v>0.16871335679333699</c:v>
                </c:pt>
                <c:pt idx="4">
                  <c:v>0.19412907710357799</c:v>
                </c:pt>
                <c:pt idx="5">
                  <c:v>0.27511906032863198</c:v>
                </c:pt>
                <c:pt idx="6">
                  <c:v>0.39214764658756002</c:v>
                </c:pt>
                <c:pt idx="7">
                  <c:v>0.43687480507996801</c:v>
                </c:pt>
                <c:pt idx="8">
                  <c:v>0.53783750625565596</c:v>
                </c:pt>
                <c:pt idx="9">
                  <c:v>0.55973916459728401</c:v>
                </c:pt>
                <c:pt idx="10">
                  <c:v>0.61222247878254299</c:v>
                </c:pt>
                <c:pt idx="11">
                  <c:v>0.66433992473098302</c:v>
                </c:pt>
                <c:pt idx="12">
                  <c:v>0.82432043262157295</c:v>
                </c:pt>
                <c:pt idx="13">
                  <c:v>0.79687116582483097</c:v>
                </c:pt>
                <c:pt idx="14">
                  <c:v>0.81486378647733804</c:v>
                </c:pt>
                <c:pt idx="15">
                  <c:v>0.99230048161534901</c:v>
                </c:pt>
                <c:pt idx="16">
                  <c:v>1.09109604130326</c:v>
                </c:pt>
                <c:pt idx="17">
                  <c:v>1.21171549176997</c:v>
                </c:pt>
                <c:pt idx="18">
                  <c:v>1.2277187982088</c:v>
                </c:pt>
                <c:pt idx="19">
                  <c:v>1.2513637290449999</c:v>
                </c:pt>
                <c:pt idx="20">
                  <c:v>1.36689981296569</c:v>
                </c:pt>
                <c:pt idx="21">
                  <c:v>1.2148080351528101</c:v>
                </c:pt>
                <c:pt idx="22">
                  <c:v>1.3015196481951901</c:v>
                </c:pt>
                <c:pt idx="23">
                  <c:v>1.3994294939171701</c:v>
                </c:pt>
                <c:pt idx="24">
                  <c:v>1.51127808172784</c:v>
                </c:pt>
                <c:pt idx="25">
                  <c:v>1.5363677597601699</c:v>
                </c:pt>
                <c:pt idx="26">
                  <c:v>1.82578301985479</c:v>
                </c:pt>
                <c:pt idx="27">
                  <c:v>1.7562261127001799</c:v>
                </c:pt>
                <c:pt idx="28">
                  <c:v>1.7269938752570999</c:v>
                </c:pt>
                <c:pt idx="29">
                  <c:v>2.1813862120286198</c:v>
                </c:pt>
                <c:pt idx="30">
                  <c:v>1.8986626236764399</c:v>
                </c:pt>
                <c:pt idx="31">
                  <c:v>2.4459354836557998</c:v>
                </c:pt>
                <c:pt idx="32">
                  <c:v>2.0731259522044199</c:v>
                </c:pt>
                <c:pt idx="33">
                  <c:v>1.6405263963480099</c:v>
                </c:pt>
                <c:pt idx="34">
                  <c:v>1.6864632489156699</c:v>
                </c:pt>
                <c:pt idx="35">
                  <c:v>1.8894161381802801</c:v>
                </c:pt>
                <c:pt idx="36">
                  <c:v>1.9217170303957301</c:v>
                </c:pt>
                <c:pt idx="37">
                  <c:v>1.9152670955587101</c:v>
                </c:pt>
                <c:pt idx="38">
                  <c:v>1.92991265835208</c:v>
                </c:pt>
                <c:pt idx="39">
                  <c:v>2.0852463976740001</c:v>
                </c:pt>
                <c:pt idx="40">
                  <c:v>2.0053639781313901</c:v>
                </c:pt>
                <c:pt idx="41">
                  <c:v>2.1111662189355598</c:v>
                </c:pt>
                <c:pt idx="42">
                  <c:v>1.9589249055150799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Sheet1!$A$2:$A$44</c:f>
              <c:numCache>
                <c:formatCode>m/d/yyyy</c:formatCode>
                <c:ptCount val="43"/>
                <c:pt idx="0">
                  <c:v>41122</c:v>
                </c:pt>
                <c:pt idx="1">
                  <c:v>41153</c:v>
                </c:pt>
                <c:pt idx="2">
                  <c:v>41183</c:v>
                </c:pt>
                <c:pt idx="3">
                  <c:v>41214</c:v>
                </c:pt>
                <c:pt idx="4">
                  <c:v>41244</c:v>
                </c:pt>
                <c:pt idx="5">
                  <c:v>41275</c:v>
                </c:pt>
                <c:pt idx="6">
                  <c:v>41306</c:v>
                </c:pt>
                <c:pt idx="7">
                  <c:v>41334</c:v>
                </c:pt>
                <c:pt idx="8">
                  <c:v>41365</c:v>
                </c:pt>
                <c:pt idx="9">
                  <c:v>41395</c:v>
                </c:pt>
                <c:pt idx="10">
                  <c:v>41426</c:v>
                </c:pt>
                <c:pt idx="11">
                  <c:v>41456</c:v>
                </c:pt>
                <c:pt idx="12">
                  <c:v>41487</c:v>
                </c:pt>
                <c:pt idx="13">
                  <c:v>41518</c:v>
                </c:pt>
                <c:pt idx="14">
                  <c:v>41548</c:v>
                </c:pt>
                <c:pt idx="15">
                  <c:v>41579</c:v>
                </c:pt>
                <c:pt idx="16">
                  <c:v>41609</c:v>
                </c:pt>
                <c:pt idx="17">
                  <c:v>41640</c:v>
                </c:pt>
                <c:pt idx="18">
                  <c:v>41671</c:v>
                </c:pt>
                <c:pt idx="19">
                  <c:v>41699</c:v>
                </c:pt>
                <c:pt idx="20">
                  <c:v>41730</c:v>
                </c:pt>
                <c:pt idx="21">
                  <c:v>41760</c:v>
                </c:pt>
                <c:pt idx="22">
                  <c:v>41791</c:v>
                </c:pt>
                <c:pt idx="23">
                  <c:v>41821</c:v>
                </c:pt>
                <c:pt idx="24">
                  <c:v>41852</c:v>
                </c:pt>
                <c:pt idx="25">
                  <c:v>41883</c:v>
                </c:pt>
                <c:pt idx="26">
                  <c:v>41913</c:v>
                </c:pt>
                <c:pt idx="27">
                  <c:v>41944</c:v>
                </c:pt>
                <c:pt idx="28">
                  <c:v>41974</c:v>
                </c:pt>
                <c:pt idx="29">
                  <c:v>42005</c:v>
                </c:pt>
                <c:pt idx="30">
                  <c:v>42036</c:v>
                </c:pt>
                <c:pt idx="31">
                  <c:v>42064</c:v>
                </c:pt>
                <c:pt idx="32">
                  <c:v>42095</c:v>
                </c:pt>
                <c:pt idx="33">
                  <c:v>42125</c:v>
                </c:pt>
                <c:pt idx="34">
                  <c:v>42156</c:v>
                </c:pt>
                <c:pt idx="35">
                  <c:v>42186</c:v>
                </c:pt>
                <c:pt idx="36">
                  <c:v>42217</c:v>
                </c:pt>
                <c:pt idx="37">
                  <c:v>42248</c:v>
                </c:pt>
                <c:pt idx="38">
                  <c:v>42278</c:v>
                </c:pt>
                <c:pt idx="39">
                  <c:v>42309</c:v>
                </c:pt>
                <c:pt idx="40">
                  <c:v>42339</c:v>
                </c:pt>
                <c:pt idx="41">
                  <c:v>42370</c:v>
                </c:pt>
                <c:pt idx="42">
                  <c:v>42401</c:v>
                </c:pt>
              </c:numCache>
            </c:numRef>
          </c:cat>
          <c:val>
            <c:numRef>
              <c:f>Sheet1!$D$2:$D$44</c:f>
              <c:numCache>
                <c:formatCode>General</c:formatCode>
                <c:ptCount val="43"/>
                <c:pt idx="0">
                  <c:v>0.45887599046399202</c:v>
                </c:pt>
                <c:pt idx="1">
                  <c:v>0.63430867585078099</c:v>
                </c:pt>
                <c:pt idx="2">
                  <c:v>0.82961525860169005</c:v>
                </c:pt>
                <c:pt idx="3">
                  <c:v>1.04063654227908</c:v>
                </c:pt>
                <c:pt idx="4">
                  <c:v>1.22214430319036</c:v>
                </c:pt>
                <c:pt idx="5">
                  <c:v>1.4605461559019</c:v>
                </c:pt>
                <c:pt idx="6">
                  <c:v>1.6776543096546701</c:v>
                </c:pt>
                <c:pt idx="7">
                  <c:v>1.88972884685353</c:v>
                </c:pt>
                <c:pt idx="8">
                  <c:v>2.0516141133667198</c:v>
                </c:pt>
                <c:pt idx="9">
                  <c:v>2.2291296263364502</c:v>
                </c:pt>
                <c:pt idx="10">
                  <c:v>2.4255926601609099</c:v>
                </c:pt>
                <c:pt idx="11">
                  <c:v>2.6571551597413201</c:v>
                </c:pt>
                <c:pt idx="12">
                  <c:v>2.9053869653259299</c:v>
                </c:pt>
                <c:pt idx="13">
                  <c:v>3.1767160413380902</c:v>
                </c:pt>
                <c:pt idx="14">
                  <c:v>3.4896385002127799</c:v>
                </c:pt>
                <c:pt idx="15">
                  <c:v>3.83302714288196</c:v>
                </c:pt>
                <c:pt idx="16">
                  <c:v>4.1891163687453199</c:v>
                </c:pt>
                <c:pt idx="17">
                  <c:v>4.5482944005324804</c:v>
                </c:pt>
                <c:pt idx="18">
                  <c:v>4.9055050125501198</c:v>
                </c:pt>
                <c:pt idx="19">
                  <c:v>5.2660435410925404</c:v>
                </c:pt>
                <c:pt idx="20">
                  <c:v>5.5551069313287798</c:v>
                </c:pt>
                <c:pt idx="21">
                  <c:v>5.8426500580849599</c:v>
                </c:pt>
                <c:pt idx="22">
                  <c:v>6.1222442679248203</c:v>
                </c:pt>
                <c:pt idx="23">
                  <c:v>6.4540473177121704</c:v>
                </c:pt>
                <c:pt idx="24">
                  <c:v>6.7897757855188301</c:v>
                </c:pt>
                <c:pt idx="25">
                  <c:v>7.1072170077025998</c:v>
                </c:pt>
                <c:pt idx="26">
                  <c:v>7.4820461205890796</c:v>
                </c:pt>
                <c:pt idx="27">
                  <c:v>7.8588253742287799</c:v>
                </c:pt>
                <c:pt idx="28">
                  <c:v>8.2337591532615004</c:v>
                </c:pt>
                <c:pt idx="29">
                  <c:v>8.5690300953671006</c:v>
                </c:pt>
                <c:pt idx="30">
                  <c:v>8.9011365272726</c:v>
                </c:pt>
                <c:pt idx="31">
                  <c:v>9.2357241493006796</c:v>
                </c:pt>
                <c:pt idx="32">
                  <c:v>9.3649012789064603</c:v>
                </c:pt>
                <c:pt idx="33">
                  <c:v>9.4801468308637507</c:v>
                </c:pt>
                <c:pt idx="34">
                  <c:v>9.5712745028386497</c:v>
                </c:pt>
                <c:pt idx="35">
                  <c:v>9.8100181152813501</c:v>
                </c:pt>
                <c:pt idx="36">
                  <c:v>10.0232635254337</c:v>
                </c:pt>
                <c:pt idx="37">
                  <c:v>10.2091791425736</c:v>
                </c:pt>
                <c:pt idx="38">
                  <c:v>10.483552405938299</c:v>
                </c:pt>
                <c:pt idx="39">
                  <c:v>10.734889266466899</c:v>
                </c:pt>
                <c:pt idx="40">
                  <c:v>10.941200470106301</c:v>
                </c:pt>
                <c:pt idx="41">
                  <c:v>11.173444435704299</c:v>
                </c:pt>
                <c:pt idx="42">
                  <c:v>11.364858408640499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009408"/>
        <c:axId val="51010944"/>
      </c:lineChart>
      <c:dateAx>
        <c:axId val="510094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010944"/>
        <c:crosses val="autoZero"/>
        <c:auto val="1"/>
        <c:lblOffset val="100"/>
        <c:baseTimeUnit val="months"/>
        <c:majorUnit val="6"/>
        <c:majorTimeUnit val="months"/>
      </c:dateAx>
      <c:valAx>
        <c:axId val="510109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00940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85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1532777493228009"/>
          <c:y val="3.9546124331371897E-2"/>
          <c:w val="0.847742194389148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6.2539635632267396</c:v>
                </c:pt>
                <c:pt idx="1">
                  <c:v>7.04267934298589</c:v>
                </c:pt>
                <c:pt idx="2">
                  <c:v>5.4253280805213198</c:v>
                </c:pt>
                <c:pt idx="3">
                  <c:v>4.6050020022882796</c:v>
                </c:pt>
                <c:pt idx="4">
                  <c:v>4.6206857349592303</c:v>
                </c:pt>
                <c:pt idx="5">
                  <c:v>4.6575534709437196</c:v>
                </c:pt>
                <c:pt idx="6">
                  <c:v>4.3536557550419204</c:v>
                </c:pt>
                <c:pt idx="7">
                  <c:v>4.4553264485830999</c:v>
                </c:pt>
                <c:pt idx="8">
                  <c:v>4.5790830363613999</c:v>
                </c:pt>
                <c:pt idx="9">
                  <c:v>4.8448077808138903</c:v>
                </c:pt>
                <c:pt idx="10">
                  <c:v>4.7018244336130604</c:v>
                </c:pt>
                <c:pt idx="11">
                  <c:v>5.12665252655834</c:v>
                </c:pt>
                <c:pt idx="12">
                  <c:v>4.9655729774277599</c:v>
                </c:pt>
                <c:pt idx="13">
                  <c:v>4.9741533841918804</c:v>
                </c:pt>
                <c:pt idx="14">
                  <c:v>4.4721524774883203</c:v>
                </c:pt>
                <c:pt idx="15">
                  <c:v>4.3477761086318001</c:v>
                </c:pt>
                <c:pt idx="16">
                  <c:v>3.6646673399997902</c:v>
                </c:pt>
                <c:pt idx="17">
                  <c:v>3.70684781759469</c:v>
                </c:pt>
                <c:pt idx="18">
                  <c:v>3.70941557891812</c:v>
                </c:pt>
                <c:pt idx="19">
                  <c:v>3.4306754595401299</c:v>
                </c:pt>
                <c:pt idx="20">
                  <c:v>3.6890918277547802</c:v>
                </c:pt>
                <c:pt idx="21">
                  <c:v>3.4858970579505901</c:v>
                </c:pt>
                <c:pt idx="22">
                  <c:v>3.3594008003958802</c:v>
                </c:pt>
                <c:pt idx="23">
                  <c:v>3.2194762104587</c:v>
                </c:pt>
                <c:pt idx="24">
                  <c:v>3.1818376243989102</c:v>
                </c:pt>
                <c:pt idx="25">
                  <c:v>3.0017210680817201</c:v>
                </c:pt>
                <c:pt idx="26">
                  <c:v>2.93597226599872</c:v>
                </c:pt>
                <c:pt idx="27">
                  <c:v>2.8445808100532299</c:v>
                </c:pt>
                <c:pt idx="28">
                  <c:v>2.27173452516424</c:v>
                </c:pt>
                <c:pt idx="29">
                  <c:v>2.5008665980626001</c:v>
                </c:pt>
                <c:pt idx="30">
                  <c:v>2.2419377863938501</c:v>
                </c:pt>
                <c:pt idx="31">
                  <c:v>2.2097629490967798</c:v>
                </c:pt>
                <c:pt idx="32">
                  <c:v>2.42617851860838</c:v>
                </c:pt>
                <c:pt idx="33">
                  <c:v>2.1561362736679102</c:v>
                </c:pt>
                <c:pt idx="34">
                  <c:v>2.1042453249893498</c:v>
                </c:pt>
                <c:pt idx="35">
                  <c:v>2.0796886761247002</c:v>
                </c:pt>
                <c:pt idx="36">
                  <c:v>1.89670922284271</c:v>
                </c:pt>
                <c:pt idx="37">
                  <c:v>1.82645799013468</c:v>
                </c:pt>
                <c:pt idx="38">
                  <c:v>1.7058653611563399</c:v>
                </c:pt>
                <c:pt idx="39">
                  <c:v>1.33061956434815</c:v>
                </c:pt>
                <c:pt idx="40">
                  <c:v>1.34458852664741</c:v>
                </c:pt>
                <c:pt idx="41">
                  <c:v>1.3983895270603801</c:v>
                </c:pt>
                <c:pt idx="42">
                  <c:v>1.1915308884461699</c:v>
                </c:pt>
                <c:pt idx="43">
                  <c:v>1.33401556888966</c:v>
                </c:pt>
                <c:pt idx="44">
                  <c:v>1.1919348599766799</c:v>
                </c:pt>
                <c:pt idx="45">
                  <c:v>1.1097790600330899</c:v>
                </c:pt>
                <c:pt idx="46">
                  <c:v>1.0755498008025699</c:v>
                </c:pt>
                <c:pt idx="47">
                  <c:v>0.96926959712724203</c:v>
                </c:pt>
                <c:pt idx="48">
                  <c:v>0.84481972040251196</c:v>
                </c:pt>
                <c:pt idx="49">
                  <c:v>0.97954637343120599</c:v>
                </c:pt>
                <c:pt idx="50">
                  <c:v>0.75401294680875797</c:v>
                </c:pt>
                <c:pt idx="51">
                  <c:v>0.69332415395677605</c:v>
                </c:pt>
                <c:pt idx="52">
                  <c:v>0.64333241675006403</c:v>
                </c:pt>
                <c:pt idx="53">
                  <c:v>0.54653960735655505</c:v>
                </c:pt>
                <c:pt idx="54">
                  <c:v>0.55220719580819599</c:v>
                </c:pt>
                <c:pt idx="55">
                  <c:v>0.60604850272395505</c:v>
                </c:pt>
                <c:pt idx="56">
                  <c:v>0.57886315236576102</c:v>
                </c:pt>
                <c:pt idx="57">
                  <c:v>0.55695111151973198</c:v>
                </c:pt>
                <c:pt idx="58">
                  <c:v>0.61481746306641905</c:v>
                </c:pt>
                <c:pt idx="59">
                  <c:v>0.77770094398016398</c:v>
                </c:pt>
                <c:pt idx="60">
                  <c:v>0.67070982264427803</c:v>
                </c:pt>
                <c:pt idx="61">
                  <c:v>0.61704793950557701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7.0470420805415399</c:v>
                </c:pt>
                <c:pt idx="1">
                  <c:v>6.8460640516447304</c:v>
                </c:pt>
                <c:pt idx="2">
                  <c:v>6.8439443542359504</c:v>
                </c:pt>
                <c:pt idx="3">
                  <c:v>6.6864433709565896</c:v>
                </c:pt>
                <c:pt idx="4">
                  <c:v>5.5877632642502002</c:v>
                </c:pt>
                <c:pt idx="5">
                  <c:v>5.7256181081945297</c:v>
                </c:pt>
                <c:pt idx="6">
                  <c:v>5.5243947315982904</c:v>
                </c:pt>
                <c:pt idx="7">
                  <c:v>5.5902233400879604</c:v>
                </c:pt>
                <c:pt idx="8">
                  <c:v>5.9415109456053701</c:v>
                </c:pt>
                <c:pt idx="9">
                  <c:v>5.5701956052478998</c:v>
                </c:pt>
                <c:pt idx="10">
                  <c:v>5.5644552992964398</c:v>
                </c:pt>
                <c:pt idx="11">
                  <c:v>5.5851816605422302</c:v>
                </c:pt>
                <c:pt idx="12">
                  <c:v>5.8055302468605898</c:v>
                </c:pt>
                <c:pt idx="13">
                  <c:v>5.6770525078344001</c:v>
                </c:pt>
                <c:pt idx="14">
                  <c:v>5.3127829652148604</c:v>
                </c:pt>
                <c:pt idx="15">
                  <c:v>4.7798409073334103</c:v>
                </c:pt>
                <c:pt idx="16">
                  <c:v>4.0882684482328404</c:v>
                </c:pt>
                <c:pt idx="17">
                  <c:v>3.9447565674401401</c:v>
                </c:pt>
                <c:pt idx="18">
                  <c:v>3.9203659002526301</c:v>
                </c:pt>
                <c:pt idx="19">
                  <c:v>4.08052080981932</c:v>
                </c:pt>
                <c:pt idx="20">
                  <c:v>3.8531809801882</c:v>
                </c:pt>
                <c:pt idx="21">
                  <c:v>3.6838592496290499</c:v>
                </c:pt>
                <c:pt idx="22">
                  <c:v>4.2119990740236997</c:v>
                </c:pt>
                <c:pt idx="23">
                  <c:v>3.7393157622097699</c:v>
                </c:pt>
                <c:pt idx="24">
                  <c:v>3.59810397915333</c:v>
                </c:pt>
                <c:pt idx="25">
                  <c:v>3.6858248907569902</c:v>
                </c:pt>
                <c:pt idx="26">
                  <c:v>3.3688000113409702</c:v>
                </c:pt>
                <c:pt idx="27">
                  <c:v>3.2855015334582802</c:v>
                </c:pt>
                <c:pt idx="28">
                  <c:v>2.9354576691372398</c:v>
                </c:pt>
                <c:pt idx="29">
                  <c:v>2.53261201275896</c:v>
                </c:pt>
                <c:pt idx="30">
                  <c:v>2.40325359273257</c:v>
                </c:pt>
                <c:pt idx="31">
                  <c:v>2.76245079900032</c:v>
                </c:pt>
                <c:pt idx="32">
                  <c:v>2.4339627634769201</c:v>
                </c:pt>
                <c:pt idx="33">
                  <c:v>2.4165517161059702</c:v>
                </c:pt>
                <c:pt idx="34">
                  <c:v>2.3704302625959701</c:v>
                </c:pt>
                <c:pt idx="35">
                  <c:v>2.19109246234015</c:v>
                </c:pt>
                <c:pt idx="36">
                  <c:v>2.2983417336053802</c:v>
                </c:pt>
                <c:pt idx="37">
                  <c:v>2.2056298211875598</c:v>
                </c:pt>
                <c:pt idx="38">
                  <c:v>2.0056276567734299</c:v>
                </c:pt>
                <c:pt idx="39">
                  <c:v>1.89397212576827</c:v>
                </c:pt>
                <c:pt idx="40">
                  <c:v>1.60949635834403</c:v>
                </c:pt>
                <c:pt idx="41">
                  <c:v>1.5405482546423399</c:v>
                </c:pt>
                <c:pt idx="42">
                  <c:v>1.5126098248192199</c:v>
                </c:pt>
                <c:pt idx="43">
                  <c:v>1.45048097216279</c:v>
                </c:pt>
                <c:pt idx="44">
                  <c:v>1.3429872084137899</c:v>
                </c:pt>
                <c:pt idx="45">
                  <c:v>1.42711935484509</c:v>
                </c:pt>
                <c:pt idx="46">
                  <c:v>1.2901708995388499</c:v>
                </c:pt>
                <c:pt idx="47">
                  <c:v>1.1161063540017</c:v>
                </c:pt>
                <c:pt idx="48">
                  <c:v>1.2851155682372899</c:v>
                </c:pt>
                <c:pt idx="49">
                  <c:v>1.0825578116338801</c:v>
                </c:pt>
                <c:pt idx="50">
                  <c:v>0.99001899390611703</c:v>
                </c:pt>
                <c:pt idx="51">
                  <c:v>1.0177397324133499</c:v>
                </c:pt>
                <c:pt idx="52">
                  <c:v>0.78193077681008005</c:v>
                </c:pt>
                <c:pt idx="53">
                  <c:v>0.77826858808414101</c:v>
                </c:pt>
                <c:pt idx="54">
                  <c:v>0.85253625007128997</c:v>
                </c:pt>
                <c:pt idx="55">
                  <c:v>0.80448545102446101</c:v>
                </c:pt>
                <c:pt idx="56">
                  <c:v>0.73939771644766505</c:v>
                </c:pt>
                <c:pt idx="57">
                  <c:v>0.740299951286716</c:v>
                </c:pt>
                <c:pt idx="58">
                  <c:v>0.77497018247690796</c:v>
                </c:pt>
                <c:pt idx="59">
                  <c:v>0.75302257132420203</c:v>
                </c:pt>
                <c:pt idx="60">
                  <c:v>0.78669143625205196</c:v>
                </c:pt>
                <c:pt idx="61">
                  <c:v>0.75710886358093499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075712"/>
        <c:axId val="51081600"/>
      </c:lineChart>
      <c:dateAx>
        <c:axId val="510757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081600"/>
        <c:crosses val="autoZero"/>
        <c:auto val="1"/>
        <c:lblOffset val="100"/>
        <c:baseTimeUnit val="months"/>
        <c:majorUnit val="6"/>
        <c:majorTimeUnit val="months"/>
      </c:dateAx>
      <c:valAx>
        <c:axId val="51081600"/>
        <c:scaling>
          <c:orientation val="minMax"/>
          <c:max val="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07571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90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6.4711377179195697</c:v>
                </c:pt>
                <c:pt idx="1">
                  <c:v>6.4955719438235198</c:v>
                </c:pt>
                <c:pt idx="2">
                  <c:v>5.5445497360317004</c:v>
                </c:pt>
                <c:pt idx="3">
                  <c:v>4.9391677066474298</c:v>
                </c:pt>
                <c:pt idx="4">
                  <c:v>4.4516894614970397</c:v>
                </c:pt>
                <c:pt idx="5">
                  <c:v>4.7808491303634</c:v>
                </c:pt>
                <c:pt idx="6">
                  <c:v>4.1242347547001597</c:v>
                </c:pt>
                <c:pt idx="7">
                  <c:v>4.2737282716772498</c:v>
                </c:pt>
                <c:pt idx="8">
                  <c:v>4.0994657181343204</c:v>
                </c:pt>
                <c:pt idx="9">
                  <c:v>4.5701209093713997</c:v>
                </c:pt>
                <c:pt idx="10">
                  <c:v>4.4888708627440996</c:v>
                </c:pt>
                <c:pt idx="11">
                  <c:v>4.69095636421478</c:v>
                </c:pt>
                <c:pt idx="12">
                  <c:v>4.84824153253658</c:v>
                </c:pt>
                <c:pt idx="13">
                  <c:v>4.7238267161772596</c:v>
                </c:pt>
                <c:pt idx="14">
                  <c:v>3.9646778634059601</c:v>
                </c:pt>
                <c:pt idx="15">
                  <c:v>3.262592898341</c:v>
                </c:pt>
                <c:pt idx="16">
                  <c:v>3.2229176068885201</c:v>
                </c:pt>
                <c:pt idx="17">
                  <c:v>2.9577284962167001</c:v>
                </c:pt>
                <c:pt idx="18">
                  <c:v>2.7977163966527301</c:v>
                </c:pt>
                <c:pt idx="19">
                  <c:v>2.5653569258118498</c:v>
                </c:pt>
                <c:pt idx="20">
                  <c:v>2.9497620703108001</c:v>
                </c:pt>
                <c:pt idx="21">
                  <c:v>2.70547218029995</c:v>
                </c:pt>
                <c:pt idx="22">
                  <c:v>2.9913502679060699</c:v>
                </c:pt>
                <c:pt idx="23">
                  <c:v>2.5242188323352899</c:v>
                </c:pt>
                <c:pt idx="24">
                  <c:v>2.4702489365035598</c:v>
                </c:pt>
                <c:pt idx="25">
                  <c:v>2.4293112662716401</c:v>
                </c:pt>
                <c:pt idx="26">
                  <c:v>2.2147537988099901</c:v>
                </c:pt>
                <c:pt idx="27">
                  <c:v>1.84418746508843</c:v>
                </c:pt>
                <c:pt idx="28">
                  <c:v>1.74911685862512</c:v>
                </c:pt>
                <c:pt idx="29">
                  <c:v>1.7575587578304199</c:v>
                </c:pt>
                <c:pt idx="30">
                  <c:v>1.49147672571986</c:v>
                </c:pt>
                <c:pt idx="31">
                  <c:v>1.7144986612851401</c:v>
                </c:pt>
                <c:pt idx="32">
                  <c:v>1.59388726449297</c:v>
                </c:pt>
                <c:pt idx="33">
                  <c:v>1.63581755369627</c:v>
                </c:pt>
                <c:pt idx="34">
                  <c:v>1.5066813551304199</c:v>
                </c:pt>
                <c:pt idx="35">
                  <c:v>1.6178464621558699</c:v>
                </c:pt>
                <c:pt idx="36">
                  <c:v>1.7203713578267299</c:v>
                </c:pt>
                <c:pt idx="37">
                  <c:v>1.5403026133616899</c:v>
                </c:pt>
                <c:pt idx="38">
                  <c:v>1.3757042882691799</c:v>
                </c:pt>
                <c:pt idx="39">
                  <c:v>1.3489267816909201</c:v>
                </c:pt>
                <c:pt idx="40">
                  <c:v>1.08218330266561</c:v>
                </c:pt>
                <c:pt idx="41">
                  <c:v>1.26718812584661</c:v>
                </c:pt>
                <c:pt idx="42">
                  <c:v>1.2424794632648499</c:v>
                </c:pt>
                <c:pt idx="43">
                  <c:v>1.2228941765574</c:v>
                </c:pt>
                <c:pt idx="44">
                  <c:v>1.18760759475832</c:v>
                </c:pt>
                <c:pt idx="45">
                  <c:v>1.2323125861915301</c:v>
                </c:pt>
                <c:pt idx="46">
                  <c:v>1.1409751380234801</c:v>
                </c:pt>
                <c:pt idx="47">
                  <c:v>1.2436830519069999</c:v>
                </c:pt>
                <c:pt idx="48">
                  <c:v>1.0887794857578099</c:v>
                </c:pt>
                <c:pt idx="49">
                  <c:v>1.2225261747080201</c:v>
                </c:pt>
                <c:pt idx="50">
                  <c:v>1.0312217550071501</c:v>
                </c:pt>
                <c:pt idx="51">
                  <c:v>1.12217800599189</c:v>
                </c:pt>
                <c:pt idx="52">
                  <c:v>0.81662521175770397</c:v>
                </c:pt>
                <c:pt idx="53">
                  <c:v>0.81843957227018005</c:v>
                </c:pt>
                <c:pt idx="54">
                  <c:v>0.91325941851844195</c:v>
                </c:pt>
                <c:pt idx="55">
                  <c:v>0.86820526747378701</c:v>
                </c:pt>
                <c:pt idx="56">
                  <c:v>0.79437628049144904</c:v>
                </c:pt>
                <c:pt idx="57">
                  <c:v>0.90035777866649402</c:v>
                </c:pt>
                <c:pt idx="58">
                  <c:v>0.86508944225131001</c:v>
                </c:pt>
                <c:pt idx="59">
                  <c:v>0.82078489023303902</c:v>
                </c:pt>
                <c:pt idx="60">
                  <c:v>1.1116758552585899</c:v>
                </c:pt>
                <c:pt idx="61">
                  <c:v>0.94891963285172998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8.0079683231644498</c:v>
                </c:pt>
                <c:pt idx="1">
                  <c:v>7.5701907941826603</c:v>
                </c:pt>
                <c:pt idx="2">
                  <c:v>7.2031660619175302</c:v>
                </c:pt>
                <c:pt idx="3">
                  <c:v>6.87463481388862</c:v>
                </c:pt>
                <c:pt idx="4">
                  <c:v>5.6321188553504298</c:v>
                </c:pt>
                <c:pt idx="5">
                  <c:v>5.7018425602798501</c:v>
                </c:pt>
                <c:pt idx="6">
                  <c:v>5.6573226259574803</c:v>
                </c:pt>
                <c:pt idx="7">
                  <c:v>5.6563565177658397</c:v>
                </c:pt>
                <c:pt idx="8">
                  <c:v>5.9070847162147802</c:v>
                </c:pt>
                <c:pt idx="9">
                  <c:v>5.77186673852745</c:v>
                </c:pt>
                <c:pt idx="10">
                  <c:v>5.5856992282610998</c:v>
                </c:pt>
                <c:pt idx="11">
                  <c:v>5.5974908502578797</c:v>
                </c:pt>
                <c:pt idx="12">
                  <c:v>6.00038095933155</c:v>
                </c:pt>
                <c:pt idx="13">
                  <c:v>5.5356357446564797</c:v>
                </c:pt>
                <c:pt idx="14">
                  <c:v>5.0671997445426697</c:v>
                </c:pt>
                <c:pt idx="15">
                  <c:v>4.3323336481600503</c:v>
                </c:pt>
                <c:pt idx="16">
                  <c:v>3.7471979598427199</c:v>
                </c:pt>
                <c:pt idx="17">
                  <c:v>3.4855159102756699</c:v>
                </c:pt>
                <c:pt idx="18">
                  <c:v>3.2825239516992601</c:v>
                </c:pt>
                <c:pt idx="19">
                  <c:v>3.4949022138836301</c:v>
                </c:pt>
                <c:pt idx="20">
                  <c:v>3.3250572169099</c:v>
                </c:pt>
                <c:pt idx="21">
                  <c:v>3.1382761955979701</c:v>
                </c:pt>
                <c:pt idx="22">
                  <c:v>3.5014491306389699</c:v>
                </c:pt>
                <c:pt idx="23">
                  <c:v>2.9921110053362301</c:v>
                </c:pt>
                <c:pt idx="24">
                  <c:v>2.8811465043914701</c:v>
                </c:pt>
                <c:pt idx="25">
                  <c:v>2.8596735515571501</c:v>
                </c:pt>
                <c:pt idx="26">
                  <c:v>2.6385717857428301</c:v>
                </c:pt>
                <c:pt idx="27">
                  <c:v>2.4575010720339598</c:v>
                </c:pt>
                <c:pt idx="28">
                  <c:v>2.19579556883467</c:v>
                </c:pt>
                <c:pt idx="29">
                  <c:v>1.89805049130669</c:v>
                </c:pt>
                <c:pt idx="30">
                  <c:v>1.85399718836244</c:v>
                </c:pt>
                <c:pt idx="31">
                  <c:v>2.1722796220970002</c:v>
                </c:pt>
                <c:pt idx="32">
                  <c:v>1.87590690216377</c:v>
                </c:pt>
                <c:pt idx="33">
                  <c:v>1.88803713700602</c:v>
                </c:pt>
                <c:pt idx="34">
                  <c:v>1.9276776148158501</c:v>
                </c:pt>
                <c:pt idx="35">
                  <c:v>1.8680153708915599</c:v>
                </c:pt>
                <c:pt idx="36">
                  <c:v>2.0228601354037599</c:v>
                </c:pt>
                <c:pt idx="37">
                  <c:v>1.9218893495264999</c:v>
                </c:pt>
                <c:pt idx="38">
                  <c:v>1.80761115468884</c:v>
                </c:pt>
                <c:pt idx="39">
                  <c:v>1.76913933312536</c:v>
                </c:pt>
                <c:pt idx="40">
                  <c:v>1.47002452731712</c:v>
                </c:pt>
                <c:pt idx="41">
                  <c:v>1.4724729260006899</c:v>
                </c:pt>
                <c:pt idx="42">
                  <c:v>1.4996347658807601</c:v>
                </c:pt>
                <c:pt idx="43">
                  <c:v>1.5163594175175401</c:v>
                </c:pt>
                <c:pt idx="44">
                  <c:v>1.44304164271241</c:v>
                </c:pt>
                <c:pt idx="45">
                  <c:v>1.6219842583372399</c:v>
                </c:pt>
                <c:pt idx="46">
                  <c:v>1.50439040273734</c:v>
                </c:pt>
                <c:pt idx="47">
                  <c:v>1.4111000438264201</c:v>
                </c:pt>
                <c:pt idx="48">
                  <c:v>1.6818739211345</c:v>
                </c:pt>
                <c:pt idx="49">
                  <c:v>1.42470932565099</c:v>
                </c:pt>
                <c:pt idx="50">
                  <c:v>1.4613828837071601</c:v>
                </c:pt>
                <c:pt idx="51">
                  <c:v>1.4487215022479401</c:v>
                </c:pt>
                <c:pt idx="52">
                  <c:v>1.1905949772940501</c:v>
                </c:pt>
                <c:pt idx="53">
                  <c:v>1.1793738262811799</c:v>
                </c:pt>
                <c:pt idx="54">
                  <c:v>1.29053930342435</c:v>
                </c:pt>
                <c:pt idx="55">
                  <c:v>1.2228586291907799</c:v>
                </c:pt>
                <c:pt idx="56">
                  <c:v>1.1881551120826499</c:v>
                </c:pt>
                <c:pt idx="57">
                  <c:v>1.2003216023674199</c:v>
                </c:pt>
                <c:pt idx="58">
                  <c:v>1.27294379069653</c:v>
                </c:pt>
                <c:pt idx="59">
                  <c:v>1.2208054793163401</c:v>
                </c:pt>
                <c:pt idx="60">
                  <c:v>1.2747362478277</c:v>
                </c:pt>
                <c:pt idx="61">
                  <c:v>1.19585372689227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136000"/>
        <c:axId val="51137536"/>
      </c:lineChart>
      <c:dateAx>
        <c:axId val="5113600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137536"/>
        <c:crosses val="autoZero"/>
        <c:auto val="1"/>
        <c:lblOffset val="100"/>
        <c:baseTimeUnit val="months"/>
        <c:majorUnit val="6"/>
        <c:majorTimeUnit val="months"/>
      </c:dateAx>
      <c:valAx>
        <c:axId val="511375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13600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95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6.43483992031108</c:v>
                </c:pt>
                <c:pt idx="1">
                  <c:v>5.7954069006748004</c:v>
                </c:pt>
                <c:pt idx="2">
                  <c:v>4.7168890039049902</c:v>
                </c:pt>
                <c:pt idx="3">
                  <c:v>3.7671465767363101</c:v>
                </c:pt>
                <c:pt idx="4">
                  <c:v>3.6493113995520501</c:v>
                </c:pt>
                <c:pt idx="5">
                  <c:v>3.6380494294801302</c:v>
                </c:pt>
                <c:pt idx="6">
                  <c:v>3.3493013317452802</c:v>
                </c:pt>
                <c:pt idx="7">
                  <c:v>3.6646915788772398</c:v>
                </c:pt>
                <c:pt idx="8">
                  <c:v>3.50007286338063</c:v>
                </c:pt>
                <c:pt idx="9">
                  <c:v>3.51907065310143</c:v>
                </c:pt>
                <c:pt idx="10">
                  <c:v>3.8117794252522801</c:v>
                </c:pt>
                <c:pt idx="11">
                  <c:v>3.62777363655526</c:v>
                </c:pt>
                <c:pt idx="12">
                  <c:v>3.9655772164139802</c:v>
                </c:pt>
                <c:pt idx="13">
                  <c:v>3.6572287884663202</c:v>
                </c:pt>
                <c:pt idx="14">
                  <c:v>2.6988488275171401</c:v>
                </c:pt>
                <c:pt idx="15">
                  <c:v>2.8033530778070599</c:v>
                </c:pt>
                <c:pt idx="16">
                  <c:v>2.3687500436860298</c:v>
                </c:pt>
                <c:pt idx="17">
                  <c:v>2.5082162015290601</c:v>
                </c:pt>
                <c:pt idx="18">
                  <c:v>1.94892123734505</c:v>
                </c:pt>
                <c:pt idx="19">
                  <c:v>2.3026233914521099</c:v>
                </c:pt>
                <c:pt idx="20">
                  <c:v>1.8630986573230499</c:v>
                </c:pt>
                <c:pt idx="21">
                  <c:v>1.9187361261037901</c:v>
                </c:pt>
                <c:pt idx="22">
                  <c:v>1.8440964364651899</c:v>
                </c:pt>
                <c:pt idx="23">
                  <c:v>1.7789456572001601</c:v>
                </c:pt>
                <c:pt idx="24">
                  <c:v>1.79259141331314</c:v>
                </c:pt>
                <c:pt idx="25">
                  <c:v>1.66271377430255</c:v>
                </c:pt>
                <c:pt idx="26">
                  <c:v>1.26969788891708</c:v>
                </c:pt>
                <c:pt idx="27">
                  <c:v>1.3986694953369201</c:v>
                </c:pt>
                <c:pt idx="28">
                  <c:v>1.1106580865839299</c:v>
                </c:pt>
                <c:pt idx="29">
                  <c:v>0.98505830508929204</c:v>
                </c:pt>
                <c:pt idx="30">
                  <c:v>1.0828932606612101</c:v>
                </c:pt>
                <c:pt idx="31">
                  <c:v>0.76428818376717</c:v>
                </c:pt>
                <c:pt idx="32">
                  <c:v>1.0443519679445601</c:v>
                </c:pt>
                <c:pt idx="33">
                  <c:v>0.94436377301047003</c:v>
                </c:pt>
                <c:pt idx="34">
                  <c:v>0.93634988717135004</c:v>
                </c:pt>
                <c:pt idx="35">
                  <c:v>0.927016180883389</c:v>
                </c:pt>
                <c:pt idx="36">
                  <c:v>1.0958950713899001</c:v>
                </c:pt>
                <c:pt idx="37">
                  <c:v>0.87991086954327702</c:v>
                </c:pt>
                <c:pt idx="38">
                  <c:v>1.1316174809517601</c:v>
                </c:pt>
                <c:pt idx="39">
                  <c:v>1.0185830436694501</c:v>
                </c:pt>
                <c:pt idx="40">
                  <c:v>0.80517122399320595</c:v>
                </c:pt>
                <c:pt idx="41">
                  <c:v>0.78852029439597804</c:v>
                </c:pt>
                <c:pt idx="42">
                  <c:v>0.77734448475820195</c:v>
                </c:pt>
                <c:pt idx="43">
                  <c:v>0.75606114845598904</c:v>
                </c:pt>
                <c:pt idx="44">
                  <c:v>0.82415196777481103</c:v>
                </c:pt>
                <c:pt idx="45">
                  <c:v>0.83093467980489599</c:v>
                </c:pt>
                <c:pt idx="46">
                  <c:v>0.69124693668339798</c:v>
                </c:pt>
                <c:pt idx="47">
                  <c:v>0.89179246289813296</c:v>
                </c:pt>
                <c:pt idx="48">
                  <c:v>0.86626165213492501</c:v>
                </c:pt>
                <c:pt idx="49">
                  <c:v>0.74852822800290897</c:v>
                </c:pt>
                <c:pt idx="50">
                  <c:v>0.84102865961580597</c:v>
                </c:pt>
                <c:pt idx="51">
                  <c:v>0.56943223148437905</c:v>
                </c:pt>
                <c:pt idx="52">
                  <c:v>0.69151034550052304</c:v>
                </c:pt>
                <c:pt idx="53">
                  <c:v>0.695392495635339</c:v>
                </c:pt>
                <c:pt idx="54">
                  <c:v>0.546159727573725</c:v>
                </c:pt>
                <c:pt idx="55">
                  <c:v>0.55595352187667302</c:v>
                </c:pt>
                <c:pt idx="56">
                  <c:v>0.636358546622529</c:v>
                </c:pt>
                <c:pt idx="57">
                  <c:v>0.67732826611908203</c:v>
                </c:pt>
                <c:pt idx="58">
                  <c:v>0.76946162643065596</c:v>
                </c:pt>
                <c:pt idx="59">
                  <c:v>0.60602261475396502</c:v>
                </c:pt>
                <c:pt idx="60">
                  <c:v>0.62188380955540101</c:v>
                </c:pt>
                <c:pt idx="61">
                  <c:v>0.66965938664846902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7.1782246115817703</c:v>
                </c:pt>
                <c:pt idx="1">
                  <c:v>6.0577658750540797</c:v>
                </c:pt>
                <c:pt idx="2">
                  <c:v>5.8574925901606303</c:v>
                </c:pt>
                <c:pt idx="3">
                  <c:v>5.4947376066220599</c:v>
                </c:pt>
                <c:pt idx="4">
                  <c:v>4.4464495686258401</c:v>
                </c:pt>
                <c:pt idx="5">
                  <c:v>4.3505103015656204</c:v>
                </c:pt>
                <c:pt idx="6">
                  <c:v>4.2978406109966398</c:v>
                </c:pt>
                <c:pt idx="7">
                  <c:v>4.3089402879079897</c:v>
                </c:pt>
                <c:pt idx="8">
                  <c:v>4.4519395821743597</c:v>
                </c:pt>
                <c:pt idx="9">
                  <c:v>4.2051759553713897</c:v>
                </c:pt>
                <c:pt idx="10">
                  <c:v>4.1625626304034</c:v>
                </c:pt>
                <c:pt idx="11">
                  <c:v>4.1595254725569601</c:v>
                </c:pt>
                <c:pt idx="12">
                  <c:v>4.3116764852494498</c:v>
                </c:pt>
                <c:pt idx="13">
                  <c:v>4.0149675461050602</c:v>
                </c:pt>
                <c:pt idx="14">
                  <c:v>3.7143971921421999</c:v>
                </c:pt>
                <c:pt idx="15">
                  <c:v>3.3829914594676902</c:v>
                </c:pt>
                <c:pt idx="16">
                  <c:v>2.7193720148412002</c:v>
                </c:pt>
                <c:pt idx="17">
                  <c:v>2.61020325518315</c:v>
                </c:pt>
                <c:pt idx="18">
                  <c:v>2.3885691605529198</c:v>
                </c:pt>
                <c:pt idx="19">
                  <c:v>2.3487494300107299</c:v>
                </c:pt>
                <c:pt idx="20">
                  <c:v>2.1733998894128099</c:v>
                </c:pt>
                <c:pt idx="21">
                  <c:v>2.0298170984869399</c:v>
                </c:pt>
                <c:pt idx="22">
                  <c:v>2.2428269131581402</c:v>
                </c:pt>
                <c:pt idx="23">
                  <c:v>1.9643167968242801</c:v>
                </c:pt>
                <c:pt idx="24">
                  <c:v>1.95052442806808</c:v>
                </c:pt>
                <c:pt idx="25">
                  <c:v>1.86010998350844</c:v>
                </c:pt>
                <c:pt idx="26">
                  <c:v>1.70805578534784</c:v>
                </c:pt>
                <c:pt idx="27">
                  <c:v>1.5994170668665399</c:v>
                </c:pt>
                <c:pt idx="28">
                  <c:v>1.3333136034889099</c:v>
                </c:pt>
                <c:pt idx="29">
                  <c:v>1.14610264820392</c:v>
                </c:pt>
                <c:pt idx="30">
                  <c:v>1.1203792511745001</c:v>
                </c:pt>
                <c:pt idx="31">
                  <c:v>1.30197724856065</c:v>
                </c:pt>
                <c:pt idx="32">
                  <c:v>1.17802821585359</c:v>
                </c:pt>
                <c:pt idx="33">
                  <c:v>1.19059371387394</c:v>
                </c:pt>
                <c:pt idx="34">
                  <c:v>1.2430535182193401</c:v>
                </c:pt>
                <c:pt idx="35">
                  <c:v>1.1923256707851499</c:v>
                </c:pt>
                <c:pt idx="36">
                  <c:v>1.3070476095235499</c:v>
                </c:pt>
                <c:pt idx="37">
                  <c:v>1.32131236393527</c:v>
                </c:pt>
                <c:pt idx="38">
                  <c:v>1.2065037112189601</c:v>
                </c:pt>
                <c:pt idx="39">
                  <c:v>1.1423615497752799</c:v>
                </c:pt>
                <c:pt idx="40">
                  <c:v>0.956148399807355</c:v>
                </c:pt>
                <c:pt idx="41">
                  <c:v>0.97363153119908197</c:v>
                </c:pt>
                <c:pt idx="42">
                  <c:v>0.99797937359623601</c:v>
                </c:pt>
                <c:pt idx="43">
                  <c:v>1.0444378078975001</c:v>
                </c:pt>
                <c:pt idx="44">
                  <c:v>1.03085062006592</c:v>
                </c:pt>
                <c:pt idx="45">
                  <c:v>1.1812332992402601</c:v>
                </c:pt>
                <c:pt idx="46">
                  <c:v>1.1086045649409999</c:v>
                </c:pt>
                <c:pt idx="47">
                  <c:v>1.02672705633573</c:v>
                </c:pt>
                <c:pt idx="48">
                  <c:v>1.2689283154297299</c:v>
                </c:pt>
                <c:pt idx="49">
                  <c:v>1.0654430428897901</c:v>
                </c:pt>
                <c:pt idx="50">
                  <c:v>1.1351814645998399</c:v>
                </c:pt>
                <c:pt idx="51">
                  <c:v>1.11100511012814</c:v>
                </c:pt>
                <c:pt idx="52">
                  <c:v>0.86519974692800306</c:v>
                </c:pt>
                <c:pt idx="53">
                  <c:v>0.86234032995911003</c:v>
                </c:pt>
                <c:pt idx="54">
                  <c:v>0.97552542310175305</c:v>
                </c:pt>
                <c:pt idx="55">
                  <c:v>0.90938729837302101</c:v>
                </c:pt>
                <c:pt idx="56">
                  <c:v>0.88418061888020405</c:v>
                </c:pt>
                <c:pt idx="57">
                  <c:v>0.91281128362998798</c:v>
                </c:pt>
                <c:pt idx="58">
                  <c:v>0.96928184763455105</c:v>
                </c:pt>
                <c:pt idx="59">
                  <c:v>0.94076620276461997</c:v>
                </c:pt>
                <c:pt idx="60">
                  <c:v>0.96821733996454995</c:v>
                </c:pt>
                <c:pt idx="61">
                  <c:v>0.91993151162000897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175808"/>
        <c:axId val="51177344"/>
      </c:lineChart>
      <c:dateAx>
        <c:axId val="511758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177344"/>
        <c:crosses val="autoZero"/>
        <c:auto val="1"/>
        <c:lblOffset val="100"/>
        <c:baseTimeUnit val="months"/>
        <c:majorUnit val="6"/>
        <c:majorTimeUnit val="months"/>
      </c:dateAx>
      <c:valAx>
        <c:axId val="51177344"/>
        <c:scaling>
          <c:orientation val="minMax"/>
          <c:max val="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17580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100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7.1298547485849202</c:v>
                </c:pt>
                <c:pt idx="1">
                  <c:v>7.4619795113680896</c:v>
                </c:pt>
                <c:pt idx="2">
                  <c:v>6.1078067050652303</c:v>
                </c:pt>
                <c:pt idx="3">
                  <c:v>4.5404928447492399</c:v>
                </c:pt>
                <c:pt idx="4">
                  <c:v>4.6134158542395296</c:v>
                </c:pt>
                <c:pt idx="5">
                  <c:v>4.6681366944049003</c:v>
                </c:pt>
                <c:pt idx="6">
                  <c:v>4.4212932032653303</c:v>
                </c:pt>
                <c:pt idx="7">
                  <c:v>4.0401999251225797</c:v>
                </c:pt>
                <c:pt idx="8">
                  <c:v>4.7208199891268601</c:v>
                </c:pt>
                <c:pt idx="9">
                  <c:v>4.7576087586372804</c:v>
                </c:pt>
                <c:pt idx="10">
                  <c:v>4.9986051274216203</c:v>
                </c:pt>
                <c:pt idx="11">
                  <c:v>5.0372570787238002</c:v>
                </c:pt>
                <c:pt idx="12">
                  <c:v>4.9559927387130402</c:v>
                </c:pt>
                <c:pt idx="13">
                  <c:v>4.6711515051097496</c:v>
                </c:pt>
                <c:pt idx="14">
                  <c:v>4.53147364548059</c:v>
                </c:pt>
                <c:pt idx="15">
                  <c:v>3.71999074809283</c:v>
                </c:pt>
                <c:pt idx="16">
                  <c:v>3.4599878418879801</c:v>
                </c:pt>
                <c:pt idx="17">
                  <c:v>3.41169891568908</c:v>
                </c:pt>
                <c:pt idx="18">
                  <c:v>3.1567864611701002</c:v>
                </c:pt>
                <c:pt idx="19">
                  <c:v>2.87163224793595</c:v>
                </c:pt>
                <c:pt idx="20">
                  <c:v>2.78534368223381</c:v>
                </c:pt>
                <c:pt idx="21">
                  <c:v>2.5818564425016799</c:v>
                </c:pt>
                <c:pt idx="22">
                  <c:v>2.6750123759095099</c:v>
                </c:pt>
                <c:pt idx="23">
                  <c:v>2.4745845350051598</c:v>
                </c:pt>
                <c:pt idx="24">
                  <c:v>2.8141382685024499</c:v>
                </c:pt>
                <c:pt idx="25">
                  <c:v>2.8734650102221599</c:v>
                </c:pt>
                <c:pt idx="26">
                  <c:v>2.1514789134611201</c:v>
                </c:pt>
                <c:pt idx="27">
                  <c:v>2.0978399199675302</c:v>
                </c:pt>
                <c:pt idx="28">
                  <c:v>1.4831536702763499</c:v>
                </c:pt>
                <c:pt idx="29">
                  <c:v>1.36334627073217</c:v>
                </c:pt>
                <c:pt idx="30">
                  <c:v>1.7144005713175401</c:v>
                </c:pt>
                <c:pt idx="31">
                  <c:v>1.5637701450656101</c:v>
                </c:pt>
                <c:pt idx="32">
                  <c:v>1.29615732114793</c:v>
                </c:pt>
                <c:pt idx="33">
                  <c:v>1.6206181648659299</c:v>
                </c:pt>
                <c:pt idx="34">
                  <c:v>1.6706572564339699</c:v>
                </c:pt>
                <c:pt idx="35">
                  <c:v>1.7409120006824701</c:v>
                </c:pt>
                <c:pt idx="36">
                  <c:v>1.76443959310256</c:v>
                </c:pt>
                <c:pt idx="37">
                  <c:v>1.6157287193673</c:v>
                </c:pt>
                <c:pt idx="38">
                  <c:v>1.23995598503792</c:v>
                </c:pt>
                <c:pt idx="39">
                  <c:v>0.92705765241181104</c:v>
                </c:pt>
                <c:pt idx="40">
                  <c:v>1.3707111048779199</c:v>
                </c:pt>
                <c:pt idx="41">
                  <c:v>1.16503296427023</c:v>
                </c:pt>
                <c:pt idx="42">
                  <c:v>1.4578780107911</c:v>
                </c:pt>
                <c:pt idx="43">
                  <c:v>1.17165697421171</c:v>
                </c:pt>
                <c:pt idx="44">
                  <c:v>1.1196787100436101</c:v>
                </c:pt>
                <c:pt idx="45">
                  <c:v>1.27501429479951</c:v>
                </c:pt>
                <c:pt idx="46">
                  <c:v>1.3684762212917401</c:v>
                </c:pt>
                <c:pt idx="47">
                  <c:v>1.3912413377513499</c:v>
                </c:pt>
                <c:pt idx="48">
                  <c:v>1.3550168904723401</c:v>
                </c:pt>
                <c:pt idx="49">
                  <c:v>1.28230282619257</c:v>
                </c:pt>
                <c:pt idx="50">
                  <c:v>0.96434474833597705</c:v>
                </c:pt>
                <c:pt idx="51">
                  <c:v>0.92296092169546995</c:v>
                </c:pt>
                <c:pt idx="52">
                  <c:v>1.41087150212201</c:v>
                </c:pt>
                <c:pt idx="53">
                  <c:v>0.98154362834249598</c:v>
                </c:pt>
                <c:pt idx="54">
                  <c:v>0.69439679816915001</c:v>
                </c:pt>
                <c:pt idx="55">
                  <c:v>0.81841427230313601</c:v>
                </c:pt>
                <c:pt idx="56">
                  <c:v>1.06449878920051</c:v>
                </c:pt>
                <c:pt idx="57">
                  <c:v>0.79906003066676501</c:v>
                </c:pt>
                <c:pt idx="58">
                  <c:v>1.1059515624826699</c:v>
                </c:pt>
                <c:pt idx="59">
                  <c:v>0.90310420819339499</c:v>
                </c:pt>
                <c:pt idx="60">
                  <c:v>1.0581969680033101</c:v>
                </c:pt>
                <c:pt idx="61">
                  <c:v>1.0947277312941299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8.2816590906267091</c:v>
                </c:pt>
                <c:pt idx="1">
                  <c:v>7.7664465350722001</c:v>
                </c:pt>
                <c:pt idx="2">
                  <c:v>7.4650803945231301</c:v>
                </c:pt>
                <c:pt idx="3">
                  <c:v>6.8186558256395502</c:v>
                </c:pt>
                <c:pt idx="4">
                  <c:v>5.5400673734564503</c:v>
                </c:pt>
                <c:pt idx="5">
                  <c:v>5.5383056826136503</c:v>
                </c:pt>
                <c:pt idx="6">
                  <c:v>5.5769580774746297</c:v>
                </c:pt>
                <c:pt idx="7">
                  <c:v>5.6209533014005304</c:v>
                </c:pt>
                <c:pt idx="8">
                  <c:v>5.9617531048236598</c:v>
                </c:pt>
                <c:pt idx="9">
                  <c:v>5.71646132243393</c:v>
                </c:pt>
                <c:pt idx="10">
                  <c:v>5.7963719950735602</c:v>
                </c:pt>
                <c:pt idx="11">
                  <c:v>5.7743482171051896</c:v>
                </c:pt>
                <c:pt idx="12">
                  <c:v>5.8247224674720197</c:v>
                </c:pt>
                <c:pt idx="13">
                  <c:v>5.6671717018010099</c:v>
                </c:pt>
                <c:pt idx="14">
                  <c:v>5.2324356510717402</c:v>
                </c:pt>
                <c:pt idx="15">
                  <c:v>4.5413406228001296</c:v>
                </c:pt>
                <c:pt idx="16">
                  <c:v>3.8715000493762202</c:v>
                </c:pt>
                <c:pt idx="17">
                  <c:v>3.6701802951719502</c:v>
                </c:pt>
                <c:pt idx="18">
                  <c:v>3.48735518593617</c:v>
                </c:pt>
                <c:pt idx="19">
                  <c:v>3.4794920671240299</c:v>
                </c:pt>
                <c:pt idx="20">
                  <c:v>3.3504449553859601</c:v>
                </c:pt>
                <c:pt idx="21">
                  <c:v>3.20929424280355</c:v>
                </c:pt>
                <c:pt idx="22">
                  <c:v>3.59989090852075</c:v>
                </c:pt>
                <c:pt idx="23">
                  <c:v>3.2466743376560099</c:v>
                </c:pt>
                <c:pt idx="24">
                  <c:v>3.10577178990604</c:v>
                </c:pt>
                <c:pt idx="25">
                  <c:v>2.98108635330787</c:v>
                </c:pt>
                <c:pt idx="26">
                  <c:v>2.7131450536735802</c:v>
                </c:pt>
                <c:pt idx="27">
                  <c:v>2.53097321632396</c:v>
                </c:pt>
                <c:pt idx="28">
                  <c:v>2.1954604537526201</c:v>
                </c:pt>
                <c:pt idx="29">
                  <c:v>1.9322056416055899</c:v>
                </c:pt>
                <c:pt idx="30">
                  <c:v>1.8957550389984399</c:v>
                </c:pt>
                <c:pt idx="31">
                  <c:v>2.1872174695533699</c:v>
                </c:pt>
                <c:pt idx="32">
                  <c:v>1.9360000562906401</c:v>
                </c:pt>
                <c:pt idx="33">
                  <c:v>2.03489423490486</c:v>
                </c:pt>
                <c:pt idx="34">
                  <c:v>2.04740271488977</c:v>
                </c:pt>
                <c:pt idx="35">
                  <c:v>1.9915144166077501</c:v>
                </c:pt>
                <c:pt idx="36">
                  <c:v>2.1556621501552602</c:v>
                </c:pt>
                <c:pt idx="37">
                  <c:v>2.0579540700407501</c:v>
                </c:pt>
                <c:pt idx="38">
                  <c:v>1.9546958528212499</c:v>
                </c:pt>
                <c:pt idx="39">
                  <c:v>1.83631242799339</c:v>
                </c:pt>
                <c:pt idx="40">
                  <c:v>1.59559372690281</c:v>
                </c:pt>
                <c:pt idx="41">
                  <c:v>1.65726641179532</c:v>
                </c:pt>
                <c:pt idx="42">
                  <c:v>1.66404773804644</c:v>
                </c:pt>
                <c:pt idx="43">
                  <c:v>1.72286941408448</c:v>
                </c:pt>
                <c:pt idx="44">
                  <c:v>1.6436927319791499</c:v>
                </c:pt>
                <c:pt idx="45">
                  <c:v>1.8944408998807201</c:v>
                </c:pt>
                <c:pt idx="46">
                  <c:v>1.82421805023424</c:v>
                </c:pt>
                <c:pt idx="47">
                  <c:v>1.7282418676264699</c:v>
                </c:pt>
                <c:pt idx="48">
                  <c:v>2.0652427034580501</c:v>
                </c:pt>
                <c:pt idx="49">
                  <c:v>1.75421368115827</c:v>
                </c:pt>
                <c:pt idx="50">
                  <c:v>1.8700825257876099</c:v>
                </c:pt>
                <c:pt idx="51">
                  <c:v>1.77217864669867</c:v>
                </c:pt>
                <c:pt idx="52">
                  <c:v>1.3683308415386799</c:v>
                </c:pt>
                <c:pt idx="53">
                  <c:v>1.3309325441898101</c:v>
                </c:pt>
                <c:pt idx="54">
                  <c:v>1.5201674356552699</c:v>
                </c:pt>
                <c:pt idx="55">
                  <c:v>1.4551516292579401</c:v>
                </c:pt>
                <c:pt idx="56">
                  <c:v>1.3599892335545001</c:v>
                </c:pt>
                <c:pt idx="57">
                  <c:v>1.4576494920368399</c:v>
                </c:pt>
                <c:pt idx="58">
                  <c:v>1.5547059481972501</c:v>
                </c:pt>
                <c:pt idx="59">
                  <c:v>1.51579343087562</c:v>
                </c:pt>
                <c:pt idx="60">
                  <c:v>1.56547481320806</c:v>
                </c:pt>
                <c:pt idx="61">
                  <c:v>1.56149881061812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56320"/>
        <c:axId val="51262208"/>
      </c:lineChart>
      <c:dateAx>
        <c:axId val="5125632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262208"/>
        <c:crosses val="autoZero"/>
        <c:auto val="1"/>
        <c:lblOffset val="100"/>
        <c:baseTimeUnit val="months"/>
        <c:majorUnit val="6"/>
        <c:majorTimeUnit val="months"/>
      </c:dateAx>
      <c:valAx>
        <c:axId val="5126220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256320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MHA 105</a:t>
            </a:r>
            <a:endParaRPr lang="en-US" dirty="0"/>
          </a:p>
        </c:rich>
      </c:tx>
      <c:layout/>
      <c:overlay val="1"/>
    </c:title>
    <c:autoTitleDeleted val="0"/>
    <c:plotArea>
      <c:layout>
        <c:manualLayout>
          <c:layoutTarget val="inner"/>
          <c:xMode val="edge"/>
          <c:yMode val="edge"/>
          <c:x val="0.13946932934846318"/>
          <c:y val="3.9546124331371897E-2"/>
          <c:w val="0.82360063997296495"/>
          <c:h val="0.725711183734345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Sheet1!$B$2:$B$63</c:f>
              <c:numCache>
                <c:formatCode>General</c:formatCode>
                <c:ptCount val="62"/>
                <c:pt idx="0">
                  <c:v>0.755195586185475</c:v>
                </c:pt>
                <c:pt idx="1">
                  <c:v>0.90719217701584798</c:v>
                </c:pt>
                <c:pt idx="2">
                  <c:v>0.88300762336108696</c:v>
                </c:pt>
                <c:pt idx="3">
                  <c:v>0.96936476158627805</c:v>
                </c:pt>
                <c:pt idx="4">
                  <c:v>0.35275643068963802</c:v>
                </c:pt>
                <c:pt idx="5">
                  <c:v>1.2583944600035899</c:v>
                </c:pt>
                <c:pt idx="6">
                  <c:v>1.0749758140015699</c:v>
                </c:pt>
                <c:pt idx="7">
                  <c:v>1.4934262404017</c:v>
                </c:pt>
                <c:pt idx="8">
                  <c:v>1.00351428177868</c:v>
                </c:pt>
                <c:pt idx="9">
                  <c:v>1.4906720434970799</c:v>
                </c:pt>
                <c:pt idx="10">
                  <c:v>2.06949853903116</c:v>
                </c:pt>
                <c:pt idx="11">
                  <c:v>1.5643613704817301</c:v>
                </c:pt>
                <c:pt idx="12">
                  <c:v>1.78540463132398</c:v>
                </c:pt>
                <c:pt idx="13">
                  <c:v>1.3805060969140801</c:v>
                </c:pt>
                <c:pt idx="14">
                  <c:v>1.43848013665769</c:v>
                </c:pt>
                <c:pt idx="15">
                  <c:v>1.6008725413260501</c:v>
                </c:pt>
                <c:pt idx="16">
                  <c:v>1.75406194331524</c:v>
                </c:pt>
                <c:pt idx="17">
                  <c:v>1.9179748838014501</c:v>
                </c:pt>
                <c:pt idx="18">
                  <c:v>1.33750833702483</c:v>
                </c:pt>
                <c:pt idx="19">
                  <c:v>1.91607873275603</c:v>
                </c:pt>
                <c:pt idx="20">
                  <c:v>1.4706469045583801</c:v>
                </c:pt>
                <c:pt idx="21">
                  <c:v>1.6965032782165801</c:v>
                </c:pt>
                <c:pt idx="22">
                  <c:v>1.8957794169437101</c:v>
                </c:pt>
                <c:pt idx="23">
                  <c:v>1.36734229381387</c:v>
                </c:pt>
                <c:pt idx="24">
                  <c:v>1.8069305428033899</c:v>
                </c:pt>
                <c:pt idx="25">
                  <c:v>1.2781652594225299</c:v>
                </c:pt>
                <c:pt idx="26">
                  <c:v>1.48345780311981</c:v>
                </c:pt>
                <c:pt idx="27">
                  <c:v>1.08960147008011</c:v>
                </c:pt>
                <c:pt idx="28">
                  <c:v>0.99487774566510101</c:v>
                </c:pt>
                <c:pt idx="29">
                  <c:v>0.92395638875586406</c:v>
                </c:pt>
                <c:pt idx="30">
                  <c:v>1.17667528371952</c:v>
                </c:pt>
                <c:pt idx="31">
                  <c:v>1.10284071114812</c:v>
                </c:pt>
                <c:pt idx="32">
                  <c:v>1.3144402102853801</c:v>
                </c:pt>
                <c:pt idx="33">
                  <c:v>1.11130356385909</c:v>
                </c:pt>
                <c:pt idx="34">
                  <c:v>0.69468287000765705</c:v>
                </c:pt>
                <c:pt idx="35">
                  <c:v>1.2380361500536801</c:v>
                </c:pt>
                <c:pt idx="36">
                  <c:v>1.0561672230620101</c:v>
                </c:pt>
                <c:pt idx="37">
                  <c:v>1.20256789111106</c:v>
                </c:pt>
                <c:pt idx="38">
                  <c:v>1.3221742342574601</c:v>
                </c:pt>
                <c:pt idx="39">
                  <c:v>0.85174936908278798</c:v>
                </c:pt>
                <c:pt idx="40">
                  <c:v>0.777234357182921</c:v>
                </c:pt>
                <c:pt idx="41">
                  <c:v>1.04047124172654</c:v>
                </c:pt>
                <c:pt idx="42">
                  <c:v>0.83138778296620897</c:v>
                </c:pt>
                <c:pt idx="43">
                  <c:v>1.0069837210628401</c:v>
                </c:pt>
                <c:pt idx="44">
                  <c:v>1.03435508490476</c:v>
                </c:pt>
                <c:pt idx="45">
                  <c:v>0.93827971726054804</c:v>
                </c:pt>
                <c:pt idx="46">
                  <c:v>1.06929074687876</c:v>
                </c:pt>
                <c:pt idx="47">
                  <c:v>1.0589387187303501</c:v>
                </c:pt>
                <c:pt idx="48">
                  <c:v>1.11121556964658</c:v>
                </c:pt>
                <c:pt idx="49">
                  <c:v>0.74414238350856099</c:v>
                </c:pt>
                <c:pt idx="50">
                  <c:v>1.0907672611124699</c:v>
                </c:pt>
                <c:pt idx="51">
                  <c:v>1.01315724720845</c:v>
                </c:pt>
                <c:pt idx="52">
                  <c:v>1.1821021729451699</c:v>
                </c:pt>
                <c:pt idx="53">
                  <c:v>0.95470798460582895</c:v>
                </c:pt>
                <c:pt idx="54">
                  <c:v>0.88144241977222704</c:v>
                </c:pt>
                <c:pt idx="55">
                  <c:v>0.657929704249827</c:v>
                </c:pt>
                <c:pt idx="56">
                  <c:v>0.77214302512576005</c:v>
                </c:pt>
                <c:pt idx="57">
                  <c:v>0.80398225555468095</c:v>
                </c:pt>
                <c:pt idx="58">
                  <c:v>0.90499821586133</c:v>
                </c:pt>
                <c:pt idx="59">
                  <c:v>1.27819605159744</c:v>
                </c:pt>
                <c:pt idx="60">
                  <c:v>0.86541719873709499</c:v>
                </c:pt>
                <c:pt idx="61">
                  <c:v>1.4585767461103101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Sheet1!$A$2:$A$63</c:f>
              <c:numCache>
                <c:formatCode>m/d/yyyy</c:formatCode>
                <c:ptCount val="62"/>
                <c:pt idx="0">
                  <c:v>40544</c:v>
                </c:pt>
                <c:pt idx="1">
                  <c:v>40575</c:v>
                </c:pt>
                <c:pt idx="2">
                  <c:v>40603</c:v>
                </c:pt>
                <c:pt idx="3">
                  <c:v>40634</c:v>
                </c:pt>
                <c:pt idx="4">
                  <c:v>40664</c:v>
                </c:pt>
                <c:pt idx="5">
                  <c:v>40695</c:v>
                </c:pt>
                <c:pt idx="6">
                  <c:v>40725</c:v>
                </c:pt>
                <c:pt idx="7">
                  <c:v>40756</c:v>
                </c:pt>
                <c:pt idx="8">
                  <c:v>40787</c:v>
                </c:pt>
                <c:pt idx="9">
                  <c:v>40817</c:v>
                </c:pt>
                <c:pt idx="10">
                  <c:v>40848</c:v>
                </c:pt>
                <c:pt idx="11">
                  <c:v>40878</c:v>
                </c:pt>
                <c:pt idx="12">
                  <c:v>40909</c:v>
                </c:pt>
                <c:pt idx="13">
                  <c:v>40940</c:v>
                </c:pt>
                <c:pt idx="14">
                  <c:v>40969</c:v>
                </c:pt>
                <c:pt idx="15">
                  <c:v>41000</c:v>
                </c:pt>
                <c:pt idx="16">
                  <c:v>41030</c:v>
                </c:pt>
                <c:pt idx="17">
                  <c:v>41061</c:v>
                </c:pt>
                <c:pt idx="18">
                  <c:v>41091</c:v>
                </c:pt>
                <c:pt idx="19">
                  <c:v>41122</c:v>
                </c:pt>
                <c:pt idx="20">
                  <c:v>41153</c:v>
                </c:pt>
                <c:pt idx="21">
                  <c:v>41183</c:v>
                </c:pt>
                <c:pt idx="22">
                  <c:v>41214</c:v>
                </c:pt>
                <c:pt idx="23">
                  <c:v>41244</c:v>
                </c:pt>
                <c:pt idx="24">
                  <c:v>41275</c:v>
                </c:pt>
                <c:pt idx="25">
                  <c:v>41306</c:v>
                </c:pt>
                <c:pt idx="26">
                  <c:v>41334</c:v>
                </c:pt>
                <c:pt idx="27">
                  <c:v>41365</c:v>
                </c:pt>
                <c:pt idx="28">
                  <c:v>41395</c:v>
                </c:pt>
                <c:pt idx="29">
                  <c:v>41426</c:v>
                </c:pt>
                <c:pt idx="30">
                  <c:v>41456</c:v>
                </c:pt>
                <c:pt idx="31">
                  <c:v>41487</c:v>
                </c:pt>
                <c:pt idx="32">
                  <c:v>41518</c:v>
                </c:pt>
                <c:pt idx="33">
                  <c:v>41548</c:v>
                </c:pt>
                <c:pt idx="34">
                  <c:v>41579</c:v>
                </c:pt>
                <c:pt idx="35">
                  <c:v>41609</c:v>
                </c:pt>
                <c:pt idx="36">
                  <c:v>41640</c:v>
                </c:pt>
                <c:pt idx="37">
                  <c:v>41671</c:v>
                </c:pt>
                <c:pt idx="38">
                  <c:v>41699</c:v>
                </c:pt>
                <c:pt idx="39">
                  <c:v>41730</c:v>
                </c:pt>
                <c:pt idx="40">
                  <c:v>41760</c:v>
                </c:pt>
                <c:pt idx="41">
                  <c:v>41791</c:v>
                </c:pt>
                <c:pt idx="42">
                  <c:v>41821</c:v>
                </c:pt>
                <c:pt idx="43">
                  <c:v>41852</c:v>
                </c:pt>
                <c:pt idx="44">
                  <c:v>41883</c:v>
                </c:pt>
                <c:pt idx="45">
                  <c:v>41913</c:v>
                </c:pt>
                <c:pt idx="46">
                  <c:v>41944</c:v>
                </c:pt>
                <c:pt idx="47">
                  <c:v>41974</c:v>
                </c:pt>
                <c:pt idx="48">
                  <c:v>42005</c:v>
                </c:pt>
                <c:pt idx="49">
                  <c:v>42036</c:v>
                </c:pt>
                <c:pt idx="50">
                  <c:v>42064</c:v>
                </c:pt>
                <c:pt idx="51">
                  <c:v>42095</c:v>
                </c:pt>
                <c:pt idx="52">
                  <c:v>42125</c:v>
                </c:pt>
                <c:pt idx="53">
                  <c:v>42156</c:v>
                </c:pt>
                <c:pt idx="54">
                  <c:v>42186</c:v>
                </c:pt>
                <c:pt idx="55">
                  <c:v>42217</c:v>
                </c:pt>
                <c:pt idx="56">
                  <c:v>42248</c:v>
                </c:pt>
                <c:pt idx="57">
                  <c:v>42278</c:v>
                </c:pt>
                <c:pt idx="58">
                  <c:v>42309</c:v>
                </c:pt>
                <c:pt idx="59">
                  <c:v>42339</c:v>
                </c:pt>
                <c:pt idx="60">
                  <c:v>42370</c:v>
                </c:pt>
                <c:pt idx="61">
                  <c:v>42401</c:v>
                </c:pt>
              </c:numCache>
            </c:numRef>
          </c:cat>
          <c:val>
            <c:numRef>
              <c:f>Sheet1!$C$2:$C$63</c:f>
              <c:numCache>
                <c:formatCode>General</c:formatCode>
                <c:ptCount val="62"/>
                <c:pt idx="0">
                  <c:v>0.51696225617897695</c:v>
                </c:pt>
                <c:pt idx="1">
                  <c:v>0.41493137904239402</c:v>
                </c:pt>
                <c:pt idx="2">
                  <c:v>0.35331563337961402</c:v>
                </c:pt>
                <c:pt idx="3">
                  <c:v>0.37661858133720699</c:v>
                </c:pt>
                <c:pt idx="4">
                  <c:v>0.285375296689105</c:v>
                </c:pt>
                <c:pt idx="5">
                  <c:v>0.37338036959357901</c:v>
                </c:pt>
                <c:pt idx="6">
                  <c:v>0.45412118540309998</c:v>
                </c:pt>
                <c:pt idx="7">
                  <c:v>0.52963876991014602</c:v>
                </c:pt>
                <c:pt idx="8">
                  <c:v>0.66945169770561397</c:v>
                </c:pt>
                <c:pt idx="9">
                  <c:v>0.72061593885609498</c:v>
                </c:pt>
                <c:pt idx="10">
                  <c:v>0.84294960047928102</c:v>
                </c:pt>
                <c:pt idx="11">
                  <c:v>0.90684928933588704</c:v>
                </c:pt>
                <c:pt idx="12">
                  <c:v>1.10501070871145</c:v>
                </c:pt>
                <c:pt idx="13">
                  <c:v>1.0785837579858999</c:v>
                </c:pt>
                <c:pt idx="14">
                  <c:v>1.1044498743904101</c:v>
                </c:pt>
                <c:pt idx="15">
                  <c:v>1.05913828321479</c:v>
                </c:pt>
                <c:pt idx="16">
                  <c:v>0.931904221888746</c:v>
                </c:pt>
                <c:pt idx="17">
                  <c:v>1.03734992009724</c:v>
                </c:pt>
                <c:pt idx="18">
                  <c:v>0.94618997071086497</c:v>
                </c:pt>
                <c:pt idx="19">
                  <c:v>1.0693669725480801</c:v>
                </c:pt>
                <c:pt idx="20">
                  <c:v>1.0835456341395799</c:v>
                </c:pt>
                <c:pt idx="21">
                  <c:v>0.980924097343983</c:v>
                </c:pt>
                <c:pt idx="22">
                  <c:v>1.1932826475428999</c:v>
                </c:pt>
                <c:pt idx="23">
                  <c:v>1.0445611839053199</c:v>
                </c:pt>
                <c:pt idx="24">
                  <c:v>1.0631381629472101</c:v>
                </c:pt>
                <c:pt idx="25">
                  <c:v>1.0028900930978499</c:v>
                </c:pt>
                <c:pt idx="26">
                  <c:v>0.95169002173241002</c:v>
                </c:pt>
                <c:pt idx="27">
                  <c:v>0.93905964781919604</c:v>
                </c:pt>
                <c:pt idx="28">
                  <c:v>0.82577351649453201</c:v>
                </c:pt>
                <c:pt idx="29">
                  <c:v>0.73310398804034005</c:v>
                </c:pt>
                <c:pt idx="30">
                  <c:v>0.786202142616932</c:v>
                </c:pt>
                <c:pt idx="31">
                  <c:v>0.99547772033105097</c:v>
                </c:pt>
                <c:pt idx="32">
                  <c:v>0.81369842085098298</c:v>
                </c:pt>
                <c:pt idx="33">
                  <c:v>0.83738043533638795</c:v>
                </c:pt>
                <c:pt idx="34">
                  <c:v>0.95304411466964301</c:v>
                </c:pt>
                <c:pt idx="35">
                  <c:v>1.0097532048422999</c:v>
                </c:pt>
                <c:pt idx="36">
                  <c:v>1.07391324672982</c:v>
                </c:pt>
                <c:pt idx="37">
                  <c:v>1.0295919168548</c:v>
                </c:pt>
                <c:pt idx="38">
                  <c:v>1.0250848538172601</c:v>
                </c:pt>
                <c:pt idx="39">
                  <c:v>1.0850709839247401</c:v>
                </c:pt>
                <c:pt idx="40">
                  <c:v>0.88218917678519704</c:v>
                </c:pt>
                <c:pt idx="41">
                  <c:v>0.88733254191156696</c:v>
                </c:pt>
                <c:pt idx="42">
                  <c:v>0.93669667256525102</c:v>
                </c:pt>
                <c:pt idx="43">
                  <c:v>1.01371996038306</c:v>
                </c:pt>
                <c:pt idx="44">
                  <c:v>1.0059125284894499</c:v>
                </c:pt>
                <c:pt idx="45">
                  <c:v>1.1802344475547799</c:v>
                </c:pt>
                <c:pt idx="46">
                  <c:v>1.1868776376963699</c:v>
                </c:pt>
                <c:pt idx="47">
                  <c:v>1.10068543287746</c:v>
                </c:pt>
                <c:pt idx="48">
                  <c:v>1.3525839477736099</c:v>
                </c:pt>
                <c:pt idx="49">
                  <c:v>1.19332558952904</c:v>
                </c:pt>
                <c:pt idx="50">
                  <c:v>1.39084364008024</c:v>
                </c:pt>
                <c:pt idx="51">
                  <c:v>1.3401964404281701</c:v>
                </c:pt>
                <c:pt idx="52">
                  <c:v>1.03007884800422</c:v>
                </c:pt>
                <c:pt idx="53">
                  <c:v>0.98503479423037699</c:v>
                </c:pt>
                <c:pt idx="54">
                  <c:v>1.11258650980062</c:v>
                </c:pt>
                <c:pt idx="55">
                  <c:v>1.1365829933515801</c:v>
                </c:pt>
                <c:pt idx="56">
                  <c:v>1.06489213228331</c:v>
                </c:pt>
                <c:pt idx="57">
                  <c:v>1.1474914103993299</c:v>
                </c:pt>
                <c:pt idx="58">
                  <c:v>1.2432855063241299</c:v>
                </c:pt>
                <c:pt idx="59">
                  <c:v>1.16867886372652</c:v>
                </c:pt>
                <c:pt idx="60">
                  <c:v>1.20128307648227</c:v>
                </c:pt>
                <c:pt idx="61">
                  <c:v>1.1649796221547499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92032"/>
        <c:axId val="51293568"/>
      </c:lineChart>
      <c:dateAx>
        <c:axId val="5129203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293568"/>
        <c:crosses val="autoZero"/>
        <c:auto val="1"/>
        <c:lblOffset val="100"/>
        <c:baseTimeUnit val="months"/>
        <c:majorUnit val="6"/>
        <c:majorTimeUnit val="months"/>
      </c:dateAx>
      <c:valAx>
        <c:axId val="51293568"/>
        <c:scaling>
          <c:orientation val="minMax"/>
          <c:max val="9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292032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2750542551337763"/>
          <c:y val="0.92165683328581138"/>
          <c:w val="0.33962435910298178"/>
          <c:h val="7.8343166714188575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Sheet1!$A$2:$A$204</c:f>
              <c:numCache>
                <c:formatCode>m/d/yyyy</c:formatCode>
                <c:ptCount val="203"/>
                <c:pt idx="0">
                  <c:v>36251</c:v>
                </c:pt>
                <c:pt idx="1">
                  <c:v>36281</c:v>
                </c:pt>
                <c:pt idx="2">
                  <c:v>36312</c:v>
                </c:pt>
                <c:pt idx="3">
                  <c:v>36342</c:v>
                </c:pt>
                <c:pt idx="4">
                  <c:v>36373</c:v>
                </c:pt>
                <c:pt idx="5">
                  <c:v>36404</c:v>
                </c:pt>
                <c:pt idx="6">
                  <c:v>36434</c:v>
                </c:pt>
                <c:pt idx="7">
                  <c:v>36465</c:v>
                </c:pt>
                <c:pt idx="8">
                  <c:v>36495</c:v>
                </c:pt>
                <c:pt idx="9">
                  <c:v>36526</c:v>
                </c:pt>
                <c:pt idx="10">
                  <c:v>36557</c:v>
                </c:pt>
                <c:pt idx="11">
                  <c:v>36586</c:v>
                </c:pt>
                <c:pt idx="12">
                  <c:v>36617</c:v>
                </c:pt>
                <c:pt idx="13">
                  <c:v>36647</c:v>
                </c:pt>
                <c:pt idx="14">
                  <c:v>36678</c:v>
                </c:pt>
                <c:pt idx="15">
                  <c:v>36708</c:v>
                </c:pt>
                <c:pt idx="16">
                  <c:v>36739</c:v>
                </c:pt>
                <c:pt idx="17">
                  <c:v>36770</c:v>
                </c:pt>
                <c:pt idx="18">
                  <c:v>36800</c:v>
                </c:pt>
                <c:pt idx="19">
                  <c:v>36831</c:v>
                </c:pt>
                <c:pt idx="20">
                  <c:v>36861</c:v>
                </c:pt>
                <c:pt idx="21">
                  <c:v>36892</c:v>
                </c:pt>
                <c:pt idx="22">
                  <c:v>36923</c:v>
                </c:pt>
                <c:pt idx="23">
                  <c:v>36951</c:v>
                </c:pt>
                <c:pt idx="24">
                  <c:v>36982</c:v>
                </c:pt>
                <c:pt idx="25">
                  <c:v>37012</c:v>
                </c:pt>
                <c:pt idx="26">
                  <c:v>37043</c:v>
                </c:pt>
                <c:pt idx="27">
                  <c:v>37073</c:v>
                </c:pt>
                <c:pt idx="28">
                  <c:v>37104</c:v>
                </c:pt>
                <c:pt idx="29">
                  <c:v>37135</c:v>
                </c:pt>
                <c:pt idx="30">
                  <c:v>37165</c:v>
                </c:pt>
                <c:pt idx="31">
                  <c:v>37196</c:v>
                </c:pt>
                <c:pt idx="32">
                  <c:v>37226</c:v>
                </c:pt>
                <c:pt idx="33">
                  <c:v>37257</c:v>
                </c:pt>
                <c:pt idx="34">
                  <c:v>37288</c:v>
                </c:pt>
                <c:pt idx="35">
                  <c:v>37316</c:v>
                </c:pt>
                <c:pt idx="36">
                  <c:v>37347</c:v>
                </c:pt>
                <c:pt idx="37">
                  <c:v>37377</c:v>
                </c:pt>
                <c:pt idx="38">
                  <c:v>37408</c:v>
                </c:pt>
                <c:pt idx="39">
                  <c:v>37438</c:v>
                </c:pt>
                <c:pt idx="40">
                  <c:v>37469</c:v>
                </c:pt>
                <c:pt idx="41">
                  <c:v>37500</c:v>
                </c:pt>
                <c:pt idx="42">
                  <c:v>37530</c:v>
                </c:pt>
                <c:pt idx="43">
                  <c:v>37561</c:v>
                </c:pt>
                <c:pt idx="44">
                  <c:v>37591</c:v>
                </c:pt>
                <c:pt idx="45">
                  <c:v>37622</c:v>
                </c:pt>
                <c:pt idx="46">
                  <c:v>37653</c:v>
                </c:pt>
                <c:pt idx="47">
                  <c:v>37681</c:v>
                </c:pt>
                <c:pt idx="48">
                  <c:v>37712</c:v>
                </c:pt>
                <c:pt idx="49">
                  <c:v>37742</c:v>
                </c:pt>
                <c:pt idx="50">
                  <c:v>37773</c:v>
                </c:pt>
                <c:pt idx="51">
                  <c:v>37803</c:v>
                </c:pt>
                <c:pt idx="52">
                  <c:v>37834</c:v>
                </c:pt>
                <c:pt idx="53">
                  <c:v>37865</c:v>
                </c:pt>
                <c:pt idx="54">
                  <c:v>37895</c:v>
                </c:pt>
                <c:pt idx="55">
                  <c:v>37926</c:v>
                </c:pt>
                <c:pt idx="56">
                  <c:v>37956</c:v>
                </c:pt>
                <c:pt idx="57">
                  <c:v>37987</c:v>
                </c:pt>
                <c:pt idx="58">
                  <c:v>38018</c:v>
                </c:pt>
                <c:pt idx="59">
                  <c:v>38047</c:v>
                </c:pt>
                <c:pt idx="60">
                  <c:v>38078</c:v>
                </c:pt>
                <c:pt idx="61">
                  <c:v>38108</c:v>
                </c:pt>
                <c:pt idx="62">
                  <c:v>38139</c:v>
                </c:pt>
                <c:pt idx="63">
                  <c:v>38169</c:v>
                </c:pt>
                <c:pt idx="64">
                  <c:v>38200</c:v>
                </c:pt>
                <c:pt idx="65">
                  <c:v>38231</c:v>
                </c:pt>
                <c:pt idx="66">
                  <c:v>38261</c:v>
                </c:pt>
                <c:pt idx="67">
                  <c:v>38292</c:v>
                </c:pt>
                <c:pt idx="68">
                  <c:v>38322</c:v>
                </c:pt>
                <c:pt idx="69">
                  <c:v>38353</c:v>
                </c:pt>
                <c:pt idx="70">
                  <c:v>38384</c:v>
                </c:pt>
                <c:pt idx="71">
                  <c:v>38412</c:v>
                </c:pt>
                <c:pt idx="72">
                  <c:v>38443</c:v>
                </c:pt>
                <c:pt idx="73">
                  <c:v>38473</c:v>
                </c:pt>
                <c:pt idx="74">
                  <c:v>38504</c:v>
                </c:pt>
                <c:pt idx="75">
                  <c:v>38534</c:v>
                </c:pt>
                <c:pt idx="76">
                  <c:v>38565</c:v>
                </c:pt>
                <c:pt idx="77">
                  <c:v>38596</c:v>
                </c:pt>
                <c:pt idx="78">
                  <c:v>38626</c:v>
                </c:pt>
                <c:pt idx="79">
                  <c:v>38657</c:v>
                </c:pt>
                <c:pt idx="80">
                  <c:v>38687</c:v>
                </c:pt>
                <c:pt idx="81">
                  <c:v>38718</c:v>
                </c:pt>
                <c:pt idx="82">
                  <c:v>38749</c:v>
                </c:pt>
                <c:pt idx="83">
                  <c:v>38777</c:v>
                </c:pt>
                <c:pt idx="84">
                  <c:v>38808</c:v>
                </c:pt>
                <c:pt idx="85">
                  <c:v>38838</c:v>
                </c:pt>
                <c:pt idx="86">
                  <c:v>38869</c:v>
                </c:pt>
                <c:pt idx="87">
                  <c:v>38899</c:v>
                </c:pt>
                <c:pt idx="88">
                  <c:v>38930</c:v>
                </c:pt>
                <c:pt idx="89">
                  <c:v>38961</c:v>
                </c:pt>
                <c:pt idx="90">
                  <c:v>38991</c:v>
                </c:pt>
                <c:pt idx="91">
                  <c:v>39022</c:v>
                </c:pt>
                <c:pt idx="92">
                  <c:v>39052</c:v>
                </c:pt>
                <c:pt idx="93">
                  <c:v>39083</c:v>
                </c:pt>
                <c:pt idx="94">
                  <c:v>39114</c:v>
                </c:pt>
                <c:pt idx="95">
                  <c:v>39142</c:v>
                </c:pt>
                <c:pt idx="96">
                  <c:v>39173</c:v>
                </c:pt>
                <c:pt idx="97">
                  <c:v>39203</c:v>
                </c:pt>
                <c:pt idx="98">
                  <c:v>39234</c:v>
                </c:pt>
                <c:pt idx="99">
                  <c:v>39264</c:v>
                </c:pt>
                <c:pt idx="100">
                  <c:v>39295</c:v>
                </c:pt>
                <c:pt idx="101">
                  <c:v>39326</c:v>
                </c:pt>
                <c:pt idx="102">
                  <c:v>39356</c:v>
                </c:pt>
                <c:pt idx="103">
                  <c:v>39387</c:v>
                </c:pt>
                <c:pt idx="104">
                  <c:v>39417</c:v>
                </c:pt>
                <c:pt idx="105">
                  <c:v>39448</c:v>
                </c:pt>
                <c:pt idx="106">
                  <c:v>39479</c:v>
                </c:pt>
                <c:pt idx="107">
                  <c:v>39508</c:v>
                </c:pt>
                <c:pt idx="108">
                  <c:v>39539</c:v>
                </c:pt>
                <c:pt idx="109">
                  <c:v>39569</c:v>
                </c:pt>
                <c:pt idx="110">
                  <c:v>39600</c:v>
                </c:pt>
                <c:pt idx="111">
                  <c:v>39630</c:v>
                </c:pt>
                <c:pt idx="112">
                  <c:v>39661</c:v>
                </c:pt>
                <c:pt idx="113">
                  <c:v>39692</c:v>
                </c:pt>
                <c:pt idx="114">
                  <c:v>39722</c:v>
                </c:pt>
                <c:pt idx="115">
                  <c:v>39753</c:v>
                </c:pt>
                <c:pt idx="116">
                  <c:v>39783</c:v>
                </c:pt>
                <c:pt idx="117">
                  <c:v>39814</c:v>
                </c:pt>
                <c:pt idx="118">
                  <c:v>39845</c:v>
                </c:pt>
                <c:pt idx="119">
                  <c:v>39873</c:v>
                </c:pt>
                <c:pt idx="120">
                  <c:v>39904</c:v>
                </c:pt>
                <c:pt idx="121">
                  <c:v>39934</c:v>
                </c:pt>
                <c:pt idx="122">
                  <c:v>39965</c:v>
                </c:pt>
                <c:pt idx="123">
                  <c:v>39995</c:v>
                </c:pt>
                <c:pt idx="124">
                  <c:v>40026</c:v>
                </c:pt>
                <c:pt idx="125">
                  <c:v>40057</c:v>
                </c:pt>
                <c:pt idx="126">
                  <c:v>40087</c:v>
                </c:pt>
                <c:pt idx="127">
                  <c:v>40118</c:v>
                </c:pt>
                <c:pt idx="128">
                  <c:v>40148</c:v>
                </c:pt>
                <c:pt idx="129">
                  <c:v>40179</c:v>
                </c:pt>
                <c:pt idx="130">
                  <c:v>40210</c:v>
                </c:pt>
                <c:pt idx="131">
                  <c:v>40238</c:v>
                </c:pt>
                <c:pt idx="132">
                  <c:v>40269</c:v>
                </c:pt>
                <c:pt idx="133">
                  <c:v>40299</c:v>
                </c:pt>
                <c:pt idx="134">
                  <c:v>40330</c:v>
                </c:pt>
                <c:pt idx="135">
                  <c:v>40360</c:v>
                </c:pt>
                <c:pt idx="136">
                  <c:v>40391</c:v>
                </c:pt>
                <c:pt idx="137">
                  <c:v>40422</c:v>
                </c:pt>
                <c:pt idx="138">
                  <c:v>40452</c:v>
                </c:pt>
                <c:pt idx="139">
                  <c:v>40483</c:v>
                </c:pt>
                <c:pt idx="140">
                  <c:v>40513</c:v>
                </c:pt>
                <c:pt idx="141">
                  <c:v>40544</c:v>
                </c:pt>
                <c:pt idx="142">
                  <c:v>40575</c:v>
                </c:pt>
                <c:pt idx="143">
                  <c:v>40603</c:v>
                </c:pt>
                <c:pt idx="144">
                  <c:v>40634</c:v>
                </c:pt>
                <c:pt idx="145">
                  <c:v>40664</c:v>
                </c:pt>
                <c:pt idx="146">
                  <c:v>40695</c:v>
                </c:pt>
                <c:pt idx="147">
                  <c:v>40725</c:v>
                </c:pt>
                <c:pt idx="148">
                  <c:v>40756</c:v>
                </c:pt>
                <c:pt idx="149">
                  <c:v>40787</c:v>
                </c:pt>
                <c:pt idx="150">
                  <c:v>40817</c:v>
                </c:pt>
                <c:pt idx="151">
                  <c:v>40848</c:v>
                </c:pt>
                <c:pt idx="152">
                  <c:v>40878</c:v>
                </c:pt>
                <c:pt idx="153">
                  <c:v>40909</c:v>
                </c:pt>
                <c:pt idx="154">
                  <c:v>40940</c:v>
                </c:pt>
                <c:pt idx="155">
                  <c:v>40969</c:v>
                </c:pt>
                <c:pt idx="156">
                  <c:v>41000</c:v>
                </c:pt>
                <c:pt idx="157">
                  <c:v>41030</c:v>
                </c:pt>
                <c:pt idx="158">
                  <c:v>41061</c:v>
                </c:pt>
                <c:pt idx="159">
                  <c:v>41091</c:v>
                </c:pt>
                <c:pt idx="160">
                  <c:v>41122</c:v>
                </c:pt>
                <c:pt idx="161">
                  <c:v>41153</c:v>
                </c:pt>
                <c:pt idx="162">
                  <c:v>41183</c:v>
                </c:pt>
                <c:pt idx="163">
                  <c:v>41214</c:v>
                </c:pt>
                <c:pt idx="164">
                  <c:v>41244</c:v>
                </c:pt>
                <c:pt idx="165">
                  <c:v>41275</c:v>
                </c:pt>
                <c:pt idx="166">
                  <c:v>41306</c:v>
                </c:pt>
                <c:pt idx="167">
                  <c:v>41334</c:v>
                </c:pt>
                <c:pt idx="168">
                  <c:v>41365</c:v>
                </c:pt>
                <c:pt idx="169">
                  <c:v>41395</c:v>
                </c:pt>
                <c:pt idx="170">
                  <c:v>41426</c:v>
                </c:pt>
                <c:pt idx="171">
                  <c:v>41456</c:v>
                </c:pt>
                <c:pt idx="172">
                  <c:v>41487</c:v>
                </c:pt>
                <c:pt idx="173">
                  <c:v>41518</c:v>
                </c:pt>
                <c:pt idx="174">
                  <c:v>41548</c:v>
                </c:pt>
                <c:pt idx="175">
                  <c:v>41579</c:v>
                </c:pt>
                <c:pt idx="176">
                  <c:v>41609</c:v>
                </c:pt>
                <c:pt idx="177">
                  <c:v>41640</c:v>
                </c:pt>
                <c:pt idx="178">
                  <c:v>41671</c:v>
                </c:pt>
                <c:pt idx="179">
                  <c:v>41699</c:v>
                </c:pt>
                <c:pt idx="180">
                  <c:v>41730</c:v>
                </c:pt>
                <c:pt idx="181">
                  <c:v>41760</c:v>
                </c:pt>
                <c:pt idx="182">
                  <c:v>41791</c:v>
                </c:pt>
                <c:pt idx="183">
                  <c:v>41821</c:v>
                </c:pt>
                <c:pt idx="184">
                  <c:v>41852</c:v>
                </c:pt>
                <c:pt idx="185">
                  <c:v>41883</c:v>
                </c:pt>
                <c:pt idx="186">
                  <c:v>41913</c:v>
                </c:pt>
                <c:pt idx="187">
                  <c:v>41944</c:v>
                </c:pt>
                <c:pt idx="188">
                  <c:v>41974</c:v>
                </c:pt>
                <c:pt idx="189">
                  <c:v>42005</c:v>
                </c:pt>
                <c:pt idx="190">
                  <c:v>42036</c:v>
                </c:pt>
                <c:pt idx="191">
                  <c:v>42064</c:v>
                </c:pt>
                <c:pt idx="192">
                  <c:v>42095</c:v>
                </c:pt>
                <c:pt idx="193">
                  <c:v>42125</c:v>
                </c:pt>
                <c:pt idx="194">
                  <c:v>42156</c:v>
                </c:pt>
                <c:pt idx="195">
                  <c:v>42186</c:v>
                </c:pt>
                <c:pt idx="196">
                  <c:v>42217</c:v>
                </c:pt>
                <c:pt idx="197">
                  <c:v>42248</c:v>
                </c:pt>
                <c:pt idx="198">
                  <c:v>42278</c:v>
                </c:pt>
                <c:pt idx="199">
                  <c:v>42309</c:v>
                </c:pt>
                <c:pt idx="200">
                  <c:v>42339</c:v>
                </c:pt>
                <c:pt idx="201">
                  <c:v>42370</c:v>
                </c:pt>
                <c:pt idx="202">
                  <c:v>42401</c:v>
                </c:pt>
              </c:numCache>
            </c:numRef>
          </c:cat>
          <c:val>
            <c:numRef>
              <c:f>Sheet1!$B$2:$B$204</c:f>
              <c:numCache>
                <c:formatCode>General</c:formatCode>
                <c:ptCount val="203"/>
                <c:pt idx="0">
                  <c:v>1.4883822426503501E-2</c:v>
                </c:pt>
                <c:pt idx="1">
                  <c:v>1.6324421766111801E-2</c:v>
                </c:pt>
                <c:pt idx="2">
                  <c:v>2.52768241822077E-2</c:v>
                </c:pt>
                <c:pt idx="3">
                  <c:v>2.9062141687030699E-2</c:v>
                </c:pt>
                <c:pt idx="4">
                  <c:v>6.0712974114207598E-2</c:v>
                </c:pt>
                <c:pt idx="5">
                  <c:v>6.5832420370437503E-2</c:v>
                </c:pt>
                <c:pt idx="6">
                  <c:v>8.2015384939559996E-2</c:v>
                </c:pt>
                <c:pt idx="7">
                  <c:v>8.2767818432838397E-2</c:v>
                </c:pt>
                <c:pt idx="8">
                  <c:v>0.131703751046641</c:v>
                </c:pt>
                <c:pt idx="9">
                  <c:v>0.14161340833904701</c:v>
                </c:pt>
                <c:pt idx="10">
                  <c:v>0.21005512712825</c:v>
                </c:pt>
                <c:pt idx="11">
                  <c:v>0.22085049875316701</c:v>
                </c:pt>
                <c:pt idx="12">
                  <c:v>0.21403560823517501</c:v>
                </c:pt>
                <c:pt idx="13">
                  <c:v>0.196257044539316</c:v>
                </c:pt>
                <c:pt idx="14">
                  <c:v>0.19105318887421299</c:v>
                </c:pt>
                <c:pt idx="15">
                  <c:v>0.223554357063527</c:v>
                </c:pt>
                <c:pt idx="16">
                  <c:v>0.240473212617831</c:v>
                </c:pt>
                <c:pt idx="17">
                  <c:v>0.25638413509546698</c:v>
                </c:pt>
                <c:pt idx="18">
                  <c:v>0.33558846805797898</c:v>
                </c:pt>
                <c:pt idx="19">
                  <c:v>0.33165779649085803</c:v>
                </c:pt>
                <c:pt idx="20">
                  <c:v>0.35637697282649999</c:v>
                </c:pt>
                <c:pt idx="21">
                  <c:v>0.41243916371161998</c:v>
                </c:pt>
                <c:pt idx="22">
                  <c:v>0.44703116335084198</c:v>
                </c:pt>
                <c:pt idx="23">
                  <c:v>0.46140013989154299</c:v>
                </c:pt>
                <c:pt idx="24">
                  <c:v>0.45482191373494901</c:v>
                </c:pt>
                <c:pt idx="25">
                  <c:v>0.39467841715098401</c:v>
                </c:pt>
                <c:pt idx="26">
                  <c:v>0.38277448589761898</c:v>
                </c:pt>
                <c:pt idx="27">
                  <c:v>0.40140835327503499</c:v>
                </c:pt>
                <c:pt idx="28">
                  <c:v>0.41609590375928401</c:v>
                </c:pt>
                <c:pt idx="29">
                  <c:v>0.423983491062907</c:v>
                </c:pt>
                <c:pt idx="30">
                  <c:v>0.46452020827249002</c:v>
                </c:pt>
                <c:pt idx="31">
                  <c:v>0.502319892103953</c:v>
                </c:pt>
                <c:pt idx="32">
                  <c:v>0.55101987537786701</c:v>
                </c:pt>
                <c:pt idx="33">
                  <c:v>0.58337615833662404</c:v>
                </c:pt>
                <c:pt idx="34">
                  <c:v>0.67352034791856596</c:v>
                </c:pt>
                <c:pt idx="35">
                  <c:v>0.62915694669181099</c:v>
                </c:pt>
                <c:pt idx="36">
                  <c:v>0.52061885361077698</c:v>
                </c:pt>
                <c:pt idx="37">
                  <c:v>0.47807590542092698</c:v>
                </c:pt>
                <c:pt idx="38">
                  <c:v>0.46006889856737798</c:v>
                </c:pt>
                <c:pt idx="39">
                  <c:v>0.46236499517159402</c:v>
                </c:pt>
                <c:pt idx="40">
                  <c:v>0.49755405549173298</c:v>
                </c:pt>
                <c:pt idx="41">
                  <c:v>0.51927117631298503</c:v>
                </c:pt>
                <c:pt idx="42">
                  <c:v>0.59695954125765804</c:v>
                </c:pt>
                <c:pt idx="43">
                  <c:v>0.61466957631460795</c:v>
                </c:pt>
                <c:pt idx="44">
                  <c:v>0.68312660268507996</c:v>
                </c:pt>
                <c:pt idx="45">
                  <c:v>0.69368965878284805</c:v>
                </c:pt>
                <c:pt idx="46">
                  <c:v>0.78118513569595005</c:v>
                </c:pt>
                <c:pt idx="47">
                  <c:v>0.77232684445793798</c:v>
                </c:pt>
                <c:pt idx="48">
                  <c:v>0.68512157040298005</c:v>
                </c:pt>
                <c:pt idx="49">
                  <c:v>0.63832935605313601</c:v>
                </c:pt>
                <c:pt idx="50">
                  <c:v>0.64004318692116902</c:v>
                </c:pt>
                <c:pt idx="51">
                  <c:v>0.66739240303607095</c:v>
                </c:pt>
                <c:pt idx="52">
                  <c:v>0.69499933024194105</c:v>
                </c:pt>
                <c:pt idx="53">
                  <c:v>0.63704613289337098</c:v>
                </c:pt>
                <c:pt idx="54">
                  <c:v>0.68935173166751995</c:v>
                </c:pt>
                <c:pt idx="55">
                  <c:v>0.61998577400995702</c:v>
                </c:pt>
                <c:pt idx="56">
                  <c:v>0.63108913661869004</c:v>
                </c:pt>
                <c:pt idx="57">
                  <c:v>0.667210224272619</c:v>
                </c:pt>
                <c:pt idx="58">
                  <c:v>0.63771046400236098</c:v>
                </c:pt>
                <c:pt idx="59">
                  <c:v>0.65955979351871596</c:v>
                </c:pt>
                <c:pt idx="60">
                  <c:v>0.530538660971136</c:v>
                </c:pt>
                <c:pt idx="61">
                  <c:v>0.46066034342494599</c:v>
                </c:pt>
                <c:pt idx="62">
                  <c:v>0.446540078978097</c:v>
                </c:pt>
                <c:pt idx="63">
                  <c:v>0.47015695992189699</c:v>
                </c:pt>
                <c:pt idx="64">
                  <c:v>0.48376428282514999</c:v>
                </c:pt>
                <c:pt idx="65">
                  <c:v>0.49651218613475701</c:v>
                </c:pt>
                <c:pt idx="66">
                  <c:v>0.48998998907140401</c:v>
                </c:pt>
                <c:pt idx="67">
                  <c:v>0.54084924519743904</c:v>
                </c:pt>
                <c:pt idx="68">
                  <c:v>0.54508985320044201</c:v>
                </c:pt>
                <c:pt idx="69">
                  <c:v>0.513840227843543</c:v>
                </c:pt>
                <c:pt idx="70">
                  <c:v>0.515903232390447</c:v>
                </c:pt>
                <c:pt idx="71">
                  <c:v>0.50932447562097605</c:v>
                </c:pt>
                <c:pt idx="72">
                  <c:v>0.41077033491745402</c:v>
                </c:pt>
                <c:pt idx="73">
                  <c:v>0.36662923479314802</c:v>
                </c:pt>
                <c:pt idx="74">
                  <c:v>0.378939694281821</c:v>
                </c:pt>
                <c:pt idx="75">
                  <c:v>0.34598044638463099</c:v>
                </c:pt>
                <c:pt idx="76">
                  <c:v>0.38060646973148099</c:v>
                </c:pt>
                <c:pt idx="77">
                  <c:v>0.38388299285170302</c:v>
                </c:pt>
                <c:pt idx="78">
                  <c:v>0.39292331328130098</c:v>
                </c:pt>
                <c:pt idx="79">
                  <c:v>0.39896797668025302</c:v>
                </c:pt>
                <c:pt idx="80">
                  <c:v>0.44344397332379798</c:v>
                </c:pt>
                <c:pt idx="81">
                  <c:v>0.81671657692509203</c:v>
                </c:pt>
                <c:pt idx="82">
                  <c:v>0.61520331767598302</c:v>
                </c:pt>
                <c:pt idx="83">
                  <c:v>0.47488139808290503</c:v>
                </c:pt>
                <c:pt idx="84">
                  <c:v>0.33964192613772398</c:v>
                </c:pt>
                <c:pt idx="85">
                  <c:v>0.31615136021718698</c:v>
                </c:pt>
                <c:pt idx="86">
                  <c:v>0.30099273683741301</c:v>
                </c:pt>
                <c:pt idx="87">
                  <c:v>0.305863381771809</c:v>
                </c:pt>
                <c:pt idx="88">
                  <c:v>0.53217958721749603</c:v>
                </c:pt>
                <c:pt idx="89">
                  <c:v>0.33553031473254602</c:v>
                </c:pt>
                <c:pt idx="90">
                  <c:v>0.37035387260566699</c:v>
                </c:pt>
                <c:pt idx="91">
                  <c:v>0.40392519520222597</c:v>
                </c:pt>
                <c:pt idx="92">
                  <c:v>0.42968388841614402</c:v>
                </c:pt>
                <c:pt idx="93">
                  <c:v>0.470935490451663</c:v>
                </c:pt>
                <c:pt idx="94">
                  <c:v>0.48788618576141002</c:v>
                </c:pt>
                <c:pt idx="95">
                  <c:v>0.476497276174426</c:v>
                </c:pt>
                <c:pt idx="96">
                  <c:v>0.41117771638148298</c:v>
                </c:pt>
                <c:pt idx="97">
                  <c:v>0.37468703781634599</c:v>
                </c:pt>
                <c:pt idx="98">
                  <c:v>0.40101347627320399</c:v>
                </c:pt>
                <c:pt idx="99">
                  <c:v>0.42843390279647697</c:v>
                </c:pt>
                <c:pt idx="100">
                  <c:v>0.48428831981772702</c:v>
                </c:pt>
                <c:pt idx="101">
                  <c:v>0.53165405635983198</c:v>
                </c:pt>
                <c:pt idx="102">
                  <c:v>0.63381115674722199</c:v>
                </c:pt>
                <c:pt idx="103">
                  <c:v>0.67013422339865503</c:v>
                </c:pt>
                <c:pt idx="104">
                  <c:v>0.74550640106490995</c:v>
                </c:pt>
                <c:pt idx="105">
                  <c:v>0.88116394125605801</c:v>
                </c:pt>
                <c:pt idx="106">
                  <c:v>0.925923955101837</c:v>
                </c:pt>
                <c:pt idx="107">
                  <c:v>0.97514341090044798</c:v>
                </c:pt>
                <c:pt idx="108">
                  <c:v>0.91840788032556697</c:v>
                </c:pt>
                <c:pt idx="109">
                  <c:v>0.88793699598153097</c:v>
                </c:pt>
                <c:pt idx="110">
                  <c:v>1.0162584378038699</c:v>
                </c:pt>
                <c:pt idx="111">
                  <c:v>1.0555879871573199</c:v>
                </c:pt>
                <c:pt idx="112">
                  <c:v>1.19210343223439</c:v>
                </c:pt>
                <c:pt idx="113">
                  <c:v>1.2987063440570801</c:v>
                </c:pt>
                <c:pt idx="114">
                  <c:v>1.45991096311866</c:v>
                </c:pt>
                <c:pt idx="115">
                  <c:v>1.71961889531949</c:v>
                </c:pt>
                <c:pt idx="116">
                  <c:v>1.9214541780975301</c:v>
                </c:pt>
                <c:pt idx="117">
                  <c:v>2.25389090042033</c:v>
                </c:pt>
                <c:pt idx="118">
                  <c:v>2.7080037868882201</c:v>
                </c:pt>
                <c:pt idx="119">
                  <c:v>3.04805748311923</c:v>
                </c:pt>
                <c:pt idx="120">
                  <c:v>2.9852986648602902</c:v>
                </c:pt>
                <c:pt idx="121">
                  <c:v>2.8440022012460799</c:v>
                </c:pt>
                <c:pt idx="122">
                  <c:v>2.9627014279613899</c:v>
                </c:pt>
                <c:pt idx="123">
                  <c:v>2.94772192506049</c:v>
                </c:pt>
                <c:pt idx="124">
                  <c:v>2.9564448739643998</c:v>
                </c:pt>
                <c:pt idx="125">
                  <c:v>2.9643326185774801</c:v>
                </c:pt>
                <c:pt idx="126">
                  <c:v>3.1621062711956101</c:v>
                </c:pt>
                <c:pt idx="127">
                  <c:v>3.28985697699262</c:v>
                </c:pt>
                <c:pt idx="128">
                  <c:v>3.7075005189332702</c:v>
                </c:pt>
                <c:pt idx="129">
                  <c:v>3.5355514708824098</c:v>
                </c:pt>
                <c:pt idx="130">
                  <c:v>3.4270111055520598</c:v>
                </c:pt>
                <c:pt idx="131">
                  <c:v>3.5037176376604902</c:v>
                </c:pt>
                <c:pt idx="132">
                  <c:v>2.9012737379232201</c:v>
                </c:pt>
                <c:pt idx="133">
                  <c:v>2.5998715960288199</c:v>
                </c:pt>
                <c:pt idx="134">
                  <c:v>2.5867273100285502</c:v>
                </c:pt>
                <c:pt idx="135">
                  <c:v>2.3438828544702699</c:v>
                </c:pt>
                <c:pt idx="136">
                  <c:v>2.2651285913272701</c:v>
                </c:pt>
                <c:pt idx="137">
                  <c:v>2.3531104526959901</c:v>
                </c:pt>
                <c:pt idx="138">
                  <c:v>2.37002607196766</c:v>
                </c:pt>
                <c:pt idx="139">
                  <c:v>2.4093945316916101</c:v>
                </c:pt>
                <c:pt idx="140">
                  <c:v>2.3242181641309401</c:v>
                </c:pt>
                <c:pt idx="141">
                  <c:v>2.8515887646976901</c:v>
                </c:pt>
                <c:pt idx="142">
                  <c:v>3.0092574384375799</c:v>
                </c:pt>
                <c:pt idx="143">
                  <c:v>2.58048347031187</c:v>
                </c:pt>
                <c:pt idx="144">
                  <c:v>2.2254604071283302</c:v>
                </c:pt>
                <c:pt idx="145">
                  <c:v>2.1357740489281101</c:v>
                </c:pt>
                <c:pt idx="146">
                  <c:v>2.11345256186191</c:v>
                </c:pt>
                <c:pt idx="147">
                  <c:v>2.07675597787004</c:v>
                </c:pt>
                <c:pt idx="148">
                  <c:v>2.0678544608068501</c:v>
                </c:pt>
                <c:pt idx="149">
                  <c:v>2.1195306707545698</c:v>
                </c:pt>
                <c:pt idx="150">
                  <c:v>2.1812705009670701</c:v>
                </c:pt>
                <c:pt idx="151">
                  <c:v>2.2641556655418702</c:v>
                </c:pt>
                <c:pt idx="152">
                  <c:v>2.3807444954646</c:v>
                </c:pt>
                <c:pt idx="153">
                  <c:v>2.34543412817301</c:v>
                </c:pt>
                <c:pt idx="154">
                  <c:v>2.29688725514433</c:v>
                </c:pt>
                <c:pt idx="155">
                  <c:v>2.1829314480471198</c:v>
                </c:pt>
                <c:pt idx="156">
                  <c:v>1.94856513902093</c:v>
                </c:pt>
                <c:pt idx="157">
                  <c:v>1.8639765395774599</c:v>
                </c:pt>
                <c:pt idx="158">
                  <c:v>1.8591084721441999</c:v>
                </c:pt>
                <c:pt idx="159">
                  <c:v>1.7550053464528099</c:v>
                </c:pt>
                <c:pt idx="160">
                  <c:v>1.7646720437213701</c:v>
                </c:pt>
                <c:pt idx="161">
                  <c:v>1.7156623103770099</c:v>
                </c:pt>
                <c:pt idx="162">
                  <c:v>1.75821611978022</c:v>
                </c:pt>
                <c:pt idx="163">
                  <c:v>1.7325123286972399</c:v>
                </c:pt>
                <c:pt idx="164">
                  <c:v>1.65662440228792</c:v>
                </c:pt>
                <c:pt idx="165">
                  <c:v>1.6861336087958001</c:v>
                </c:pt>
                <c:pt idx="166">
                  <c:v>1.5949000012047401</c:v>
                </c:pt>
                <c:pt idx="167">
                  <c:v>1.58455075996331</c:v>
                </c:pt>
                <c:pt idx="168">
                  <c:v>1.32406070515968</c:v>
                </c:pt>
                <c:pt idx="169">
                  <c:v>1.1865278613903401</c:v>
                </c:pt>
                <c:pt idx="170">
                  <c:v>1.1666136700208201</c:v>
                </c:pt>
                <c:pt idx="171">
                  <c:v>1.1377007160388899</c:v>
                </c:pt>
                <c:pt idx="172">
                  <c:v>1.07920216987707</c:v>
                </c:pt>
                <c:pt idx="173">
                  <c:v>1.08382055352346</c:v>
                </c:pt>
                <c:pt idx="174">
                  <c:v>1.0348796584787801</c:v>
                </c:pt>
                <c:pt idx="175">
                  <c:v>1.00225552915824</c:v>
                </c:pt>
                <c:pt idx="176">
                  <c:v>1.0269407791318701</c:v>
                </c:pt>
                <c:pt idx="177">
                  <c:v>0.99370403874938795</c:v>
                </c:pt>
                <c:pt idx="178">
                  <c:v>0.97093538221213505</c:v>
                </c:pt>
                <c:pt idx="179">
                  <c:v>0.90443603866915401</c:v>
                </c:pt>
                <c:pt idx="180">
                  <c:v>0.78469756732072504</c:v>
                </c:pt>
                <c:pt idx="181">
                  <c:v>0.73121295093910899</c:v>
                </c:pt>
                <c:pt idx="182">
                  <c:v>0.75234810880885306</c:v>
                </c:pt>
                <c:pt idx="183">
                  <c:v>0.71890986529851197</c:v>
                </c:pt>
                <c:pt idx="184">
                  <c:v>0.74288918882122701</c:v>
                </c:pt>
                <c:pt idx="185">
                  <c:v>0.72468512177834599</c:v>
                </c:pt>
                <c:pt idx="186">
                  <c:v>0.72620129135423395</c:v>
                </c:pt>
                <c:pt idx="187">
                  <c:v>0.68886206547695805</c:v>
                </c:pt>
                <c:pt idx="188">
                  <c:v>0.73175020799269896</c:v>
                </c:pt>
                <c:pt idx="189">
                  <c:v>0.68760699562067096</c:v>
                </c:pt>
                <c:pt idx="190">
                  <c:v>0.69063000413512898</c:v>
                </c:pt>
                <c:pt idx="191">
                  <c:v>0.62462777776288703</c:v>
                </c:pt>
                <c:pt idx="192">
                  <c:v>0.53754334578658403</c:v>
                </c:pt>
                <c:pt idx="193">
                  <c:v>0.51417879238037101</c:v>
                </c:pt>
                <c:pt idx="194">
                  <c:v>0.47831995339336902</c:v>
                </c:pt>
                <c:pt idx="195">
                  <c:v>0.46056294540182102</c:v>
                </c:pt>
                <c:pt idx="196">
                  <c:v>0.47109754077180299</c:v>
                </c:pt>
                <c:pt idx="197">
                  <c:v>0.47010513249710101</c:v>
                </c:pt>
                <c:pt idx="198">
                  <c:v>0.48421266281546399</c:v>
                </c:pt>
                <c:pt idx="199">
                  <c:v>0.51077296294593799</c:v>
                </c:pt>
                <c:pt idx="200">
                  <c:v>0.51036826719876904</c:v>
                </c:pt>
                <c:pt idx="201">
                  <c:v>0.484258752547928</c:v>
                </c:pt>
                <c:pt idx="202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v3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Sheet1!$A$2:$A$204</c:f>
              <c:numCache>
                <c:formatCode>m/d/yyyy</c:formatCode>
                <c:ptCount val="203"/>
                <c:pt idx="0">
                  <c:v>36251</c:v>
                </c:pt>
                <c:pt idx="1">
                  <c:v>36281</c:v>
                </c:pt>
                <c:pt idx="2">
                  <c:v>36312</c:v>
                </c:pt>
                <c:pt idx="3">
                  <c:v>36342</c:v>
                </c:pt>
                <c:pt idx="4">
                  <c:v>36373</c:v>
                </c:pt>
                <c:pt idx="5">
                  <c:v>36404</c:v>
                </c:pt>
                <c:pt idx="6">
                  <c:v>36434</c:v>
                </c:pt>
                <c:pt idx="7">
                  <c:v>36465</c:v>
                </c:pt>
                <c:pt idx="8">
                  <c:v>36495</c:v>
                </c:pt>
                <c:pt idx="9">
                  <c:v>36526</c:v>
                </c:pt>
                <c:pt idx="10">
                  <c:v>36557</c:v>
                </c:pt>
                <c:pt idx="11">
                  <c:v>36586</c:v>
                </c:pt>
                <c:pt idx="12">
                  <c:v>36617</c:v>
                </c:pt>
                <c:pt idx="13">
                  <c:v>36647</c:v>
                </c:pt>
                <c:pt idx="14">
                  <c:v>36678</c:v>
                </c:pt>
                <c:pt idx="15">
                  <c:v>36708</c:v>
                </c:pt>
                <c:pt idx="16">
                  <c:v>36739</c:v>
                </c:pt>
                <c:pt idx="17">
                  <c:v>36770</c:v>
                </c:pt>
                <c:pt idx="18">
                  <c:v>36800</c:v>
                </c:pt>
                <c:pt idx="19">
                  <c:v>36831</c:v>
                </c:pt>
                <c:pt idx="20">
                  <c:v>36861</c:v>
                </c:pt>
                <c:pt idx="21">
                  <c:v>36892</c:v>
                </c:pt>
                <c:pt idx="22">
                  <c:v>36923</c:v>
                </c:pt>
                <c:pt idx="23">
                  <c:v>36951</c:v>
                </c:pt>
                <c:pt idx="24">
                  <c:v>36982</c:v>
                </c:pt>
                <c:pt idx="25">
                  <c:v>37012</c:v>
                </c:pt>
                <c:pt idx="26">
                  <c:v>37043</c:v>
                </c:pt>
                <c:pt idx="27">
                  <c:v>37073</c:v>
                </c:pt>
                <c:pt idx="28">
                  <c:v>37104</c:v>
                </c:pt>
                <c:pt idx="29">
                  <c:v>37135</c:v>
                </c:pt>
                <c:pt idx="30">
                  <c:v>37165</c:v>
                </c:pt>
                <c:pt idx="31">
                  <c:v>37196</c:v>
                </c:pt>
                <c:pt idx="32">
                  <c:v>37226</c:v>
                </c:pt>
                <c:pt idx="33">
                  <c:v>37257</c:v>
                </c:pt>
                <c:pt idx="34">
                  <c:v>37288</c:v>
                </c:pt>
                <c:pt idx="35">
                  <c:v>37316</c:v>
                </c:pt>
                <c:pt idx="36">
                  <c:v>37347</c:v>
                </c:pt>
                <c:pt idx="37">
                  <c:v>37377</c:v>
                </c:pt>
                <c:pt idx="38">
                  <c:v>37408</c:v>
                </c:pt>
                <c:pt idx="39">
                  <c:v>37438</c:v>
                </c:pt>
                <c:pt idx="40">
                  <c:v>37469</c:v>
                </c:pt>
                <c:pt idx="41">
                  <c:v>37500</c:v>
                </c:pt>
                <c:pt idx="42">
                  <c:v>37530</c:v>
                </c:pt>
                <c:pt idx="43">
                  <c:v>37561</c:v>
                </c:pt>
                <c:pt idx="44">
                  <c:v>37591</c:v>
                </c:pt>
                <c:pt idx="45">
                  <c:v>37622</c:v>
                </c:pt>
                <c:pt idx="46">
                  <c:v>37653</c:v>
                </c:pt>
                <c:pt idx="47">
                  <c:v>37681</c:v>
                </c:pt>
                <c:pt idx="48">
                  <c:v>37712</c:v>
                </c:pt>
                <c:pt idx="49">
                  <c:v>37742</c:v>
                </c:pt>
                <c:pt idx="50">
                  <c:v>37773</c:v>
                </c:pt>
                <c:pt idx="51">
                  <c:v>37803</c:v>
                </c:pt>
                <c:pt idx="52">
                  <c:v>37834</c:v>
                </c:pt>
                <c:pt idx="53">
                  <c:v>37865</c:v>
                </c:pt>
                <c:pt idx="54">
                  <c:v>37895</c:v>
                </c:pt>
                <c:pt idx="55">
                  <c:v>37926</c:v>
                </c:pt>
                <c:pt idx="56">
                  <c:v>37956</c:v>
                </c:pt>
                <c:pt idx="57">
                  <c:v>37987</c:v>
                </c:pt>
                <c:pt idx="58">
                  <c:v>38018</c:v>
                </c:pt>
                <c:pt idx="59">
                  <c:v>38047</c:v>
                </c:pt>
                <c:pt idx="60">
                  <c:v>38078</c:v>
                </c:pt>
                <c:pt idx="61">
                  <c:v>38108</c:v>
                </c:pt>
                <c:pt idx="62">
                  <c:v>38139</c:v>
                </c:pt>
                <c:pt idx="63">
                  <c:v>38169</c:v>
                </c:pt>
                <c:pt idx="64">
                  <c:v>38200</c:v>
                </c:pt>
                <c:pt idx="65">
                  <c:v>38231</c:v>
                </c:pt>
                <c:pt idx="66">
                  <c:v>38261</c:v>
                </c:pt>
                <c:pt idx="67">
                  <c:v>38292</c:v>
                </c:pt>
                <c:pt idx="68">
                  <c:v>38322</c:v>
                </c:pt>
                <c:pt idx="69">
                  <c:v>38353</c:v>
                </c:pt>
                <c:pt idx="70">
                  <c:v>38384</c:v>
                </c:pt>
                <c:pt idx="71">
                  <c:v>38412</c:v>
                </c:pt>
                <c:pt idx="72">
                  <c:v>38443</c:v>
                </c:pt>
                <c:pt idx="73">
                  <c:v>38473</c:v>
                </c:pt>
                <c:pt idx="74">
                  <c:v>38504</c:v>
                </c:pt>
                <c:pt idx="75">
                  <c:v>38534</c:v>
                </c:pt>
                <c:pt idx="76">
                  <c:v>38565</c:v>
                </c:pt>
                <c:pt idx="77">
                  <c:v>38596</c:v>
                </c:pt>
                <c:pt idx="78">
                  <c:v>38626</c:v>
                </c:pt>
                <c:pt idx="79">
                  <c:v>38657</c:v>
                </c:pt>
                <c:pt idx="80">
                  <c:v>38687</c:v>
                </c:pt>
                <c:pt idx="81">
                  <c:v>38718</c:v>
                </c:pt>
                <c:pt idx="82">
                  <c:v>38749</c:v>
                </c:pt>
                <c:pt idx="83">
                  <c:v>38777</c:v>
                </c:pt>
                <c:pt idx="84">
                  <c:v>38808</c:v>
                </c:pt>
                <c:pt idx="85">
                  <c:v>38838</c:v>
                </c:pt>
                <c:pt idx="86">
                  <c:v>38869</c:v>
                </c:pt>
                <c:pt idx="87">
                  <c:v>38899</c:v>
                </c:pt>
                <c:pt idx="88">
                  <c:v>38930</c:v>
                </c:pt>
                <c:pt idx="89">
                  <c:v>38961</c:v>
                </c:pt>
                <c:pt idx="90">
                  <c:v>38991</c:v>
                </c:pt>
                <c:pt idx="91">
                  <c:v>39022</c:v>
                </c:pt>
                <c:pt idx="92">
                  <c:v>39052</c:v>
                </c:pt>
                <c:pt idx="93">
                  <c:v>39083</c:v>
                </c:pt>
                <c:pt idx="94">
                  <c:v>39114</c:v>
                </c:pt>
                <c:pt idx="95">
                  <c:v>39142</c:v>
                </c:pt>
                <c:pt idx="96">
                  <c:v>39173</c:v>
                </c:pt>
                <c:pt idx="97">
                  <c:v>39203</c:v>
                </c:pt>
                <c:pt idx="98">
                  <c:v>39234</c:v>
                </c:pt>
                <c:pt idx="99">
                  <c:v>39264</c:v>
                </c:pt>
                <c:pt idx="100">
                  <c:v>39295</c:v>
                </c:pt>
                <c:pt idx="101">
                  <c:v>39326</c:v>
                </c:pt>
                <c:pt idx="102">
                  <c:v>39356</c:v>
                </c:pt>
                <c:pt idx="103">
                  <c:v>39387</c:v>
                </c:pt>
                <c:pt idx="104">
                  <c:v>39417</c:v>
                </c:pt>
                <c:pt idx="105">
                  <c:v>39448</c:v>
                </c:pt>
                <c:pt idx="106">
                  <c:v>39479</c:v>
                </c:pt>
                <c:pt idx="107">
                  <c:v>39508</c:v>
                </c:pt>
                <c:pt idx="108">
                  <c:v>39539</c:v>
                </c:pt>
                <c:pt idx="109">
                  <c:v>39569</c:v>
                </c:pt>
                <c:pt idx="110">
                  <c:v>39600</c:v>
                </c:pt>
                <c:pt idx="111">
                  <c:v>39630</c:v>
                </c:pt>
                <c:pt idx="112">
                  <c:v>39661</c:v>
                </c:pt>
                <c:pt idx="113">
                  <c:v>39692</c:v>
                </c:pt>
                <c:pt idx="114">
                  <c:v>39722</c:v>
                </c:pt>
                <c:pt idx="115">
                  <c:v>39753</c:v>
                </c:pt>
                <c:pt idx="116">
                  <c:v>39783</c:v>
                </c:pt>
                <c:pt idx="117">
                  <c:v>39814</c:v>
                </c:pt>
                <c:pt idx="118">
                  <c:v>39845</c:v>
                </c:pt>
                <c:pt idx="119">
                  <c:v>39873</c:v>
                </c:pt>
                <c:pt idx="120">
                  <c:v>39904</c:v>
                </c:pt>
                <c:pt idx="121">
                  <c:v>39934</c:v>
                </c:pt>
                <c:pt idx="122">
                  <c:v>39965</c:v>
                </c:pt>
                <c:pt idx="123">
                  <c:v>39995</c:v>
                </c:pt>
                <c:pt idx="124">
                  <c:v>40026</c:v>
                </c:pt>
                <c:pt idx="125">
                  <c:v>40057</c:v>
                </c:pt>
                <c:pt idx="126">
                  <c:v>40087</c:v>
                </c:pt>
                <c:pt idx="127">
                  <c:v>40118</c:v>
                </c:pt>
                <c:pt idx="128">
                  <c:v>40148</c:v>
                </c:pt>
                <c:pt idx="129">
                  <c:v>40179</c:v>
                </c:pt>
                <c:pt idx="130">
                  <c:v>40210</c:v>
                </c:pt>
                <c:pt idx="131">
                  <c:v>40238</c:v>
                </c:pt>
                <c:pt idx="132">
                  <c:v>40269</c:v>
                </c:pt>
                <c:pt idx="133">
                  <c:v>40299</c:v>
                </c:pt>
                <c:pt idx="134">
                  <c:v>40330</c:v>
                </c:pt>
                <c:pt idx="135">
                  <c:v>40360</c:v>
                </c:pt>
                <c:pt idx="136">
                  <c:v>40391</c:v>
                </c:pt>
                <c:pt idx="137">
                  <c:v>40422</c:v>
                </c:pt>
                <c:pt idx="138">
                  <c:v>40452</c:v>
                </c:pt>
                <c:pt idx="139">
                  <c:v>40483</c:v>
                </c:pt>
                <c:pt idx="140">
                  <c:v>40513</c:v>
                </c:pt>
                <c:pt idx="141">
                  <c:v>40544</c:v>
                </c:pt>
                <c:pt idx="142">
                  <c:v>40575</c:v>
                </c:pt>
                <c:pt idx="143">
                  <c:v>40603</c:v>
                </c:pt>
                <c:pt idx="144">
                  <c:v>40634</c:v>
                </c:pt>
                <c:pt idx="145">
                  <c:v>40664</c:v>
                </c:pt>
                <c:pt idx="146">
                  <c:v>40695</c:v>
                </c:pt>
                <c:pt idx="147">
                  <c:v>40725</c:v>
                </c:pt>
                <c:pt idx="148">
                  <c:v>40756</c:v>
                </c:pt>
                <c:pt idx="149">
                  <c:v>40787</c:v>
                </c:pt>
                <c:pt idx="150">
                  <c:v>40817</c:v>
                </c:pt>
                <c:pt idx="151">
                  <c:v>40848</c:v>
                </c:pt>
                <c:pt idx="152">
                  <c:v>40878</c:v>
                </c:pt>
                <c:pt idx="153">
                  <c:v>40909</c:v>
                </c:pt>
                <c:pt idx="154">
                  <c:v>40940</c:v>
                </c:pt>
                <c:pt idx="155">
                  <c:v>40969</c:v>
                </c:pt>
                <c:pt idx="156">
                  <c:v>41000</c:v>
                </c:pt>
                <c:pt idx="157">
                  <c:v>41030</c:v>
                </c:pt>
                <c:pt idx="158">
                  <c:v>41061</c:v>
                </c:pt>
                <c:pt idx="159">
                  <c:v>41091</c:v>
                </c:pt>
                <c:pt idx="160">
                  <c:v>41122</c:v>
                </c:pt>
                <c:pt idx="161">
                  <c:v>41153</c:v>
                </c:pt>
                <c:pt idx="162">
                  <c:v>41183</c:v>
                </c:pt>
                <c:pt idx="163">
                  <c:v>41214</c:v>
                </c:pt>
                <c:pt idx="164">
                  <c:v>41244</c:v>
                </c:pt>
                <c:pt idx="165">
                  <c:v>41275</c:v>
                </c:pt>
                <c:pt idx="166">
                  <c:v>41306</c:v>
                </c:pt>
                <c:pt idx="167">
                  <c:v>41334</c:v>
                </c:pt>
                <c:pt idx="168">
                  <c:v>41365</c:v>
                </c:pt>
                <c:pt idx="169">
                  <c:v>41395</c:v>
                </c:pt>
                <c:pt idx="170">
                  <c:v>41426</c:v>
                </c:pt>
                <c:pt idx="171">
                  <c:v>41456</c:v>
                </c:pt>
                <c:pt idx="172">
                  <c:v>41487</c:v>
                </c:pt>
                <c:pt idx="173">
                  <c:v>41518</c:v>
                </c:pt>
                <c:pt idx="174">
                  <c:v>41548</c:v>
                </c:pt>
                <c:pt idx="175">
                  <c:v>41579</c:v>
                </c:pt>
                <c:pt idx="176">
                  <c:v>41609</c:v>
                </c:pt>
                <c:pt idx="177">
                  <c:v>41640</c:v>
                </c:pt>
                <c:pt idx="178">
                  <c:v>41671</c:v>
                </c:pt>
                <c:pt idx="179">
                  <c:v>41699</c:v>
                </c:pt>
                <c:pt idx="180">
                  <c:v>41730</c:v>
                </c:pt>
                <c:pt idx="181">
                  <c:v>41760</c:v>
                </c:pt>
                <c:pt idx="182">
                  <c:v>41791</c:v>
                </c:pt>
                <c:pt idx="183">
                  <c:v>41821</c:v>
                </c:pt>
                <c:pt idx="184">
                  <c:v>41852</c:v>
                </c:pt>
                <c:pt idx="185">
                  <c:v>41883</c:v>
                </c:pt>
                <c:pt idx="186">
                  <c:v>41913</c:v>
                </c:pt>
                <c:pt idx="187">
                  <c:v>41944</c:v>
                </c:pt>
                <c:pt idx="188">
                  <c:v>41974</c:v>
                </c:pt>
                <c:pt idx="189">
                  <c:v>42005</c:v>
                </c:pt>
                <c:pt idx="190">
                  <c:v>42036</c:v>
                </c:pt>
                <c:pt idx="191">
                  <c:v>42064</c:v>
                </c:pt>
                <c:pt idx="192">
                  <c:v>42095</c:v>
                </c:pt>
                <c:pt idx="193">
                  <c:v>42125</c:v>
                </c:pt>
                <c:pt idx="194">
                  <c:v>42156</c:v>
                </c:pt>
                <c:pt idx="195">
                  <c:v>42186</c:v>
                </c:pt>
                <c:pt idx="196">
                  <c:v>42217</c:v>
                </c:pt>
                <c:pt idx="197">
                  <c:v>42248</c:v>
                </c:pt>
                <c:pt idx="198">
                  <c:v>42278</c:v>
                </c:pt>
                <c:pt idx="199">
                  <c:v>42309</c:v>
                </c:pt>
                <c:pt idx="200">
                  <c:v>42339</c:v>
                </c:pt>
                <c:pt idx="201">
                  <c:v>42370</c:v>
                </c:pt>
                <c:pt idx="202">
                  <c:v>42401</c:v>
                </c:pt>
              </c:numCache>
            </c:numRef>
          </c:cat>
          <c:val>
            <c:numRef>
              <c:f>Sheet1!$C$2:$C$204</c:f>
              <c:numCache>
                <c:formatCode>General</c:formatCode>
                <c:ptCount val="203"/>
                <c:pt idx="0">
                  <c:v>2.9025082466827001E-3</c:v>
                </c:pt>
                <c:pt idx="1">
                  <c:v>3.8963063528352198E-3</c:v>
                </c:pt>
                <c:pt idx="2">
                  <c:v>5.0999990943934002E-3</c:v>
                </c:pt>
                <c:pt idx="3">
                  <c:v>5.91497755253467E-3</c:v>
                </c:pt>
                <c:pt idx="4">
                  <c:v>1.1474891501550601E-2</c:v>
                </c:pt>
                <c:pt idx="5">
                  <c:v>1.9012124085571201E-2</c:v>
                </c:pt>
                <c:pt idx="6">
                  <c:v>3.79690879571681E-2</c:v>
                </c:pt>
                <c:pt idx="7">
                  <c:v>6.6280295237453005E-2</c:v>
                </c:pt>
                <c:pt idx="8">
                  <c:v>0.107425689960994</c:v>
                </c:pt>
                <c:pt idx="9">
                  <c:v>0.137438690088032</c:v>
                </c:pt>
                <c:pt idx="10">
                  <c:v>0.17423998174115299</c:v>
                </c:pt>
                <c:pt idx="11">
                  <c:v>0.23288934345391299</c:v>
                </c:pt>
                <c:pt idx="12">
                  <c:v>0.217277306047647</c:v>
                </c:pt>
                <c:pt idx="13">
                  <c:v>0.29800503805326201</c:v>
                </c:pt>
                <c:pt idx="14">
                  <c:v>0.29621498964655901</c:v>
                </c:pt>
                <c:pt idx="15">
                  <c:v>0.34150888433109899</c:v>
                </c:pt>
                <c:pt idx="16">
                  <c:v>0.39486454321316899</c:v>
                </c:pt>
                <c:pt idx="17">
                  <c:v>0.39758079531478902</c:v>
                </c:pt>
                <c:pt idx="18">
                  <c:v>0.48964754248479497</c:v>
                </c:pt>
                <c:pt idx="19">
                  <c:v>0.48381814887763502</c:v>
                </c:pt>
                <c:pt idx="20">
                  <c:v>0.55483289825136695</c:v>
                </c:pt>
                <c:pt idx="21">
                  <c:v>0.69500688674191102</c:v>
                </c:pt>
                <c:pt idx="22">
                  <c:v>0.610069715333594</c:v>
                </c:pt>
                <c:pt idx="23">
                  <c:v>0.670184073193969</c:v>
                </c:pt>
                <c:pt idx="24">
                  <c:v>0.56320889325799395</c:v>
                </c:pt>
                <c:pt idx="25">
                  <c:v>0.56456272594312995</c:v>
                </c:pt>
                <c:pt idx="26">
                  <c:v>0.56071365484116098</c:v>
                </c:pt>
                <c:pt idx="27">
                  <c:v>0.62453797312733705</c:v>
                </c:pt>
                <c:pt idx="28">
                  <c:v>0.58630948561991802</c:v>
                </c:pt>
                <c:pt idx="29">
                  <c:v>0.57513814576550804</c:v>
                </c:pt>
                <c:pt idx="30">
                  <c:v>0.70482107848424103</c:v>
                </c:pt>
                <c:pt idx="31">
                  <c:v>0.64281947235275105</c:v>
                </c:pt>
                <c:pt idx="32">
                  <c:v>0.67506606665506097</c:v>
                </c:pt>
                <c:pt idx="33">
                  <c:v>0.72877616202190498</c:v>
                </c:pt>
                <c:pt idx="34">
                  <c:v>0.64656449061224497</c:v>
                </c:pt>
                <c:pt idx="35">
                  <c:v>0.68620774518239902</c:v>
                </c:pt>
                <c:pt idx="36">
                  <c:v>0.63011685438832998</c:v>
                </c:pt>
                <c:pt idx="37">
                  <c:v>0.59618165395807199</c:v>
                </c:pt>
                <c:pt idx="38">
                  <c:v>0.59830436890957495</c:v>
                </c:pt>
                <c:pt idx="39">
                  <c:v>0.70848114916866001</c:v>
                </c:pt>
                <c:pt idx="40">
                  <c:v>0.67874389182244199</c:v>
                </c:pt>
                <c:pt idx="41">
                  <c:v>0.71230596114032496</c:v>
                </c:pt>
                <c:pt idx="42">
                  <c:v>0.77673645111281397</c:v>
                </c:pt>
                <c:pt idx="43">
                  <c:v>0.77641345543593099</c:v>
                </c:pt>
                <c:pt idx="44">
                  <c:v>0.85303793929919502</c:v>
                </c:pt>
                <c:pt idx="45">
                  <c:v>0.85806285371544699</c:v>
                </c:pt>
                <c:pt idx="46">
                  <c:v>0.84688483814440196</c:v>
                </c:pt>
                <c:pt idx="47">
                  <c:v>0.90258405373975203</c:v>
                </c:pt>
                <c:pt idx="48">
                  <c:v>0.78701586223411901</c:v>
                </c:pt>
                <c:pt idx="49">
                  <c:v>0.84425257032977297</c:v>
                </c:pt>
                <c:pt idx="50">
                  <c:v>0.88614442851246999</c:v>
                </c:pt>
                <c:pt idx="51">
                  <c:v>0.91165464548562702</c:v>
                </c:pt>
                <c:pt idx="52">
                  <c:v>0.89711805228059904</c:v>
                </c:pt>
                <c:pt idx="53">
                  <c:v>0.92214003810796596</c:v>
                </c:pt>
                <c:pt idx="54">
                  <c:v>0.87980533004323702</c:v>
                </c:pt>
                <c:pt idx="55">
                  <c:v>0.80940453657334399</c:v>
                </c:pt>
                <c:pt idx="56">
                  <c:v>0.96110596044290997</c:v>
                </c:pt>
                <c:pt idx="57">
                  <c:v>0.87199047880532898</c:v>
                </c:pt>
                <c:pt idx="58">
                  <c:v>0.87124059513077301</c:v>
                </c:pt>
                <c:pt idx="59">
                  <c:v>0.91168153516324502</c:v>
                </c:pt>
                <c:pt idx="60">
                  <c:v>0.70478383303771397</c:v>
                </c:pt>
                <c:pt idx="61">
                  <c:v>0.722934794499974</c:v>
                </c:pt>
                <c:pt idx="62">
                  <c:v>0.85310115193230096</c:v>
                </c:pt>
                <c:pt idx="63">
                  <c:v>0.79859273522685503</c:v>
                </c:pt>
                <c:pt idx="64">
                  <c:v>0.79388744320669802</c:v>
                </c:pt>
                <c:pt idx="65">
                  <c:v>0.79115370419804398</c:v>
                </c:pt>
                <c:pt idx="66">
                  <c:v>0.861466030982871</c:v>
                </c:pt>
                <c:pt idx="67">
                  <c:v>0.90224081598641004</c:v>
                </c:pt>
                <c:pt idx="68">
                  <c:v>0.85901087312455504</c:v>
                </c:pt>
                <c:pt idx="69">
                  <c:v>0.84820860971354095</c:v>
                </c:pt>
                <c:pt idx="70">
                  <c:v>0.78252342886130399</c:v>
                </c:pt>
                <c:pt idx="71">
                  <c:v>0.86724549107113402</c:v>
                </c:pt>
                <c:pt idx="72">
                  <c:v>0.66717921828682902</c:v>
                </c:pt>
                <c:pt idx="73">
                  <c:v>0.68682772636234901</c:v>
                </c:pt>
                <c:pt idx="74">
                  <c:v>0.67298501119056298</c:v>
                </c:pt>
                <c:pt idx="75">
                  <c:v>0.70075113443343096</c:v>
                </c:pt>
                <c:pt idx="76">
                  <c:v>0.74841469696446095</c:v>
                </c:pt>
                <c:pt idx="77">
                  <c:v>0.66817778233760905</c:v>
                </c:pt>
                <c:pt idx="78">
                  <c:v>0.72775565279800103</c:v>
                </c:pt>
                <c:pt idx="79">
                  <c:v>0.74595092626852399</c:v>
                </c:pt>
                <c:pt idx="80">
                  <c:v>0.77091804367285199</c:v>
                </c:pt>
                <c:pt idx="81">
                  <c:v>0.75737136626887702</c:v>
                </c:pt>
                <c:pt idx="82">
                  <c:v>0.68578385651393303</c:v>
                </c:pt>
                <c:pt idx="83">
                  <c:v>0.69774912275026901</c:v>
                </c:pt>
                <c:pt idx="84">
                  <c:v>0.53607888385397395</c:v>
                </c:pt>
                <c:pt idx="85">
                  <c:v>0.67044699222937898</c:v>
                </c:pt>
                <c:pt idx="86">
                  <c:v>0.614223290885063</c:v>
                </c:pt>
                <c:pt idx="87">
                  <c:v>0.62428606591012903</c:v>
                </c:pt>
                <c:pt idx="88">
                  <c:v>0.65729683148026996</c:v>
                </c:pt>
                <c:pt idx="89">
                  <c:v>0.66187738972944798</c:v>
                </c:pt>
                <c:pt idx="90">
                  <c:v>0.73119860515877799</c:v>
                </c:pt>
                <c:pt idx="91">
                  <c:v>0.69635793302676996</c:v>
                </c:pt>
                <c:pt idx="92">
                  <c:v>0.74223821322809702</c:v>
                </c:pt>
                <c:pt idx="93">
                  <c:v>0.84539154948086703</c:v>
                </c:pt>
                <c:pt idx="94">
                  <c:v>0.73205111113050503</c:v>
                </c:pt>
                <c:pt idx="95">
                  <c:v>0.78466546549706995</c:v>
                </c:pt>
                <c:pt idx="96">
                  <c:v>0.65467928153430899</c:v>
                </c:pt>
                <c:pt idx="97">
                  <c:v>0.69287908935335996</c:v>
                </c:pt>
                <c:pt idx="98">
                  <c:v>0.72252367704106502</c:v>
                </c:pt>
                <c:pt idx="99">
                  <c:v>0.80504646622959797</c:v>
                </c:pt>
                <c:pt idx="100">
                  <c:v>0.80995047446035295</c:v>
                </c:pt>
                <c:pt idx="101">
                  <c:v>0.80201569570794695</c:v>
                </c:pt>
                <c:pt idx="102">
                  <c:v>1.06921564419165</c:v>
                </c:pt>
                <c:pt idx="103">
                  <c:v>0.99739280689069598</c:v>
                </c:pt>
                <c:pt idx="104">
                  <c:v>1.0035875118347899</c:v>
                </c:pt>
                <c:pt idx="105">
                  <c:v>1.1106430760002299</c:v>
                </c:pt>
                <c:pt idx="106">
                  <c:v>1.0790103152189301</c:v>
                </c:pt>
                <c:pt idx="107">
                  <c:v>1.02666625701361</c:v>
                </c:pt>
                <c:pt idx="108">
                  <c:v>0.99441821901980998</c:v>
                </c:pt>
                <c:pt idx="109">
                  <c:v>1.0854165128480999</c:v>
                </c:pt>
                <c:pt idx="110">
                  <c:v>1.09622947485239</c:v>
                </c:pt>
                <c:pt idx="111">
                  <c:v>1.2367819839687999</c:v>
                </c:pt>
                <c:pt idx="112">
                  <c:v>1.3129065773988999</c:v>
                </c:pt>
                <c:pt idx="113">
                  <c:v>1.5729962788429599</c:v>
                </c:pt>
                <c:pt idx="114">
                  <c:v>1.66833356691374</c:v>
                </c:pt>
                <c:pt idx="115">
                  <c:v>1.73271300776602</c:v>
                </c:pt>
                <c:pt idx="116">
                  <c:v>2.18661297522124</c:v>
                </c:pt>
                <c:pt idx="117">
                  <c:v>2.1873525426880902</c:v>
                </c:pt>
                <c:pt idx="118">
                  <c:v>2.2552702511403702</c:v>
                </c:pt>
                <c:pt idx="119">
                  <c:v>2.2796986207054899</c:v>
                </c:pt>
                <c:pt idx="120">
                  <c:v>2.0854206459242901</c:v>
                </c:pt>
                <c:pt idx="121">
                  <c:v>2.2069965276654502</c:v>
                </c:pt>
                <c:pt idx="122">
                  <c:v>2.4104788949138101</c:v>
                </c:pt>
                <c:pt idx="123">
                  <c:v>2.4497830689233102</c:v>
                </c:pt>
                <c:pt idx="124">
                  <c:v>2.4873047138626601</c:v>
                </c:pt>
                <c:pt idx="125">
                  <c:v>3.0565477118839599</c:v>
                </c:pt>
                <c:pt idx="126">
                  <c:v>3.0432303854083398</c:v>
                </c:pt>
                <c:pt idx="127">
                  <c:v>3.0127318928058902</c:v>
                </c:pt>
                <c:pt idx="128">
                  <c:v>3.1355445964857598</c:v>
                </c:pt>
                <c:pt idx="129">
                  <c:v>3.0812428356889199</c:v>
                </c:pt>
                <c:pt idx="130">
                  <c:v>3.1931850770936099</c:v>
                </c:pt>
                <c:pt idx="131">
                  <c:v>3.1257922413596</c:v>
                </c:pt>
                <c:pt idx="132">
                  <c:v>2.6393205006067899</c:v>
                </c:pt>
                <c:pt idx="133">
                  <c:v>2.5753576589376501</c:v>
                </c:pt>
                <c:pt idx="134">
                  <c:v>2.72217997088257</c:v>
                </c:pt>
                <c:pt idx="135">
                  <c:v>2.6797152852339901</c:v>
                </c:pt>
                <c:pt idx="136">
                  <c:v>2.6526294309728899</c:v>
                </c:pt>
                <c:pt idx="137">
                  <c:v>2.6823041842219801</c:v>
                </c:pt>
                <c:pt idx="138">
                  <c:v>2.7588731982076702</c:v>
                </c:pt>
                <c:pt idx="139">
                  <c:v>2.8747165911738901</c:v>
                </c:pt>
                <c:pt idx="140">
                  <c:v>2.7906340152796001</c:v>
                </c:pt>
                <c:pt idx="141">
                  <c:v>2.8231700304788601</c:v>
                </c:pt>
                <c:pt idx="142">
                  <c:v>2.72855692629865</c:v>
                </c:pt>
                <c:pt idx="143">
                  <c:v>2.7581856932990401</c:v>
                </c:pt>
                <c:pt idx="144">
                  <c:v>2.7331746123106502</c:v>
                </c:pt>
                <c:pt idx="145">
                  <c:v>2.2432498319857399</c:v>
                </c:pt>
                <c:pt idx="146">
                  <c:v>2.28678769969456</c:v>
                </c:pt>
                <c:pt idx="147">
                  <c:v>2.2332379867315999</c:v>
                </c:pt>
                <c:pt idx="148">
                  <c:v>2.2390494016262901</c:v>
                </c:pt>
                <c:pt idx="149">
                  <c:v>2.3750610982818201</c:v>
                </c:pt>
                <c:pt idx="150">
                  <c:v>2.2778317098293099</c:v>
                </c:pt>
                <c:pt idx="151">
                  <c:v>2.28649404430596</c:v>
                </c:pt>
                <c:pt idx="152">
                  <c:v>2.31377897433183</c:v>
                </c:pt>
                <c:pt idx="153">
                  <c:v>2.4033748884670598</c:v>
                </c:pt>
                <c:pt idx="154">
                  <c:v>2.34374840201547</c:v>
                </c:pt>
                <c:pt idx="155">
                  <c:v>2.20385112055361</c:v>
                </c:pt>
                <c:pt idx="156">
                  <c:v>2.0357091287487998</c:v>
                </c:pt>
                <c:pt idx="157">
                  <c:v>1.7758250780233999</c:v>
                </c:pt>
                <c:pt idx="158">
                  <c:v>1.7259006706973401</c:v>
                </c:pt>
                <c:pt idx="159">
                  <c:v>1.65995719152966</c:v>
                </c:pt>
                <c:pt idx="160">
                  <c:v>1.74466799758348</c:v>
                </c:pt>
                <c:pt idx="161">
                  <c:v>1.66967335835405</c:v>
                </c:pt>
                <c:pt idx="162">
                  <c:v>1.60066787393999</c:v>
                </c:pt>
                <c:pt idx="163">
                  <c:v>1.84158218276737</c:v>
                </c:pt>
                <c:pt idx="164">
                  <c:v>1.6070886910743201</c:v>
                </c:pt>
                <c:pt idx="165">
                  <c:v>1.59416294237685</c:v>
                </c:pt>
                <c:pt idx="166">
                  <c:v>1.5946682907391501</c:v>
                </c:pt>
                <c:pt idx="167">
                  <c:v>1.4733177399090001</c:v>
                </c:pt>
                <c:pt idx="168">
                  <c:v>1.42492469814207</c:v>
                </c:pt>
                <c:pt idx="169">
                  <c:v>1.2835145202151099</c:v>
                </c:pt>
                <c:pt idx="170">
                  <c:v>1.11417175847214</c:v>
                </c:pt>
                <c:pt idx="171">
                  <c:v>1.04858361030069</c:v>
                </c:pt>
                <c:pt idx="172">
                  <c:v>1.2038023598088099</c:v>
                </c:pt>
                <c:pt idx="173">
                  <c:v>1.04389942835373</c:v>
                </c:pt>
                <c:pt idx="174">
                  <c:v>1.0489400843686401</c:v>
                </c:pt>
                <c:pt idx="175">
                  <c:v>1.05069999744777</c:v>
                </c:pt>
                <c:pt idx="176">
                  <c:v>1.0073826282576399</c:v>
                </c:pt>
                <c:pt idx="177">
                  <c:v>1.07268613005128</c:v>
                </c:pt>
                <c:pt idx="178">
                  <c:v>1.0304220325831699</c:v>
                </c:pt>
                <c:pt idx="179">
                  <c:v>0.94895062445340395</c:v>
                </c:pt>
                <c:pt idx="180">
                  <c:v>0.93110307260556602</c:v>
                </c:pt>
                <c:pt idx="181">
                  <c:v>0.79079279466739405</c:v>
                </c:pt>
                <c:pt idx="182">
                  <c:v>0.78499593314744798</c:v>
                </c:pt>
                <c:pt idx="183">
                  <c:v>0.78938625105429105</c:v>
                </c:pt>
                <c:pt idx="184">
                  <c:v>0.79519370658590605</c:v>
                </c:pt>
                <c:pt idx="185">
                  <c:v>0.76693717432183595</c:v>
                </c:pt>
                <c:pt idx="186">
                  <c:v>0.84637328847563298</c:v>
                </c:pt>
                <c:pt idx="187">
                  <c:v>0.78431743220730399</c:v>
                </c:pt>
                <c:pt idx="188">
                  <c:v>0.72213247232254496</c:v>
                </c:pt>
                <c:pt idx="189">
                  <c:v>0.87545112370576195</c:v>
                </c:pt>
                <c:pt idx="190">
                  <c:v>0.74022149442872798</c:v>
                </c:pt>
                <c:pt idx="191">
                  <c:v>0.76113451083606998</c:v>
                </c:pt>
                <c:pt idx="192">
                  <c:v>0.75223209558569204</c:v>
                </c:pt>
                <c:pt idx="193">
                  <c:v>0.59652914032641802</c:v>
                </c:pt>
                <c:pt idx="194">
                  <c:v>0.58402859460980905</c:v>
                </c:pt>
                <c:pt idx="195">
                  <c:v>0.63896663304009405</c:v>
                </c:pt>
                <c:pt idx="196">
                  <c:v>0.59857037972521598</c:v>
                </c:pt>
                <c:pt idx="197">
                  <c:v>0.55549222750260796</c:v>
                </c:pt>
                <c:pt idx="198">
                  <c:v>0.57893912304795003</c:v>
                </c:pt>
                <c:pt idx="199">
                  <c:v>0.59840938722750503</c:v>
                </c:pt>
                <c:pt idx="200">
                  <c:v>0.57680724378991199</c:v>
                </c:pt>
                <c:pt idx="201">
                  <c:v>0.60197772004412198</c:v>
                </c:pt>
                <c:pt idx="202">
                  <c:v>0.56516064395625298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Sheet1!$A$2:$A$204</c:f>
              <c:numCache>
                <c:formatCode>m/d/yyyy</c:formatCode>
                <c:ptCount val="203"/>
                <c:pt idx="0">
                  <c:v>36251</c:v>
                </c:pt>
                <c:pt idx="1">
                  <c:v>36281</c:v>
                </c:pt>
                <c:pt idx="2">
                  <c:v>36312</c:v>
                </c:pt>
                <c:pt idx="3">
                  <c:v>36342</c:v>
                </c:pt>
                <c:pt idx="4">
                  <c:v>36373</c:v>
                </c:pt>
                <c:pt idx="5">
                  <c:v>36404</c:v>
                </c:pt>
                <c:pt idx="6">
                  <c:v>36434</c:v>
                </c:pt>
                <c:pt idx="7">
                  <c:v>36465</c:v>
                </c:pt>
                <c:pt idx="8">
                  <c:v>36495</c:v>
                </c:pt>
                <c:pt idx="9">
                  <c:v>36526</c:v>
                </c:pt>
                <c:pt idx="10">
                  <c:v>36557</c:v>
                </c:pt>
                <c:pt idx="11">
                  <c:v>36586</c:v>
                </c:pt>
                <c:pt idx="12">
                  <c:v>36617</c:v>
                </c:pt>
                <c:pt idx="13">
                  <c:v>36647</c:v>
                </c:pt>
                <c:pt idx="14">
                  <c:v>36678</c:v>
                </c:pt>
                <c:pt idx="15">
                  <c:v>36708</c:v>
                </c:pt>
                <c:pt idx="16">
                  <c:v>36739</c:v>
                </c:pt>
                <c:pt idx="17">
                  <c:v>36770</c:v>
                </c:pt>
                <c:pt idx="18">
                  <c:v>36800</c:v>
                </c:pt>
                <c:pt idx="19">
                  <c:v>36831</c:v>
                </c:pt>
                <c:pt idx="20">
                  <c:v>36861</c:v>
                </c:pt>
                <c:pt idx="21">
                  <c:v>36892</c:v>
                </c:pt>
                <c:pt idx="22">
                  <c:v>36923</c:v>
                </c:pt>
                <c:pt idx="23">
                  <c:v>36951</c:v>
                </c:pt>
                <c:pt idx="24">
                  <c:v>36982</c:v>
                </c:pt>
                <c:pt idx="25">
                  <c:v>37012</c:v>
                </c:pt>
                <c:pt idx="26">
                  <c:v>37043</c:v>
                </c:pt>
                <c:pt idx="27">
                  <c:v>37073</c:v>
                </c:pt>
                <c:pt idx="28">
                  <c:v>37104</c:v>
                </c:pt>
                <c:pt idx="29">
                  <c:v>37135</c:v>
                </c:pt>
                <c:pt idx="30">
                  <c:v>37165</c:v>
                </c:pt>
                <c:pt idx="31">
                  <c:v>37196</c:v>
                </c:pt>
                <c:pt idx="32">
                  <c:v>37226</c:v>
                </c:pt>
                <c:pt idx="33">
                  <c:v>37257</c:v>
                </c:pt>
                <c:pt idx="34">
                  <c:v>37288</c:v>
                </c:pt>
                <c:pt idx="35">
                  <c:v>37316</c:v>
                </c:pt>
                <c:pt idx="36">
                  <c:v>37347</c:v>
                </c:pt>
                <c:pt idx="37">
                  <c:v>37377</c:v>
                </c:pt>
                <c:pt idx="38">
                  <c:v>37408</c:v>
                </c:pt>
                <c:pt idx="39">
                  <c:v>37438</c:v>
                </c:pt>
                <c:pt idx="40">
                  <c:v>37469</c:v>
                </c:pt>
                <c:pt idx="41">
                  <c:v>37500</c:v>
                </c:pt>
                <c:pt idx="42">
                  <c:v>37530</c:v>
                </c:pt>
                <c:pt idx="43">
                  <c:v>37561</c:v>
                </c:pt>
                <c:pt idx="44">
                  <c:v>37591</c:v>
                </c:pt>
                <c:pt idx="45">
                  <c:v>37622</c:v>
                </c:pt>
                <c:pt idx="46">
                  <c:v>37653</c:v>
                </c:pt>
                <c:pt idx="47">
                  <c:v>37681</c:v>
                </c:pt>
                <c:pt idx="48">
                  <c:v>37712</c:v>
                </c:pt>
                <c:pt idx="49">
                  <c:v>37742</c:v>
                </c:pt>
                <c:pt idx="50">
                  <c:v>37773</c:v>
                </c:pt>
                <c:pt idx="51">
                  <c:v>37803</c:v>
                </c:pt>
                <c:pt idx="52">
                  <c:v>37834</c:v>
                </c:pt>
                <c:pt idx="53">
                  <c:v>37865</c:v>
                </c:pt>
                <c:pt idx="54">
                  <c:v>37895</c:v>
                </c:pt>
                <c:pt idx="55">
                  <c:v>37926</c:v>
                </c:pt>
                <c:pt idx="56">
                  <c:v>37956</c:v>
                </c:pt>
                <c:pt idx="57">
                  <c:v>37987</c:v>
                </c:pt>
                <c:pt idx="58">
                  <c:v>38018</c:v>
                </c:pt>
                <c:pt idx="59">
                  <c:v>38047</c:v>
                </c:pt>
                <c:pt idx="60">
                  <c:v>38078</c:v>
                </c:pt>
                <c:pt idx="61">
                  <c:v>38108</c:v>
                </c:pt>
                <c:pt idx="62">
                  <c:v>38139</c:v>
                </c:pt>
                <c:pt idx="63">
                  <c:v>38169</c:v>
                </c:pt>
                <c:pt idx="64">
                  <c:v>38200</c:v>
                </c:pt>
                <c:pt idx="65">
                  <c:v>38231</c:v>
                </c:pt>
                <c:pt idx="66">
                  <c:v>38261</c:v>
                </c:pt>
                <c:pt idx="67">
                  <c:v>38292</c:v>
                </c:pt>
                <c:pt idx="68">
                  <c:v>38322</c:v>
                </c:pt>
                <c:pt idx="69">
                  <c:v>38353</c:v>
                </c:pt>
                <c:pt idx="70">
                  <c:v>38384</c:v>
                </c:pt>
                <c:pt idx="71">
                  <c:v>38412</c:v>
                </c:pt>
                <c:pt idx="72">
                  <c:v>38443</c:v>
                </c:pt>
                <c:pt idx="73">
                  <c:v>38473</c:v>
                </c:pt>
                <c:pt idx="74">
                  <c:v>38504</c:v>
                </c:pt>
                <c:pt idx="75">
                  <c:v>38534</c:v>
                </c:pt>
                <c:pt idx="76">
                  <c:v>38565</c:v>
                </c:pt>
                <c:pt idx="77">
                  <c:v>38596</c:v>
                </c:pt>
                <c:pt idx="78">
                  <c:v>38626</c:v>
                </c:pt>
                <c:pt idx="79">
                  <c:v>38657</c:v>
                </c:pt>
                <c:pt idx="80">
                  <c:v>38687</c:v>
                </c:pt>
                <c:pt idx="81">
                  <c:v>38718</c:v>
                </c:pt>
                <c:pt idx="82">
                  <c:v>38749</c:v>
                </c:pt>
                <c:pt idx="83">
                  <c:v>38777</c:v>
                </c:pt>
                <c:pt idx="84">
                  <c:v>38808</c:v>
                </c:pt>
                <c:pt idx="85">
                  <c:v>38838</c:v>
                </c:pt>
                <c:pt idx="86">
                  <c:v>38869</c:v>
                </c:pt>
                <c:pt idx="87">
                  <c:v>38899</c:v>
                </c:pt>
                <c:pt idx="88">
                  <c:v>38930</c:v>
                </c:pt>
                <c:pt idx="89">
                  <c:v>38961</c:v>
                </c:pt>
                <c:pt idx="90">
                  <c:v>38991</c:v>
                </c:pt>
                <c:pt idx="91">
                  <c:v>39022</c:v>
                </c:pt>
                <c:pt idx="92">
                  <c:v>39052</c:v>
                </c:pt>
                <c:pt idx="93">
                  <c:v>39083</c:v>
                </c:pt>
                <c:pt idx="94">
                  <c:v>39114</c:v>
                </c:pt>
                <c:pt idx="95">
                  <c:v>39142</c:v>
                </c:pt>
                <c:pt idx="96">
                  <c:v>39173</c:v>
                </c:pt>
                <c:pt idx="97">
                  <c:v>39203</c:v>
                </c:pt>
                <c:pt idx="98">
                  <c:v>39234</c:v>
                </c:pt>
                <c:pt idx="99">
                  <c:v>39264</c:v>
                </c:pt>
                <c:pt idx="100">
                  <c:v>39295</c:v>
                </c:pt>
                <c:pt idx="101">
                  <c:v>39326</c:v>
                </c:pt>
                <c:pt idx="102">
                  <c:v>39356</c:v>
                </c:pt>
                <c:pt idx="103">
                  <c:v>39387</c:v>
                </c:pt>
                <c:pt idx="104">
                  <c:v>39417</c:v>
                </c:pt>
                <c:pt idx="105">
                  <c:v>39448</c:v>
                </c:pt>
                <c:pt idx="106">
                  <c:v>39479</c:v>
                </c:pt>
                <c:pt idx="107">
                  <c:v>39508</c:v>
                </c:pt>
                <c:pt idx="108">
                  <c:v>39539</c:v>
                </c:pt>
                <c:pt idx="109">
                  <c:v>39569</c:v>
                </c:pt>
                <c:pt idx="110">
                  <c:v>39600</c:v>
                </c:pt>
                <c:pt idx="111">
                  <c:v>39630</c:v>
                </c:pt>
                <c:pt idx="112">
                  <c:v>39661</c:v>
                </c:pt>
                <c:pt idx="113">
                  <c:v>39692</c:v>
                </c:pt>
                <c:pt idx="114">
                  <c:v>39722</c:v>
                </c:pt>
                <c:pt idx="115">
                  <c:v>39753</c:v>
                </c:pt>
                <c:pt idx="116">
                  <c:v>39783</c:v>
                </c:pt>
                <c:pt idx="117">
                  <c:v>39814</c:v>
                </c:pt>
                <c:pt idx="118">
                  <c:v>39845</c:v>
                </c:pt>
                <c:pt idx="119">
                  <c:v>39873</c:v>
                </c:pt>
                <c:pt idx="120">
                  <c:v>39904</c:v>
                </c:pt>
                <c:pt idx="121">
                  <c:v>39934</c:v>
                </c:pt>
                <c:pt idx="122">
                  <c:v>39965</c:v>
                </c:pt>
                <c:pt idx="123">
                  <c:v>39995</c:v>
                </c:pt>
                <c:pt idx="124">
                  <c:v>40026</c:v>
                </c:pt>
                <c:pt idx="125">
                  <c:v>40057</c:v>
                </c:pt>
                <c:pt idx="126">
                  <c:v>40087</c:v>
                </c:pt>
                <c:pt idx="127">
                  <c:v>40118</c:v>
                </c:pt>
                <c:pt idx="128">
                  <c:v>40148</c:v>
                </c:pt>
                <c:pt idx="129">
                  <c:v>40179</c:v>
                </c:pt>
                <c:pt idx="130">
                  <c:v>40210</c:v>
                </c:pt>
                <c:pt idx="131">
                  <c:v>40238</c:v>
                </c:pt>
                <c:pt idx="132">
                  <c:v>40269</c:v>
                </c:pt>
                <c:pt idx="133">
                  <c:v>40299</c:v>
                </c:pt>
                <c:pt idx="134">
                  <c:v>40330</c:v>
                </c:pt>
                <c:pt idx="135">
                  <c:v>40360</c:v>
                </c:pt>
                <c:pt idx="136">
                  <c:v>40391</c:v>
                </c:pt>
                <c:pt idx="137">
                  <c:v>40422</c:v>
                </c:pt>
                <c:pt idx="138">
                  <c:v>40452</c:v>
                </c:pt>
                <c:pt idx="139">
                  <c:v>40483</c:v>
                </c:pt>
                <c:pt idx="140">
                  <c:v>40513</c:v>
                </c:pt>
                <c:pt idx="141">
                  <c:v>40544</c:v>
                </c:pt>
                <c:pt idx="142">
                  <c:v>40575</c:v>
                </c:pt>
                <c:pt idx="143">
                  <c:v>40603</c:v>
                </c:pt>
                <c:pt idx="144">
                  <c:v>40634</c:v>
                </c:pt>
                <c:pt idx="145">
                  <c:v>40664</c:v>
                </c:pt>
                <c:pt idx="146">
                  <c:v>40695</c:v>
                </c:pt>
                <c:pt idx="147">
                  <c:v>40725</c:v>
                </c:pt>
                <c:pt idx="148">
                  <c:v>40756</c:v>
                </c:pt>
                <c:pt idx="149">
                  <c:v>40787</c:v>
                </c:pt>
                <c:pt idx="150">
                  <c:v>40817</c:v>
                </c:pt>
                <c:pt idx="151">
                  <c:v>40848</c:v>
                </c:pt>
                <c:pt idx="152">
                  <c:v>40878</c:v>
                </c:pt>
                <c:pt idx="153">
                  <c:v>40909</c:v>
                </c:pt>
                <c:pt idx="154">
                  <c:v>40940</c:v>
                </c:pt>
                <c:pt idx="155">
                  <c:v>40969</c:v>
                </c:pt>
                <c:pt idx="156">
                  <c:v>41000</c:v>
                </c:pt>
                <c:pt idx="157">
                  <c:v>41030</c:v>
                </c:pt>
                <c:pt idx="158">
                  <c:v>41061</c:v>
                </c:pt>
                <c:pt idx="159">
                  <c:v>41091</c:v>
                </c:pt>
                <c:pt idx="160">
                  <c:v>41122</c:v>
                </c:pt>
                <c:pt idx="161">
                  <c:v>41153</c:v>
                </c:pt>
                <c:pt idx="162">
                  <c:v>41183</c:v>
                </c:pt>
                <c:pt idx="163">
                  <c:v>41214</c:v>
                </c:pt>
                <c:pt idx="164">
                  <c:v>41244</c:v>
                </c:pt>
                <c:pt idx="165">
                  <c:v>41275</c:v>
                </c:pt>
                <c:pt idx="166">
                  <c:v>41306</c:v>
                </c:pt>
                <c:pt idx="167">
                  <c:v>41334</c:v>
                </c:pt>
                <c:pt idx="168">
                  <c:v>41365</c:v>
                </c:pt>
                <c:pt idx="169">
                  <c:v>41395</c:v>
                </c:pt>
                <c:pt idx="170">
                  <c:v>41426</c:v>
                </c:pt>
                <c:pt idx="171">
                  <c:v>41456</c:v>
                </c:pt>
                <c:pt idx="172">
                  <c:v>41487</c:v>
                </c:pt>
                <c:pt idx="173">
                  <c:v>41518</c:v>
                </c:pt>
                <c:pt idx="174">
                  <c:v>41548</c:v>
                </c:pt>
                <c:pt idx="175">
                  <c:v>41579</c:v>
                </c:pt>
                <c:pt idx="176">
                  <c:v>41609</c:v>
                </c:pt>
                <c:pt idx="177">
                  <c:v>41640</c:v>
                </c:pt>
                <c:pt idx="178">
                  <c:v>41671</c:v>
                </c:pt>
                <c:pt idx="179">
                  <c:v>41699</c:v>
                </c:pt>
                <c:pt idx="180">
                  <c:v>41730</c:v>
                </c:pt>
                <c:pt idx="181">
                  <c:v>41760</c:v>
                </c:pt>
                <c:pt idx="182">
                  <c:v>41791</c:v>
                </c:pt>
                <c:pt idx="183">
                  <c:v>41821</c:v>
                </c:pt>
                <c:pt idx="184">
                  <c:v>41852</c:v>
                </c:pt>
                <c:pt idx="185">
                  <c:v>41883</c:v>
                </c:pt>
                <c:pt idx="186">
                  <c:v>41913</c:v>
                </c:pt>
                <c:pt idx="187">
                  <c:v>41944</c:v>
                </c:pt>
                <c:pt idx="188">
                  <c:v>41974</c:v>
                </c:pt>
                <c:pt idx="189">
                  <c:v>42005</c:v>
                </c:pt>
                <c:pt idx="190">
                  <c:v>42036</c:v>
                </c:pt>
                <c:pt idx="191">
                  <c:v>42064</c:v>
                </c:pt>
                <c:pt idx="192">
                  <c:v>42095</c:v>
                </c:pt>
                <c:pt idx="193">
                  <c:v>42125</c:v>
                </c:pt>
                <c:pt idx="194">
                  <c:v>42156</c:v>
                </c:pt>
                <c:pt idx="195">
                  <c:v>42186</c:v>
                </c:pt>
                <c:pt idx="196">
                  <c:v>42217</c:v>
                </c:pt>
                <c:pt idx="197">
                  <c:v>42248</c:v>
                </c:pt>
                <c:pt idx="198">
                  <c:v>42278</c:v>
                </c:pt>
                <c:pt idx="199">
                  <c:v>42309</c:v>
                </c:pt>
                <c:pt idx="200">
                  <c:v>42339</c:v>
                </c:pt>
                <c:pt idx="201">
                  <c:v>42370</c:v>
                </c:pt>
                <c:pt idx="202">
                  <c:v>42401</c:v>
                </c:pt>
              </c:numCache>
            </c:numRef>
          </c:cat>
          <c:val>
            <c:numRef>
              <c:f>Sheet1!$D$2:$D$204</c:f>
              <c:numCache>
                <c:formatCode>General</c:formatCode>
                <c:ptCount val="203"/>
                <c:pt idx="0">
                  <c:v>0.42603226595586702</c:v>
                </c:pt>
                <c:pt idx="1">
                  <c:v>0.418462729882141</c:v>
                </c:pt>
                <c:pt idx="2">
                  <c:v>0.41395946886693102</c:v>
                </c:pt>
                <c:pt idx="3">
                  <c:v>0.41225807936689002</c:v>
                </c:pt>
                <c:pt idx="4">
                  <c:v>0.41238628038540198</c:v>
                </c:pt>
                <c:pt idx="5">
                  <c:v>0.41493056779798898</c:v>
                </c:pt>
                <c:pt idx="6">
                  <c:v>0.419386240255881</c:v>
                </c:pt>
                <c:pt idx="7">
                  <c:v>0.42626880324512201</c:v>
                </c:pt>
                <c:pt idx="8">
                  <c:v>0.43411579846484</c:v>
                </c:pt>
                <c:pt idx="9">
                  <c:v>0.44070556916655501</c:v>
                </c:pt>
                <c:pt idx="10">
                  <c:v>0.44388874242526899</c:v>
                </c:pt>
                <c:pt idx="11">
                  <c:v>0.45139982062809603</c:v>
                </c:pt>
                <c:pt idx="12">
                  <c:v>0.45914740057653203</c:v>
                </c:pt>
                <c:pt idx="13">
                  <c:v>0.46609716609875601</c:v>
                </c:pt>
                <c:pt idx="14">
                  <c:v>0.47089257982433402</c:v>
                </c:pt>
                <c:pt idx="15">
                  <c:v>0.47510527494556398</c:v>
                </c:pt>
                <c:pt idx="16">
                  <c:v>0.47990128768490298</c:v>
                </c:pt>
                <c:pt idx="17">
                  <c:v>0.481298529789842</c:v>
                </c:pt>
                <c:pt idx="18">
                  <c:v>0.485088807049738</c:v>
                </c:pt>
                <c:pt idx="19">
                  <c:v>0.48777058279457802</c:v>
                </c:pt>
                <c:pt idx="20">
                  <c:v>0.49326461412503297</c:v>
                </c:pt>
                <c:pt idx="21">
                  <c:v>0.49324813674193102</c:v>
                </c:pt>
                <c:pt idx="22">
                  <c:v>0.49330963242067999</c:v>
                </c:pt>
                <c:pt idx="23">
                  <c:v>0.49520102698203899</c:v>
                </c:pt>
                <c:pt idx="24">
                  <c:v>0.496139717723865</c:v>
                </c:pt>
                <c:pt idx="25">
                  <c:v>0.491373349798507</c:v>
                </c:pt>
                <c:pt idx="26">
                  <c:v>0.48456989797855998</c:v>
                </c:pt>
                <c:pt idx="27">
                  <c:v>0.47411636819959502</c:v>
                </c:pt>
                <c:pt idx="28">
                  <c:v>0.46498996587237601</c:v>
                </c:pt>
                <c:pt idx="29">
                  <c:v>0.45896231240152302</c:v>
                </c:pt>
                <c:pt idx="30">
                  <c:v>0.45365219868301898</c:v>
                </c:pt>
                <c:pt idx="31">
                  <c:v>0.45095206065305399</c:v>
                </c:pt>
                <c:pt idx="32">
                  <c:v>0.44482842824722402</c:v>
                </c:pt>
                <c:pt idx="33">
                  <c:v>0.43431382178955602</c:v>
                </c:pt>
                <c:pt idx="34">
                  <c:v>0.42369177777244998</c:v>
                </c:pt>
                <c:pt idx="35">
                  <c:v>0.41518708483631001</c:v>
                </c:pt>
                <c:pt idx="36">
                  <c:v>0.41021520032666903</c:v>
                </c:pt>
                <c:pt idx="37">
                  <c:v>0.40323347340377502</c:v>
                </c:pt>
                <c:pt idx="38">
                  <c:v>0.40134575892255597</c:v>
                </c:pt>
                <c:pt idx="39">
                  <c:v>0.39851708261614499</c:v>
                </c:pt>
                <c:pt idx="40">
                  <c:v>0.395547124797901</c:v>
                </c:pt>
                <c:pt idx="41">
                  <c:v>0.39067847445651799</c:v>
                </c:pt>
                <c:pt idx="42">
                  <c:v>0.38441214505756699</c:v>
                </c:pt>
                <c:pt idx="43">
                  <c:v>0.37410499890808702</c:v>
                </c:pt>
                <c:pt idx="44">
                  <c:v>0.36317833714326597</c:v>
                </c:pt>
                <c:pt idx="45">
                  <c:v>0.35041999236165</c:v>
                </c:pt>
                <c:pt idx="46">
                  <c:v>0.34528520515035899</c:v>
                </c:pt>
                <c:pt idx="47">
                  <c:v>0.341598112127806</c:v>
                </c:pt>
                <c:pt idx="48">
                  <c:v>0.33163996441161198</c:v>
                </c:pt>
                <c:pt idx="49">
                  <c:v>0.32503108923280799</c:v>
                </c:pt>
                <c:pt idx="50">
                  <c:v>0.55720763945157303</c:v>
                </c:pt>
                <c:pt idx="51">
                  <c:v>0.55064123331190995</c:v>
                </c:pt>
                <c:pt idx="52">
                  <c:v>0.54261127317735103</c:v>
                </c:pt>
                <c:pt idx="53">
                  <c:v>0.51279443707376005</c:v>
                </c:pt>
                <c:pt idx="54">
                  <c:v>0.491203346806934</c:v>
                </c:pt>
                <c:pt idx="55">
                  <c:v>0.47359520842603597</c:v>
                </c:pt>
                <c:pt idx="56">
                  <c:v>0.47206642708869101</c:v>
                </c:pt>
                <c:pt idx="57">
                  <c:v>0.46779923122261002</c:v>
                </c:pt>
                <c:pt idx="58">
                  <c:v>0.46851703493352398</c:v>
                </c:pt>
                <c:pt idx="59">
                  <c:v>0.47158180890218798</c:v>
                </c:pt>
                <c:pt idx="60">
                  <c:v>0.46640030261322402</c:v>
                </c:pt>
                <c:pt idx="61">
                  <c:v>0.45964356297009101</c:v>
                </c:pt>
                <c:pt idx="62">
                  <c:v>0.449884648515819</c:v>
                </c:pt>
                <c:pt idx="63">
                  <c:v>0.44502884501580497</c:v>
                </c:pt>
                <c:pt idx="64">
                  <c:v>0.44307266466259199</c:v>
                </c:pt>
                <c:pt idx="65">
                  <c:v>0.44390639841306301</c:v>
                </c:pt>
                <c:pt idx="66">
                  <c:v>0.44982584305970402</c:v>
                </c:pt>
                <c:pt idx="67">
                  <c:v>0.45507217824477503</c:v>
                </c:pt>
                <c:pt idx="68">
                  <c:v>0.46055679464493998</c:v>
                </c:pt>
                <c:pt idx="69">
                  <c:v>0.46047213066275899</c:v>
                </c:pt>
                <c:pt idx="70">
                  <c:v>0.46276190299117098</c:v>
                </c:pt>
                <c:pt idx="71">
                  <c:v>0.46921510444041198</c:v>
                </c:pt>
                <c:pt idx="72">
                  <c:v>0.466934296648014</c:v>
                </c:pt>
                <c:pt idx="73">
                  <c:v>0.460858387475582</c:v>
                </c:pt>
                <c:pt idx="74">
                  <c:v>0.45692614884180699</c:v>
                </c:pt>
                <c:pt idx="75">
                  <c:v>0.45502500982356198</c:v>
                </c:pt>
                <c:pt idx="76">
                  <c:v>0.45452847236594501</c:v>
                </c:pt>
                <c:pt idx="77">
                  <c:v>0.44899387538902502</c:v>
                </c:pt>
                <c:pt idx="78">
                  <c:v>0.445285932813277</c:v>
                </c:pt>
                <c:pt idx="79">
                  <c:v>0.44437779422505902</c:v>
                </c:pt>
                <c:pt idx="80">
                  <c:v>0.44612361101715697</c:v>
                </c:pt>
                <c:pt idx="81">
                  <c:v>0.451791115326383</c:v>
                </c:pt>
                <c:pt idx="82">
                  <c:v>0.45598033753652101</c:v>
                </c:pt>
                <c:pt idx="83">
                  <c:v>0.46253869711631002</c:v>
                </c:pt>
                <c:pt idx="84">
                  <c:v>0.46713763659226298</c:v>
                </c:pt>
                <c:pt idx="85">
                  <c:v>0.47055649233236402</c:v>
                </c:pt>
                <c:pt idx="86">
                  <c:v>0.47526683269363301</c:v>
                </c:pt>
                <c:pt idx="87">
                  <c:v>0.48357389625943697</c:v>
                </c:pt>
                <c:pt idx="88">
                  <c:v>0.49125869075293799</c:v>
                </c:pt>
                <c:pt idx="89">
                  <c:v>0.498842995495064</c:v>
                </c:pt>
                <c:pt idx="90">
                  <c:v>0.51048362324596097</c:v>
                </c:pt>
                <c:pt idx="91">
                  <c:v>0.52264218672887197</c:v>
                </c:pt>
                <c:pt idx="92">
                  <c:v>0.53594813635716698</c:v>
                </c:pt>
                <c:pt idx="93">
                  <c:v>0.54405720288179804</c:v>
                </c:pt>
                <c:pt idx="94">
                  <c:v>0.55355757527518801</c:v>
                </c:pt>
                <c:pt idx="95">
                  <c:v>0.56002751920716198</c:v>
                </c:pt>
                <c:pt idx="96">
                  <c:v>0.56467403625232204</c:v>
                </c:pt>
                <c:pt idx="97">
                  <c:v>0.56955958741167201</c:v>
                </c:pt>
                <c:pt idx="98">
                  <c:v>0.57232849124047003</c:v>
                </c:pt>
                <c:pt idx="99">
                  <c:v>0.58584364426492697</c:v>
                </c:pt>
                <c:pt idx="100">
                  <c:v>0.60232429446374103</c:v>
                </c:pt>
                <c:pt idx="101">
                  <c:v>0.61744441471967004</c:v>
                </c:pt>
                <c:pt idx="102">
                  <c:v>0.64034373038421899</c:v>
                </c:pt>
                <c:pt idx="103">
                  <c:v>0.66944440155977103</c:v>
                </c:pt>
                <c:pt idx="104">
                  <c:v>0.69632905932865996</c:v>
                </c:pt>
                <c:pt idx="105">
                  <c:v>0.73069978774079603</c:v>
                </c:pt>
                <c:pt idx="106">
                  <c:v>0.76662782010864505</c:v>
                </c:pt>
                <c:pt idx="107">
                  <c:v>0.80382661379310205</c:v>
                </c:pt>
                <c:pt idx="108">
                  <c:v>0.83176656482094602</c:v>
                </c:pt>
                <c:pt idx="109">
                  <c:v>0.86067194405679004</c:v>
                </c:pt>
                <c:pt idx="110">
                  <c:v>0.88977869341234594</c:v>
                </c:pt>
                <c:pt idx="111">
                  <c:v>0.93770158254125002</c:v>
                </c:pt>
                <c:pt idx="112">
                  <c:v>0.99368662053303003</c:v>
                </c:pt>
                <c:pt idx="113">
                  <c:v>1.0571235298211099</c:v>
                </c:pt>
                <c:pt idx="114">
                  <c:v>1.14583967703601</c:v>
                </c:pt>
                <c:pt idx="115">
                  <c:v>1.2546151550301301</c:v>
                </c:pt>
                <c:pt idx="116">
                  <c:v>1.3719148686600999</c:v>
                </c:pt>
                <c:pt idx="117">
                  <c:v>1.44153027302354</c:v>
                </c:pt>
                <c:pt idx="118">
                  <c:v>1.52443595263947</c:v>
                </c:pt>
                <c:pt idx="119">
                  <c:v>1.5994819961795399</c:v>
                </c:pt>
                <c:pt idx="120">
                  <c:v>1.61613429101289</c:v>
                </c:pt>
                <c:pt idx="121">
                  <c:v>1.64172728587429</c:v>
                </c:pt>
                <c:pt idx="122">
                  <c:v>1.67949398597579</c:v>
                </c:pt>
                <c:pt idx="123">
                  <c:v>1.6957334735393801</c:v>
                </c:pt>
                <c:pt idx="124">
                  <c:v>1.7190956264956601</c:v>
                </c:pt>
                <c:pt idx="125">
                  <c:v>1.73190354625099</c:v>
                </c:pt>
                <c:pt idx="126">
                  <c:v>1.77838112316224</c:v>
                </c:pt>
                <c:pt idx="127">
                  <c:v>1.8344794338128201</c:v>
                </c:pt>
                <c:pt idx="128">
                  <c:v>1.89066402792417</c:v>
                </c:pt>
                <c:pt idx="129">
                  <c:v>1.9556891035936299</c:v>
                </c:pt>
                <c:pt idx="130">
                  <c:v>2.0227142698909999</c:v>
                </c:pt>
                <c:pt idx="131">
                  <c:v>1.78984479090274</c:v>
                </c:pt>
                <c:pt idx="132">
                  <c:v>1.7373978002160699</c:v>
                </c:pt>
                <c:pt idx="133">
                  <c:v>1.7014181154380199</c:v>
                </c:pt>
                <c:pt idx="134">
                  <c:v>1.6653029099526</c:v>
                </c:pt>
                <c:pt idx="135">
                  <c:v>1.7071129537693499</c:v>
                </c:pt>
                <c:pt idx="136">
                  <c:v>1.7519393671491801</c:v>
                </c:pt>
                <c:pt idx="137">
                  <c:v>1.8078802372862499</c:v>
                </c:pt>
                <c:pt idx="138">
                  <c:v>1.8748568750150201</c:v>
                </c:pt>
                <c:pt idx="139">
                  <c:v>1.94634934518282</c:v>
                </c:pt>
                <c:pt idx="140">
                  <c:v>2.0214944863669602</c:v>
                </c:pt>
                <c:pt idx="141">
                  <c:v>2.0580624549622302</c:v>
                </c:pt>
                <c:pt idx="142">
                  <c:v>2.1364089760918699</c:v>
                </c:pt>
                <c:pt idx="143">
                  <c:v>2.2132431343747898</c:v>
                </c:pt>
                <c:pt idx="144">
                  <c:v>2.15931454852588</c:v>
                </c:pt>
                <c:pt idx="145">
                  <c:v>2.11247056526862</c:v>
                </c:pt>
                <c:pt idx="146">
                  <c:v>2.1066670659945799</c:v>
                </c:pt>
                <c:pt idx="147">
                  <c:v>2.06535011892404</c:v>
                </c:pt>
                <c:pt idx="148">
                  <c:v>2.0290025539915502</c:v>
                </c:pt>
                <c:pt idx="149">
                  <c:v>1.9905624232852399</c:v>
                </c:pt>
                <c:pt idx="150">
                  <c:v>2.0088731975124801</c:v>
                </c:pt>
                <c:pt idx="151">
                  <c:v>2.0315901934890901</c:v>
                </c:pt>
                <c:pt idx="152">
                  <c:v>2.0561791648638401</c:v>
                </c:pt>
                <c:pt idx="153">
                  <c:v>2.0566094202990799</c:v>
                </c:pt>
                <c:pt idx="154">
                  <c:v>2.0403041251401701</c:v>
                </c:pt>
                <c:pt idx="155">
                  <c:v>2.0148548780368598</c:v>
                </c:pt>
                <c:pt idx="156">
                  <c:v>1.8715781790389401</c:v>
                </c:pt>
                <c:pt idx="157">
                  <c:v>1.7357332676352899</c:v>
                </c:pt>
                <c:pt idx="158">
                  <c:v>1.6153086687049301</c:v>
                </c:pt>
                <c:pt idx="159">
                  <c:v>1.54596310799648</c:v>
                </c:pt>
                <c:pt idx="160">
                  <c:v>1.49678689502984</c:v>
                </c:pt>
                <c:pt idx="161">
                  <c:v>1.4442810953027001</c:v>
                </c:pt>
                <c:pt idx="162">
                  <c:v>1.41613955326235</c:v>
                </c:pt>
                <c:pt idx="163">
                  <c:v>1.37712982673004</c:v>
                </c:pt>
                <c:pt idx="164">
                  <c:v>1.3306328543985499</c:v>
                </c:pt>
                <c:pt idx="165">
                  <c:v>1.2926883342623601</c:v>
                </c:pt>
                <c:pt idx="166">
                  <c:v>1.2438721796835399</c:v>
                </c:pt>
                <c:pt idx="167">
                  <c:v>1.1925854341394599</c:v>
                </c:pt>
                <c:pt idx="168">
                  <c:v>1.1014406414011599</c:v>
                </c:pt>
                <c:pt idx="169">
                  <c:v>1.0227533674374301</c:v>
                </c:pt>
                <c:pt idx="170">
                  <c:v>0.96054066080023504</c:v>
                </c:pt>
                <c:pt idx="171">
                  <c:v>0.91624505120213595</c:v>
                </c:pt>
                <c:pt idx="172">
                  <c:v>0.87670415808602797</c:v>
                </c:pt>
                <c:pt idx="173">
                  <c:v>0.83894353410357603</c:v>
                </c:pt>
                <c:pt idx="174">
                  <c:v>0.82521044623954398</c:v>
                </c:pt>
                <c:pt idx="175">
                  <c:v>0.81689177503437804</c:v>
                </c:pt>
                <c:pt idx="176">
                  <c:v>0.80939029838958998</c:v>
                </c:pt>
                <c:pt idx="177">
                  <c:v>0.79808000167362902</c:v>
                </c:pt>
                <c:pt idx="178">
                  <c:v>0.78918258497143701</c:v>
                </c:pt>
                <c:pt idx="179">
                  <c:v>0.78247961404456201</c:v>
                </c:pt>
                <c:pt idx="180">
                  <c:v>0.75880602368504402</c:v>
                </c:pt>
                <c:pt idx="181">
                  <c:v>0.73486946711488499</c:v>
                </c:pt>
                <c:pt idx="182">
                  <c:v>0.71205441493439303</c:v>
                </c:pt>
                <c:pt idx="183">
                  <c:v>0.702716749023791</c:v>
                </c:pt>
                <c:pt idx="184">
                  <c:v>0.69538935457670303</c:v>
                </c:pt>
                <c:pt idx="185">
                  <c:v>0.68046536933302804</c:v>
                </c:pt>
                <c:pt idx="186">
                  <c:v>0.67451217366938399</c:v>
                </c:pt>
                <c:pt idx="187">
                  <c:v>0.66860767704117796</c:v>
                </c:pt>
                <c:pt idx="188">
                  <c:v>0.66512661081309399</c:v>
                </c:pt>
                <c:pt idx="189">
                  <c:v>0.65957899363705597</c:v>
                </c:pt>
                <c:pt idx="190">
                  <c:v>0.65541165695933701</c:v>
                </c:pt>
                <c:pt idx="191">
                  <c:v>0.65030663897289698</c:v>
                </c:pt>
                <c:pt idx="192">
                  <c:v>0.63454004949169396</c:v>
                </c:pt>
                <c:pt idx="193">
                  <c:v>0.61354776258044597</c:v>
                </c:pt>
                <c:pt idx="194">
                  <c:v>0.594200581602089</c:v>
                </c:pt>
                <c:pt idx="195">
                  <c:v>0.58337284480440799</c:v>
                </c:pt>
                <c:pt idx="196">
                  <c:v>0.57307307997633805</c:v>
                </c:pt>
                <c:pt idx="197">
                  <c:v>0.56541900993673</c:v>
                </c:pt>
                <c:pt idx="198">
                  <c:v>0.56384894237739802</c:v>
                </c:pt>
                <c:pt idx="199">
                  <c:v>0.56287913696765302</c:v>
                </c:pt>
                <c:pt idx="200">
                  <c:v>0.56480533777908404</c:v>
                </c:pt>
                <c:pt idx="201">
                  <c:v>0.56580869358824304</c:v>
                </c:pt>
                <c:pt idx="202">
                  <c:v>0.56720945028213599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370240"/>
        <c:axId val="51380224"/>
      </c:lineChart>
      <c:dateAx>
        <c:axId val="51370240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380224"/>
        <c:crosses val="autoZero"/>
        <c:auto val="1"/>
        <c:lblOffset val="100"/>
        <c:baseTimeUnit val="months"/>
        <c:majorUnit val="24"/>
        <c:majorTimeUnit val="months"/>
      </c:dateAx>
      <c:valAx>
        <c:axId val="5138022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37024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Model.Current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2"/>
              </a:solidFill>
              <a:prstDash val="sysDot"/>
            </a:ln>
          </c:spPr>
          <c:invertIfNegative val="0"/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Sheet1!$D$2:$D$47</c:f>
              <c:numCache>
                <c:formatCode>General</c:formatCode>
                <c:ptCount val="46"/>
                <c:pt idx="0">
                  <c:v>0</c:v>
                </c:pt>
                <c:pt idx="1">
                  <c:v>2.1740040000000002E-3</c:v>
                </c:pt>
                <c:pt idx="2">
                  <c:v>1.6827841999999999E-2</c:v>
                </c:pt>
                <c:pt idx="3">
                  <c:v>0.404361156</c:v>
                </c:pt>
                <c:pt idx="4">
                  <c:v>0.58023137899999999</c:v>
                </c:pt>
                <c:pt idx="5">
                  <c:v>0.67267994799999997</c:v>
                </c:pt>
                <c:pt idx="6">
                  <c:v>0.73359671599999998</c:v>
                </c:pt>
                <c:pt idx="7">
                  <c:v>0.79625321900000001</c:v>
                </c:pt>
                <c:pt idx="8">
                  <c:v>0.83443356499999999</c:v>
                </c:pt>
                <c:pt idx="9">
                  <c:v>0.85997869299999996</c:v>
                </c:pt>
                <c:pt idx="10">
                  <c:v>0.87411333499999999</c:v>
                </c:pt>
                <c:pt idx="11">
                  <c:v>0.84565279800000004</c:v>
                </c:pt>
                <c:pt idx="12">
                  <c:v>0.81446474800000002</c:v>
                </c:pt>
                <c:pt idx="13">
                  <c:v>0.78362438099999998</c:v>
                </c:pt>
                <c:pt idx="14">
                  <c:v>0.77537616600000003</c:v>
                </c:pt>
                <c:pt idx="15">
                  <c:v>0.76584632600000002</c:v>
                </c:pt>
                <c:pt idx="16">
                  <c:v>0.75694109099999995</c:v>
                </c:pt>
                <c:pt idx="17">
                  <c:v>0.76844736400000002</c:v>
                </c:pt>
                <c:pt idx="18">
                  <c:v>0.77920046700000001</c:v>
                </c:pt>
                <c:pt idx="19">
                  <c:v>0.78959900900000002</c:v>
                </c:pt>
                <c:pt idx="20">
                  <c:v>0.79341139299999996</c:v>
                </c:pt>
                <c:pt idx="21">
                  <c:v>0.796856483</c:v>
                </c:pt>
                <c:pt idx="22">
                  <c:v>0.79953618000000004</c:v>
                </c:pt>
                <c:pt idx="23">
                  <c:v>0.77348786999999997</c:v>
                </c:pt>
                <c:pt idx="24">
                  <c:v>0.74856342099999995</c:v>
                </c:pt>
                <c:pt idx="25">
                  <c:v>0.724531971</c:v>
                </c:pt>
                <c:pt idx="26">
                  <c:v>0.71909645200000005</c:v>
                </c:pt>
                <c:pt idx="27">
                  <c:v>0.71185426299999999</c:v>
                </c:pt>
                <c:pt idx="28">
                  <c:v>0.70687567299999998</c:v>
                </c:pt>
                <c:pt idx="29">
                  <c:v>0.70663091200000006</c:v>
                </c:pt>
                <c:pt idx="30">
                  <c:v>0.70586247999999996</c:v>
                </c:pt>
                <c:pt idx="31">
                  <c:v>0.705265633</c:v>
                </c:pt>
                <c:pt idx="32">
                  <c:v>0.69948512100000004</c:v>
                </c:pt>
                <c:pt idx="33">
                  <c:v>0.69393018799999995</c:v>
                </c:pt>
                <c:pt idx="34">
                  <c:v>0.68877467699999995</c:v>
                </c:pt>
                <c:pt idx="35">
                  <c:v>0.66412820400000006</c:v>
                </c:pt>
                <c:pt idx="36">
                  <c:v>0.64104282199999996</c:v>
                </c:pt>
                <c:pt idx="37">
                  <c:v>0.61961730000000004</c:v>
                </c:pt>
                <c:pt idx="38">
                  <c:v>0.61144145599999999</c:v>
                </c:pt>
                <c:pt idx="39">
                  <c:v>0.60308911499999995</c:v>
                </c:pt>
                <c:pt idx="40">
                  <c:v>0.59493665399999995</c:v>
                </c:pt>
                <c:pt idx="41">
                  <c:v>0.594511656</c:v>
                </c:pt>
                <c:pt idx="42">
                  <c:v>0.59406282600000004</c:v>
                </c:pt>
                <c:pt idx="43">
                  <c:v>0.59418399600000005</c:v>
                </c:pt>
                <c:pt idx="44">
                  <c:v>0.59262681100000003</c:v>
                </c:pt>
                <c:pt idx="45">
                  <c:v>0.59088256400000005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Mode.DQ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</c:spPr>
          <c:invertIfNegative val="0"/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Sheet1!$E$2:$E$47</c:f>
              <c:numCache>
                <c:formatCode>General</c:formatCode>
                <c:ptCount val="46"/>
                <c:pt idx="0">
                  <c:v>1.7171723000000001</c:v>
                </c:pt>
                <c:pt idx="1">
                  <c:v>1.6985406999999999</c:v>
                </c:pt>
                <c:pt idx="2">
                  <c:v>1.7089329</c:v>
                </c:pt>
                <c:pt idx="3">
                  <c:v>1.0836102000000001</c:v>
                </c:pt>
                <c:pt idx="4">
                  <c:v>0.95209379999999999</c:v>
                </c:pt>
                <c:pt idx="5">
                  <c:v>0.89776999999999996</c:v>
                </c:pt>
                <c:pt idx="6">
                  <c:v>0.87484899999999999</c:v>
                </c:pt>
                <c:pt idx="7">
                  <c:v>0.8529272</c:v>
                </c:pt>
                <c:pt idx="8">
                  <c:v>0.82599429999999996</c:v>
                </c:pt>
                <c:pt idx="9">
                  <c:v>0.7991182</c:v>
                </c:pt>
                <c:pt idx="10">
                  <c:v>0.77042549999999999</c:v>
                </c:pt>
                <c:pt idx="11">
                  <c:v>0.72922310000000001</c:v>
                </c:pt>
                <c:pt idx="12">
                  <c:v>0.69121080000000001</c:v>
                </c:pt>
                <c:pt idx="13">
                  <c:v>0.6572424</c:v>
                </c:pt>
                <c:pt idx="14">
                  <c:v>0.63404530000000003</c:v>
                </c:pt>
                <c:pt idx="15">
                  <c:v>0.6093691</c:v>
                </c:pt>
                <c:pt idx="16">
                  <c:v>0.58458109999999996</c:v>
                </c:pt>
                <c:pt idx="17">
                  <c:v>0.56758339999999996</c:v>
                </c:pt>
                <c:pt idx="18">
                  <c:v>0.55150250000000001</c:v>
                </c:pt>
                <c:pt idx="19">
                  <c:v>0.53706259999999995</c:v>
                </c:pt>
                <c:pt idx="20">
                  <c:v>0.52173460000000005</c:v>
                </c:pt>
                <c:pt idx="21">
                  <c:v>0.50763720000000001</c:v>
                </c:pt>
                <c:pt idx="22">
                  <c:v>0.49438339999999997</c:v>
                </c:pt>
                <c:pt idx="23">
                  <c:v>0.47462080000000001</c:v>
                </c:pt>
                <c:pt idx="24">
                  <c:v>0.45634059999999999</c:v>
                </c:pt>
                <c:pt idx="25">
                  <c:v>0.43959130000000002</c:v>
                </c:pt>
                <c:pt idx="26">
                  <c:v>0.42849080000000001</c:v>
                </c:pt>
                <c:pt idx="27">
                  <c:v>0.41583320000000001</c:v>
                </c:pt>
                <c:pt idx="28">
                  <c:v>0.4074199</c:v>
                </c:pt>
                <c:pt idx="29">
                  <c:v>0.39836110000000002</c:v>
                </c:pt>
                <c:pt idx="30">
                  <c:v>0.38934999999999997</c:v>
                </c:pt>
                <c:pt idx="31">
                  <c:v>0.38120920000000003</c:v>
                </c:pt>
                <c:pt idx="32">
                  <c:v>0.37225710000000001</c:v>
                </c:pt>
                <c:pt idx="33">
                  <c:v>0.36393750000000002</c:v>
                </c:pt>
                <c:pt idx="34">
                  <c:v>0.35647620000000002</c:v>
                </c:pt>
                <c:pt idx="35">
                  <c:v>0.34592879999999998</c:v>
                </c:pt>
                <c:pt idx="36">
                  <c:v>0.33545350000000002</c:v>
                </c:pt>
                <c:pt idx="37">
                  <c:v>0.32544070000000003</c:v>
                </c:pt>
                <c:pt idx="38">
                  <c:v>0.31818200000000002</c:v>
                </c:pt>
                <c:pt idx="39">
                  <c:v>0.31069930000000001</c:v>
                </c:pt>
                <c:pt idx="40">
                  <c:v>0.3030081</c:v>
                </c:pt>
                <c:pt idx="41">
                  <c:v>0.29708269999999998</c:v>
                </c:pt>
                <c:pt idx="42">
                  <c:v>0.2912497</c:v>
                </c:pt>
                <c:pt idx="43">
                  <c:v>0.28567189999999998</c:v>
                </c:pt>
                <c:pt idx="44">
                  <c:v>0.27989140000000001</c:v>
                </c:pt>
                <c:pt idx="45">
                  <c:v>0.27399030000000002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1319936"/>
        <c:axId val="5132147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1.8639764999999999</c:v>
                </c:pt>
                <c:pt idx="1">
                  <c:v>1.8851458000000001</c:v>
                </c:pt>
                <c:pt idx="2">
                  <c:v>1.8356899</c:v>
                </c:pt>
                <c:pt idx="3">
                  <c:v>1.8845105</c:v>
                </c:pt>
                <c:pt idx="4">
                  <c:v>1.8825647000000001</c:v>
                </c:pt>
                <c:pt idx="5">
                  <c:v>1.9678806</c:v>
                </c:pt>
                <c:pt idx="6">
                  <c:v>1.9987276</c:v>
                </c:pt>
                <c:pt idx="7">
                  <c:v>1.9790308999999999</c:v>
                </c:pt>
                <c:pt idx="8">
                  <c:v>2.0569850000000001</c:v>
                </c:pt>
                <c:pt idx="9">
                  <c:v>1.9994556999999999</c:v>
                </c:pt>
                <c:pt idx="10">
                  <c:v>2.0375279000000002</c:v>
                </c:pt>
                <c:pt idx="11">
                  <c:v>1.766262</c:v>
                </c:pt>
                <c:pt idx="12">
                  <c:v>1.6311116999999999</c:v>
                </c:pt>
                <c:pt idx="13">
                  <c:v>1.6546227</c:v>
                </c:pt>
                <c:pt idx="14">
                  <c:v>1.6590054000000001</c:v>
                </c:pt>
                <c:pt idx="15">
                  <c:v>1.6102407999999999</c:v>
                </c:pt>
                <c:pt idx="16">
                  <c:v>1.6608334</c:v>
                </c:pt>
                <c:pt idx="17">
                  <c:v>1.628636</c:v>
                </c:pt>
                <c:pt idx="18">
                  <c:v>1.5899711999999999</c:v>
                </c:pt>
                <c:pt idx="19">
                  <c:v>1.6185020000000001</c:v>
                </c:pt>
                <c:pt idx="20">
                  <c:v>1.5916623000000001</c:v>
                </c:pt>
                <c:pt idx="21">
                  <c:v>1.5671002999999999</c:v>
                </c:pt>
                <c:pt idx="22">
                  <c:v>1.4654335000000001</c:v>
                </c:pt>
                <c:pt idx="23">
                  <c:v>1.2825468</c:v>
                </c:pt>
                <c:pt idx="24">
                  <c:v>1.2023683000000001</c:v>
                </c:pt>
                <c:pt idx="25">
                  <c:v>1.2421009999999999</c:v>
                </c:pt>
                <c:pt idx="26">
                  <c:v>1.2049662000000001</c:v>
                </c:pt>
                <c:pt idx="27">
                  <c:v>1.2497990000000001</c:v>
                </c:pt>
                <c:pt idx="28">
                  <c:v>1.2222875</c:v>
                </c:pt>
                <c:pt idx="29">
                  <c:v>1.2405877000000001</c:v>
                </c:pt>
                <c:pt idx="30">
                  <c:v>1.2059048000000001</c:v>
                </c:pt>
                <c:pt idx="31">
                  <c:v>1.2837988</c:v>
                </c:pt>
                <c:pt idx="32">
                  <c:v>1.1907350000000001</c:v>
                </c:pt>
                <c:pt idx="33">
                  <c:v>1.2339351000000001</c:v>
                </c:pt>
                <c:pt idx="34">
                  <c:v>1.117389</c:v>
                </c:pt>
                <c:pt idx="35">
                  <c:v>0.9860544</c:v>
                </c:pt>
                <c:pt idx="36">
                  <c:v>0.95499270000000003</c:v>
                </c:pt>
                <c:pt idx="37">
                  <c:v>0.88630909999999996</c:v>
                </c:pt>
                <c:pt idx="38">
                  <c:v>0.87286920000000001</c:v>
                </c:pt>
                <c:pt idx="39">
                  <c:v>0.91743300000000005</c:v>
                </c:pt>
                <c:pt idx="40">
                  <c:v>0.8817836</c:v>
                </c:pt>
                <c:pt idx="41">
                  <c:v>0.96393870000000004</c:v>
                </c:pt>
                <c:pt idx="42">
                  <c:v>0.9725104</c:v>
                </c:pt>
                <c:pt idx="43">
                  <c:v>1.0024090000000001</c:v>
                </c:pt>
                <c:pt idx="44">
                  <c:v>0.97247019999999995</c:v>
                </c:pt>
                <c:pt idx="45">
                  <c:v>0.97455380000000003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Sheet1!$A$2:$A$47</c:f>
              <c:numCache>
                <c:formatCode>m/d/yyyy</c:formatCode>
                <c:ptCount val="46"/>
                <c:pt idx="0">
                  <c:v>41030</c:v>
                </c:pt>
                <c:pt idx="1">
                  <c:v>41061</c:v>
                </c:pt>
                <c:pt idx="2">
                  <c:v>41091</c:v>
                </c:pt>
                <c:pt idx="3">
                  <c:v>41122</c:v>
                </c:pt>
                <c:pt idx="4">
                  <c:v>41153</c:v>
                </c:pt>
                <c:pt idx="5">
                  <c:v>41183</c:v>
                </c:pt>
                <c:pt idx="6">
                  <c:v>41214</c:v>
                </c:pt>
                <c:pt idx="7">
                  <c:v>41244</c:v>
                </c:pt>
                <c:pt idx="8">
                  <c:v>41275</c:v>
                </c:pt>
                <c:pt idx="9">
                  <c:v>41306</c:v>
                </c:pt>
                <c:pt idx="10">
                  <c:v>41334</c:v>
                </c:pt>
                <c:pt idx="11">
                  <c:v>41365</c:v>
                </c:pt>
                <c:pt idx="12">
                  <c:v>41395</c:v>
                </c:pt>
                <c:pt idx="13">
                  <c:v>41426</c:v>
                </c:pt>
                <c:pt idx="14">
                  <c:v>41456</c:v>
                </c:pt>
                <c:pt idx="15">
                  <c:v>41487</c:v>
                </c:pt>
                <c:pt idx="16">
                  <c:v>41518</c:v>
                </c:pt>
                <c:pt idx="17">
                  <c:v>41548</c:v>
                </c:pt>
                <c:pt idx="18">
                  <c:v>41579</c:v>
                </c:pt>
                <c:pt idx="19">
                  <c:v>41609</c:v>
                </c:pt>
                <c:pt idx="20">
                  <c:v>41640</c:v>
                </c:pt>
                <c:pt idx="21">
                  <c:v>41671</c:v>
                </c:pt>
                <c:pt idx="22">
                  <c:v>41699</c:v>
                </c:pt>
                <c:pt idx="23">
                  <c:v>41730</c:v>
                </c:pt>
                <c:pt idx="24">
                  <c:v>41760</c:v>
                </c:pt>
                <c:pt idx="25">
                  <c:v>41791</c:v>
                </c:pt>
                <c:pt idx="26">
                  <c:v>41821</c:v>
                </c:pt>
                <c:pt idx="27">
                  <c:v>41852</c:v>
                </c:pt>
                <c:pt idx="28">
                  <c:v>41883</c:v>
                </c:pt>
                <c:pt idx="29">
                  <c:v>41913</c:v>
                </c:pt>
                <c:pt idx="30">
                  <c:v>41944</c:v>
                </c:pt>
                <c:pt idx="31">
                  <c:v>41974</c:v>
                </c:pt>
                <c:pt idx="32">
                  <c:v>42005</c:v>
                </c:pt>
                <c:pt idx="33">
                  <c:v>42036</c:v>
                </c:pt>
                <c:pt idx="34">
                  <c:v>42064</c:v>
                </c:pt>
                <c:pt idx="35">
                  <c:v>42095</c:v>
                </c:pt>
                <c:pt idx="36">
                  <c:v>42125</c:v>
                </c:pt>
                <c:pt idx="37">
                  <c:v>42156</c:v>
                </c:pt>
                <c:pt idx="38">
                  <c:v>42186</c:v>
                </c:pt>
                <c:pt idx="39">
                  <c:v>42217</c:v>
                </c:pt>
                <c:pt idx="40">
                  <c:v>42248</c:v>
                </c:pt>
                <c:pt idx="41">
                  <c:v>42278</c:v>
                </c:pt>
                <c:pt idx="42">
                  <c:v>42309</c:v>
                </c:pt>
                <c:pt idx="43">
                  <c:v>42339</c:v>
                </c:pt>
                <c:pt idx="44">
                  <c:v>42370</c:v>
                </c:pt>
                <c:pt idx="45">
                  <c:v>42401</c:v>
                </c:pt>
              </c:numCache>
            </c:num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1.7171723000000001</c:v>
                </c:pt>
                <c:pt idx="1">
                  <c:v>1.7006808</c:v>
                </c:pt>
                <c:pt idx="2">
                  <c:v>1.7254969</c:v>
                </c:pt>
                <c:pt idx="3">
                  <c:v>1.4839522999999999</c:v>
                </c:pt>
                <c:pt idx="4">
                  <c:v>1.5272578999999999</c:v>
                </c:pt>
                <c:pt idx="5">
                  <c:v>1.5649104</c:v>
                </c:pt>
                <c:pt idx="6">
                  <c:v>1.6025588</c:v>
                </c:pt>
                <c:pt idx="7">
                  <c:v>1.6429506</c:v>
                </c:pt>
                <c:pt idx="8">
                  <c:v>1.6541053999999999</c:v>
                </c:pt>
                <c:pt idx="9">
                  <c:v>1.6527928999999999</c:v>
                </c:pt>
                <c:pt idx="10">
                  <c:v>1.6383614</c:v>
                </c:pt>
                <c:pt idx="11">
                  <c:v>1.5692193999999999</c:v>
                </c:pt>
                <c:pt idx="12">
                  <c:v>1.5005116999999999</c:v>
                </c:pt>
                <c:pt idx="13">
                  <c:v>1.4361428000000001</c:v>
                </c:pt>
                <c:pt idx="14">
                  <c:v>1.4049122000000001</c:v>
                </c:pt>
                <c:pt idx="15">
                  <c:v>1.370935</c:v>
                </c:pt>
                <c:pt idx="16">
                  <c:v>1.3374637</c:v>
                </c:pt>
                <c:pt idx="17">
                  <c:v>1.3320304000000001</c:v>
                </c:pt>
                <c:pt idx="18">
                  <c:v>1.3267616</c:v>
                </c:pt>
                <c:pt idx="19">
                  <c:v>1.3227722</c:v>
                </c:pt>
                <c:pt idx="20">
                  <c:v>1.3113493000000001</c:v>
                </c:pt>
                <c:pt idx="21">
                  <c:v>1.3007835999999999</c:v>
                </c:pt>
                <c:pt idx="22">
                  <c:v>1.2902943</c:v>
                </c:pt>
                <c:pt idx="23">
                  <c:v>1.2447417999999999</c:v>
                </c:pt>
                <c:pt idx="24">
                  <c:v>1.2017711</c:v>
                </c:pt>
                <c:pt idx="25">
                  <c:v>1.1612023</c:v>
                </c:pt>
                <c:pt idx="26">
                  <c:v>1.1447613999999999</c:v>
                </c:pt>
                <c:pt idx="27">
                  <c:v>1.1249727</c:v>
                </c:pt>
                <c:pt idx="28">
                  <c:v>1.1116543999999999</c:v>
                </c:pt>
                <c:pt idx="29">
                  <c:v>1.1024105</c:v>
                </c:pt>
                <c:pt idx="30">
                  <c:v>1.0926921000000001</c:v>
                </c:pt>
                <c:pt idx="31">
                  <c:v>1.0840091999999999</c:v>
                </c:pt>
                <c:pt idx="32">
                  <c:v>1.0693542</c:v>
                </c:pt>
                <c:pt idx="33">
                  <c:v>1.0555516</c:v>
                </c:pt>
                <c:pt idx="34">
                  <c:v>1.0429991999999999</c:v>
                </c:pt>
                <c:pt idx="35">
                  <c:v>1.0079502</c:v>
                </c:pt>
                <c:pt idx="36">
                  <c:v>0.97452430000000001</c:v>
                </c:pt>
                <c:pt idx="37">
                  <c:v>0.94320879999999996</c:v>
                </c:pt>
                <c:pt idx="38">
                  <c:v>0.92783939999999998</c:v>
                </c:pt>
                <c:pt idx="39">
                  <c:v>0.91207009999999999</c:v>
                </c:pt>
                <c:pt idx="40">
                  <c:v>0.89629159999999997</c:v>
                </c:pt>
                <c:pt idx="41">
                  <c:v>0.88997479999999995</c:v>
                </c:pt>
                <c:pt idx="42">
                  <c:v>0.88372589999999995</c:v>
                </c:pt>
                <c:pt idx="43">
                  <c:v>0.87829930000000001</c:v>
                </c:pt>
                <c:pt idx="44">
                  <c:v>0.87099720000000003</c:v>
                </c:pt>
                <c:pt idx="45">
                  <c:v>0.8633883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319936"/>
        <c:axId val="51321472"/>
      </c:lineChart>
      <c:dateAx>
        <c:axId val="5131993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321472"/>
        <c:crosses val="autoZero"/>
        <c:auto val="1"/>
        <c:lblOffset val="100"/>
        <c:baseTimeUnit val="months"/>
        <c:majorUnit val="4"/>
        <c:majorTimeUnit val="months"/>
      </c:dateAx>
      <c:valAx>
        <c:axId val="5132147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513199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/>
              </a:rPr>
              <a:t>Distribution of Pool CDRs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Sheet1!$D$45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Sheet1!$D$46:$D$52</c:f>
              <c:numCache>
                <c:formatCode>0%</c:formatCode>
                <c:ptCount val="7"/>
                <c:pt idx="0">
                  <c:v>0.65402172656882007</c:v>
                </c:pt>
                <c:pt idx="1">
                  <c:v>0.24065353056743327</c:v>
                </c:pt>
                <c:pt idx="2">
                  <c:v>6.7548826996417427E-2</c:v>
                </c:pt>
                <c:pt idx="3">
                  <c:v>2.2549982664971685E-2</c:v>
                </c:pt>
                <c:pt idx="4">
                  <c:v>8.2341384490927996E-3</c:v>
                </c:pt>
                <c:pt idx="5">
                  <c:v>3.6836935166994107E-3</c:v>
                </c:pt>
                <c:pt idx="6">
                  <c:v>1.9068531145267538E-3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21101312"/>
        <c:axId val="133586944"/>
      </c:barChart>
      <c:lineChart>
        <c:grouping val="standard"/>
        <c:varyColors val="0"/>
        <c:ser>
          <c:idx val="1"/>
          <c:order val="1"/>
          <c:tx>
            <c:strRef>
              <c:f>Sheet1!$E$45</c:f>
              <c:strCache>
                <c:ptCount val="1"/>
                <c:pt idx="0">
                  <c:v>Pool Balance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Sheet1!$E$46:$E$52</c:f>
              <c:numCache>
                <c:formatCode>_(* #,##0_);_(* \(#,##0\);_(* "-"??_);_(@_)</c:formatCode>
                <c:ptCount val="7"/>
                <c:pt idx="0">
                  <c:v>883.07180043180006</c:v>
                </c:pt>
                <c:pt idx="1">
                  <c:v>245.16196991796281</c:v>
                </c:pt>
                <c:pt idx="2">
                  <c:v>112.10718154072289</c:v>
                </c:pt>
                <c:pt idx="3">
                  <c:v>53.389325309967987</c:v>
                </c:pt>
                <c:pt idx="4">
                  <c:v>34.740365262000012</c:v>
                </c:pt>
                <c:pt idx="5">
                  <c:v>25.772159995372551</c:v>
                </c:pt>
                <c:pt idx="6">
                  <c:v>20.886928395075756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603328"/>
        <c:axId val="133588864"/>
      </c:lineChart>
      <c:catAx>
        <c:axId val="1211013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CDR Bucket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586944"/>
        <c:crosses val="autoZero"/>
        <c:auto val="1"/>
        <c:lblAlgn val="ctr"/>
        <c:lblOffset val="100"/>
        <c:noMultiLvlLbl val="0"/>
      </c:catAx>
      <c:valAx>
        <c:axId val="133586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Percent of Total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101312"/>
        <c:crosses val="autoZero"/>
        <c:crossBetween val="between"/>
      </c:valAx>
      <c:valAx>
        <c:axId val="13358886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Balance (M)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603328"/>
        <c:crosses val="max"/>
        <c:crossBetween val="between"/>
      </c:valAx>
      <c:catAx>
        <c:axId val="133603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35888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Default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March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sp>
        <p:nvSpPr>
          <p:cNvPr id="147" name="Oval 146"/>
          <p:cNvSpPr>
            <a:spLocks noChangeArrowheads="1"/>
          </p:cNvSpPr>
          <p:nvPr/>
        </p:nvSpPr>
        <p:spPr bwMode="auto">
          <a:xfrm>
            <a:off x="1267617" y="1074736"/>
            <a:ext cx="2867025" cy="3679825"/>
          </a:xfrm>
          <a:prstGeom prst="ellipse">
            <a:avLst/>
          </a:prstGeom>
          <a:solidFill>
            <a:srgbClr val="B4B4B4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Model v1</a:t>
            </a: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Loan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1999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48" name="Oval 147"/>
          <p:cNvSpPr>
            <a:spLocks noChangeArrowheads="1"/>
          </p:cNvSpPr>
          <p:nvPr/>
        </p:nvSpPr>
        <p:spPr bwMode="auto">
          <a:xfrm>
            <a:off x="5980905" y="1074737"/>
            <a:ext cx="2809875" cy="3679825"/>
          </a:xfrm>
          <a:prstGeom prst="ellipse">
            <a:avLst/>
          </a:prstGeom>
          <a:solidFill>
            <a:srgbClr val="7F7F7F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8913" algn="ctr">
              <a:defRPr/>
            </a:pPr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Model v3</a:t>
            </a: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2011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49" name="Oval 148"/>
          <p:cNvSpPr>
            <a:spLocks noChangeArrowheads="1"/>
          </p:cNvSpPr>
          <p:nvPr/>
        </p:nvSpPr>
        <p:spPr bwMode="auto">
          <a:xfrm>
            <a:off x="3664742" y="1074737"/>
            <a:ext cx="2811463" cy="3679825"/>
          </a:xfrm>
          <a:prstGeom prst="ellipse">
            <a:avLst/>
          </a:prstGeom>
          <a:solidFill>
            <a:schemeClr val="accent2"/>
          </a:solidFill>
          <a:ln w="12700" algn="ctr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Purpose of Default Model</a:t>
            </a:r>
            <a:endParaRPr lang="en-US" altLang="ja-JP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Track and predict default speed on: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 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03258"/>
              </p:ext>
            </p:extLst>
          </p:nvPr>
        </p:nvGraphicFramePr>
        <p:xfrm>
          <a:off x="1270394" y="4965700"/>
          <a:ext cx="7600158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3386"/>
                <a:gridCol w="2533386"/>
                <a:gridCol w="2533386"/>
              </a:tblGrid>
              <a:tr h="72072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Longer history</a:t>
                      </a:r>
                      <a:endParaRPr 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Strengths</a:t>
                      </a:r>
                      <a:endParaRPr lang="en-US" sz="18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Pool level model for pool level tracking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Calibrated on Jumbo, CQ/CR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522817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Using loan level model to calculate pool level default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Not calibrated to Jumbo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, CQ/CR data set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2"/>
                          </a:solidFill>
                          <a:latin typeface="+mn-lt"/>
                        </a:rPr>
                        <a:t>Weaknesses</a:t>
                      </a:r>
                      <a:endParaRPr lang="en-US" sz="18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Limited historical data</a:t>
                      </a:r>
                    </a:p>
                    <a:p>
                      <a:pPr marL="509235" lvl="1" indent="0" algn="l">
                        <a:buFont typeface="Arial" panose="020B0604020202020204" pitchFamily="34" charset="0"/>
                        <a:buNone/>
                      </a:pP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19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redit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vailability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Remove occupancy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765023"/>
            <a:ext cx="4052888" cy="50359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Add plausible long-range forecast : Months Since Starting Payment Status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268613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For each starting payment status (current/</a:t>
            </a:r>
            <a:r>
              <a:rPr lang="en-US" sz="1100" dirty="0" err="1" smtClean="0">
                <a:solidFill>
                  <a:srgbClr val="313131"/>
                </a:solidFill>
              </a:rPr>
              <a:t>delinq</a:t>
            </a:r>
            <a:r>
              <a:rPr lang="en-US" sz="1100" dirty="0" smtClean="0">
                <a:solidFill>
                  <a:srgbClr val="313131"/>
                </a:solidFill>
              </a:rPr>
              <a:t>),we build a curve to show how default rates evolve over time.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Based on our fits, </a:t>
            </a:r>
            <a:r>
              <a:rPr lang="en-US" sz="1100" dirty="0">
                <a:solidFill>
                  <a:srgbClr val="313131"/>
                </a:solidFill>
              </a:rPr>
              <a:t>O</a:t>
            </a:r>
            <a:r>
              <a:rPr lang="en-US" sz="1100" dirty="0" smtClean="0">
                <a:solidFill>
                  <a:srgbClr val="313131"/>
                </a:solidFill>
              </a:rPr>
              <a:t>ccupancy status is not significant for the pool level default data set.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there is more credit availability (CA), it tends to be easier for borrowers to refinance instead of default. </a:t>
            </a:r>
            <a:r>
              <a:rPr lang="en-US" sz="1100" dirty="0">
                <a:solidFill>
                  <a:srgbClr val="313131"/>
                </a:solidFill>
              </a:rPr>
              <a:t>R</a:t>
            </a:r>
            <a:r>
              <a:rPr lang="en-US" sz="1100" dirty="0" smtClean="0">
                <a:solidFill>
                  <a:srgbClr val="313131"/>
                </a:solidFill>
              </a:rPr>
              <a:t>egression results support a negative correlation between CA and the default rate.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1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2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Changes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v3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326513" cy="2063158"/>
            <a:chOff x="4662742" y="3056033"/>
            <a:chExt cx="3326513" cy="2063158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96005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MonthSinceStartingPaymentStatus</a:t>
              </a:r>
              <a:endParaRPr lang="en-GB" sz="1400" dirty="0" smtClean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292179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895199"/>
            <a:ext cx="3999665" cy="1416827"/>
            <a:chOff x="4662742" y="1618200"/>
            <a:chExt cx="3999665" cy="1416827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CDR  = Current% *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Model_CurrentLoans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 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           +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Delinq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% *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Model_DelqLoans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962267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15412" y="1048940"/>
            <a:ext cx="1517488" cy="1150620"/>
            <a:chOff x="8115412" y="925830"/>
            <a:chExt cx="1517488" cy="1150620"/>
          </a:xfrm>
        </p:grpSpPr>
        <p:sp>
          <p:nvSpPr>
            <p:cNvPr id="3" name="Rectangle 2"/>
            <p:cNvSpPr/>
            <p:nvPr/>
          </p:nvSpPr>
          <p:spPr>
            <a:xfrm>
              <a:off x="8115412" y="925830"/>
              <a:ext cx="1517488" cy="11506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8115412" y="92583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Overall</a:t>
              </a:r>
              <a:endParaRPr lang="en-US" sz="1000" dirty="0">
                <a:latin typeface="+mn-lt"/>
              </a:endParaRP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v3 has better performance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in two areas: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For the most recent 2 years, model v1 is too fast, while v3 has better tracking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Model v3 is better at capturing the peak default rate (in pool level data) in 2011.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116" name="Rectangle 115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19" name="Rectangle 118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2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15412" y="229260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Conventional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857424620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60648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Conventional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good performance for conventional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(CL) pools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The tracking error for model v3 is lower, especially for the most recent two years.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3" name="Rectangle 62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66" name="Rectangle 65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8115412" y="359562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Jumbo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280124583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21535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Jumbo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sp>
        <p:nvSpPr>
          <p:cNvPr id="62" name="Text Placeholder 3"/>
          <p:cNvSpPr txBox="1">
            <a:spLocks/>
          </p:cNvSpPr>
          <p:nvPr/>
        </p:nvSpPr>
        <p:spPr>
          <a:xfrm>
            <a:off x="676275" y="5825222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conventional Jumbo pools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The tracking error for model v3 is lower.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8" name="Rectangle 6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73" name="Rectangle 72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8115257" y="4772857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CQ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07921944"/>
              </p:ext>
            </p:extLst>
          </p:nvPr>
        </p:nvGraphicFramePr>
        <p:xfrm>
          <a:off x="361300" y="1445895"/>
          <a:ext cx="7601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894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CQ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For CQ pools, both of the models are too fast after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2014, but model v3 is closer to actual prepayment speeds in that period. However, Model v1 </a:t>
            </a:r>
            <a:r>
              <a:rPr lang="en-GB" sz="1400" dirty="0" smtClean="0">
                <a:solidFill>
                  <a:srgbClr val="313131"/>
                </a:solidFill>
              </a:rPr>
              <a:t>displays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better performance in 2011/2012.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40" name="Rectangle 39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02" name="Rectangle 10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5. CR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024933623"/>
              </p:ext>
            </p:extLst>
          </p:nvPr>
        </p:nvGraphicFramePr>
        <p:xfrm>
          <a:off x="361300" y="1445895"/>
          <a:ext cx="7601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413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CR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v3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has a much better performance </a:t>
            </a:r>
            <a:r>
              <a:rPr lang="en-GB" sz="1400" dirty="0" smtClean="0">
                <a:solidFill>
                  <a:srgbClr val="313131"/>
                </a:solidFill>
              </a:rPr>
              <a:t>on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CR pools compared with v1. Some of the underperformance by v1 is an artefact of the fact that significant extrapolation was necessary given that v1 was only fitted on CL loans. 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616" y="6059805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38" name="Rectangle 3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15412" y="6059805"/>
            <a:ext cx="1517488" cy="1150620"/>
            <a:chOff x="8115412" y="6059805"/>
            <a:chExt cx="1517488" cy="1150620"/>
          </a:xfrm>
        </p:grpSpPr>
        <p:sp>
          <p:nvSpPr>
            <p:cNvPr id="42" name="Rectangle 4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7808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1383880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0368" y="254787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324" y="389619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6</a:t>
            </a:r>
            <a:r>
              <a:rPr lang="en-US" sz="1600" dirty="0" smtClean="0">
                <a:latin typeface="+mn-lt"/>
              </a:rPr>
              <a:t>. MHA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28" name="Chart 27"/>
          <p:cNvGraphicFramePr/>
          <p:nvPr>
            <p:extLst>
              <p:ext uri="{D42A27DB-BD31-4B8C-83A1-F6EECF244321}">
                <p14:modId xmlns:p14="http://schemas.microsoft.com/office/powerpoint/2010/main" val="3337000796"/>
              </p:ext>
            </p:extLst>
          </p:nvPr>
        </p:nvGraphicFramePr>
        <p:xfrm>
          <a:off x="1377009" y="1158240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Chart 29"/>
          <p:cNvGraphicFramePr/>
          <p:nvPr>
            <p:extLst>
              <p:ext uri="{D42A27DB-BD31-4B8C-83A1-F6EECF244321}">
                <p14:modId xmlns:p14="http://schemas.microsoft.com/office/powerpoint/2010/main" val="3277086843"/>
              </p:ext>
            </p:extLst>
          </p:nvPr>
        </p:nvGraphicFramePr>
        <p:xfrm>
          <a:off x="5372100" y="1158240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" name="Chart 30"/>
          <p:cNvGraphicFramePr/>
          <p:nvPr>
            <p:extLst>
              <p:ext uri="{D42A27DB-BD31-4B8C-83A1-F6EECF244321}">
                <p14:modId xmlns:p14="http://schemas.microsoft.com/office/powerpoint/2010/main" val="3603856814"/>
              </p:ext>
            </p:extLst>
          </p:nvPr>
        </p:nvGraphicFramePr>
        <p:xfrm>
          <a:off x="151751" y="4067175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86279386"/>
              </p:ext>
            </p:extLst>
          </p:nvPr>
        </p:nvGraphicFramePr>
        <p:xfrm>
          <a:off x="3337863" y="4067175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3" name="Chart 42"/>
          <p:cNvGraphicFramePr/>
          <p:nvPr>
            <p:extLst>
              <p:ext uri="{D42A27DB-BD31-4B8C-83A1-F6EECF244321}">
                <p14:modId xmlns:p14="http://schemas.microsoft.com/office/powerpoint/2010/main" val="2415861101"/>
              </p:ext>
            </p:extLst>
          </p:nvPr>
        </p:nvGraphicFramePr>
        <p:xfrm>
          <a:off x="6523976" y="4067175"/>
          <a:ext cx="3291840" cy="2735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47254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753225" y="2095499"/>
            <a:ext cx="2057400" cy="3228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57375" y="2095500"/>
            <a:ext cx="4895850" cy="322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6. Extending the Historical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smtClean="0">
                <a:latin typeface="+mn-lt"/>
              </a:rPr>
              <a:t>Data Set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616365311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238206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Historical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In order to examine model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results for further back in history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, we </a:t>
            </a:r>
            <a:r>
              <a:rPr lang="en-GB" sz="1400" dirty="0" smtClean="0">
                <a:solidFill>
                  <a:srgbClr val="313131"/>
                </a:solidFill>
              </a:rPr>
              <a:t>complement the pool-level data set with 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loan level default data (each loan is treated as a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distinct pool by the pool-level model)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.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Results show that even though we only use data from 2011 onwards to calibrate the default model, the v3 model </a:t>
            </a:r>
            <a:r>
              <a:rPr lang="en-GB" sz="1400" dirty="0" smtClean="0">
                <a:solidFill>
                  <a:srgbClr val="313131"/>
                </a:solidFill>
              </a:rPr>
              <a:t>modestly underperforms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v1 for the out-of-sample historical period ranging from 1999 to 2011. </a:t>
            </a:r>
            <a:r>
              <a:rPr lang="en-GB" sz="1400" dirty="0">
                <a:solidFill>
                  <a:srgbClr val="313131"/>
                </a:solidFill>
              </a:rPr>
              <a:t> </a:t>
            </a:r>
            <a:r>
              <a:rPr lang="en-GB" sz="1400" dirty="0" smtClean="0">
                <a:solidFill>
                  <a:srgbClr val="313131"/>
                </a:solidFill>
              </a:rPr>
              <a:t>And, for tracking from 2011 to 2016, v3 shows its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8825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Loan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6387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Pool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39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7</a:t>
            </a:r>
            <a:r>
              <a:rPr lang="en-US" sz="1600" dirty="0" smtClean="0">
                <a:latin typeface="+mn-lt"/>
              </a:rPr>
              <a:t>. Tracking Long-Range Forecasts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688833165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48058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Full  Historical (For all existing pools as of 2012/05)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Based on a sample of all pools </a:t>
            </a:r>
            <a:r>
              <a:rPr lang="en-GB" sz="1400" dirty="0">
                <a:solidFill>
                  <a:srgbClr val="313131"/>
                </a:solidFill>
              </a:rPr>
              <a:t> </a:t>
            </a:r>
            <a:r>
              <a:rPr lang="en-GB" sz="1400" dirty="0" smtClean="0">
                <a:solidFill>
                  <a:srgbClr val="313131"/>
                </a:solidFill>
              </a:rPr>
              <a:t>that exist as of</a:t>
            </a:r>
            <a:r>
              <a:rPr lang="en-GB" sz="1400" dirty="0" smtClean="0">
                <a:solidFill>
                  <a:srgbClr val="313131"/>
                </a:solidFill>
              </a:rPr>
              <a:t> 2012-05 (CQ, CR, CL etc.), </a:t>
            </a:r>
            <a:r>
              <a:rPr lang="en-GB" sz="1400" dirty="0" smtClean="0">
                <a:solidFill>
                  <a:srgbClr val="313131"/>
                </a:solidFill>
              </a:rPr>
              <a:t>we simulate the “out-of-sample” tracking power of the </a:t>
            </a:r>
            <a:r>
              <a:rPr lang="en-GB" sz="1400" dirty="0" err="1" smtClean="0">
                <a:solidFill>
                  <a:srgbClr val="313131"/>
                </a:solidFill>
              </a:rPr>
              <a:t>MonthsSinceLastPaymentStatus</a:t>
            </a:r>
            <a:r>
              <a:rPr lang="en-GB" sz="1400" dirty="0" smtClean="0">
                <a:solidFill>
                  <a:srgbClr val="313131"/>
                </a:solidFill>
              </a:rPr>
              <a:t> curve. The model’s forecasts for all months subsequent to 2012-05 are based on updated collateral/market conditions (HPA 2-year, WALA, CLTV) but only rely on the initial payment status of the relevant pools as of 2012-05. </a:t>
            </a:r>
          </a:p>
        </p:txBody>
      </p:sp>
    </p:spTree>
    <p:extLst>
      <p:ext uri="{BB962C8B-B14F-4D97-AF65-F5344CB8AC3E}">
        <p14:creationId xmlns:p14="http://schemas.microsoft.com/office/powerpoint/2010/main" val="126406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420019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444750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469481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494212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518944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432719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894580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Month Since Start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4926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95452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CLTV</a:t>
            </a:r>
          </a:p>
        </p:txBody>
      </p:sp>
      <p:sp>
        <p:nvSpPr>
          <p:cNvPr id="80" name="TextBox 71"/>
          <p:cNvSpPr txBox="1"/>
          <p:nvPr/>
        </p:nvSpPr>
        <p:spPr>
          <a:xfrm>
            <a:off x="384334" y="35340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995922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Credit Availability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5564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50182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FICO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5851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60469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WALA</a:t>
            </a: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7080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539712"/>
            <a:ext cx="2212390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Month since current / </a:t>
            </a:r>
            <a:r>
              <a:rPr lang="en-US" sz="1050" dirty="0" err="1" smtClean="0">
                <a:solidFill>
                  <a:schemeClr val="bg2"/>
                </a:solidFill>
              </a:rPr>
              <a:t>delinq</a:t>
            </a:r>
            <a:r>
              <a:rPr lang="en-US" sz="1050" dirty="0" smtClean="0">
                <a:solidFill>
                  <a:schemeClr val="bg2"/>
                </a:solidFill>
              </a:rPr>
              <a:t> status helps to predict the long term evolution of pool default rates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73278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564444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 with higher CLTVs will have a higher risk of default.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757515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589175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credit availability goes higher, borrowers will have a better chance to refinance lowers the default rate.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78224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748725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Borrowers with lower FICO scores have higher risk of default. 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80697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5" y="563863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The WALA ramp effect shows a increasing trend of default as loan age goes up.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v3 of the default model</a:t>
            </a:r>
            <a:r>
              <a:rPr kumimoji="0" lang="en-GB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23544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 - Current</a:t>
            </a:r>
            <a:endParaRPr lang="en-US" dirty="0">
              <a:latin typeface="+mn-lt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000507" y="1530350"/>
            <a:ext cx="3017520" cy="2368296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5400357" y="1562100"/>
            <a:ext cx="3017520" cy="2368296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248285" y="4214495"/>
            <a:ext cx="3017520" cy="2368296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539807" y="4246118"/>
            <a:ext cx="3017520" cy="2368296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6"/>
          <a:stretch>
            <a:fillRect/>
          </a:stretch>
        </p:blipFill>
        <p:spPr>
          <a:xfrm>
            <a:off x="6826197" y="4214495"/>
            <a:ext cx="3017520" cy="23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 - Delinquent</a:t>
            </a:r>
            <a:endParaRPr lang="en-US" dirty="0">
              <a:latin typeface="+mn-lt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2"/>
          <a:stretch>
            <a:fillRect/>
          </a:stretch>
        </p:blipFill>
        <p:spPr>
          <a:xfrm>
            <a:off x="1528827" y="1396047"/>
            <a:ext cx="3017520" cy="2368296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3"/>
          <a:stretch>
            <a:fillRect/>
          </a:stretch>
        </p:blipFill>
        <p:spPr>
          <a:xfrm>
            <a:off x="5657850" y="1396047"/>
            <a:ext cx="3017520" cy="2368296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180975" y="4112260"/>
            <a:ext cx="3017520" cy="2368296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3503586" y="4112260"/>
            <a:ext cx="3017520" cy="2368296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6826197" y="4112260"/>
            <a:ext cx="3017520" cy="23682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00425" y="1466850"/>
            <a:ext cx="314325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5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9" name="Text Placeholder 12"/>
          <p:cNvSpPr>
            <a:spLocks/>
          </p:cNvSpPr>
          <p:nvPr/>
        </p:nvSpPr>
        <p:spPr bwMode="auto">
          <a:xfrm>
            <a:off x="7005944" y="1611897"/>
            <a:ext cx="28854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CLTV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0" name="Text Placeholder 12"/>
          <p:cNvSpPr>
            <a:spLocks/>
          </p:cNvSpPr>
          <p:nvPr/>
        </p:nvSpPr>
        <p:spPr bwMode="auto">
          <a:xfrm>
            <a:off x="1814996" y="4221748"/>
            <a:ext cx="104676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Credit Availability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1" name="Text Placeholder 12"/>
          <p:cNvSpPr>
            <a:spLocks/>
          </p:cNvSpPr>
          <p:nvPr/>
        </p:nvSpPr>
        <p:spPr bwMode="auto">
          <a:xfrm>
            <a:off x="5096003" y="4221748"/>
            <a:ext cx="27251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FICO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2" name="Text Placeholder 12"/>
          <p:cNvSpPr>
            <a:spLocks/>
          </p:cNvSpPr>
          <p:nvPr/>
        </p:nvSpPr>
        <p:spPr bwMode="auto">
          <a:xfrm>
            <a:off x="8088467" y="4221748"/>
            <a:ext cx="35747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WALA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18" name="Text Placeholder 12"/>
          <p:cNvSpPr>
            <a:spLocks/>
          </p:cNvSpPr>
          <p:nvPr/>
        </p:nvSpPr>
        <p:spPr bwMode="auto">
          <a:xfrm>
            <a:off x="2606791" y="1587667"/>
            <a:ext cx="10692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err="1" smtClean="0">
                <a:solidFill>
                  <a:srgbClr val="313131"/>
                </a:solidFill>
              </a:rPr>
              <a:t>Delinq</a:t>
            </a:r>
            <a:r>
              <a:rPr lang="en-US" sz="1100" b="1" dirty="0" smtClean="0">
                <a:solidFill>
                  <a:srgbClr val="313131"/>
                </a:solidFill>
              </a:rPr>
              <a:t> Percentage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2"/>
          <a:stretch/>
        </p:blipFill>
        <p:spPr bwMode="auto">
          <a:xfrm>
            <a:off x="6641005" y="4391024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7" b="-7722"/>
          <a:stretch/>
        </p:blipFill>
        <p:spPr bwMode="auto">
          <a:xfrm>
            <a:off x="1632632" y="1781173"/>
            <a:ext cx="3017520" cy="228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9"/>
          <a:stretch/>
        </p:blipFill>
        <p:spPr bwMode="auto">
          <a:xfrm>
            <a:off x="5641454" y="1781174"/>
            <a:ext cx="3017520" cy="208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2"/>
          <a:stretch/>
        </p:blipFill>
        <p:spPr bwMode="auto">
          <a:xfrm>
            <a:off x="605965" y="4376767"/>
            <a:ext cx="3017520" cy="213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3587243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486413"/>
              </p:ext>
            </p:extLst>
          </p:nvPr>
        </p:nvGraphicFramePr>
        <p:xfrm>
          <a:off x="1676400" y="1927225"/>
          <a:ext cx="6705600" cy="25958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44.29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cltv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0.56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2.11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hpa2yr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fico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1.08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wala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en-US" sz="14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Default (%CPR)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0.000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84.8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76398" y="1378982"/>
            <a:ext cx="243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100% Delinquent Pools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Data Statistics</a:t>
            </a:r>
            <a:endParaRPr lang="en-US" dirty="0"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Default Data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992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187449" indent="-187449" algn="l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665" indent="-185681" algn="l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2pPr>
            <a:lvl3pPr marL="565882" indent="-18568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3pPr>
            <a:lvl4pPr marL="803088" indent="-23489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025285" indent="-22219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5pPr>
            <a:lvl6pPr marL="2800798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331003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819270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432850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dirty="0" smtClean="0"/>
              <a:t>Prepay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Pool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Delinquency/Default information only available for Freddie pools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~ 352 K pools with data as far back as 2011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30 Day, 60 Day, 90 Day, 120 Day and Repurchased balances are available. These are exclusive, not cumulative percentages. The 120Day Balance is usually 0 since the Agencies will removed 120 Day delinquent loans from the pool but there are exceptions (see next slide)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The </a:t>
            </a:r>
            <a:r>
              <a:rPr lang="en-US" sz="1400" kern="0" dirty="0" err="1" smtClean="0"/>
              <a:t>Delinq</a:t>
            </a:r>
            <a:r>
              <a:rPr lang="en-US" sz="1400" kern="0" dirty="0" smtClean="0"/>
              <a:t>% is the sum of the 30Day, 60Day, 90Day and 120Day balances. 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Loan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No Delinquency/Default information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dirty="0" smtClean="0"/>
              <a:t>Credit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Delinquency/Default information available for Fannie and Freddie loans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~ 40 M loans with data as far back as 1999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Loan Age up to 180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Has indicators for Prepayment, and Default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Excellent coverage for FICO, DTI, CLTV (</a:t>
            </a:r>
            <a:r>
              <a:rPr lang="en-US" sz="1400" kern="0" dirty="0" err="1" smtClean="0"/>
              <a:t>msa</a:t>
            </a:r>
            <a:r>
              <a:rPr lang="en-US" sz="1400" kern="0" dirty="0" smtClean="0"/>
              <a:t> level), Occupancy, etc.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</a:t>
            </a:r>
            <a:r>
              <a:rPr lang="en-US" sz="1400" i="1" dirty="0" smtClean="0"/>
              <a:t>usually </a:t>
            </a:r>
            <a:r>
              <a:rPr lang="en-US" sz="1400" dirty="0" smtClean="0"/>
              <a:t>removed </a:t>
            </a:r>
            <a:r>
              <a:rPr lang="en-US" sz="1400" dirty="0"/>
              <a:t>from the </a:t>
            </a:r>
            <a:r>
              <a:rPr lang="en-US" sz="1400" dirty="0" smtClean="0"/>
              <a:t>pool. From 2009-2011, the Agencies did not repurchase 120 day loans because they were suffering from funding issues. 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3. Default Definition</a:t>
            </a:r>
            <a:endParaRPr lang="en-US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415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395639"/>
              </p:ext>
            </p:extLst>
          </p:nvPr>
        </p:nvGraphicFramePr>
        <p:xfrm>
          <a:off x="688063" y="1849903"/>
          <a:ext cx="8576857" cy="527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7582" y="4655105"/>
            <a:ext cx="296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Pools demonstrate significant CDR variability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4. Distribution of Default Rates</a:t>
            </a:r>
            <a:endParaRPr lang="en-US" kern="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88615</TotalTime>
  <Words>1301</Words>
  <Application>Microsoft Office PowerPoint</Application>
  <PresentationFormat>Custom</PresentationFormat>
  <Paragraphs>267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Streamline Model Parameters</vt:lpstr>
      <vt:lpstr>Model Update Overview 2. Streamline Model Parameters</vt:lpstr>
      <vt:lpstr>Performance Comparison 1. Overall</vt:lpstr>
      <vt:lpstr>Performance Comparison 2. Conventional</vt:lpstr>
      <vt:lpstr>Performance Comparison 3. Jumbo</vt:lpstr>
      <vt:lpstr>Performance Comparison 4. CQ</vt:lpstr>
      <vt:lpstr>Performance Comparison 5. CR</vt:lpstr>
      <vt:lpstr>Performance Comparison 6. MHA</vt:lpstr>
      <vt:lpstr>Performance Comparison 6. Extending the Historical Data Set</vt:lpstr>
      <vt:lpstr>Performance Comparison 7. Tracking Long-Range Forecasts</vt:lpstr>
      <vt:lpstr>v3 Default Model Details 1. Model Multipliers</vt:lpstr>
      <vt:lpstr>v3 Default Model Details 2. Model Multiplier Splines - Current</vt:lpstr>
      <vt:lpstr>v3 Default Model Details 2. Model Multiplier Splines - Delinquent</vt:lpstr>
      <vt:lpstr>v3 Default Model Details  3. Model Multiplier Tracking</vt:lpstr>
      <vt:lpstr>Appendix 1. Max Value of Multipliers</vt:lpstr>
      <vt:lpstr>Appendix 2. Data Statistics</vt:lpstr>
      <vt:lpstr>Description of Default Data: Default Definition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2090</cp:revision>
  <cp:lastPrinted>2014-08-14T21:45:56Z</cp:lastPrinted>
  <dcterms:created xsi:type="dcterms:W3CDTF">2011-07-07T12:37:32Z</dcterms:created>
  <dcterms:modified xsi:type="dcterms:W3CDTF">2016-03-30T13:27:45Z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