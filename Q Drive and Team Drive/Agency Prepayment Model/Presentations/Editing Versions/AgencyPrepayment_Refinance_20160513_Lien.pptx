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39"/>
  </p:notesMasterIdLst>
  <p:handoutMasterIdLst>
    <p:handoutMasterId r:id="rId40"/>
  </p:handoutMasterIdLst>
  <p:sldIdLst>
    <p:sldId id="433" r:id="rId16"/>
    <p:sldId id="631" r:id="rId17"/>
    <p:sldId id="606" r:id="rId18"/>
    <p:sldId id="605" r:id="rId19"/>
    <p:sldId id="632" r:id="rId20"/>
    <p:sldId id="658" r:id="rId21"/>
    <p:sldId id="659" r:id="rId22"/>
    <p:sldId id="660" r:id="rId23"/>
    <p:sldId id="639" r:id="rId24"/>
    <p:sldId id="661" r:id="rId25"/>
    <p:sldId id="669" r:id="rId26"/>
    <p:sldId id="662" r:id="rId27"/>
    <p:sldId id="663" r:id="rId28"/>
    <p:sldId id="664" r:id="rId29"/>
    <p:sldId id="633" r:id="rId30"/>
    <p:sldId id="667" r:id="rId31"/>
    <p:sldId id="668" r:id="rId32"/>
    <p:sldId id="624" r:id="rId33"/>
    <p:sldId id="666" r:id="rId34"/>
    <p:sldId id="650" r:id="rId35"/>
    <p:sldId id="655" r:id="rId36"/>
    <p:sldId id="620" r:id="rId37"/>
    <p:sldId id="656" r:id="rId38"/>
  </p:sldIdLst>
  <p:sldSz cx="10058400" cy="7772400"/>
  <p:notesSz cx="69342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D6E3"/>
    <a:srgbClr val="C3EBD9"/>
    <a:srgbClr val="968880"/>
    <a:srgbClr val="2E8A60"/>
    <a:srgbClr val="8C2B18"/>
    <a:srgbClr val="AD275C"/>
    <a:srgbClr val="2E398A"/>
    <a:srgbClr val="CDD1EF"/>
    <a:srgbClr val="996633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1695" autoAdjust="0"/>
    <p:restoredTop sz="95014" autoAdjust="0"/>
  </p:normalViewPr>
  <p:slideViewPr>
    <p:cSldViewPr snapToGrid="0" snapToObjects="1">
      <p:cViewPr varScale="1">
        <p:scale>
          <a:sx n="127" d="100"/>
          <a:sy n="127" d="100"/>
        </p:scale>
        <p:origin x="-234" y="-96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05"/>
        <p:guide pos="218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42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slide" Target="slides/slide22.xml"/><Relationship Id="rId40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slide" Target="slides/slide2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Relationship Id="rId43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MtgRate_conv</c:v>
                </c:pt>
              </c:strCache>
            </c:strRef>
          </c:tx>
          <c:marker>
            <c:symbol val="none"/>
          </c:marker>
          <c:cat>
            <c:numRef>
              <c:f>Sheet1!$A$2:$A$197</c:f>
              <c:numCache>
                <c:formatCode>m/d/yyyy</c:formatCode>
                <c:ptCount val="196"/>
                <c:pt idx="0">
                  <c:v>42461</c:v>
                </c:pt>
                <c:pt idx="1">
                  <c:v>42430</c:v>
                </c:pt>
                <c:pt idx="2">
                  <c:v>42401</c:v>
                </c:pt>
                <c:pt idx="3">
                  <c:v>42370</c:v>
                </c:pt>
                <c:pt idx="4">
                  <c:v>42339</c:v>
                </c:pt>
                <c:pt idx="5">
                  <c:v>42309</c:v>
                </c:pt>
                <c:pt idx="6">
                  <c:v>42278</c:v>
                </c:pt>
                <c:pt idx="7">
                  <c:v>42248</c:v>
                </c:pt>
                <c:pt idx="8">
                  <c:v>42217</c:v>
                </c:pt>
                <c:pt idx="9">
                  <c:v>42186</c:v>
                </c:pt>
                <c:pt idx="10">
                  <c:v>42156</c:v>
                </c:pt>
                <c:pt idx="11">
                  <c:v>42125</c:v>
                </c:pt>
                <c:pt idx="12">
                  <c:v>42095</c:v>
                </c:pt>
                <c:pt idx="13">
                  <c:v>42064</c:v>
                </c:pt>
                <c:pt idx="14">
                  <c:v>42036</c:v>
                </c:pt>
                <c:pt idx="15">
                  <c:v>42005</c:v>
                </c:pt>
                <c:pt idx="16">
                  <c:v>41974</c:v>
                </c:pt>
                <c:pt idx="17">
                  <c:v>41944</c:v>
                </c:pt>
                <c:pt idx="18">
                  <c:v>41913</c:v>
                </c:pt>
                <c:pt idx="19">
                  <c:v>41883</c:v>
                </c:pt>
                <c:pt idx="20">
                  <c:v>41852</c:v>
                </c:pt>
                <c:pt idx="21">
                  <c:v>41821</c:v>
                </c:pt>
                <c:pt idx="22">
                  <c:v>41791</c:v>
                </c:pt>
                <c:pt idx="23">
                  <c:v>41760</c:v>
                </c:pt>
                <c:pt idx="24">
                  <c:v>41730</c:v>
                </c:pt>
                <c:pt idx="25">
                  <c:v>41699</c:v>
                </c:pt>
                <c:pt idx="26">
                  <c:v>41671</c:v>
                </c:pt>
                <c:pt idx="27">
                  <c:v>41640</c:v>
                </c:pt>
                <c:pt idx="28">
                  <c:v>41609</c:v>
                </c:pt>
                <c:pt idx="29">
                  <c:v>41579</c:v>
                </c:pt>
                <c:pt idx="30">
                  <c:v>41548</c:v>
                </c:pt>
                <c:pt idx="31">
                  <c:v>41518</c:v>
                </c:pt>
                <c:pt idx="32">
                  <c:v>41487</c:v>
                </c:pt>
                <c:pt idx="33">
                  <c:v>41456</c:v>
                </c:pt>
                <c:pt idx="34">
                  <c:v>41426</c:v>
                </c:pt>
                <c:pt idx="35">
                  <c:v>41395</c:v>
                </c:pt>
                <c:pt idx="36">
                  <c:v>41365</c:v>
                </c:pt>
                <c:pt idx="37">
                  <c:v>41334</c:v>
                </c:pt>
                <c:pt idx="38">
                  <c:v>41306</c:v>
                </c:pt>
                <c:pt idx="39">
                  <c:v>41275</c:v>
                </c:pt>
                <c:pt idx="40">
                  <c:v>41244</c:v>
                </c:pt>
                <c:pt idx="41">
                  <c:v>41214</c:v>
                </c:pt>
                <c:pt idx="42">
                  <c:v>41183</c:v>
                </c:pt>
                <c:pt idx="43">
                  <c:v>41153</c:v>
                </c:pt>
                <c:pt idx="44">
                  <c:v>41122</c:v>
                </c:pt>
                <c:pt idx="45">
                  <c:v>41091</c:v>
                </c:pt>
                <c:pt idx="46">
                  <c:v>41061</c:v>
                </c:pt>
                <c:pt idx="47">
                  <c:v>41030</c:v>
                </c:pt>
                <c:pt idx="48">
                  <c:v>41000</c:v>
                </c:pt>
                <c:pt idx="49">
                  <c:v>40969</c:v>
                </c:pt>
                <c:pt idx="50">
                  <c:v>40940</c:v>
                </c:pt>
                <c:pt idx="51">
                  <c:v>40909</c:v>
                </c:pt>
                <c:pt idx="52">
                  <c:v>40878</c:v>
                </c:pt>
                <c:pt idx="53">
                  <c:v>40848</c:v>
                </c:pt>
                <c:pt idx="54">
                  <c:v>40817</c:v>
                </c:pt>
                <c:pt idx="55">
                  <c:v>40787</c:v>
                </c:pt>
                <c:pt idx="56">
                  <c:v>40756</c:v>
                </c:pt>
                <c:pt idx="57">
                  <c:v>40725</c:v>
                </c:pt>
                <c:pt idx="58">
                  <c:v>40695</c:v>
                </c:pt>
                <c:pt idx="59">
                  <c:v>40664</c:v>
                </c:pt>
                <c:pt idx="60">
                  <c:v>40634</c:v>
                </c:pt>
                <c:pt idx="61">
                  <c:v>40603</c:v>
                </c:pt>
                <c:pt idx="62">
                  <c:v>40575</c:v>
                </c:pt>
                <c:pt idx="63">
                  <c:v>40544</c:v>
                </c:pt>
                <c:pt idx="64">
                  <c:v>40513</c:v>
                </c:pt>
                <c:pt idx="65">
                  <c:v>40483</c:v>
                </c:pt>
                <c:pt idx="66">
                  <c:v>40452</c:v>
                </c:pt>
                <c:pt idx="67">
                  <c:v>40422</c:v>
                </c:pt>
                <c:pt idx="68">
                  <c:v>40391</c:v>
                </c:pt>
                <c:pt idx="69">
                  <c:v>40360</c:v>
                </c:pt>
                <c:pt idx="70">
                  <c:v>40330</c:v>
                </c:pt>
                <c:pt idx="71">
                  <c:v>40299</c:v>
                </c:pt>
                <c:pt idx="72">
                  <c:v>40269</c:v>
                </c:pt>
                <c:pt idx="73">
                  <c:v>40238</c:v>
                </c:pt>
                <c:pt idx="74">
                  <c:v>40210</c:v>
                </c:pt>
                <c:pt idx="75">
                  <c:v>40179</c:v>
                </c:pt>
                <c:pt idx="76">
                  <c:v>40148</c:v>
                </c:pt>
                <c:pt idx="77">
                  <c:v>40118</c:v>
                </c:pt>
                <c:pt idx="78">
                  <c:v>40087</c:v>
                </c:pt>
                <c:pt idx="79">
                  <c:v>40057</c:v>
                </c:pt>
                <c:pt idx="80">
                  <c:v>40026</c:v>
                </c:pt>
                <c:pt idx="81">
                  <c:v>39995</c:v>
                </c:pt>
                <c:pt idx="82">
                  <c:v>39965</c:v>
                </c:pt>
                <c:pt idx="83">
                  <c:v>39934</c:v>
                </c:pt>
                <c:pt idx="84">
                  <c:v>39904</c:v>
                </c:pt>
                <c:pt idx="85">
                  <c:v>39873</c:v>
                </c:pt>
                <c:pt idx="86">
                  <c:v>39845</c:v>
                </c:pt>
                <c:pt idx="87">
                  <c:v>39814</c:v>
                </c:pt>
                <c:pt idx="88">
                  <c:v>39783</c:v>
                </c:pt>
                <c:pt idx="89">
                  <c:v>39753</c:v>
                </c:pt>
                <c:pt idx="90">
                  <c:v>39722</c:v>
                </c:pt>
                <c:pt idx="91">
                  <c:v>39692</c:v>
                </c:pt>
                <c:pt idx="92">
                  <c:v>39661</c:v>
                </c:pt>
                <c:pt idx="93">
                  <c:v>39630</c:v>
                </c:pt>
                <c:pt idx="94">
                  <c:v>39600</c:v>
                </c:pt>
                <c:pt idx="95">
                  <c:v>39569</c:v>
                </c:pt>
                <c:pt idx="96">
                  <c:v>39539</c:v>
                </c:pt>
                <c:pt idx="97">
                  <c:v>39508</c:v>
                </c:pt>
                <c:pt idx="98">
                  <c:v>39479</c:v>
                </c:pt>
                <c:pt idx="99">
                  <c:v>39448</c:v>
                </c:pt>
                <c:pt idx="100">
                  <c:v>39417</c:v>
                </c:pt>
                <c:pt idx="101">
                  <c:v>39387</c:v>
                </c:pt>
                <c:pt idx="102">
                  <c:v>39356</c:v>
                </c:pt>
                <c:pt idx="103">
                  <c:v>39326</c:v>
                </c:pt>
                <c:pt idx="104">
                  <c:v>39295</c:v>
                </c:pt>
                <c:pt idx="105">
                  <c:v>39264</c:v>
                </c:pt>
                <c:pt idx="106">
                  <c:v>39234</c:v>
                </c:pt>
                <c:pt idx="107">
                  <c:v>39203</c:v>
                </c:pt>
                <c:pt idx="108">
                  <c:v>39173</c:v>
                </c:pt>
                <c:pt idx="109">
                  <c:v>39142</c:v>
                </c:pt>
                <c:pt idx="110">
                  <c:v>39114</c:v>
                </c:pt>
                <c:pt idx="111">
                  <c:v>39083</c:v>
                </c:pt>
                <c:pt idx="112">
                  <c:v>39052</c:v>
                </c:pt>
                <c:pt idx="113">
                  <c:v>39022</c:v>
                </c:pt>
                <c:pt idx="114">
                  <c:v>38991</c:v>
                </c:pt>
                <c:pt idx="115">
                  <c:v>38961</c:v>
                </c:pt>
                <c:pt idx="116">
                  <c:v>38930</c:v>
                </c:pt>
                <c:pt idx="117">
                  <c:v>38899</c:v>
                </c:pt>
                <c:pt idx="118">
                  <c:v>38869</c:v>
                </c:pt>
                <c:pt idx="119">
                  <c:v>38838</c:v>
                </c:pt>
                <c:pt idx="120">
                  <c:v>38808</c:v>
                </c:pt>
                <c:pt idx="121">
                  <c:v>38777</c:v>
                </c:pt>
                <c:pt idx="122">
                  <c:v>38749</c:v>
                </c:pt>
                <c:pt idx="123">
                  <c:v>38718</c:v>
                </c:pt>
                <c:pt idx="124">
                  <c:v>38687</c:v>
                </c:pt>
                <c:pt idx="125">
                  <c:v>38657</c:v>
                </c:pt>
                <c:pt idx="126">
                  <c:v>38626</c:v>
                </c:pt>
                <c:pt idx="127">
                  <c:v>38596</c:v>
                </c:pt>
                <c:pt idx="128">
                  <c:v>38565</c:v>
                </c:pt>
                <c:pt idx="129">
                  <c:v>38534</c:v>
                </c:pt>
                <c:pt idx="130">
                  <c:v>38504</c:v>
                </c:pt>
                <c:pt idx="131">
                  <c:v>38473</c:v>
                </c:pt>
                <c:pt idx="132">
                  <c:v>38443</c:v>
                </c:pt>
                <c:pt idx="133">
                  <c:v>38412</c:v>
                </c:pt>
                <c:pt idx="134">
                  <c:v>38384</c:v>
                </c:pt>
                <c:pt idx="135">
                  <c:v>38353</c:v>
                </c:pt>
                <c:pt idx="136">
                  <c:v>38322</c:v>
                </c:pt>
                <c:pt idx="137">
                  <c:v>38292</c:v>
                </c:pt>
                <c:pt idx="138">
                  <c:v>38261</c:v>
                </c:pt>
                <c:pt idx="139">
                  <c:v>38231</c:v>
                </c:pt>
                <c:pt idx="140">
                  <c:v>38200</c:v>
                </c:pt>
                <c:pt idx="141">
                  <c:v>38169</c:v>
                </c:pt>
                <c:pt idx="142">
                  <c:v>38139</c:v>
                </c:pt>
                <c:pt idx="143">
                  <c:v>38108</c:v>
                </c:pt>
                <c:pt idx="144">
                  <c:v>38078</c:v>
                </c:pt>
                <c:pt idx="145">
                  <c:v>38047</c:v>
                </c:pt>
                <c:pt idx="146">
                  <c:v>38018</c:v>
                </c:pt>
                <c:pt idx="147">
                  <c:v>37987</c:v>
                </c:pt>
                <c:pt idx="148">
                  <c:v>37956</c:v>
                </c:pt>
                <c:pt idx="149">
                  <c:v>37926</c:v>
                </c:pt>
                <c:pt idx="150">
                  <c:v>37895</c:v>
                </c:pt>
                <c:pt idx="151">
                  <c:v>37865</c:v>
                </c:pt>
                <c:pt idx="152">
                  <c:v>37834</c:v>
                </c:pt>
                <c:pt idx="153">
                  <c:v>37803</c:v>
                </c:pt>
                <c:pt idx="154">
                  <c:v>37773</c:v>
                </c:pt>
                <c:pt idx="155">
                  <c:v>37742</c:v>
                </c:pt>
                <c:pt idx="156">
                  <c:v>37712</c:v>
                </c:pt>
                <c:pt idx="157">
                  <c:v>37681</c:v>
                </c:pt>
                <c:pt idx="158">
                  <c:v>37653</c:v>
                </c:pt>
                <c:pt idx="159">
                  <c:v>37622</c:v>
                </c:pt>
                <c:pt idx="160">
                  <c:v>37591</c:v>
                </c:pt>
                <c:pt idx="161">
                  <c:v>37561</c:v>
                </c:pt>
                <c:pt idx="162">
                  <c:v>37530</c:v>
                </c:pt>
                <c:pt idx="163">
                  <c:v>37500</c:v>
                </c:pt>
                <c:pt idx="164">
                  <c:v>37469</c:v>
                </c:pt>
                <c:pt idx="165">
                  <c:v>37438</c:v>
                </c:pt>
                <c:pt idx="166">
                  <c:v>37408</c:v>
                </c:pt>
                <c:pt idx="167">
                  <c:v>37377</c:v>
                </c:pt>
                <c:pt idx="168">
                  <c:v>37347</c:v>
                </c:pt>
                <c:pt idx="169">
                  <c:v>37316</c:v>
                </c:pt>
                <c:pt idx="170">
                  <c:v>37288</c:v>
                </c:pt>
                <c:pt idx="171">
                  <c:v>37257</c:v>
                </c:pt>
                <c:pt idx="172">
                  <c:v>37226</c:v>
                </c:pt>
                <c:pt idx="173">
                  <c:v>37196</c:v>
                </c:pt>
                <c:pt idx="174">
                  <c:v>37165</c:v>
                </c:pt>
                <c:pt idx="175">
                  <c:v>37135</c:v>
                </c:pt>
                <c:pt idx="176">
                  <c:v>37104</c:v>
                </c:pt>
                <c:pt idx="177">
                  <c:v>37073</c:v>
                </c:pt>
                <c:pt idx="178">
                  <c:v>37043</c:v>
                </c:pt>
                <c:pt idx="179">
                  <c:v>37012</c:v>
                </c:pt>
                <c:pt idx="180">
                  <c:v>36982</c:v>
                </c:pt>
                <c:pt idx="181">
                  <c:v>36951</c:v>
                </c:pt>
                <c:pt idx="182">
                  <c:v>36923</c:v>
                </c:pt>
                <c:pt idx="183">
                  <c:v>36892</c:v>
                </c:pt>
                <c:pt idx="184">
                  <c:v>36861</c:v>
                </c:pt>
                <c:pt idx="185">
                  <c:v>36831</c:v>
                </c:pt>
                <c:pt idx="186">
                  <c:v>36800</c:v>
                </c:pt>
                <c:pt idx="187">
                  <c:v>36770</c:v>
                </c:pt>
                <c:pt idx="188">
                  <c:v>36739</c:v>
                </c:pt>
                <c:pt idx="189">
                  <c:v>36708</c:v>
                </c:pt>
                <c:pt idx="190">
                  <c:v>36678</c:v>
                </c:pt>
                <c:pt idx="191">
                  <c:v>36647</c:v>
                </c:pt>
                <c:pt idx="192">
                  <c:v>36617</c:v>
                </c:pt>
                <c:pt idx="193">
                  <c:v>36586</c:v>
                </c:pt>
                <c:pt idx="194">
                  <c:v>36557</c:v>
                </c:pt>
                <c:pt idx="195">
                  <c:v>36526</c:v>
                </c:pt>
              </c:numCache>
            </c:numRef>
          </c:cat>
          <c:val>
            <c:numRef>
              <c:f>Sheet1!$B$2:$B$197</c:f>
              <c:numCache>
                <c:formatCode>General</c:formatCode>
                <c:ptCount val="196"/>
                <c:pt idx="0">
                  <c:v>3.4925000000000002</c:v>
                </c:pt>
                <c:pt idx="1">
                  <c:v>3.5150000000000001</c:v>
                </c:pt>
                <c:pt idx="2">
                  <c:v>3.5474999999999999</c:v>
                </c:pt>
                <c:pt idx="3">
                  <c:v>3.7725</c:v>
                </c:pt>
                <c:pt idx="4">
                  <c:v>3.8639999999999999</c:v>
                </c:pt>
                <c:pt idx="5">
                  <c:v>3.8487499999999999</c:v>
                </c:pt>
                <c:pt idx="6">
                  <c:v>3.6825000000000001</c:v>
                </c:pt>
                <c:pt idx="7">
                  <c:v>3.7869999999999999</c:v>
                </c:pt>
                <c:pt idx="8">
                  <c:v>3.8050000000000002</c:v>
                </c:pt>
                <c:pt idx="9">
                  <c:v>3.9460000000000002</c:v>
                </c:pt>
                <c:pt idx="10">
                  <c:v>3.895</c:v>
                </c:pt>
                <c:pt idx="11">
                  <c:v>3.7462499999999999</c:v>
                </c:pt>
                <c:pt idx="12">
                  <c:v>3.577</c:v>
                </c:pt>
                <c:pt idx="13">
                  <c:v>3.67</c:v>
                </c:pt>
                <c:pt idx="14">
                  <c:v>3.61625</c:v>
                </c:pt>
                <c:pt idx="15">
                  <c:v>3.5762499999999999</c:v>
                </c:pt>
                <c:pt idx="16">
                  <c:v>3.754</c:v>
                </c:pt>
                <c:pt idx="17">
                  <c:v>3.8725000000000001</c:v>
                </c:pt>
                <c:pt idx="18">
                  <c:v>3.9060000000000001</c:v>
                </c:pt>
                <c:pt idx="19">
                  <c:v>4.0374999999999996</c:v>
                </c:pt>
                <c:pt idx="20">
                  <c:v>4.00875</c:v>
                </c:pt>
                <c:pt idx="21">
                  <c:v>4.03</c:v>
                </c:pt>
                <c:pt idx="22">
                  <c:v>4.05</c:v>
                </c:pt>
                <c:pt idx="23">
                  <c:v>4.0674999999999999</c:v>
                </c:pt>
                <c:pt idx="24">
                  <c:v>4.2479999999999896</c:v>
                </c:pt>
                <c:pt idx="25">
                  <c:v>4.2487500000000002</c:v>
                </c:pt>
                <c:pt idx="26">
                  <c:v>4.2274999999999903</c:v>
                </c:pt>
                <c:pt idx="27">
                  <c:v>4.3620000000000001</c:v>
                </c:pt>
                <c:pt idx="28">
                  <c:v>4.37</c:v>
                </c:pt>
                <c:pt idx="29">
                  <c:v>4.1862499999999896</c:v>
                </c:pt>
                <c:pt idx="30">
                  <c:v>4.1219999999999999</c:v>
                </c:pt>
                <c:pt idx="31">
                  <c:v>4.4212499999999997</c:v>
                </c:pt>
                <c:pt idx="32">
                  <c:v>4.4037499999999996</c:v>
                </c:pt>
                <c:pt idx="33">
                  <c:v>4.3090000000000002</c:v>
                </c:pt>
                <c:pt idx="34">
                  <c:v>4.0075000000000003</c:v>
                </c:pt>
                <c:pt idx="35">
                  <c:v>3.4660000000000002</c:v>
                </c:pt>
                <c:pt idx="36">
                  <c:v>3.3887499999999999</c:v>
                </c:pt>
                <c:pt idx="37">
                  <c:v>3.50875</c:v>
                </c:pt>
                <c:pt idx="38">
                  <c:v>3.4824999999999999</c:v>
                </c:pt>
                <c:pt idx="39">
                  <c:v>3.339</c:v>
                </c:pt>
                <c:pt idx="40">
                  <c:v>3.27</c:v>
                </c:pt>
                <c:pt idx="41">
                  <c:v>3.2737500000000002</c:v>
                </c:pt>
                <c:pt idx="42">
                  <c:v>3.3039999999999998</c:v>
                </c:pt>
                <c:pt idx="43">
                  <c:v>3.4037500000000001</c:v>
                </c:pt>
                <c:pt idx="44">
                  <c:v>3.512</c:v>
                </c:pt>
                <c:pt idx="45">
                  <c:v>3.4812500000000002</c:v>
                </c:pt>
                <c:pt idx="46">
                  <c:v>3.6</c:v>
                </c:pt>
                <c:pt idx="47">
                  <c:v>3.738</c:v>
                </c:pt>
                <c:pt idx="48">
                  <c:v>3.8412500000000001</c:v>
                </c:pt>
                <c:pt idx="49">
                  <c:v>3.9112499999999999</c:v>
                </c:pt>
                <c:pt idx="50">
                  <c:v>3.8420000000000001</c:v>
                </c:pt>
                <c:pt idx="51">
                  <c:v>3.8525</c:v>
                </c:pt>
                <c:pt idx="52">
                  <c:v>3.8787500000000001</c:v>
                </c:pt>
                <c:pt idx="53">
                  <c:v>3.919</c:v>
                </c:pt>
                <c:pt idx="54">
                  <c:v>4.0175000000000001</c:v>
                </c:pt>
                <c:pt idx="55">
                  <c:v>4.0025000000000004</c:v>
                </c:pt>
                <c:pt idx="56">
                  <c:v>4.1900000000000004</c:v>
                </c:pt>
                <c:pt idx="57">
                  <c:v>4.4762499999999896</c:v>
                </c:pt>
                <c:pt idx="58">
                  <c:v>4.4349999999999996</c:v>
                </c:pt>
                <c:pt idx="59">
                  <c:v>4.5625</c:v>
                </c:pt>
                <c:pt idx="60">
                  <c:v>4.75875</c:v>
                </c:pt>
                <c:pt idx="61">
                  <c:v>4.7610000000000001</c:v>
                </c:pt>
                <c:pt idx="62">
                  <c:v>4.8775000000000004</c:v>
                </c:pt>
                <c:pt idx="63">
                  <c:v>4.6987500000000004</c:v>
                </c:pt>
                <c:pt idx="64">
                  <c:v>4.6489999999999903</c:v>
                </c:pt>
                <c:pt idx="65">
                  <c:v>4.2562499999999996</c:v>
                </c:pt>
                <c:pt idx="66">
                  <c:v>4.1749999999999998</c:v>
                </c:pt>
                <c:pt idx="67">
                  <c:v>4.2759999999999998</c:v>
                </c:pt>
                <c:pt idx="68">
                  <c:v>4.3525</c:v>
                </c:pt>
                <c:pt idx="69">
                  <c:v>4.4849999999999897</c:v>
                </c:pt>
                <c:pt idx="70">
                  <c:v>4.6359999999999904</c:v>
                </c:pt>
                <c:pt idx="71">
                  <c:v>4.8125</c:v>
                </c:pt>
                <c:pt idx="72">
                  <c:v>5.0149999999999997</c:v>
                </c:pt>
                <c:pt idx="73">
                  <c:v>4.91</c:v>
                </c:pt>
                <c:pt idx="74">
                  <c:v>4.9149999999999903</c:v>
                </c:pt>
                <c:pt idx="75">
                  <c:v>4.9487500000000004</c:v>
                </c:pt>
                <c:pt idx="76">
                  <c:v>4.8550000000000004</c:v>
                </c:pt>
                <c:pt idx="77">
                  <c:v>4.8</c:v>
                </c:pt>
                <c:pt idx="78">
                  <c:v>4.88</c:v>
                </c:pt>
                <c:pt idx="79">
                  <c:v>4.9539999999999997</c:v>
                </c:pt>
                <c:pt idx="80">
                  <c:v>5.1112500000000001</c:v>
                </c:pt>
                <c:pt idx="81">
                  <c:v>5.1470000000000002</c:v>
                </c:pt>
                <c:pt idx="82">
                  <c:v>5.3449999999999998</c:v>
                </c:pt>
                <c:pt idx="83">
                  <c:v>4.7762500000000001</c:v>
                </c:pt>
                <c:pt idx="84">
                  <c:v>4.7300000000000004</c:v>
                </c:pt>
                <c:pt idx="85">
                  <c:v>4.9275000000000002</c:v>
                </c:pt>
                <c:pt idx="86">
                  <c:v>5.0612500000000002</c:v>
                </c:pt>
                <c:pt idx="87">
                  <c:v>4.9662499999999996</c:v>
                </c:pt>
                <c:pt idx="88">
                  <c:v>5.2159999999999904</c:v>
                </c:pt>
                <c:pt idx="89">
                  <c:v>6.0125000000000002</c:v>
                </c:pt>
                <c:pt idx="90">
                  <c:v>6.1050000000000004</c:v>
                </c:pt>
                <c:pt idx="91">
                  <c:v>5.9562499999999998</c:v>
                </c:pt>
                <c:pt idx="92">
                  <c:v>6.3962499999999904</c:v>
                </c:pt>
                <c:pt idx="93">
                  <c:v>6.3310000000000004</c:v>
                </c:pt>
                <c:pt idx="94">
                  <c:v>6.2324999999999999</c:v>
                </c:pt>
                <c:pt idx="95">
                  <c:v>5.9050000000000002</c:v>
                </c:pt>
                <c:pt idx="96">
                  <c:v>5.8010000000000002</c:v>
                </c:pt>
                <c:pt idx="97">
                  <c:v>5.8387500000000001</c:v>
                </c:pt>
                <c:pt idx="98">
                  <c:v>5.7862499999999999</c:v>
                </c:pt>
                <c:pt idx="99">
                  <c:v>5.6180000000000003</c:v>
                </c:pt>
                <c:pt idx="100">
                  <c:v>5.9574999999999996</c:v>
                </c:pt>
                <c:pt idx="101">
                  <c:v>6.0574999999999903</c:v>
                </c:pt>
                <c:pt idx="102">
                  <c:v>6.2169999999999996</c:v>
                </c:pt>
                <c:pt idx="103">
                  <c:v>6.2575000000000003</c:v>
                </c:pt>
                <c:pt idx="104">
                  <c:v>6.4219999999999997</c:v>
                </c:pt>
                <c:pt idx="105">
                  <c:v>6.5449999999999999</c:v>
                </c:pt>
                <c:pt idx="106">
                  <c:v>6.5137499999999999</c:v>
                </c:pt>
                <c:pt idx="107">
                  <c:v>6.1219999999999999</c:v>
                </c:pt>
                <c:pt idx="108">
                  <c:v>6.0425000000000004</c:v>
                </c:pt>
                <c:pt idx="109">
                  <c:v>6.0062499999999996</c:v>
                </c:pt>
                <c:pt idx="110">
                  <c:v>6.09499999999999</c:v>
                </c:pt>
                <c:pt idx="111">
                  <c:v>6.0919999999999996</c:v>
                </c:pt>
                <c:pt idx="112">
                  <c:v>5.9912499999999902</c:v>
                </c:pt>
                <c:pt idx="113">
                  <c:v>6.11</c:v>
                </c:pt>
                <c:pt idx="114">
                  <c:v>6.2137500000000001</c:v>
                </c:pt>
                <c:pt idx="115">
                  <c:v>6.2649999999999997</c:v>
                </c:pt>
                <c:pt idx="116">
                  <c:v>6.3639999999999999</c:v>
                </c:pt>
                <c:pt idx="117">
                  <c:v>6.6312499999999996</c:v>
                </c:pt>
                <c:pt idx="118">
                  <c:v>6.56</c:v>
                </c:pt>
                <c:pt idx="119">
                  <c:v>6.4819999999999904</c:v>
                </c:pt>
                <c:pt idx="120">
                  <c:v>6.4012500000000001</c:v>
                </c:pt>
                <c:pt idx="121">
                  <c:v>6.2240000000000002</c:v>
                </c:pt>
                <c:pt idx="122">
                  <c:v>6.14</c:v>
                </c:pt>
                <c:pt idx="123">
                  <c:v>6.0262500000000001</c:v>
                </c:pt>
                <c:pt idx="124">
                  <c:v>6.1624999999999996</c:v>
                </c:pt>
                <c:pt idx="125">
                  <c:v>6.2009999999999996</c:v>
                </c:pt>
                <c:pt idx="126">
                  <c:v>5.9462499999999903</c:v>
                </c:pt>
                <c:pt idx="127">
                  <c:v>5.6837499999999999</c:v>
                </c:pt>
                <c:pt idx="128">
                  <c:v>5.6829999999999998</c:v>
                </c:pt>
                <c:pt idx="129">
                  <c:v>5.5762499999999999</c:v>
                </c:pt>
                <c:pt idx="130">
                  <c:v>5.4769999999999897</c:v>
                </c:pt>
                <c:pt idx="131">
                  <c:v>5.62</c:v>
                </c:pt>
                <c:pt idx="132">
                  <c:v>5.7612500000000004</c:v>
                </c:pt>
                <c:pt idx="133">
                  <c:v>5.8479999999999999</c:v>
                </c:pt>
                <c:pt idx="134">
                  <c:v>5.5587499999999999</c:v>
                </c:pt>
                <c:pt idx="135">
                  <c:v>5.6224999999999996</c:v>
                </c:pt>
                <c:pt idx="136">
                  <c:v>5.6569999999999903</c:v>
                </c:pt>
                <c:pt idx="137">
                  <c:v>5.6362500000000004</c:v>
                </c:pt>
                <c:pt idx="138">
                  <c:v>5.6349999999999998</c:v>
                </c:pt>
                <c:pt idx="139">
                  <c:v>5.6890000000000001</c:v>
                </c:pt>
                <c:pt idx="140">
                  <c:v>5.7862499999999999</c:v>
                </c:pt>
                <c:pt idx="141">
                  <c:v>5.9175000000000004</c:v>
                </c:pt>
                <c:pt idx="142">
                  <c:v>6.1769999999999996</c:v>
                </c:pt>
                <c:pt idx="143">
                  <c:v>6.18874999999999</c:v>
                </c:pt>
                <c:pt idx="144">
                  <c:v>5.8262499999999902</c:v>
                </c:pt>
                <c:pt idx="145">
                  <c:v>5.375</c:v>
                </c:pt>
                <c:pt idx="146">
                  <c:v>5.5475000000000003</c:v>
                </c:pt>
                <c:pt idx="147">
                  <c:v>5.625</c:v>
                </c:pt>
                <c:pt idx="148">
                  <c:v>5.7959999999999896</c:v>
                </c:pt>
                <c:pt idx="149">
                  <c:v>5.8387500000000001</c:v>
                </c:pt>
                <c:pt idx="150">
                  <c:v>5.8520000000000003</c:v>
                </c:pt>
                <c:pt idx="151">
                  <c:v>6.0412499999999998</c:v>
                </c:pt>
                <c:pt idx="152">
                  <c:v>6.2262500000000003</c:v>
                </c:pt>
                <c:pt idx="153">
                  <c:v>5.609</c:v>
                </c:pt>
                <c:pt idx="154">
                  <c:v>5.1174999999999997</c:v>
                </c:pt>
                <c:pt idx="155">
                  <c:v>5.3940000000000001</c:v>
                </c:pt>
                <c:pt idx="156">
                  <c:v>5.7125000000000004</c:v>
                </c:pt>
                <c:pt idx="157">
                  <c:v>5.6449999999999996</c:v>
                </c:pt>
                <c:pt idx="158">
                  <c:v>5.7487500000000002</c:v>
                </c:pt>
                <c:pt idx="159">
                  <c:v>5.8109999999999999</c:v>
                </c:pt>
                <c:pt idx="160">
                  <c:v>5.9349999999999996</c:v>
                </c:pt>
                <c:pt idx="161">
                  <c:v>5.9524999999999997</c:v>
                </c:pt>
                <c:pt idx="162">
                  <c:v>6.0060000000000002</c:v>
                </c:pt>
                <c:pt idx="163">
                  <c:v>5.9987500000000002</c:v>
                </c:pt>
                <c:pt idx="164">
                  <c:v>6.2</c:v>
                </c:pt>
                <c:pt idx="165">
                  <c:v>6.3724999999999996</c:v>
                </c:pt>
                <c:pt idx="166">
                  <c:v>6.55</c:v>
                </c:pt>
                <c:pt idx="167">
                  <c:v>6.7359999999999998</c:v>
                </c:pt>
                <c:pt idx="168">
                  <c:v>6.9162499999999998</c:v>
                </c:pt>
                <c:pt idx="169">
                  <c:v>6.9924999999999997</c:v>
                </c:pt>
                <c:pt idx="170">
                  <c:v>6.7624999999999904</c:v>
                </c:pt>
                <c:pt idx="171">
                  <c:v>6.9370000000000003</c:v>
                </c:pt>
                <c:pt idx="172">
                  <c:v>7.0025000000000004</c:v>
                </c:pt>
                <c:pt idx="173">
                  <c:v>6.6079999999999997</c:v>
                </c:pt>
                <c:pt idx="174">
                  <c:v>6.58</c:v>
                </c:pt>
                <c:pt idx="175">
                  <c:v>6.7925000000000004</c:v>
                </c:pt>
                <c:pt idx="176">
                  <c:v>6.9249999999999998</c:v>
                </c:pt>
                <c:pt idx="177">
                  <c:v>7.1025</c:v>
                </c:pt>
                <c:pt idx="178">
                  <c:v>7.13375</c:v>
                </c:pt>
                <c:pt idx="179">
                  <c:v>7.1489999999999903</c:v>
                </c:pt>
                <c:pt idx="180">
                  <c:v>7.0525000000000002</c:v>
                </c:pt>
                <c:pt idx="181">
                  <c:v>6.9320000000000004</c:v>
                </c:pt>
                <c:pt idx="182">
                  <c:v>7.0374999999999996</c:v>
                </c:pt>
                <c:pt idx="183">
                  <c:v>7.0075000000000003</c:v>
                </c:pt>
                <c:pt idx="184">
                  <c:v>7.3087499999999901</c:v>
                </c:pt>
                <c:pt idx="185">
                  <c:v>7.7009999999999899</c:v>
                </c:pt>
                <c:pt idx="186">
                  <c:v>7.7887500000000003</c:v>
                </c:pt>
                <c:pt idx="187">
                  <c:v>7.9</c:v>
                </c:pt>
                <c:pt idx="188">
                  <c:v>8.0090000000000003</c:v>
                </c:pt>
                <c:pt idx="189">
                  <c:v>8.1287500000000001</c:v>
                </c:pt>
                <c:pt idx="190">
                  <c:v>8.2729999999999997</c:v>
                </c:pt>
                <c:pt idx="191">
                  <c:v>8.5149999999999899</c:v>
                </c:pt>
                <c:pt idx="192">
                  <c:v>8.1462500000000002</c:v>
                </c:pt>
                <c:pt idx="193">
                  <c:v>8.2349999999999994</c:v>
                </c:pt>
                <c:pt idx="194">
                  <c:v>8.3187499999999996</c:v>
                </c:pt>
                <c:pt idx="195">
                  <c:v>8.2099999999999902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MtgRate_gnma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Sheet1!$A$2:$A$197</c:f>
              <c:numCache>
                <c:formatCode>m/d/yyyy</c:formatCode>
                <c:ptCount val="196"/>
                <c:pt idx="0">
                  <c:v>42461</c:v>
                </c:pt>
                <c:pt idx="1">
                  <c:v>42430</c:v>
                </c:pt>
                <c:pt idx="2">
                  <c:v>42401</c:v>
                </c:pt>
                <c:pt idx="3">
                  <c:v>42370</c:v>
                </c:pt>
                <c:pt idx="4">
                  <c:v>42339</c:v>
                </c:pt>
                <c:pt idx="5">
                  <c:v>42309</c:v>
                </c:pt>
                <c:pt idx="6">
                  <c:v>42278</c:v>
                </c:pt>
                <c:pt idx="7">
                  <c:v>42248</c:v>
                </c:pt>
                <c:pt idx="8">
                  <c:v>42217</c:v>
                </c:pt>
                <c:pt idx="9">
                  <c:v>42186</c:v>
                </c:pt>
                <c:pt idx="10">
                  <c:v>42156</c:v>
                </c:pt>
                <c:pt idx="11">
                  <c:v>42125</c:v>
                </c:pt>
                <c:pt idx="12">
                  <c:v>42095</c:v>
                </c:pt>
                <c:pt idx="13">
                  <c:v>42064</c:v>
                </c:pt>
                <c:pt idx="14">
                  <c:v>42036</c:v>
                </c:pt>
                <c:pt idx="15">
                  <c:v>42005</c:v>
                </c:pt>
                <c:pt idx="16">
                  <c:v>41974</c:v>
                </c:pt>
                <c:pt idx="17">
                  <c:v>41944</c:v>
                </c:pt>
                <c:pt idx="18">
                  <c:v>41913</c:v>
                </c:pt>
                <c:pt idx="19">
                  <c:v>41883</c:v>
                </c:pt>
                <c:pt idx="20">
                  <c:v>41852</c:v>
                </c:pt>
                <c:pt idx="21">
                  <c:v>41821</c:v>
                </c:pt>
                <c:pt idx="22">
                  <c:v>41791</c:v>
                </c:pt>
                <c:pt idx="23">
                  <c:v>41760</c:v>
                </c:pt>
                <c:pt idx="24">
                  <c:v>41730</c:v>
                </c:pt>
                <c:pt idx="25">
                  <c:v>41699</c:v>
                </c:pt>
                <c:pt idx="26">
                  <c:v>41671</c:v>
                </c:pt>
                <c:pt idx="27">
                  <c:v>41640</c:v>
                </c:pt>
                <c:pt idx="28">
                  <c:v>41609</c:v>
                </c:pt>
                <c:pt idx="29">
                  <c:v>41579</c:v>
                </c:pt>
                <c:pt idx="30">
                  <c:v>41548</c:v>
                </c:pt>
                <c:pt idx="31">
                  <c:v>41518</c:v>
                </c:pt>
                <c:pt idx="32">
                  <c:v>41487</c:v>
                </c:pt>
                <c:pt idx="33">
                  <c:v>41456</c:v>
                </c:pt>
                <c:pt idx="34">
                  <c:v>41426</c:v>
                </c:pt>
                <c:pt idx="35">
                  <c:v>41395</c:v>
                </c:pt>
                <c:pt idx="36">
                  <c:v>41365</c:v>
                </c:pt>
                <c:pt idx="37">
                  <c:v>41334</c:v>
                </c:pt>
                <c:pt idx="38">
                  <c:v>41306</c:v>
                </c:pt>
                <c:pt idx="39">
                  <c:v>41275</c:v>
                </c:pt>
                <c:pt idx="40">
                  <c:v>41244</c:v>
                </c:pt>
                <c:pt idx="41">
                  <c:v>41214</c:v>
                </c:pt>
                <c:pt idx="42">
                  <c:v>41183</c:v>
                </c:pt>
                <c:pt idx="43">
                  <c:v>41153</c:v>
                </c:pt>
                <c:pt idx="44">
                  <c:v>41122</c:v>
                </c:pt>
                <c:pt idx="45">
                  <c:v>41091</c:v>
                </c:pt>
                <c:pt idx="46">
                  <c:v>41061</c:v>
                </c:pt>
                <c:pt idx="47">
                  <c:v>41030</c:v>
                </c:pt>
                <c:pt idx="48">
                  <c:v>41000</c:v>
                </c:pt>
                <c:pt idx="49">
                  <c:v>40969</c:v>
                </c:pt>
                <c:pt idx="50">
                  <c:v>40940</c:v>
                </c:pt>
                <c:pt idx="51">
                  <c:v>40909</c:v>
                </c:pt>
                <c:pt idx="52">
                  <c:v>40878</c:v>
                </c:pt>
                <c:pt idx="53">
                  <c:v>40848</c:v>
                </c:pt>
                <c:pt idx="54">
                  <c:v>40817</c:v>
                </c:pt>
                <c:pt idx="55">
                  <c:v>40787</c:v>
                </c:pt>
                <c:pt idx="56">
                  <c:v>40756</c:v>
                </c:pt>
                <c:pt idx="57">
                  <c:v>40725</c:v>
                </c:pt>
                <c:pt idx="58">
                  <c:v>40695</c:v>
                </c:pt>
                <c:pt idx="59">
                  <c:v>40664</c:v>
                </c:pt>
                <c:pt idx="60">
                  <c:v>40634</c:v>
                </c:pt>
                <c:pt idx="61">
                  <c:v>40603</c:v>
                </c:pt>
                <c:pt idx="62">
                  <c:v>40575</c:v>
                </c:pt>
                <c:pt idx="63">
                  <c:v>40544</c:v>
                </c:pt>
                <c:pt idx="64">
                  <c:v>40513</c:v>
                </c:pt>
                <c:pt idx="65">
                  <c:v>40483</c:v>
                </c:pt>
                <c:pt idx="66">
                  <c:v>40452</c:v>
                </c:pt>
                <c:pt idx="67">
                  <c:v>40422</c:v>
                </c:pt>
                <c:pt idx="68">
                  <c:v>40391</c:v>
                </c:pt>
                <c:pt idx="69">
                  <c:v>40360</c:v>
                </c:pt>
                <c:pt idx="70">
                  <c:v>40330</c:v>
                </c:pt>
                <c:pt idx="71">
                  <c:v>40299</c:v>
                </c:pt>
                <c:pt idx="72">
                  <c:v>40269</c:v>
                </c:pt>
                <c:pt idx="73">
                  <c:v>40238</c:v>
                </c:pt>
                <c:pt idx="74">
                  <c:v>40210</c:v>
                </c:pt>
                <c:pt idx="75">
                  <c:v>40179</c:v>
                </c:pt>
                <c:pt idx="76">
                  <c:v>40148</c:v>
                </c:pt>
                <c:pt idx="77">
                  <c:v>40118</c:v>
                </c:pt>
                <c:pt idx="78">
                  <c:v>40087</c:v>
                </c:pt>
                <c:pt idx="79">
                  <c:v>40057</c:v>
                </c:pt>
                <c:pt idx="80">
                  <c:v>40026</c:v>
                </c:pt>
                <c:pt idx="81">
                  <c:v>39995</c:v>
                </c:pt>
                <c:pt idx="82">
                  <c:v>39965</c:v>
                </c:pt>
                <c:pt idx="83">
                  <c:v>39934</c:v>
                </c:pt>
                <c:pt idx="84">
                  <c:v>39904</c:v>
                </c:pt>
                <c:pt idx="85">
                  <c:v>39873</c:v>
                </c:pt>
                <c:pt idx="86">
                  <c:v>39845</c:v>
                </c:pt>
                <c:pt idx="87">
                  <c:v>39814</c:v>
                </c:pt>
                <c:pt idx="88">
                  <c:v>39783</c:v>
                </c:pt>
                <c:pt idx="89">
                  <c:v>39753</c:v>
                </c:pt>
                <c:pt idx="90">
                  <c:v>39722</c:v>
                </c:pt>
                <c:pt idx="91">
                  <c:v>39692</c:v>
                </c:pt>
                <c:pt idx="92">
                  <c:v>39661</c:v>
                </c:pt>
                <c:pt idx="93">
                  <c:v>39630</c:v>
                </c:pt>
                <c:pt idx="94">
                  <c:v>39600</c:v>
                </c:pt>
                <c:pt idx="95">
                  <c:v>39569</c:v>
                </c:pt>
                <c:pt idx="96">
                  <c:v>39539</c:v>
                </c:pt>
                <c:pt idx="97">
                  <c:v>39508</c:v>
                </c:pt>
                <c:pt idx="98">
                  <c:v>39479</c:v>
                </c:pt>
                <c:pt idx="99">
                  <c:v>39448</c:v>
                </c:pt>
                <c:pt idx="100">
                  <c:v>39417</c:v>
                </c:pt>
                <c:pt idx="101">
                  <c:v>39387</c:v>
                </c:pt>
                <c:pt idx="102">
                  <c:v>39356</c:v>
                </c:pt>
                <c:pt idx="103">
                  <c:v>39326</c:v>
                </c:pt>
                <c:pt idx="104">
                  <c:v>39295</c:v>
                </c:pt>
                <c:pt idx="105">
                  <c:v>39264</c:v>
                </c:pt>
                <c:pt idx="106">
                  <c:v>39234</c:v>
                </c:pt>
                <c:pt idx="107">
                  <c:v>39203</c:v>
                </c:pt>
                <c:pt idx="108">
                  <c:v>39173</c:v>
                </c:pt>
                <c:pt idx="109">
                  <c:v>39142</c:v>
                </c:pt>
                <c:pt idx="110">
                  <c:v>39114</c:v>
                </c:pt>
                <c:pt idx="111">
                  <c:v>39083</c:v>
                </c:pt>
                <c:pt idx="112">
                  <c:v>39052</c:v>
                </c:pt>
                <c:pt idx="113">
                  <c:v>39022</c:v>
                </c:pt>
                <c:pt idx="114">
                  <c:v>38991</c:v>
                </c:pt>
                <c:pt idx="115">
                  <c:v>38961</c:v>
                </c:pt>
                <c:pt idx="116">
                  <c:v>38930</c:v>
                </c:pt>
                <c:pt idx="117">
                  <c:v>38899</c:v>
                </c:pt>
                <c:pt idx="118">
                  <c:v>38869</c:v>
                </c:pt>
                <c:pt idx="119">
                  <c:v>38838</c:v>
                </c:pt>
                <c:pt idx="120">
                  <c:v>38808</c:v>
                </c:pt>
                <c:pt idx="121">
                  <c:v>38777</c:v>
                </c:pt>
                <c:pt idx="122">
                  <c:v>38749</c:v>
                </c:pt>
                <c:pt idx="123">
                  <c:v>38718</c:v>
                </c:pt>
                <c:pt idx="124">
                  <c:v>38687</c:v>
                </c:pt>
                <c:pt idx="125">
                  <c:v>38657</c:v>
                </c:pt>
                <c:pt idx="126">
                  <c:v>38626</c:v>
                </c:pt>
                <c:pt idx="127">
                  <c:v>38596</c:v>
                </c:pt>
                <c:pt idx="128">
                  <c:v>38565</c:v>
                </c:pt>
                <c:pt idx="129">
                  <c:v>38534</c:v>
                </c:pt>
                <c:pt idx="130">
                  <c:v>38504</c:v>
                </c:pt>
                <c:pt idx="131">
                  <c:v>38473</c:v>
                </c:pt>
                <c:pt idx="132">
                  <c:v>38443</c:v>
                </c:pt>
                <c:pt idx="133">
                  <c:v>38412</c:v>
                </c:pt>
                <c:pt idx="134">
                  <c:v>38384</c:v>
                </c:pt>
                <c:pt idx="135">
                  <c:v>38353</c:v>
                </c:pt>
                <c:pt idx="136">
                  <c:v>38322</c:v>
                </c:pt>
                <c:pt idx="137">
                  <c:v>38292</c:v>
                </c:pt>
                <c:pt idx="138">
                  <c:v>38261</c:v>
                </c:pt>
                <c:pt idx="139">
                  <c:v>38231</c:v>
                </c:pt>
                <c:pt idx="140">
                  <c:v>38200</c:v>
                </c:pt>
                <c:pt idx="141">
                  <c:v>38169</c:v>
                </c:pt>
                <c:pt idx="142">
                  <c:v>38139</c:v>
                </c:pt>
                <c:pt idx="143">
                  <c:v>38108</c:v>
                </c:pt>
                <c:pt idx="144">
                  <c:v>38078</c:v>
                </c:pt>
                <c:pt idx="145">
                  <c:v>38047</c:v>
                </c:pt>
                <c:pt idx="146">
                  <c:v>38018</c:v>
                </c:pt>
                <c:pt idx="147">
                  <c:v>37987</c:v>
                </c:pt>
                <c:pt idx="148">
                  <c:v>37956</c:v>
                </c:pt>
                <c:pt idx="149">
                  <c:v>37926</c:v>
                </c:pt>
                <c:pt idx="150">
                  <c:v>37895</c:v>
                </c:pt>
                <c:pt idx="151">
                  <c:v>37865</c:v>
                </c:pt>
                <c:pt idx="152">
                  <c:v>37834</c:v>
                </c:pt>
                <c:pt idx="153">
                  <c:v>37803</c:v>
                </c:pt>
                <c:pt idx="154">
                  <c:v>37773</c:v>
                </c:pt>
                <c:pt idx="155">
                  <c:v>37742</c:v>
                </c:pt>
                <c:pt idx="156">
                  <c:v>37712</c:v>
                </c:pt>
                <c:pt idx="157">
                  <c:v>37681</c:v>
                </c:pt>
                <c:pt idx="158">
                  <c:v>37653</c:v>
                </c:pt>
                <c:pt idx="159">
                  <c:v>37622</c:v>
                </c:pt>
                <c:pt idx="160">
                  <c:v>37591</c:v>
                </c:pt>
                <c:pt idx="161">
                  <c:v>37561</c:v>
                </c:pt>
                <c:pt idx="162">
                  <c:v>37530</c:v>
                </c:pt>
                <c:pt idx="163">
                  <c:v>37500</c:v>
                </c:pt>
                <c:pt idx="164">
                  <c:v>37469</c:v>
                </c:pt>
                <c:pt idx="165">
                  <c:v>37438</c:v>
                </c:pt>
                <c:pt idx="166">
                  <c:v>37408</c:v>
                </c:pt>
                <c:pt idx="167">
                  <c:v>37377</c:v>
                </c:pt>
                <c:pt idx="168">
                  <c:v>37347</c:v>
                </c:pt>
                <c:pt idx="169">
                  <c:v>37316</c:v>
                </c:pt>
                <c:pt idx="170">
                  <c:v>37288</c:v>
                </c:pt>
                <c:pt idx="171">
                  <c:v>37257</c:v>
                </c:pt>
                <c:pt idx="172">
                  <c:v>37226</c:v>
                </c:pt>
                <c:pt idx="173">
                  <c:v>37196</c:v>
                </c:pt>
                <c:pt idx="174">
                  <c:v>37165</c:v>
                </c:pt>
                <c:pt idx="175">
                  <c:v>37135</c:v>
                </c:pt>
                <c:pt idx="176">
                  <c:v>37104</c:v>
                </c:pt>
                <c:pt idx="177">
                  <c:v>37073</c:v>
                </c:pt>
                <c:pt idx="178">
                  <c:v>37043</c:v>
                </c:pt>
                <c:pt idx="179">
                  <c:v>37012</c:v>
                </c:pt>
                <c:pt idx="180">
                  <c:v>36982</c:v>
                </c:pt>
                <c:pt idx="181">
                  <c:v>36951</c:v>
                </c:pt>
                <c:pt idx="182">
                  <c:v>36923</c:v>
                </c:pt>
                <c:pt idx="183">
                  <c:v>36892</c:v>
                </c:pt>
                <c:pt idx="184">
                  <c:v>36861</c:v>
                </c:pt>
                <c:pt idx="185">
                  <c:v>36831</c:v>
                </c:pt>
                <c:pt idx="186">
                  <c:v>36800</c:v>
                </c:pt>
                <c:pt idx="187">
                  <c:v>36770</c:v>
                </c:pt>
                <c:pt idx="188">
                  <c:v>36739</c:v>
                </c:pt>
                <c:pt idx="189">
                  <c:v>36708</c:v>
                </c:pt>
                <c:pt idx="190">
                  <c:v>36678</c:v>
                </c:pt>
                <c:pt idx="191">
                  <c:v>36647</c:v>
                </c:pt>
                <c:pt idx="192">
                  <c:v>36617</c:v>
                </c:pt>
                <c:pt idx="193">
                  <c:v>36586</c:v>
                </c:pt>
                <c:pt idx="194">
                  <c:v>36557</c:v>
                </c:pt>
                <c:pt idx="195">
                  <c:v>36526</c:v>
                </c:pt>
              </c:numCache>
            </c:numRef>
          </c:cat>
          <c:val>
            <c:numRef>
              <c:f>Sheet1!$C$2:$C$197</c:f>
              <c:numCache>
                <c:formatCode>General</c:formatCode>
                <c:ptCount val="196"/>
                <c:pt idx="0">
                  <c:v>3.18029769524688</c:v>
                </c:pt>
                <c:pt idx="1">
                  <c:v>3.2305005363297599</c:v>
                </c:pt>
                <c:pt idx="2">
                  <c:v>3.3099825925706399</c:v>
                </c:pt>
                <c:pt idx="3">
                  <c:v>3.4999347482926999</c:v>
                </c:pt>
                <c:pt idx="4">
                  <c:v>3.61647099462698</c:v>
                </c:pt>
                <c:pt idx="5">
                  <c:v>3.58154985049317</c:v>
                </c:pt>
                <c:pt idx="6">
                  <c:v>3.4494216505671802</c:v>
                </c:pt>
                <c:pt idx="7">
                  <c:v>3.5535398101031102</c:v>
                </c:pt>
                <c:pt idx="8">
                  <c:v>3.5896554812488901</c:v>
                </c:pt>
                <c:pt idx="9">
                  <c:v>3.7526371783466299</c:v>
                </c:pt>
                <c:pt idx="10">
                  <c:v>3.6792670943713599</c:v>
                </c:pt>
                <c:pt idx="11">
                  <c:v>3.54597774694864</c:v>
                </c:pt>
                <c:pt idx="12">
                  <c:v>3.3061475303267298</c:v>
                </c:pt>
                <c:pt idx="13">
                  <c:v>3.4060470102212701</c:v>
                </c:pt>
                <c:pt idx="14">
                  <c:v>3.3224182037598098</c:v>
                </c:pt>
                <c:pt idx="15">
                  <c:v>3.2362639469880801</c:v>
                </c:pt>
                <c:pt idx="16">
                  <c:v>3.4219368177475298</c:v>
                </c:pt>
                <c:pt idx="17">
                  <c:v>3.5247011446028802</c:v>
                </c:pt>
                <c:pt idx="18">
                  <c:v>3.5711646361776199</c:v>
                </c:pt>
                <c:pt idx="19">
                  <c:v>3.71189671740182</c:v>
                </c:pt>
                <c:pt idx="20">
                  <c:v>3.6647184928166099</c:v>
                </c:pt>
                <c:pt idx="21">
                  <c:v>3.66285646843914</c:v>
                </c:pt>
                <c:pt idx="22">
                  <c:v>3.6651940056988099</c:v>
                </c:pt>
                <c:pt idx="23">
                  <c:v>3.7187627457499901</c:v>
                </c:pt>
                <c:pt idx="24">
                  <c:v>3.8776764353634201</c:v>
                </c:pt>
                <c:pt idx="25">
                  <c:v>3.86281099160778</c:v>
                </c:pt>
                <c:pt idx="26">
                  <c:v>3.8720594482734998</c:v>
                </c:pt>
                <c:pt idx="27">
                  <c:v>4.0621676707913901</c:v>
                </c:pt>
                <c:pt idx="28">
                  <c:v>4.1176633465298602</c:v>
                </c:pt>
                <c:pt idx="29">
                  <c:v>3.91378055451358</c:v>
                </c:pt>
                <c:pt idx="30">
                  <c:v>3.9022955081771702</c:v>
                </c:pt>
                <c:pt idx="31">
                  <c:v>4.2354199009091396</c:v>
                </c:pt>
                <c:pt idx="32">
                  <c:v>4.2154426593368903</c:v>
                </c:pt>
                <c:pt idx="33">
                  <c:v>4.1178551150063099</c:v>
                </c:pt>
                <c:pt idx="34">
                  <c:v>3.8027105671264598</c:v>
                </c:pt>
                <c:pt idx="35">
                  <c:v>3.2726723583698401</c:v>
                </c:pt>
                <c:pt idx="36">
                  <c:v>3.22011489695943</c:v>
                </c:pt>
                <c:pt idx="37">
                  <c:v>3.3435235538188399</c:v>
                </c:pt>
                <c:pt idx="38">
                  <c:v>3.3349693406156899</c:v>
                </c:pt>
                <c:pt idx="39">
                  <c:v>3.20320383528089</c:v>
                </c:pt>
                <c:pt idx="40">
                  <c:v>3.1449859996562002</c:v>
                </c:pt>
                <c:pt idx="41">
                  <c:v>3.1507987957730501</c:v>
                </c:pt>
                <c:pt idx="42">
                  <c:v>3.1536101087404602</c:v>
                </c:pt>
                <c:pt idx="43">
                  <c:v>3.2764424158310401</c:v>
                </c:pt>
                <c:pt idx="44">
                  <c:v>3.3763962853505598</c:v>
                </c:pt>
                <c:pt idx="45">
                  <c:v>3.3445579040135298</c:v>
                </c:pt>
                <c:pt idx="46">
                  <c:v>3.4649886649002299</c:v>
                </c:pt>
                <c:pt idx="47">
                  <c:v>3.5976788536873601</c:v>
                </c:pt>
                <c:pt idx="48">
                  <c:v>3.7182303079069698</c:v>
                </c:pt>
                <c:pt idx="49">
                  <c:v>3.7415846292734001</c:v>
                </c:pt>
                <c:pt idx="50">
                  <c:v>3.6680947440079898</c:v>
                </c:pt>
                <c:pt idx="51">
                  <c:v>3.6593909600241701</c:v>
                </c:pt>
                <c:pt idx="52">
                  <c:v>3.6911476875436899</c:v>
                </c:pt>
                <c:pt idx="53">
                  <c:v>3.7118332877492399</c:v>
                </c:pt>
                <c:pt idx="54">
                  <c:v>3.7837868111978601</c:v>
                </c:pt>
                <c:pt idx="55">
                  <c:v>3.77226506482396</c:v>
                </c:pt>
                <c:pt idx="56">
                  <c:v>3.9786080000853801</c:v>
                </c:pt>
                <c:pt idx="57">
                  <c:v>4.3015099299739799</c:v>
                </c:pt>
                <c:pt idx="58">
                  <c:v>4.2802060082340398</c:v>
                </c:pt>
                <c:pt idx="59">
                  <c:v>4.4693675037866401</c:v>
                </c:pt>
                <c:pt idx="60">
                  <c:v>4.7069391492520198</c:v>
                </c:pt>
                <c:pt idx="61">
                  <c:v>4.74192043349621</c:v>
                </c:pt>
                <c:pt idx="62">
                  <c:v>4.8741838157264903</c:v>
                </c:pt>
                <c:pt idx="63">
                  <c:v>4.6909258082241898</c:v>
                </c:pt>
                <c:pt idx="64">
                  <c:v>4.6369987553509899</c:v>
                </c:pt>
                <c:pt idx="65">
                  <c:v>4.2348631944494501</c:v>
                </c:pt>
                <c:pt idx="66">
                  <c:v>4.1541906803400996</c:v>
                </c:pt>
                <c:pt idx="67">
                  <c:v>4.2648036791471799</c:v>
                </c:pt>
                <c:pt idx="68">
                  <c:v>4.3426500991460601</c:v>
                </c:pt>
                <c:pt idx="69">
                  <c:v>4.49704933904541</c:v>
                </c:pt>
                <c:pt idx="70">
                  <c:v>4.67025470757864</c:v>
                </c:pt>
                <c:pt idx="71">
                  <c:v>4.8610269621088404</c:v>
                </c:pt>
                <c:pt idx="72">
                  <c:v>5.0894070723673197</c:v>
                </c:pt>
                <c:pt idx="73">
                  <c:v>4.9897651333991799</c:v>
                </c:pt>
                <c:pt idx="74">
                  <c:v>5.0328224711343097</c:v>
                </c:pt>
                <c:pt idx="75">
                  <c:v>5.1099958153392597</c:v>
                </c:pt>
                <c:pt idx="76">
                  <c:v>5.0174616791791102</c:v>
                </c:pt>
                <c:pt idx="77">
                  <c:v>4.9774530201028204</c:v>
                </c:pt>
                <c:pt idx="78">
                  <c:v>5.08297532123827</c:v>
                </c:pt>
                <c:pt idx="79">
                  <c:v>5.1828323602397104</c:v>
                </c:pt>
                <c:pt idx="80">
                  <c:v>5.3544107028362102</c:v>
                </c:pt>
                <c:pt idx="81">
                  <c:v>5.3762093725030704</c:v>
                </c:pt>
                <c:pt idx="82">
                  <c:v>5.5992469298389604</c:v>
                </c:pt>
                <c:pt idx="83">
                  <c:v>5.0326540949202903</c:v>
                </c:pt>
                <c:pt idx="84">
                  <c:v>4.9645892189906302</c:v>
                </c:pt>
                <c:pt idx="85">
                  <c:v>5.1407285578741799</c:v>
                </c:pt>
                <c:pt idx="86">
                  <c:v>5.2287831039885102</c:v>
                </c:pt>
                <c:pt idx="87">
                  <c:v>5.0936736575532899</c:v>
                </c:pt>
                <c:pt idx="88">
                  <c:v>5.3091367023842304</c:v>
                </c:pt>
                <c:pt idx="89">
                  <c:v>6.0825224460466698</c:v>
                </c:pt>
                <c:pt idx="90">
                  <c:v>6.1502258530390304</c:v>
                </c:pt>
                <c:pt idx="91">
                  <c:v>5.9811930273717504</c:v>
                </c:pt>
                <c:pt idx="92">
                  <c:v>6.4449831454651498</c:v>
                </c:pt>
                <c:pt idx="93">
                  <c:v>6.39395923363666</c:v>
                </c:pt>
                <c:pt idx="94">
                  <c:v>6.2883262562344404</c:v>
                </c:pt>
                <c:pt idx="95">
                  <c:v>5.9516619109565898</c:v>
                </c:pt>
                <c:pt idx="96">
                  <c:v>5.8459773326349698</c:v>
                </c:pt>
                <c:pt idx="97">
                  <c:v>5.8757226905138902</c:v>
                </c:pt>
                <c:pt idx="98">
                  <c:v>5.7888396061852596</c:v>
                </c:pt>
                <c:pt idx="99">
                  <c:v>5.5845956573120601</c:v>
                </c:pt>
                <c:pt idx="100">
                  <c:v>5.9196618097932303</c:v>
                </c:pt>
                <c:pt idx="101">
                  <c:v>6.0192457499625096</c:v>
                </c:pt>
                <c:pt idx="102">
                  <c:v>6.1872736654984397</c:v>
                </c:pt>
                <c:pt idx="103">
                  <c:v>6.24362663972608</c:v>
                </c:pt>
                <c:pt idx="104">
                  <c:v>6.4213013593210801</c:v>
                </c:pt>
                <c:pt idx="105">
                  <c:v>6.57052693093204</c:v>
                </c:pt>
                <c:pt idx="106">
                  <c:v>6.55536190179172</c:v>
                </c:pt>
                <c:pt idx="107">
                  <c:v>6.1647180714310004</c:v>
                </c:pt>
                <c:pt idx="108">
                  <c:v>6.0792123305705896</c:v>
                </c:pt>
                <c:pt idx="109">
                  <c:v>6.0278230395213797</c:v>
                </c:pt>
                <c:pt idx="110">
                  <c:v>6.1020930707171699</c:v>
                </c:pt>
                <c:pt idx="111">
                  <c:v>6.0767589808573002</c:v>
                </c:pt>
                <c:pt idx="112">
                  <c:v>5.9457077960301099</c:v>
                </c:pt>
                <c:pt idx="113">
                  <c:v>6.0488380469457796</c:v>
                </c:pt>
                <c:pt idx="114">
                  <c:v>6.1312537197784298</c:v>
                </c:pt>
                <c:pt idx="115">
                  <c:v>6.1620889810713102</c:v>
                </c:pt>
                <c:pt idx="116">
                  <c:v>6.2416880751625001</c:v>
                </c:pt>
                <c:pt idx="117">
                  <c:v>6.4991190403487904</c:v>
                </c:pt>
                <c:pt idx="118">
                  <c:v>6.4189415824809002</c:v>
                </c:pt>
                <c:pt idx="119">
                  <c:v>6.3512806541101403</c:v>
                </c:pt>
                <c:pt idx="120">
                  <c:v>6.2843272856452996</c:v>
                </c:pt>
                <c:pt idx="121">
                  <c:v>6.1357106828660104</c:v>
                </c:pt>
                <c:pt idx="122">
                  <c:v>6.0784805758267302</c:v>
                </c:pt>
                <c:pt idx="123">
                  <c:v>5.9976338631052002</c:v>
                </c:pt>
                <c:pt idx="124">
                  <c:v>6.1606772576293398</c:v>
                </c:pt>
                <c:pt idx="125">
                  <c:v>6.2038954532360497</c:v>
                </c:pt>
                <c:pt idx="126">
                  <c:v>5.9533733457455504</c:v>
                </c:pt>
                <c:pt idx="127">
                  <c:v>5.6951163791152801</c:v>
                </c:pt>
                <c:pt idx="128">
                  <c:v>5.7079890826351196</c:v>
                </c:pt>
                <c:pt idx="129">
                  <c:v>5.6020611922842596</c:v>
                </c:pt>
                <c:pt idx="130">
                  <c:v>5.5095855464808601</c:v>
                </c:pt>
                <c:pt idx="131">
                  <c:v>5.66874740626983</c:v>
                </c:pt>
                <c:pt idx="132">
                  <c:v>5.8286182123463899</c:v>
                </c:pt>
                <c:pt idx="133">
                  <c:v>5.9303180479168898</c:v>
                </c:pt>
                <c:pt idx="134">
                  <c:v>5.6496836239123001</c:v>
                </c:pt>
                <c:pt idx="135">
                  <c:v>5.7192293853672904</c:v>
                </c:pt>
                <c:pt idx="136">
                  <c:v>5.76079127850406</c:v>
                </c:pt>
                <c:pt idx="137">
                  <c:v>5.7469971375778197</c:v>
                </c:pt>
                <c:pt idx="138">
                  <c:v>5.7780039881184297</c:v>
                </c:pt>
                <c:pt idx="139">
                  <c:v>5.8269435904646798</c:v>
                </c:pt>
                <c:pt idx="140">
                  <c:v>5.9156295634835603</c:v>
                </c:pt>
                <c:pt idx="141">
                  <c:v>6.0482018663853996</c:v>
                </c:pt>
                <c:pt idx="142">
                  <c:v>6.3100660472419499</c:v>
                </c:pt>
                <c:pt idx="143">
                  <c:v>6.3086012326928698</c:v>
                </c:pt>
                <c:pt idx="144">
                  <c:v>5.9270059925897502</c:v>
                </c:pt>
                <c:pt idx="145">
                  <c:v>5.4924133902615297</c:v>
                </c:pt>
                <c:pt idx="146">
                  <c:v>5.6773537284821698</c:v>
                </c:pt>
                <c:pt idx="147">
                  <c:v>5.7574478887148404</c:v>
                </c:pt>
                <c:pt idx="148">
                  <c:v>5.9154247570523504</c:v>
                </c:pt>
                <c:pt idx="149">
                  <c:v>5.9574976014152004</c:v>
                </c:pt>
                <c:pt idx="150">
                  <c:v>5.9628275879483699</c:v>
                </c:pt>
                <c:pt idx="151">
                  <c:v>6.1346665549191304</c:v>
                </c:pt>
                <c:pt idx="152">
                  <c:v>6.3181849844295801</c:v>
                </c:pt>
                <c:pt idx="153">
                  <c:v>5.7011088080360102</c:v>
                </c:pt>
                <c:pt idx="154">
                  <c:v>5.2218239909699999</c:v>
                </c:pt>
                <c:pt idx="155">
                  <c:v>5.5139002112288802</c:v>
                </c:pt>
                <c:pt idx="156">
                  <c:v>5.8313709899294004</c:v>
                </c:pt>
                <c:pt idx="157">
                  <c:v>5.77025021260902</c:v>
                </c:pt>
                <c:pt idx="158">
                  <c:v>5.8803001719846399</c:v>
                </c:pt>
                <c:pt idx="159">
                  <c:v>5.9613706696283799</c:v>
                </c:pt>
                <c:pt idx="160">
                  <c:v>6.1040140789393096</c:v>
                </c:pt>
                <c:pt idx="161">
                  <c:v>6.1252348727981296</c:v>
                </c:pt>
                <c:pt idx="162">
                  <c:v>6.1798158715988301</c:v>
                </c:pt>
                <c:pt idx="163">
                  <c:v>6.1826670680034201</c:v>
                </c:pt>
                <c:pt idx="164">
                  <c:v>6.3741293176326703</c:v>
                </c:pt>
                <c:pt idx="165">
                  <c:v>6.5249529692084902</c:v>
                </c:pt>
                <c:pt idx="166">
                  <c:v>6.6853909388596504</c:v>
                </c:pt>
                <c:pt idx="167">
                  <c:v>6.8800214448476602</c:v>
                </c:pt>
                <c:pt idx="168">
                  <c:v>7.0596840048287701</c:v>
                </c:pt>
                <c:pt idx="169">
                  <c:v>7.1246012937092198</c:v>
                </c:pt>
                <c:pt idx="170">
                  <c:v>6.8926546550924801</c:v>
                </c:pt>
                <c:pt idx="171">
                  <c:v>7.0678987256581198</c:v>
                </c:pt>
                <c:pt idx="172">
                  <c:v>7.1299599631158799</c:v>
                </c:pt>
                <c:pt idx="173">
                  <c:v>6.7180000904343498</c:v>
                </c:pt>
                <c:pt idx="174">
                  <c:v>6.7004635091879203</c:v>
                </c:pt>
                <c:pt idx="175">
                  <c:v>6.9212869284910497</c:v>
                </c:pt>
                <c:pt idx="176">
                  <c:v>7.0606080715216999</c:v>
                </c:pt>
                <c:pt idx="177">
                  <c:v>7.2518562082686504</c:v>
                </c:pt>
                <c:pt idx="178">
                  <c:v>7.3051002443574298</c:v>
                </c:pt>
                <c:pt idx="179">
                  <c:v>7.3393703573382201</c:v>
                </c:pt>
                <c:pt idx="180">
                  <c:v>7.2436676379975298</c:v>
                </c:pt>
                <c:pt idx="181">
                  <c:v>7.1241089901300896</c:v>
                </c:pt>
                <c:pt idx="182">
                  <c:v>7.2290485620622</c:v>
                </c:pt>
                <c:pt idx="183">
                  <c:v>7.1683451659650004</c:v>
                </c:pt>
                <c:pt idx="184">
                  <c:v>7.4599777532773297</c:v>
                </c:pt>
                <c:pt idx="185">
                  <c:v>7.8371016320452496</c:v>
                </c:pt>
                <c:pt idx="186">
                  <c:v>7.9259245644014298</c:v>
                </c:pt>
                <c:pt idx="187">
                  <c:v>8.0286070808282197</c:v>
                </c:pt>
                <c:pt idx="188">
                  <c:v>8.1714477412412592</c:v>
                </c:pt>
                <c:pt idx="189">
                  <c:v>8.3474399042725302</c:v>
                </c:pt>
                <c:pt idx="190">
                  <c:v>8.5092149483042903</c:v>
                </c:pt>
                <c:pt idx="191">
                  <c:v>8.77254942743801</c:v>
                </c:pt>
                <c:pt idx="192">
                  <c:v>8.4099006436970001</c:v>
                </c:pt>
                <c:pt idx="193">
                  <c:v>8.5283642619487292</c:v>
                </c:pt>
                <c:pt idx="194">
                  <c:v>8.6162371642523397</c:v>
                </c:pt>
                <c:pt idx="195">
                  <c:v>8.51178487071269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3969408"/>
        <c:axId val="113971200"/>
      </c:lineChart>
      <c:dateAx>
        <c:axId val="11396940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13971200"/>
        <c:crosses val="autoZero"/>
        <c:auto val="1"/>
        <c:lblOffset val="100"/>
        <c:baseTimeUnit val="months"/>
        <c:majorUnit val="5"/>
        <c:majorTimeUnit val="years"/>
      </c:dateAx>
      <c:valAx>
        <c:axId val="113971200"/>
        <c:scaling>
          <c:orientation val="minMax"/>
          <c:max val="9"/>
          <c:min val="3"/>
        </c:scaling>
        <c:delete val="0"/>
        <c:axPos val="l"/>
        <c:numFmt formatCode="General" sourceLinked="1"/>
        <c:majorTickMark val="out"/>
        <c:minorTickMark val="none"/>
        <c:tickLblPos val="nextTo"/>
        <c:crossAx val="113969408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FGLMC</a:t>
            </a:r>
            <a:endParaRPr lang="en-US" dirty="0"/>
          </a:p>
        </c:rich>
      </c:tx>
      <c:layout/>
      <c:overlay val="1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incentive_conv</c:v>
                </c:pt>
              </c:strCache>
            </c:strRef>
          </c:tx>
          <c:marker>
            <c:symbol val="none"/>
          </c:marker>
          <c:cat>
            <c:numRef>
              <c:f>Sheet1!$A$2:$A$116</c:f>
              <c:numCache>
                <c:formatCode>m/d/yyyy</c:formatCode>
                <c:ptCount val="115"/>
                <c:pt idx="0">
                  <c:v>38961</c:v>
                </c:pt>
                <c:pt idx="1">
                  <c:v>38991</c:v>
                </c:pt>
                <c:pt idx="2">
                  <c:v>39022</c:v>
                </c:pt>
                <c:pt idx="3">
                  <c:v>39052</c:v>
                </c:pt>
                <c:pt idx="4">
                  <c:v>39083</c:v>
                </c:pt>
                <c:pt idx="5">
                  <c:v>39114</c:v>
                </c:pt>
                <c:pt idx="6">
                  <c:v>39142</c:v>
                </c:pt>
                <c:pt idx="7">
                  <c:v>39173</c:v>
                </c:pt>
                <c:pt idx="8">
                  <c:v>39203</c:v>
                </c:pt>
                <c:pt idx="9">
                  <c:v>39234</c:v>
                </c:pt>
                <c:pt idx="10">
                  <c:v>39264</c:v>
                </c:pt>
                <c:pt idx="11">
                  <c:v>39295</c:v>
                </c:pt>
                <c:pt idx="12">
                  <c:v>39326</c:v>
                </c:pt>
                <c:pt idx="13">
                  <c:v>39356</c:v>
                </c:pt>
                <c:pt idx="14">
                  <c:v>39387</c:v>
                </c:pt>
                <c:pt idx="15">
                  <c:v>39417</c:v>
                </c:pt>
                <c:pt idx="16">
                  <c:v>39448</c:v>
                </c:pt>
                <c:pt idx="17">
                  <c:v>39479</c:v>
                </c:pt>
                <c:pt idx="18">
                  <c:v>39508</c:v>
                </c:pt>
                <c:pt idx="19">
                  <c:v>39539</c:v>
                </c:pt>
                <c:pt idx="20">
                  <c:v>39569</c:v>
                </c:pt>
                <c:pt idx="21">
                  <c:v>39600</c:v>
                </c:pt>
                <c:pt idx="22">
                  <c:v>39630</c:v>
                </c:pt>
                <c:pt idx="23">
                  <c:v>39661</c:v>
                </c:pt>
                <c:pt idx="24">
                  <c:v>39692</c:v>
                </c:pt>
                <c:pt idx="25">
                  <c:v>39722</c:v>
                </c:pt>
                <c:pt idx="26">
                  <c:v>39753</c:v>
                </c:pt>
                <c:pt idx="27">
                  <c:v>39783</c:v>
                </c:pt>
                <c:pt idx="28">
                  <c:v>39814</c:v>
                </c:pt>
                <c:pt idx="29">
                  <c:v>39845</c:v>
                </c:pt>
                <c:pt idx="30">
                  <c:v>39873</c:v>
                </c:pt>
                <c:pt idx="31">
                  <c:v>39904</c:v>
                </c:pt>
                <c:pt idx="32">
                  <c:v>39934</c:v>
                </c:pt>
                <c:pt idx="33">
                  <c:v>39965</c:v>
                </c:pt>
                <c:pt idx="34">
                  <c:v>39995</c:v>
                </c:pt>
                <c:pt idx="35">
                  <c:v>40026</c:v>
                </c:pt>
                <c:pt idx="36">
                  <c:v>40057</c:v>
                </c:pt>
                <c:pt idx="37">
                  <c:v>40087</c:v>
                </c:pt>
                <c:pt idx="38">
                  <c:v>40118</c:v>
                </c:pt>
                <c:pt idx="39">
                  <c:v>40148</c:v>
                </c:pt>
                <c:pt idx="40">
                  <c:v>40179</c:v>
                </c:pt>
                <c:pt idx="41">
                  <c:v>40210</c:v>
                </c:pt>
                <c:pt idx="42">
                  <c:v>40238</c:v>
                </c:pt>
                <c:pt idx="43">
                  <c:v>40269</c:v>
                </c:pt>
                <c:pt idx="44">
                  <c:v>40299</c:v>
                </c:pt>
                <c:pt idx="45">
                  <c:v>40330</c:v>
                </c:pt>
                <c:pt idx="46">
                  <c:v>40360</c:v>
                </c:pt>
                <c:pt idx="47">
                  <c:v>40391</c:v>
                </c:pt>
                <c:pt idx="48">
                  <c:v>40422</c:v>
                </c:pt>
                <c:pt idx="49">
                  <c:v>40452</c:v>
                </c:pt>
                <c:pt idx="50">
                  <c:v>40483</c:v>
                </c:pt>
                <c:pt idx="51">
                  <c:v>40513</c:v>
                </c:pt>
                <c:pt idx="52">
                  <c:v>40544</c:v>
                </c:pt>
                <c:pt idx="53">
                  <c:v>40575</c:v>
                </c:pt>
                <c:pt idx="54">
                  <c:v>40603</c:v>
                </c:pt>
                <c:pt idx="55">
                  <c:v>40634</c:v>
                </c:pt>
                <c:pt idx="56">
                  <c:v>40664</c:v>
                </c:pt>
                <c:pt idx="57">
                  <c:v>40695</c:v>
                </c:pt>
                <c:pt idx="58">
                  <c:v>40725</c:v>
                </c:pt>
                <c:pt idx="59">
                  <c:v>40756</c:v>
                </c:pt>
                <c:pt idx="60">
                  <c:v>40787</c:v>
                </c:pt>
                <c:pt idx="61">
                  <c:v>40817</c:v>
                </c:pt>
                <c:pt idx="62">
                  <c:v>40848</c:v>
                </c:pt>
                <c:pt idx="63">
                  <c:v>40878</c:v>
                </c:pt>
                <c:pt idx="64">
                  <c:v>40909</c:v>
                </c:pt>
                <c:pt idx="65">
                  <c:v>40940</c:v>
                </c:pt>
                <c:pt idx="66">
                  <c:v>40969</c:v>
                </c:pt>
                <c:pt idx="67">
                  <c:v>41000</c:v>
                </c:pt>
                <c:pt idx="68">
                  <c:v>41030</c:v>
                </c:pt>
                <c:pt idx="69">
                  <c:v>41061</c:v>
                </c:pt>
                <c:pt idx="70">
                  <c:v>41091</c:v>
                </c:pt>
                <c:pt idx="71">
                  <c:v>41122</c:v>
                </c:pt>
                <c:pt idx="72">
                  <c:v>41153</c:v>
                </c:pt>
                <c:pt idx="73">
                  <c:v>41183</c:v>
                </c:pt>
                <c:pt idx="74">
                  <c:v>41214</c:v>
                </c:pt>
                <c:pt idx="75">
                  <c:v>41244</c:v>
                </c:pt>
                <c:pt idx="76">
                  <c:v>41275</c:v>
                </c:pt>
                <c:pt idx="77">
                  <c:v>41306</c:v>
                </c:pt>
                <c:pt idx="78">
                  <c:v>41334</c:v>
                </c:pt>
                <c:pt idx="79">
                  <c:v>41365</c:v>
                </c:pt>
                <c:pt idx="80">
                  <c:v>41395</c:v>
                </c:pt>
                <c:pt idx="81">
                  <c:v>41426</c:v>
                </c:pt>
                <c:pt idx="82">
                  <c:v>41456</c:v>
                </c:pt>
                <c:pt idx="83">
                  <c:v>41487</c:v>
                </c:pt>
                <c:pt idx="84">
                  <c:v>41518</c:v>
                </c:pt>
                <c:pt idx="85">
                  <c:v>41548</c:v>
                </c:pt>
                <c:pt idx="86">
                  <c:v>41579</c:v>
                </c:pt>
                <c:pt idx="87">
                  <c:v>41609</c:v>
                </c:pt>
                <c:pt idx="88">
                  <c:v>41640</c:v>
                </c:pt>
                <c:pt idx="89">
                  <c:v>41671</c:v>
                </c:pt>
                <c:pt idx="90">
                  <c:v>41699</c:v>
                </c:pt>
                <c:pt idx="91">
                  <c:v>41730</c:v>
                </c:pt>
                <c:pt idx="92">
                  <c:v>41760</c:v>
                </c:pt>
                <c:pt idx="93">
                  <c:v>41791</c:v>
                </c:pt>
                <c:pt idx="94">
                  <c:v>41821</c:v>
                </c:pt>
                <c:pt idx="95">
                  <c:v>41852</c:v>
                </c:pt>
                <c:pt idx="96">
                  <c:v>41883</c:v>
                </c:pt>
                <c:pt idx="97">
                  <c:v>41913</c:v>
                </c:pt>
                <c:pt idx="98">
                  <c:v>41944</c:v>
                </c:pt>
                <c:pt idx="99">
                  <c:v>41974</c:v>
                </c:pt>
                <c:pt idx="100">
                  <c:v>42005</c:v>
                </c:pt>
                <c:pt idx="101">
                  <c:v>42036</c:v>
                </c:pt>
                <c:pt idx="102">
                  <c:v>42064</c:v>
                </c:pt>
                <c:pt idx="103">
                  <c:v>42095</c:v>
                </c:pt>
                <c:pt idx="104">
                  <c:v>42125</c:v>
                </c:pt>
                <c:pt idx="105">
                  <c:v>42156</c:v>
                </c:pt>
                <c:pt idx="106">
                  <c:v>42186</c:v>
                </c:pt>
                <c:pt idx="107">
                  <c:v>42217</c:v>
                </c:pt>
                <c:pt idx="108">
                  <c:v>42248</c:v>
                </c:pt>
                <c:pt idx="109">
                  <c:v>42278</c:v>
                </c:pt>
                <c:pt idx="110">
                  <c:v>42309</c:v>
                </c:pt>
                <c:pt idx="111">
                  <c:v>42339</c:v>
                </c:pt>
                <c:pt idx="112">
                  <c:v>42370</c:v>
                </c:pt>
                <c:pt idx="113">
                  <c:v>42401</c:v>
                </c:pt>
                <c:pt idx="114">
                  <c:v>42430</c:v>
                </c:pt>
              </c:numCache>
            </c:numRef>
          </c:cat>
          <c:val>
            <c:numRef>
              <c:f>Sheet1!$B$2:$B$116</c:f>
              <c:numCache>
                <c:formatCode>General</c:formatCode>
                <c:ptCount val="115"/>
                <c:pt idx="0">
                  <c:v>-9.4864743006558505E-2</c:v>
                </c:pt>
                <c:pt idx="1">
                  <c:v>5.18428416404225E-2</c:v>
                </c:pt>
                <c:pt idx="2">
                  <c:v>0.14444660679423801</c:v>
                </c:pt>
                <c:pt idx="3">
                  <c:v>0.26643844047792398</c:v>
                </c:pt>
                <c:pt idx="4">
                  <c:v>0.390810609685798</c:v>
                </c:pt>
                <c:pt idx="5">
                  <c:v>0.28861792630946398</c:v>
                </c:pt>
                <c:pt idx="6">
                  <c:v>0.27710114106994699</c:v>
                </c:pt>
                <c:pt idx="7">
                  <c:v>0.35049413344802299</c:v>
                </c:pt>
                <c:pt idx="8">
                  <c:v>0.30773818237246398</c:v>
                </c:pt>
                <c:pt idx="9">
                  <c:v>0.22261727114761901</c:v>
                </c:pt>
                <c:pt idx="10">
                  <c:v>-0.17611075166099599</c:v>
                </c:pt>
                <c:pt idx="11">
                  <c:v>-0.208207502322793</c:v>
                </c:pt>
                <c:pt idx="12">
                  <c:v>-8.0038463241091595E-2</c:v>
                </c:pt>
                <c:pt idx="13">
                  <c:v>0.10543275803720401</c:v>
                </c:pt>
                <c:pt idx="14">
                  <c:v>0.16656674449592301</c:v>
                </c:pt>
                <c:pt idx="15">
                  <c:v>0.34468944759966802</c:v>
                </c:pt>
                <c:pt idx="16">
                  <c:v>0.45689501652539199</c:v>
                </c:pt>
                <c:pt idx="17">
                  <c:v>0.80369335110207296</c:v>
                </c:pt>
                <c:pt idx="18">
                  <c:v>0.59964378214503999</c:v>
                </c:pt>
                <c:pt idx="19">
                  <c:v>0.53252384595772095</c:v>
                </c:pt>
                <c:pt idx="20">
                  <c:v>0.54013003155213701</c:v>
                </c:pt>
                <c:pt idx="21">
                  <c:v>0.41777601194833403</c:v>
                </c:pt>
                <c:pt idx="22">
                  <c:v>7.0791031619568998E-2</c:v>
                </c:pt>
                <c:pt idx="23">
                  <c:v>-4.3997807336204398E-2</c:v>
                </c:pt>
                <c:pt idx="24">
                  <c:v>-0.115180930336113</c:v>
                </c:pt>
                <c:pt idx="25">
                  <c:v>0.32377315869106998</c:v>
                </c:pt>
                <c:pt idx="26">
                  <c:v>0.17626520029604401</c:v>
                </c:pt>
                <c:pt idx="27">
                  <c:v>0.26478895016404203</c:v>
                </c:pt>
                <c:pt idx="28">
                  <c:v>1.0550863544874201</c:v>
                </c:pt>
                <c:pt idx="29">
                  <c:v>1.3011137062267299</c:v>
                </c:pt>
                <c:pt idx="30">
                  <c:v>1.1933905319016</c:v>
                </c:pt>
                <c:pt idx="31">
                  <c:v>1.2861911280921501</c:v>
                </c:pt>
                <c:pt idx="32">
                  <c:v>1.3911743910662999</c:v>
                </c:pt>
                <c:pt idx="33">
                  <c:v>1.2791436378624499</c:v>
                </c:pt>
                <c:pt idx="34">
                  <c:v>0.65138611167104399</c:v>
                </c:pt>
                <c:pt idx="35">
                  <c:v>0.76576024476173798</c:v>
                </c:pt>
                <c:pt idx="36">
                  <c:v>0.74035785592264303</c:v>
                </c:pt>
                <c:pt idx="37">
                  <c:v>0.84376012851187099</c:v>
                </c:pt>
                <c:pt idx="38">
                  <c:v>0.88542294401933797</c:v>
                </c:pt>
                <c:pt idx="39">
                  <c:v>0.94019135462843895</c:v>
                </c:pt>
                <c:pt idx="40">
                  <c:v>0.85614594847458503</c:v>
                </c:pt>
                <c:pt idx="41">
                  <c:v>0.72255772029083998</c:v>
                </c:pt>
                <c:pt idx="42">
                  <c:v>0.72441138849059605</c:v>
                </c:pt>
                <c:pt idx="43">
                  <c:v>0.66793126372172795</c:v>
                </c:pt>
                <c:pt idx="44">
                  <c:v>0.53298498102883496</c:v>
                </c:pt>
                <c:pt idx="45">
                  <c:v>0.71974301370309202</c:v>
                </c:pt>
                <c:pt idx="46">
                  <c:v>0.86751617854894003</c:v>
                </c:pt>
                <c:pt idx="47">
                  <c:v>0.97325563193367803</c:v>
                </c:pt>
                <c:pt idx="48">
                  <c:v>1.0743219226353</c:v>
                </c:pt>
                <c:pt idx="49">
                  <c:v>1.1086664962508099</c:v>
                </c:pt>
                <c:pt idx="50">
                  <c:v>1.16757621955133</c:v>
                </c:pt>
                <c:pt idx="51">
                  <c:v>1.0399350647230601</c:v>
                </c:pt>
                <c:pt idx="52">
                  <c:v>0.5910177328324</c:v>
                </c:pt>
                <c:pt idx="53">
                  <c:v>0.48457504972930399</c:v>
                </c:pt>
                <c:pt idx="54">
                  <c:v>0.25443147502226698</c:v>
                </c:pt>
                <c:pt idx="55">
                  <c:v>0.36450555359181303</c:v>
                </c:pt>
                <c:pt idx="56">
                  <c:v>0.362405250152877</c:v>
                </c:pt>
                <c:pt idx="57">
                  <c:v>0.55903650408316297</c:v>
                </c:pt>
                <c:pt idx="58">
                  <c:v>0.68021928364760598</c:v>
                </c:pt>
                <c:pt idx="59">
                  <c:v>0.64353212417933003</c:v>
                </c:pt>
                <c:pt idx="60">
                  <c:v>0.92049695299064405</c:v>
                </c:pt>
                <c:pt idx="61">
                  <c:v>1.0829874164756199</c:v>
                </c:pt>
                <c:pt idx="62">
                  <c:v>1.0417990018304599</c:v>
                </c:pt>
                <c:pt idx="63">
                  <c:v>1.1138849053182101</c:v>
                </c:pt>
                <c:pt idx="64">
                  <c:v>1.1387417764213501</c:v>
                </c:pt>
                <c:pt idx="65">
                  <c:v>1.13868420620577</c:v>
                </c:pt>
                <c:pt idx="66">
                  <c:v>1.11747914353666</c:v>
                </c:pt>
                <c:pt idx="67">
                  <c:v>1.0515920804038099</c:v>
                </c:pt>
                <c:pt idx="68">
                  <c:v>1.12309667260476</c:v>
                </c:pt>
                <c:pt idx="69">
                  <c:v>1.2278780489883601</c:v>
                </c:pt>
                <c:pt idx="70">
                  <c:v>1.3347600830028099</c:v>
                </c:pt>
                <c:pt idx="71">
                  <c:v>1.4307581635423801</c:v>
                </c:pt>
                <c:pt idx="72">
                  <c:v>1.3660403093261799</c:v>
                </c:pt>
                <c:pt idx="73">
                  <c:v>1.4385576716336499</c:v>
                </c:pt>
                <c:pt idx="74">
                  <c:v>1.4894903535689801</c:v>
                </c:pt>
                <c:pt idx="75">
                  <c:v>1.45969748581557</c:v>
                </c:pt>
                <c:pt idx="76">
                  <c:v>1.4373258771303601</c:v>
                </c:pt>
                <c:pt idx="77">
                  <c:v>1.3251579540013201</c:v>
                </c:pt>
                <c:pt idx="78">
                  <c:v>1.1383960963444599</c:v>
                </c:pt>
                <c:pt idx="79">
                  <c:v>1.0805235423835999</c:v>
                </c:pt>
                <c:pt idx="80">
                  <c:v>1.16793886161098</c:v>
                </c:pt>
                <c:pt idx="81">
                  <c:v>1.0678903284024399</c:v>
                </c:pt>
                <c:pt idx="82">
                  <c:v>0.485398980698517</c:v>
                </c:pt>
                <c:pt idx="83">
                  <c:v>0.14749602627095201</c:v>
                </c:pt>
                <c:pt idx="84">
                  <c:v>2.6324460141781299E-2</c:v>
                </c:pt>
                <c:pt idx="85">
                  <c:v>-1.4643423114694701E-2</c:v>
                </c:pt>
                <c:pt idx="86">
                  <c:v>0.267832236804318</c:v>
                </c:pt>
                <c:pt idx="87">
                  <c:v>0.16178110338325499</c:v>
                </c:pt>
                <c:pt idx="88">
                  <c:v>-3.055233214286E-2</c:v>
                </c:pt>
                <c:pt idx="89">
                  <c:v>-3.2017366674730298E-2</c:v>
                </c:pt>
                <c:pt idx="90">
                  <c:v>9.5886102252205702E-2</c:v>
                </c:pt>
                <c:pt idx="91">
                  <c:v>8.9431503220627595E-2</c:v>
                </c:pt>
                <c:pt idx="92">
                  <c:v>0.10505337769368001</c:v>
                </c:pt>
                <c:pt idx="93">
                  <c:v>0.29496121942884201</c:v>
                </c:pt>
                <c:pt idx="94">
                  <c:v>0.31075046908216702</c:v>
                </c:pt>
                <c:pt idx="95">
                  <c:v>0.32732409380286998</c:v>
                </c:pt>
                <c:pt idx="96">
                  <c:v>0.34236257847569301</c:v>
                </c:pt>
                <c:pt idx="97">
                  <c:v>0.30311220796231603</c:v>
                </c:pt>
                <c:pt idx="98">
                  <c:v>0.42275960777015098</c:v>
                </c:pt>
                <c:pt idx="99">
                  <c:v>0.44510455044444303</c:v>
                </c:pt>
                <c:pt idx="100">
                  <c:v>0.59239752548798397</c:v>
                </c:pt>
                <c:pt idx="101">
                  <c:v>0.76223425940752598</c:v>
                </c:pt>
                <c:pt idx="102">
                  <c:v>0.71201159766567002</c:v>
                </c:pt>
                <c:pt idx="103">
                  <c:v>0.66377523440585795</c:v>
                </c:pt>
                <c:pt idx="104">
                  <c:v>0.74959353560154995</c:v>
                </c:pt>
                <c:pt idx="105">
                  <c:v>0.57437328801645704</c:v>
                </c:pt>
                <c:pt idx="106">
                  <c:v>0.41216865476373898</c:v>
                </c:pt>
                <c:pt idx="107">
                  <c:v>0.34956414836794902</c:v>
                </c:pt>
                <c:pt idx="108">
                  <c:v>0.49052474590259998</c:v>
                </c:pt>
                <c:pt idx="109">
                  <c:v>0.49768762723285798</c:v>
                </c:pt>
                <c:pt idx="110">
                  <c:v>0.59122611373662504</c:v>
                </c:pt>
                <c:pt idx="111">
                  <c:v>0.414800880977786</c:v>
                </c:pt>
                <c:pt idx="112">
                  <c:v>0.39236832974649</c:v>
                </c:pt>
                <c:pt idx="113">
                  <c:v>0.47643507256125001</c:v>
                </c:pt>
                <c:pt idx="114">
                  <c:v>0.696146771268769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incentive_gnma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Sheet1!$A$2:$A$116</c:f>
              <c:numCache>
                <c:formatCode>m/d/yyyy</c:formatCode>
                <c:ptCount val="115"/>
                <c:pt idx="0">
                  <c:v>38961</c:v>
                </c:pt>
                <c:pt idx="1">
                  <c:v>38991</c:v>
                </c:pt>
                <c:pt idx="2">
                  <c:v>39022</c:v>
                </c:pt>
                <c:pt idx="3">
                  <c:v>39052</c:v>
                </c:pt>
                <c:pt idx="4">
                  <c:v>39083</c:v>
                </c:pt>
                <c:pt idx="5">
                  <c:v>39114</c:v>
                </c:pt>
                <c:pt idx="6">
                  <c:v>39142</c:v>
                </c:pt>
                <c:pt idx="7">
                  <c:v>39173</c:v>
                </c:pt>
                <c:pt idx="8">
                  <c:v>39203</c:v>
                </c:pt>
                <c:pt idx="9">
                  <c:v>39234</c:v>
                </c:pt>
                <c:pt idx="10">
                  <c:v>39264</c:v>
                </c:pt>
                <c:pt idx="11">
                  <c:v>39295</c:v>
                </c:pt>
                <c:pt idx="12">
                  <c:v>39326</c:v>
                </c:pt>
                <c:pt idx="13">
                  <c:v>39356</c:v>
                </c:pt>
                <c:pt idx="14">
                  <c:v>39387</c:v>
                </c:pt>
                <c:pt idx="15">
                  <c:v>39417</c:v>
                </c:pt>
                <c:pt idx="16">
                  <c:v>39448</c:v>
                </c:pt>
                <c:pt idx="17">
                  <c:v>39479</c:v>
                </c:pt>
                <c:pt idx="18">
                  <c:v>39508</c:v>
                </c:pt>
                <c:pt idx="19">
                  <c:v>39539</c:v>
                </c:pt>
                <c:pt idx="20">
                  <c:v>39569</c:v>
                </c:pt>
                <c:pt idx="21">
                  <c:v>39600</c:v>
                </c:pt>
                <c:pt idx="22">
                  <c:v>39630</c:v>
                </c:pt>
                <c:pt idx="23">
                  <c:v>39661</c:v>
                </c:pt>
                <c:pt idx="24">
                  <c:v>39692</c:v>
                </c:pt>
                <c:pt idx="25">
                  <c:v>39722</c:v>
                </c:pt>
                <c:pt idx="26">
                  <c:v>39753</c:v>
                </c:pt>
                <c:pt idx="27">
                  <c:v>39783</c:v>
                </c:pt>
                <c:pt idx="28">
                  <c:v>39814</c:v>
                </c:pt>
                <c:pt idx="29">
                  <c:v>39845</c:v>
                </c:pt>
                <c:pt idx="30">
                  <c:v>39873</c:v>
                </c:pt>
                <c:pt idx="31">
                  <c:v>39904</c:v>
                </c:pt>
                <c:pt idx="32">
                  <c:v>39934</c:v>
                </c:pt>
                <c:pt idx="33">
                  <c:v>39965</c:v>
                </c:pt>
                <c:pt idx="34">
                  <c:v>39995</c:v>
                </c:pt>
                <c:pt idx="35">
                  <c:v>40026</c:v>
                </c:pt>
                <c:pt idx="36">
                  <c:v>40057</c:v>
                </c:pt>
                <c:pt idx="37">
                  <c:v>40087</c:v>
                </c:pt>
                <c:pt idx="38">
                  <c:v>40118</c:v>
                </c:pt>
                <c:pt idx="39">
                  <c:v>40148</c:v>
                </c:pt>
                <c:pt idx="40">
                  <c:v>40179</c:v>
                </c:pt>
                <c:pt idx="41">
                  <c:v>40210</c:v>
                </c:pt>
                <c:pt idx="42">
                  <c:v>40238</c:v>
                </c:pt>
                <c:pt idx="43">
                  <c:v>40269</c:v>
                </c:pt>
                <c:pt idx="44">
                  <c:v>40299</c:v>
                </c:pt>
                <c:pt idx="45">
                  <c:v>40330</c:v>
                </c:pt>
                <c:pt idx="46">
                  <c:v>40360</c:v>
                </c:pt>
                <c:pt idx="47">
                  <c:v>40391</c:v>
                </c:pt>
                <c:pt idx="48">
                  <c:v>40422</c:v>
                </c:pt>
                <c:pt idx="49">
                  <c:v>40452</c:v>
                </c:pt>
                <c:pt idx="50">
                  <c:v>40483</c:v>
                </c:pt>
                <c:pt idx="51">
                  <c:v>40513</c:v>
                </c:pt>
                <c:pt idx="52">
                  <c:v>40544</c:v>
                </c:pt>
                <c:pt idx="53">
                  <c:v>40575</c:v>
                </c:pt>
                <c:pt idx="54">
                  <c:v>40603</c:v>
                </c:pt>
                <c:pt idx="55">
                  <c:v>40634</c:v>
                </c:pt>
                <c:pt idx="56">
                  <c:v>40664</c:v>
                </c:pt>
                <c:pt idx="57">
                  <c:v>40695</c:v>
                </c:pt>
                <c:pt idx="58">
                  <c:v>40725</c:v>
                </c:pt>
                <c:pt idx="59">
                  <c:v>40756</c:v>
                </c:pt>
                <c:pt idx="60">
                  <c:v>40787</c:v>
                </c:pt>
                <c:pt idx="61">
                  <c:v>40817</c:v>
                </c:pt>
                <c:pt idx="62">
                  <c:v>40848</c:v>
                </c:pt>
                <c:pt idx="63">
                  <c:v>40878</c:v>
                </c:pt>
                <c:pt idx="64">
                  <c:v>40909</c:v>
                </c:pt>
                <c:pt idx="65">
                  <c:v>40940</c:v>
                </c:pt>
                <c:pt idx="66">
                  <c:v>40969</c:v>
                </c:pt>
                <c:pt idx="67">
                  <c:v>41000</c:v>
                </c:pt>
                <c:pt idx="68">
                  <c:v>41030</c:v>
                </c:pt>
                <c:pt idx="69">
                  <c:v>41061</c:v>
                </c:pt>
                <c:pt idx="70">
                  <c:v>41091</c:v>
                </c:pt>
                <c:pt idx="71">
                  <c:v>41122</c:v>
                </c:pt>
                <c:pt idx="72">
                  <c:v>41153</c:v>
                </c:pt>
                <c:pt idx="73">
                  <c:v>41183</c:v>
                </c:pt>
                <c:pt idx="74">
                  <c:v>41214</c:v>
                </c:pt>
                <c:pt idx="75">
                  <c:v>41244</c:v>
                </c:pt>
                <c:pt idx="76">
                  <c:v>41275</c:v>
                </c:pt>
                <c:pt idx="77">
                  <c:v>41306</c:v>
                </c:pt>
                <c:pt idx="78">
                  <c:v>41334</c:v>
                </c:pt>
                <c:pt idx="79">
                  <c:v>41365</c:v>
                </c:pt>
                <c:pt idx="80">
                  <c:v>41395</c:v>
                </c:pt>
                <c:pt idx="81">
                  <c:v>41426</c:v>
                </c:pt>
                <c:pt idx="82">
                  <c:v>41456</c:v>
                </c:pt>
                <c:pt idx="83">
                  <c:v>41487</c:v>
                </c:pt>
                <c:pt idx="84">
                  <c:v>41518</c:v>
                </c:pt>
                <c:pt idx="85">
                  <c:v>41548</c:v>
                </c:pt>
                <c:pt idx="86">
                  <c:v>41579</c:v>
                </c:pt>
                <c:pt idx="87">
                  <c:v>41609</c:v>
                </c:pt>
                <c:pt idx="88">
                  <c:v>41640</c:v>
                </c:pt>
                <c:pt idx="89">
                  <c:v>41671</c:v>
                </c:pt>
                <c:pt idx="90">
                  <c:v>41699</c:v>
                </c:pt>
                <c:pt idx="91">
                  <c:v>41730</c:v>
                </c:pt>
                <c:pt idx="92">
                  <c:v>41760</c:v>
                </c:pt>
                <c:pt idx="93">
                  <c:v>41791</c:v>
                </c:pt>
                <c:pt idx="94">
                  <c:v>41821</c:v>
                </c:pt>
                <c:pt idx="95">
                  <c:v>41852</c:v>
                </c:pt>
                <c:pt idx="96">
                  <c:v>41883</c:v>
                </c:pt>
                <c:pt idx="97">
                  <c:v>41913</c:v>
                </c:pt>
                <c:pt idx="98">
                  <c:v>41944</c:v>
                </c:pt>
                <c:pt idx="99">
                  <c:v>41974</c:v>
                </c:pt>
                <c:pt idx="100">
                  <c:v>42005</c:v>
                </c:pt>
                <c:pt idx="101">
                  <c:v>42036</c:v>
                </c:pt>
                <c:pt idx="102">
                  <c:v>42064</c:v>
                </c:pt>
                <c:pt idx="103">
                  <c:v>42095</c:v>
                </c:pt>
                <c:pt idx="104">
                  <c:v>42125</c:v>
                </c:pt>
                <c:pt idx="105">
                  <c:v>42156</c:v>
                </c:pt>
                <c:pt idx="106">
                  <c:v>42186</c:v>
                </c:pt>
                <c:pt idx="107">
                  <c:v>42217</c:v>
                </c:pt>
                <c:pt idx="108">
                  <c:v>42248</c:v>
                </c:pt>
                <c:pt idx="109">
                  <c:v>42278</c:v>
                </c:pt>
                <c:pt idx="110">
                  <c:v>42309</c:v>
                </c:pt>
                <c:pt idx="111">
                  <c:v>42339</c:v>
                </c:pt>
                <c:pt idx="112">
                  <c:v>42370</c:v>
                </c:pt>
                <c:pt idx="113">
                  <c:v>42401</c:v>
                </c:pt>
                <c:pt idx="114">
                  <c:v>42430</c:v>
                </c:pt>
              </c:numCache>
            </c:numRef>
          </c:cat>
          <c:val>
            <c:numRef>
              <c:f>Sheet1!$C$2:$C$116</c:f>
              <c:numCache>
                <c:formatCode>General</c:formatCode>
                <c:ptCount val="115"/>
                <c:pt idx="0">
                  <c:v>-0.42925060271568699</c:v>
                </c:pt>
                <c:pt idx="1">
                  <c:v>-0.35016092749970701</c:v>
                </c:pt>
                <c:pt idx="2">
                  <c:v>-0.22585023579906</c:v>
                </c:pt>
                <c:pt idx="3">
                  <c:v>-0.104146450947085</c:v>
                </c:pt>
                <c:pt idx="4">
                  <c:v>-0.22963244458512799</c:v>
                </c:pt>
                <c:pt idx="5">
                  <c:v>-0.25652050224853001</c:v>
                </c:pt>
                <c:pt idx="6">
                  <c:v>-0.19094071607597199</c:v>
                </c:pt>
                <c:pt idx="7">
                  <c:v>-0.25868351884962298</c:v>
                </c:pt>
                <c:pt idx="8">
                  <c:v>-0.35122280111098803</c:v>
                </c:pt>
                <c:pt idx="9">
                  <c:v>-0.74834191520171101</c:v>
                </c:pt>
                <c:pt idx="10">
                  <c:v>-0.769609594226216</c:v>
                </c:pt>
                <c:pt idx="11">
                  <c:v>-0.62007826407203204</c:v>
                </c:pt>
                <c:pt idx="12">
                  <c:v>-0.43628338846853998</c:v>
                </c:pt>
                <c:pt idx="13">
                  <c:v>-0.35672715864388999</c:v>
                </c:pt>
                <c:pt idx="14">
                  <c:v>-0.166391514067807</c:v>
                </c:pt>
                <c:pt idx="15">
                  <c:v>-4.6496289118968998E-2</c:v>
                </c:pt>
                <c:pt idx="16">
                  <c:v>0.30250433446185898</c:v>
                </c:pt>
                <c:pt idx="17">
                  <c:v>0.107176168007691</c:v>
                </c:pt>
                <c:pt idx="18">
                  <c:v>1.8102536803810999E-2</c:v>
                </c:pt>
                <c:pt idx="19">
                  <c:v>3.3069671153301998E-2</c:v>
                </c:pt>
                <c:pt idx="20">
                  <c:v>-0.103303643959298</c:v>
                </c:pt>
                <c:pt idx="21">
                  <c:v>-0.45877808001769099</c:v>
                </c:pt>
                <c:pt idx="22">
                  <c:v>-0.58405468958069595</c:v>
                </c:pt>
                <c:pt idx="23">
                  <c:v>-0.65203257979881002</c:v>
                </c:pt>
                <c:pt idx="24">
                  <c:v>-0.194220202561211</c:v>
                </c:pt>
                <c:pt idx="25">
                  <c:v>-0.36385562960454698</c:v>
                </c:pt>
                <c:pt idx="26">
                  <c:v>-0.29471439058318799</c:v>
                </c:pt>
                <c:pt idx="27">
                  <c:v>0.47515336373212502</c:v>
                </c:pt>
                <c:pt idx="28">
                  <c:v>0.68405987970016602</c:v>
                </c:pt>
                <c:pt idx="29">
                  <c:v>0.54522781142088605</c:v>
                </c:pt>
                <c:pt idx="30">
                  <c:v>0.62060577917508197</c:v>
                </c:pt>
                <c:pt idx="31">
                  <c:v>0.754981015843044</c:v>
                </c:pt>
                <c:pt idx="32">
                  <c:v>0.59080079355808601</c:v>
                </c:pt>
                <c:pt idx="33">
                  <c:v>-4.3450319686531999E-2</c:v>
                </c:pt>
                <c:pt idx="34">
                  <c:v>0.11897091033075</c:v>
                </c:pt>
                <c:pt idx="35">
                  <c:v>6.0736485112578002E-2</c:v>
                </c:pt>
                <c:pt idx="36">
                  <c:v>0.17935047390912801</c:v>
                </c:pt>
                <c:pt idx="37">
                  <c:v>0.23550600540314401</c:v>
                </c:pt>
                <c:pt idx="38">
                  <c:v>0.316895771688608</c:v>
                </c:pt>
                <c:pt idx="39">
                  <c:v>0.25854703382712102</c:v>
                </c:pt>
                <c:pt idx="40">
                  <c:v>0.14533479800829399</c:v>
                </c:pt>
                <c:pt idx="41">
                  <c:v>0.19337146561035401</c:v>
                </c:pt>
                <c:pt idx="42">
                  <c:v>0.21374207516399699</c:v>
                </c:pt>
                <c:pt idx="43">
                  <c:v>5.35205807353E-2</c:v>
                </c:pt>
                <c:pt idx="44">
                  <c:v>0.19475114671812899</c:v>
                </c:pt>
                <c:pt idx="45">
                  <c:v>0.36872043715313901</c:v>
                </c:pt>
                <c:pt idx="46">
                  <c:v>0.52317787647200398</c:v>
                </c:pt>
                <c:pt idx="47">
                  <c:v>0.651253953673541</c:v>
                </c:pt>
                <c:pt idx="48">
                  <c:v>0.71247421946533096</c:v>
                </c:pt>
                <c:pt idx="49">
                  <c:v>0.79776377842690105</c:v>
                </c:pt>
                <c:pt idx="50">
                  <c:v>0.44498537396283699</c:v>
                </c:pt>
                <c:pt idx="51">
                  <c:v>1.3292947450842999E-2</c:v>
                </c:pt>
                <c:pt idx="52">
                  <c:v>-7.3251384020973004E-2</c:v>
                </c:pt>
                <c:pt idx="53">
                  <c:v>-0.28860155481081001</c:v>
                </c:pt>
                <c:pt idx="54">
                  <c:v>-0.18303115540481599</c:v>
                </c:pt>
                <c:pt idx="55">
                  <c:v>-0.161835513689917</c:v>
                </c:pt>
                <c:pt idx="56">
                  <c:v>-0.18645045915821801</c:v>
                </c:pt>
                <c:pt idx="57">
                  <c:v>-7.0008648345069998E-3</c:v>
                </c:pt>
                <c:pt idx="58">
                  <c:v>-3.7740525443759998E-2</c:v>
                </c:pt>
                <c:pt idx="59">
                  <c:v>0.27629325199440802</c:v>
                </c:pt>
                <c:pt idx="60">
                  <c:v>0.47091416099274103</c:v>
                </c:pt>
                <c:pt idx="61">
                  <c:v>0.446050327224147</c:v>
                </c:pt>
                <c:pt idx="62">
                  <c:v>0.50311427945720799</c:v>
                </c:pt>
                <c:pt idx="63">
                  <c:v>0.50840479330626698</c:v>
                </c:pt>
                <c:pt idx="64">
                  <c:v>0.52752983781523799</c:v>
                </c:pt>
                <c:pt idx="65">
                  <c:v>0.49829144615916698</c:v>
                </c:pt>
                <c:pt idx="66">
                  <c:v>0.39454382463013798</c:v>
                </c:pt>
                <c:pt idx="67">
                  <c:v>0.39377468455267101</c:v>
                </c:pt>
                <c:pt idx="68">
                  <c:v>0.32934870023963903</c:v>
                </c:pt>
                <c:pt idx="69">
                  <c:v>0.441970157502104</c:v>
                </c:pt>
                <c:pt idx="70">
                  <c:v>0.78986662049804202</c:v>
                </c:pt>
                <c:pt idx="71">
                  <c:v>0.72535610473876</c:v>
                </c:pt>
                <c:pt idx="72">
                  <c:v>0.78076090700790401</c:v>
                </c:pt>
                <c:pt idx="73">
                  <c:v>0.864305920034251</c:v>
                </c:pt>
                <c:pt idx="74">
                  <c:v>0.81357120951937401</c:v>
                </c:pt>
                <c:pt idx="75">
                  <c:v>0.75585447303173403</c:v>
                </c:pt>
                <c:pt idx="76">
                  <c:v>0.661031889962164</c:v>
                </c:pt>
                <c:pt idx="77">
                  <c:v>0.47770629224675598</c:v>
                </c:pt>
                <c:pt idx="78">
                  <c:v>0.41799148527047703</c:v>
                </c:pt>
                <c:pt idx="79">
                  <c:v>0.479026193416973</c:v>
                </c:pt>
                <c:pt idx="80">
                  <c:v>0.29133997761080199</c:v>
                </c:pt>
                <c:pt idx="81">
                  <c:v>-0.28517484687295402</c:v>
                </c:pt>
                <c:pt idx="82">
                  <c:v>-0.65244584333325994</c:v>
                </c:pt>
                <c:pt idx="83">
                  <c:v>-0.79487087894736597</c:v>
                </c:pt>
                <c:pt idx="84">
                  <c:v>-0.85248937319084905</c:v>
                </c:pt>
                <c:pt idx="85">
                  <c:v>-0.54198366896986605</c:v>
                </c:pt>
                <c:pt idx="86">
                  <c:v>-0.56786287833965399</c:v>
                </c:pt>
                <c:pt idx="87">
                  <c:v>-0.78118353261421702</c:v>
                </c:pt>
                <c:pt idx="88">
                  <c:v>-0.73636407646655</c:v>
                </c:pt>
                <c:pt idx="89">
                  <c:v>-0.55724022122612404</c:v>
                </c:pt>
                <c:pt idx="90">
                  <c:v>-0.55579208478189102</c:v>
                </c:pt>
                <c:pt idx="91">
                  <c:v>-0.57625054554802702</c:v>
                </c:pt>
                <c:pt idx="92">
                  <c:v>-0.42384635996538</c:v>
                </c:pt>
                <c:pt idx="93">
                  <c:v>-0.37627996291537902</c:v>
                </c:pt>
                <c:pt idx="94">
                  <c:v>-0.37954471894432501</c:v>
                </c:pt>
                <c:pt idx="95">
                  <c:v>-0.38780706878334098</c:v>
                </c:pt>
                <c:pt idx="96">
                  <c:v>-0.444243405579822</c:v>
                </c:pt>
                <c:pt idx="97">
                  <c:v>-0.31180332554678097</c:v>
                </c:pt>
                <c:pt idx="98">
                  <c:v>-0.27341005029172299</c:v>
                </c:pt>
                <c:pt idx="99">
                  <c:v>-0.17881363328866801</c:v>
                </c:pt>
                <c:pt idx="100">
                  <c:v>-1.199939631296E-3</c:v>
                </c:pt>
                <c:pt idx="101">
                  <c:v>0.35431305959401599</c:v>
                </c:pt>
                <c:pt idx="102">
                  <c:v>0.25899194417453197</c:v>
                </c:pt>
                <c:pt idx="103">
                  <c:v>0.347410939211727</c:v>
                </c:pt>
                <c:pt idx="104">
                  <c:v>8.9717214061719994E-2</c:v>
                </c:pt>
                <c:pt idx="105">
                  <c:v>-5.9491729826188999E-2</c:v>
                </c:pt>
                <c:pt idx="106">
                  <c:v>-0.14866036364771601</c:v>
                </c:pt>
                <c:pt idx="107">
                  <c:v>1.641690929018E-3</c:v>
                </c:pt>
                <c:pt idx="108">
                  <c:v>2.9292446331154E-2</c:v>
                </c:pt>
                <c:pt idx="109">
                  <c:v>0.127587853401263</c:v>
                </c:pt>
                <c:pt idx="110">
                  <c:v>-1.0983757518265001E-2</c:v>
                </c:pt>
                <c:pt idx="111">
                  <c:v>-5.1879780998967E-2</c:v>
                </c:pt>
                <c:pt idx="112">
                  <c:v>5.8648861484855E-2</c:v>
                </c:pt>
                <c:pt idx="113">
                  <c:v>0.24248224878711799</c:v>
                </c:pt>
                <c:pt idx="114">
                  <c:v>0.267107715972905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2945024"/>
        <c:axId val="112946560"/>
      </c:lineChart>
      <c:dateAx>
        <c:axId val="11294502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crossAx val="112946560"/>
        <c:crosses val="autoZero"/>
        <c:auto val="1"/>
        <c:lblOffset val="100"/>
        <c:baseTimeUnit val="months"/>
        <c:majorUnit val="24"/>
        <c:majorTimeUnit val="months"/>
      </c:dateAx>
      <c:valAx>
        <c:axId val="11294656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12945024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FGU6</a:t>
            </a:r>
            <a:endParaRPr lang="en-US" dirty="0"/>
          </a:p>
        </c:rich>
      </c:tx>
      <c:layout/>
      <c:overlay val="1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incentive_conv</c:v>
                </c:pt>
              </c:strCache>
            </c:strRef>
          </c:tx>
          <c:marker>
            <c:symbol val="none"/>
          </c:marker>
          <c:cat>
            <c:numRef>
              <c:f>Sheet1!$A$2:$A$77</c:f>
              <c:numCache>
                <c:formatCode>m/d/yyyy</c:formatCode>
                <c:ptCount val="76"/>
                <c:pt idx="0">
                  <c:v>40148</c:v>
                </c:pt>
                <c:pt idx="1">
                  <c:v>40179</c:v>
                </c:pt>
                <c:pt idx="2">
                  <c:v>40210</c:v>
                </c:pt>
                <c:pt idx="3">
                  <c:v>40238</c:v>
                </c:pt>
                <c:pt idx="4">
                  <c:v>40269</c:v>
                </c:pt>
                <c:pt idx="5">
                  <c:v>40299</c:v>
                </c:pt>
                <c:pt idx="6">
                  <c:v>40330</c:v>
                </c:pt>
                <c:pt idx="7">
                  <c:v>40360</c:v>
                </c:pt>
                <c:pt idx="8">
                  <c:v>40391</c:v>
                </c:pt>
                <c:pt idx="9">
                  <c:v>40422</c:v>
                </c:pt>
                <c:pt idx="10">
                  <c:v>40452</c:v>
                </c:pt>
                <c:pt idx="11">
                  <c:v>40483</c:v>
                </c:pt>
                <c:pt idx="12">
                  <c:v>40513</c:v>
                </c:pt>
                <c:pt idx="13">
                  <c:v>40544</c:v>
                </c:pt>
                <c:pt idx="14">
                  <c:v>40575</c:v>
                </c:pt>
                <c:pt idx="15">
                  <c:v>40603</c:v>
                </c:pt>
                <c:pt idx="16">
                  <c:v>40634</c:v>
                </c:pt>
                <c:pt idx="17">
                  <c:v>40664</c:v>
                </c:pt>
                <c:pt idx="18">
                  <c:v>40695</c:v>
                </c:pt>
                <c:pt idx="19">
                  <c:v>40725</c:v>
                </c:pt>
                <c:pt idx="20">
                  <c:v>40756</c:v>
                </c:pt>
                <c:pt idx="21">
                  <c:v>40787</c:v>
                </c:pt>
                <c:pt idx="22">
                  <c:v>40817</c:v>
                </c:pt>
                <c:pt idx="23">
                  <c:v>40848</c:v>
                </c:pt>
                <c:pt idx="24">
                  <c:v>40878</c:v>
                </c:pt>
                <c:pt idx="25">
                  <c:v>40909</c:v>
                </c:pt>
                <c:pt idx="26">
                  <c:v>40940</c:v>
                </c:pt>
                <c:pt idx="27">
                  <c:v>40969</c:v>
                </c:pt>
                <c:pt idx="28">
                  <c:v>41000</c:v>
                </c:pt>
                <c:pt idx="29">
                  <c:v>41030</c:v>
                </c:pt>
                <c:pt idx="30">
                  <c:v>41061</c:v>
                </c:pt>
                <c:pt idx="31">
                  <c:v>41091</c:v>
                </c:pt>
                <c:pt idx="32">
                  <c:v>41122</c:v>
                </c:pt>
                <c:pt idx="33">
                  <c:v>41153</c:v>
                </c:pt>
                <c:pt idx="34">
                  <c:v>41183</c:v>
                </c:pt>
                <c:pt idx="35">
                  <c:v>41214</c:v>
                </c:pt>
                <c:pt idx="36">
                  <c:v>41244</c:v>
                </c:pt>
                <c:pt idx="37">
                  <c:v>41275</c:v>
                </c:pt>
                <c:pt idx="38">
                  <c:v>41306</c:v>
                </c:pt>
                <c:pt idx="39">
                  <c:v>41334</c:v>
                </c:pt>
                <c:pt idx="40">
                  <c:v>41365</c:v>
                </c:pt>
                <c:pt idx="41">
                  <c:v>41395</c:v>
                </c:pt>
                <c:pt idx="42">
                  <c:v>41426</c:v>
                </c:pt>
                <c:pt idx="43">
                  <c:v>41456</c:v>
                </c:pt>
                <c:pt idx="44">
                  <c:v>41487</c:v>
                </c:pt>
                <c:pt idx="45">
                  <c:v>41518</c:v>
                </c:pt>
                <c:pt idx="46">
                  <c:v>41548</c:v>
                </c:pt>
                <c:pt idx="47">
                  <c:v>41579</c:v>
                </c:pt>
                <c:pt idx="48">
                  <c:v>41609</c:v>
                </c:pt>
                <c:pt idx="49">
                  <c:v>41640</c:v>
                </c:pt>
                <c:pt idx="50">
                  <c:v>41671</c:v>
                </c:pt>
                <c:pt idx="51">
                  <c:v>41699</c:v>
                </c:pt>
                <c:pt idx="52">
                  <c:v>41730</c:v>
                </c:pt>
                <c:pt idx="53">
                  <c:v>41760</c:v>
                </c:pt>
                <c:pt idx="54">
                  <c:v>41791</c:v>
                </c:pt>
                <c:pt idx="55">
                  <c:v>41821</c:v>
                </c:pt>
                <c:pt idx="56">
                  <c:v>41852</c:v>
                </c:pt>
                <c:pt idx="57">
                  <c:v>41883</c:v>
                </c:pt>
                <c:pt idx="58">
                  <c:v>41913</c:v>
                </c:pt>
                <c:pt idx="59">
                  <c:v>41944</c:v>
                </c:pt>
                <c:pt idx="60">
                  <c:v>41974</c:v>
                </c:pt>
                <c:pt idx="61">
                  <c:v>42005</c:v>
                </c:pt>
                <c:pt idx="62">
                  <c:v>42036</c:v>
                </c:pt>
                <c:pt idx="63">
                  <c:v>42064</c:v>
                </c:pt>
                <c:pt idx="64">
                  <c:v>42095</c:v>
                </c:pt>
                <c:pt idx="65">
                  <c:v>42125</c:v>
                </c:pt>
                <c:pt idx="66">
                  <c:v>42156</c:v>
                </c:pt>
                <c:pt idx="67">
                  <c:v>42186</c:v>
                </c:pt>
                <c:pt idx="68">
                  <c:v>42217</c:v>
                </c:pt>
                <c:pt idx="69">
                  <c:v>42248</c:v>
                </c:pt>
                <c:pt idx="70">
                  <c:v>42278</c:v>
                </c:pt>
                <c:pt idx="71">
                  <c:v>42309</c:v>
                </c:pt>
                <c:pt idx="72">
                  <c:v>42339</c:v>
                </c:pt>
                <c:pt idx="73">
                  <c:v>42370</c:v>
                </c:pt>
                <c:pt idx="74">
                  <c:v>42401</c:v>
                </c:pt>
                <c:pt idx="75">
                  <c:v>42430</c:v>
                </c:pt>
              </c:numCache>
            </c:numRef>
          </c:cat>
          <c:val>
            <c:numRef>
              <c:f>Sheet1!$B$2:$B$77</c:f>
              <c:numCache>
                <c:formatCode>General</c:formatCode>
                <c:ptCount val="76"/>
                <c:pt idx="0">
                  <c:v>-1.2907037189819299</c:v>
                </c:pt>
                <c:pt idx="1">
                  <c:v>-1.31525664090024</c:v>
                </c:pt>
                <c:pt idx="2">
                  <c:v>-1.3151107322724001</c:v>
                </c:pt>
                <c:pt idx="3">
                  <c:v>-1.2631058434401401</c:v>
                </c:pt>
                <c:pt idx="4">
                  <c:v>-1.2453906436486599</c:v>
                </c:pt>
                <c:pt idx="5">
                  <c:v>-1.9168098221957</c:v>
                </c:pt>
                <c:pt idx="6">
                  <c:v>-1.7087342361993501</c:v>
                </c:pt>
                <c:pt idx="7">
                  <c:v>-1.52823437736947</c:v>
                </c:pt>
                <c:pt idx="8">
                  <c:v>-1.38470988769799</c:v>
                </c:pt>
                <c:pt idx="9">
                  <c:v>-1.2730893395810701</c:v>
                </c:pt>
                <c:pt idx="10">
                  <c:v>-1.2518641236552901</c:v>
                </c:pt>
                <c:pt idx="11">
                  <c:v>-1.1807351856257799</c:v>
                </c:pt>
                <c:pt idx="12">
                  <c:v>-1.28842182167571</c:v>
                </c:pt>
                <c:pt idx="13">
                  <c:v>-1.7751755784457399</c:v>
                </c:pt>
                <c:pt idx="14">
                  <c:v>-1.8808393103107399</c:v>
                </c:pt>
                <c:pt idx="15">
                  <c:v>-2.1181732329440002</c:v>
                </c:pt>
                <c:pt idx="16">
                  <c:v>-2.0262212260066499</c:v>
                </c:pt>
                <c:pt idx="17">
                  <c:v>-2.02233859226937</c:v>
                </c:pt>
                <c:pt idx="18">
                  <c:v>-1.8193304570139399</c:v>
                </c:pt>
                <c:pt idx="19">
                  <c:v>-1.6886803294207799</c:v>
                </c:pt>
                <c:pt idx="20">
                  <c:v>-1.43308325724071</c:v>
                </c:pt>
                <c:pt idx="21">
                  <c:v>-1.1569677346719001</c:v>
                </c:pt>
                <c:pt idx="22">
                  <c:v>-0.98114426181221104</c:v>
                </c:pt>
                <c:pt idx="23">
                  <c:v>-1.0139336130276899</c:v>
                </c:pt>
                <c:pt idx="24">
                  <c:v>-0.93345353954944699</c:v>
                </c:pt>
                <c:pt idx="25">
                  <c:v>-0.904162493913652</c:v>
                </c:pt>
                <c:pt idx="26">
                  <c:v>-0.91784345434702597</c:v>
                </c:pt>
                <c:pt idx="27">
                  <c:v>-1.1955975085962001</c:v>
                </c:pt>
                <c:pt idx="28">
                  <c:v>-1.36215235096223</c:v>
                </c:pt>
                <c:pt idx="29">
                  <c:v>-1.3449116866967401</c:v>
                </c:pt>
                <c:pt idx="30">
                  <c:v>-1.2800810175886601</c:v>
                </c:pt>
                <c:pt idx="31">
                  <c:v>-1.20905792938354</c:v>
                </c:pt>
                <c:pt idx="32">
                  <c:v>-1.1388668157240001</c:v>
                </c:pt>
                <c:pt idx="33">
                  <c:v>-1.20998280718817</c:v>
                </c:pt>
                <c:pt idx="34">
                  <c:v>-1.14154376590756</c:v>
                </c:pt>
                <c:pt idx="35">
                  <c:v>-1.07144026072029</c:v>
                </c:pt>
                <c:pt idx="36">
                  <c:v>-1.0829227897131899</c:v>
                </c:pt>
                <c:pt idx="37">
                  <c:v>-1.0829898869605801</c:v>
                </c:pt>
                <c:pt idx="38">
                  <c:v>-1.1646098713669699</c:v>
                </c:pt>
                <c:pt idx="39">
                  <c:v>-1.3152902909169899</c:v>
                </c:pt>
                <c:pt idx="40">
                  <c:v>-1.30708126448396</c:v>
                </c:pt>
                <c:pt idx="41">
                  <c:v>-1.17000765523372</c:v>
                </c:pt>
                <c:pt idx="42">
                  <c:v>-1.18954202054451</c:v>
                </c:pt>
                <c:pt idx="43">
                  <c:v>-1.70152753350719</c:v>
                </c:pt>
                <c:pt idx="44">
                  <c:v>-2.1945405957092001</c:v>
                </c:pt>
                <c:pt idx="45">
                  <c:v>-2.2391719235841201</c:v>
                </c:pt>
                <c:pt idx="46">
                  <c:v>-2.25667026911831</c:v>
                </c:pt>
                <c:pt idx="47">
                  <c:v>-1.94975438600968</c:v>
                </c:pt>
                <c:pt idx="48">
                  <c:v>-2.0215393226351899</c:v>
                </c:pt>
                <c:pt idx="49">
                  <c:v>-2.1819026943474502</c:v>
                </c:pt>
                <c:pt idx="50">
                  <c:v>-2.1520817561488701</c:v>
                </c:pt>
                <c:pt idx="51">
                  <c:v>-1.99380503628544</c:v>
                </c:pt>
                <c:pt idx="52">
                  <c:v>-1.9681599551587801</c:v>
                </c:pt>
                <c:pt idx="53">
                  <c:v>-1.89485533766434</c:v>
                </c:pt>
                <c:pt idx="54">
                  <c:v>-1.63230029916102</c:v>
                </c:pt>
                <c:pt idx="55">
                  <c:v>-1.5811112205984299</c:v>
                </c:pt>
                <c:pt idx="56">
                  <c:v>-1.52779206338578</c:v>
                </c:pt>
                <c:pt idx="57">
                  <c:v>-1.4734303603602099</c:v>
                </c:pt>
                <c:pt idx="58">
                  <c:v>-1.4949181621821801</c:v>
                </c:pt>
                <c:pt idx="59">
                  <c:v>-1.35589103417426</c:v>
                </c:pt>
                <c:pt idx="60">
                  <c:v>-1.3152911620676599</c:v>
                </c:pt>
                <c:pt idx="61">
                  <c:v>-1.11329117731756</c:v>
                </c:pt>
                <c:pt idx="62">
                  <c:v>-0.91520769880032404</c:v>
                </c:pt>
                <c:pt idx="63">
                  <c:v>-0.93246460035050205</c:v>
                </c:pt>
                <c:pt idx="64">
                  <c:v>-0.89174306304192796</c:v>
                </c:pt>
                <c:pt idx="65">
                  <c:v>-0.70870937660741595</c:v>
                </c:pt>
                <c:pt idx="66">
                  <c:v>-0.79101063106248903</c:v>
                </c:pt>
                <c:pt idx="67">
                  <c:v>-0.90788091060534604</c:v>
                </c:pt>
                <c:pt idx="68">
                  <c:v>-0.92762615078093003</c:v>
                </c:pt>
                <c:pt idx="69">
                  <c:v>-0.70268400264237396</c:v>
                </c:pt>
                <c:pt idx="70">
                  <c:v>-0.68327032543004995</c:v>
                </c:pt>
                <c:pt idx="71">
                  <c:v>-0.577362872097684</c:v>
                </c:pt>
                <c:pt idx="72">
                  <c:v>-0.74262310847500901</c:v>
                </c:pt>
                <c:pt idx="73">
                  <c:v>-0.75340895345294501</c:v>
                </c:pt>
                <c:pt idx="74">
                  <c:v>-0.65890513400486606</c:v>
                </c:pt>
                <c:pt idx="75">
                  <c:v>-0.42988824714405199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incentive_gnma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Sheet1!$A$2:$A$77</c:f>
              <c:numCache>
                <c:formatCode>m/d/yyyy</c:formatCode>
                <c:ptCount val="76"/>
                <c:pt idx="0">
                  <c:v>40148</c:v>
                </c:pt>
                <c:pt idx="1">
                  <c:v>40179</c:v>
                </c:pt>
                <c:pt idx="2">
                  <c:v>40210</c:v>
                </c:pt>
                <c:pt idx="3">
                  <c:v>40238</c:v>
                </c:pt>
                <c:pt idx="4">
                  <c:v>40269</c:v>
                </c:pt>
                <c:pt idx="5">
                  <c:v>40299</c:v>
                </c:pt>
                <c:pt idx="6">
                  <c:v>40330</c:v>
                </c:pt>
                <c:pt idx="7">
                  <c:v>40360</c:v>
                </c:pt>
                <c:pt idx="8">
                  <c:v>40391</c:v>
                </c:pt>
                <c:pt idx="9">
                  <c:v>40422</c:v>
                </c:pt>
                <c:pt idx="10">
                  <c:v>40452</c:v>
                </c:pt>
                <c:pt idx="11">
                  <c:v>40483</c:v>
                </c:pt>
                <c:pt idx="12">
                  <c:v>40513</c:v>
                </c:pt>
                <c:pt idx="13">
                  <c:v>40544</c:v>
                </c:pt>
                <c:pt idx="14">
                  <c:v>40575</c:v>
                </c:pt>
                <c:pt idx="15">
                  <c:v>40603</c:v>
                </c:pt>
                <c:pt idx="16">
                  <c:v>40634</c:v>
                </c:pt>
                <c:pt idx="17">
                  <c:v>40664</c:v>
                </c:pt>
                <c:pt idx="18">
                  <c:v>40695</c:v>
                </c:pt>
                <c:pt idx="19">
                  <c:v>40725</c:v>
                </c:pt>
                <c:pt idx="20">
                  <c:v>40756</c:v>
                </c:pt>
                <c:pt idx="21">
                  <c:v>40787</c:v>
                </c:pt>
                <c:pt idx="22">
                  <c:v>40817</c:v>
                </c:pt>
                <c:pt idx="23">
                  <c:v>40848</c:v>
                </c:pt>
                <c:pt idx="24">
                  <c:v>40878</c:v>
                </c:pt>
                <c:pt idx="25">
                  <c:v>40909</c:v>
                </c:pt>
                <c:pt idx="26">
                  <c:v>40940</c:v>
                </c:pt>
                <c:pt idx="27">
                  <c:v>40969</c:v>
                </c:pt>
                <c:pt idx="28">
                  <c:v>41000</c:v>
                </c:pt>
                <c:pt idx="29">
                  <c:v>41030</c:v>
                </c:pt>
                <c:pt idx="30">
                  <c:v>41061</c:v>
                </c:pt>
                <c:pt idx="31">
                  <c:v>41091</c:v>
                </c:pt>
                <c:pt idx="32">
                  <c:v>41122</c:v>
                </c:pt>
                <c:pt idx="33">
                  <c:v>41153</c:v>
                </c:pt>
                <c:pt idx="34">
                  <c:v>41183</c:v>
                </c:pt>
                <c:pt idx="35">
                  <c:v>41214</c:v>
                </c:pt>
                <c:pt idx="36">
                  <c:v>41244</c:v>
                </c:pt>
                <c:pt idx="37">
                  <c:v>41275</c:v>
                </c:pt>
                <c:pt idx="38">
                  <c:v>41306</c:v>
                </c:pt>
                <c:pt idx="39">
                  <c:v>41334</c:v>
                </c:pt>
                <c:pt idx="40">
                  <c:v>41365</c:v>
                </c:pt>
                <c:pt idx="41">
                  <c:v>41395</c:v>
                </c:pt>
                <c:pt idx="42">
                  <c:v>41426</c:v>
                </c:pt>
                <c:pt idx="43">
                  <c:v>41456</c:v>
                </c:pt>
                <c:pt idx="44">
                  <c:v>41487</c:v>
                </c:pt>
                <c:pt idx="45">
                  <c:v>41518</c:v>
                </c:pt>
                <c:pt idx="46">
                  <c:v>41548</c:v>
                </c:pt>
                <c:pt idx="47">
                  <c:v>41579</c:v>
                </c:pt>
                <c:pt idx="48">
                  <c:v>41609</c:v>
                </c:pt>
                <c:pt idx="49">
                  <c:v>41640</c:v>
                </c:pt>
                <c:pt idx="50">
                  <c:v>41671</c:v>
                </c:pt>
                <c:pt idx="51">
                  <c:v>41699</c:v>
                </c:pt>
                <c:pt idx="52">
                  <c:v>41730</c:v>
                </c:pt>
                <c:pt idx="53">
                  <c:v>41760</c:v>
                </c:pt>
                <c:pt idx="54">
                  <c:v>41791</c:v>
                </c:pt>
                <c:pt idx="55">
                  <c:v>41821</c:v>
                </c:pt>
                <c:pt idx="56">
                  <c:v>41852</c:v>
                </c:pt>
                <c:pt idx="57">
                  <c:v>41883</c:v>
                </c:pt>
                <c:pt idx="58">
                  <c:v>41913</c:v>
                </c:pt>
                <c:pt idx="59">
                  <c:v>41944</c:v>
                </c:pt>
                <c:pt idx="60">
                  <c:v>41974</c:v>
                </c:pt>
                <c:pt idx="61">
                  <c:v>42005</c:v>
                </c:pt>
                <c:pt idx="62">
                  <c:v>42036</c:v>
                </c:pt>
                <c:pt idx="63">
                  <c:v>42064</c:v>
                </c:pt>
                <c:pt idx="64">
                  <c:v>42095</c:v>
                </c:pt>
                <c:pt idx="65">
                  <c:v>42125</c:v>
                </c:pt>
                <c:pt idx="66">
                  <c:v>42156</c:v>
                </c:pt>
                <c:pt idx="67">
                  <c:v>42186</c:v>
                </c:pt>
                <c:pt idx="68">
                  <c:v>42217</c:v>
                </c:pt>
                <c:pt idx="69">
                  <c:v>42248</c:v>
                </c:pt>
                <c:pt idx="70">
                  <c:v>42278</c:v>
                </c:pt>
                <c:pt idx="71">
                  <c:v>42309</c:v>
                </c:pt>
                <c:pt idx="72">
                  <c:v>42339</c:v>
                </c:pt>
                <c:pt idx="73">
                  <c:v>42370</c:v>
                </c:pt>
                <c:pt idx="74">
                  <c:v>42401</c:v>
                </c:pt>
                <c:pt idx="75">
                  <c:v>42430</c:v>
                </c:pt>
              </c:numCache>
            </c:numRef>
          </c:cat>
          <c:val>
            <c:numRef>
              <c:f>Sheet1!$C$2:$C$77</c:f>
              <c:numCache>
                <c:formatCode>General</c:formatCode>
                <c:ptCount val="76"/>
                <c:pt idx="0">
                  <c:v>-9.4587556219837998E-2</c:v>
                </c:pt>
                <c:pt idx="1">
                  <c:v>-0.209381142430034</c:v>
                </c:pt>
                <c:pt idx="2">
                  <c:v>-4.4864753513748003E-2</c:v>
                </c:pt>
                <c:pt idx="3">
                  <c:v>1.1415782233543E-2</c:v>
                </c:pt>
                <c:pt idx="4">
                  <c:v>-7.6791326544649E-2</c:v>
                </c:pt>
                <c:pt idx="5">
                  <c:v>9.8065120406045994E-2</c:v>
                </c:pt>
                <c:pt idx="6">
                  <c:v>0.29653433904288101</c:v>
                </c:pt>
                <c:pt idx="7">
                  <c:v>0.480414784239304</c:v>
                </c:pt>
                <c:pt idx="8">
                  <c:v>0.63039709111225894</c:v>
                </c:pt>
                <c:pt idx="9">
                  <c:v>0.69253608682645995</c:v>
                </c:pt>
                <c:pt idx="10">
                  <c:v>0.74997644026162003</c:v>
                </c:pt>
                <c:pt idx="11">
                  <c:v>0.39409314454975702</c:v>
                </c:pt>
                <c:pt idx="12">
                  <c:v>-5.8778361726587E-2</c:v>
                </c:pt>
                <c:pt idx="13">
                  <c:v>-0.20222766811905499</c:v>
                </c:pt>
                <c:pt idx="14">
                  <c:v>-0.44014713561300001</c:v>
                </c:pt>
                <c:pt idx="15">
                  <c:v>-0.36490914919426698</c:v>
                </c:pt>
                <c:pt idx="16">
                  <c:v>-0.35194872501424002</c:v>
                </c:pt>
                <c:pt idx="17">
                  <c:v>-0.35984465447947001</c:v>
                </c:pt>
                <c:pt idx="18">
                  <c:v>-0.16207277822517399</c:v>
                </c:pt>
                <c:pt idx="19">
                  <c:v>-0.176771156749018</c:v>
                </c:pt>
                <c:pt idx="20">
                  <c:v>0.144218486946044</c:v>
                </c:pt>
                <c:pt idx="21">
                  <c:v>0.34106779353827199</c:v>
                </c:pt>
                <c:pt idx="22">
                  <c:v>0.31852962369938498</c:v>
                </c:pt>
                <c:pt idx="23">
                  <c:v>0.372675692048691</c:v>
                </c:pt>
                <c:pt idx="24">
                  <c:v>0.374745268689189</c:v>
                </c:pt>
                <c:pt idx="25">
                  <c:v>0.39697122944170399</c:v>
                </c:pt>
                <c:pt idx="26">
                  <c:v>0.34762752489980198</c:v>
                </c:pt>
                <c:pt idx="27">
                  <c:v>0.236235713024887</c:v>
                </c:pt>
                <c:pt idx="28">
                  <c:v>0.16737855414985101</c:v>
                </c:pt>
                <c:pt idx="29">
                  <c:v>7.3828774395176003E-2</c:v>
                </c:pt>
                <c:pt idx="30">
                  <c:v>0.167016664493394</c:v>
                </c:pt>
                <c:pt idx="31">
                  <c:v>0.21963901479312001</c:v>
                </c:pt>
                <c:pt idx="32">
                  <c:v>0.13639941553324</c:v>
                </c:pt>
                <c:pt idx="33">
                  <c:v>0.19063660594530299</c:v>
                </c:pt>
                <c:pt idx="34">
                  <c:v>0.27043226463328002</c:v>
                </c:pt>
                <c:pt idx="35">
                  <c:v>0.235507966298415</c:v>
                </c:pt>
                <c:pt idx="36">
                  <c:v>0.193334624743321</c:v>
                </c:pt>
                <c:pt idx="37">
                  <c:v>0.111636738086221</c:v>
                </c:pt>
                <c:pt idx="38">
                  <c:v>-5.2710148731645999E-2</c:v>
                </c:pt>
                <c:pt idx="39">
                  <c:v>-9.2106640771263001E-2</c:v>
                </c:pt>
                <c:pt idx="40">
                  <c:v>4.6833680507430003E-3</c:v>
                </c:pt>
                <c:pt idx="41">
                  <c:v>-0.173303590415121</c:v>
                </c:pt>
                <c:pt idx="42">
                  <c:v>-0.71944973359871101</c:v>
                </c:pt>
                <c:pt idx="43">
                  <c:v>-1.05004856307341</c:v>
                </c:pt>
                <c:pt idx="44">
                  <c:v>-1.1584412500494901</c:v>
                </c:pt>
                <c:pt idx="45">
                  <c:v>-1.18332101382767</c:v>
                </c:pt>
                <c:pt idx="46">
                  <c:v>-0.85061914876619205</c:v>
                </c:pt>
                <c:pt idx="47">
                  <c:v>-0.85901167322366001</c:v>
                </c:pt>
                <c:pt idx="48">
                  <c:v>-1.0577035852490699</c:v>
                </c:pt>
                <c:pt idx="49">
                  <c:v>-1.00040120886095</c:v>
                </c:pt>
                <c:pt idx="50">
                  <c:v>-0.807874682233931</c:v>
                </c:pt>
                <c:pt idx="51">
                  <c:v>-0.79601933443862805</c:v>
                </c:pt>
                <c:pt idx="52">
                  <c:v>-0.80759945886372797</c:v>
                </c:pt>
                <c:pt idx="53">
                  <c:v>-0.64573526315735896</c:v>
                </c:pt>
                <c:pt idx="54">
                  <c:v>-0.58946477168912004</c:v>
                </c:pt>
                <c:pt idx="55">
                  <c:v>-0.58575399673545803</c:v>
                </c:pt>
                <c:pt idx="56">
                  <c:v>-0.587043837447913</c:v>
                </c:pt>
                <c:pt idx="57">
                  <c:v>-0.63368163149833401</c:v>
                </c:pt>
                <c:pt idx="58">
                  <c:v>-0.49341701829314599</c:v>
                </c:pt>
                <c:pt idx="59">
                  <c:v>-0.44786096002484099</c:v>
                </c:pt>
                <c:pt idx="60">
                  <c:v>-0.34580062036661802</c:v>
                </c:pt>
                <c:pt idx="61">
                  <c:v>-0.16053299490838099</c:v>
                </c:pt>
                <c:pt idx="62">
                  <c:v>0.25196003226986202</c:v>
                </c:pt>
                <c:pt idx="63">
                  <c:v>0.16770432680525599</c:v>
                </c:pt>
                <c:pt idx="64">
                  <c:v>0.26826711117010599</c:v>
                </c:pt>
                <c:pt idx="65">
                  <c:v>2.8192254815879999E-2</c:v>
                </c:pt>
                <c:pt idx="66">
                  <c:v>-0.105392209093792</c:v>
                </c:pt>
                <c:pt idx="67">
                  <c:v>-0.18008083334260599</c:v>
                </c:pt>
                <c:pt idx="68">
                  <c:v>-1.8419984728306998E-2</c:v>
                </c:pt>
                <c:pt idx="69">
                  <c:v>1.6391010732871001E-2</c:v>
                </c:pt>
                <c:pt idx="70">
                  <c:v>0.1189194961734</c:v>
                </c:pt>
                <c:pt idx="71">
                  <c:v>-1.4653658847861E-2</c:v>
                </c:pt>
                <c:pt idx="72">
                  <c:v>-5.0860721199827E-2</c:v>
                </c:pt>
                <c:pt idx="73">
                  <c:v>6.4410027787123E-2</c:v>
                </c:pt>
                <c:pt idx="74">
                  <c:v>0.25263084950454201</c:v>
                </c:pt>
                <c:pt idx="75">
                  <c:v>0.28011627192768901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3224704"/>
        <c:axId val="4724992"/>
      </c:lineChart>
      <c:dateAx>
        <c:axId val="11322470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crossAx val="4724992"/>
        <c:crosses val="autoZero"/>
        <c:auto val="1"/>
        <c:lblOffset val="100"/>
        <c:baseTimeUnit val="months"/>
        <c:majorUnit val="18"/>
        <c:majorTimeUnit val="months"/>
      </c:dateAx>
      <c:valAx>
        <c:axId val="472499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13224704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CLTV:</a:t>
            </a:r>
            <a:r>
              <a:rPr lang="en-US" baseline="0" dirty="0" smtClean="0"/>
              <a:t> 90-97%</a:t>
            </a:r>
            <a:endParaRPr lang="en-US" dirty="0"/>
          </a:p>
        </c:rich>
      </c:tx>
      <c:layout/>
      <c:overlay val="1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incentive_conv</c:v>
                </c:pt>
              </c:strCache>
            </c:strRef>
          </c:tx>
          <c:marker>
            <c:symbol val="none"/>
          </c:marker>
          <c:cat>
            <c:numRef>
              <c:f>Sheet1!$A$2:$A$116</c:f>
              <c:numCache>
                <c:formatCode>m/d/yyyy</c:formatCode>
                <c:ptCount val="115"/>
                <c:pt idx="0">
                  <c:v>38961</c:v>
                </c:pt>
                <c:pt idx="1">
                  <c:v>38991</c:v>
                </c:pt>
                <c:pt idx="2">
                  <c:v>39022</c:v>
                </c:pt>
                <c:pt idx="3">
                  <c:v>39052</c:v>
                </c:pt>
                <c:pt idx="4">
                  <c:v>39083</c:v>
                </c:pt>
                <c:pt idx="5">
                  <c:v>39114</c:v>
                </c:pt>
                <c:pt idx="6">
                  <c:v>39142</c:v>
                </c:pt>
                <c:pt idx="7">
                  <c:v>39173</c:v>
                </c:pt>
                <c:pt idx="8">
                  <c:v>39203</c:v>
                </c:pt>
                <c:pt idx="9">
                  <c:v>39234</c:v>
                </c:pt>
                <c:pt idx="10">
                  <c:v>39264</c:v>
                </c:pt>
                <c:pt idx="11">
                  <c:v>39295</c:v>
                </c:pt>
                <c:pt idx="12">
                  <c:v>39326</c:v>
                </c:pt>
                <c:pt idx="13">
                  <c:v>39356</c:v>
                </c:pt>
                <c:pt idx="14">
                  <c:v>39387</c:v>
                </c:pt>
                <c:pt idx="15">
                  <c:v>39417</c:v>
                </c:pt>
                <c:pt idx="16">
                  <c:v>39448</c:v>
                </c:pt>
                <c:pt idx="17">
                  <c:v>39479</c:v>
                </c:pt>
                <c:pt idx="18">
                  <c:v>39508</c:v>
                </c:pt>
                <c:pt idx="19">
                  <c:v>39539</c:v>
                </c:pt>
                <c:pt idx="20">
                  <c:v>39569</c:v>
                </c:pt>
                <c:pt idx="21">
                  <c:v>39600</c:v>
                </c:pt>
                <c:pt idx="22">
                  <c:v>39630</c:v>
                </c:pt>
                <c:pt idx="23">
                  <c:v>39661</c:v>
                </c:pt>
                <c:pt idx="24">
                  <c:v>39692</c:v>
                </c:pt>
                <c:pt idx="25">
                  <c:v>39722</c:v>
                </c:pt>
                <c:pt idx="26">
                  <c:v>39753</c:v>
                </c:pt>
                <c:pt idx="27">
                  <c:v>39783</c:v>
                </c:pt>
                <c:pt idx="28">
                  <c:v>39814</c:v>
                </c:pt>
                <c:pt idx="29">
                  <c:v>39845</c:v>
                </c:pt>
                <c:pt idx="30">
                  <c:v>39873</c:v>
                </c:pt>
                <c:pt idx="31">
                  <c:v>39904</c:v>
                </c:pt>
                <c:pt idx="32">
                  <c:v>39934</c:v>
                </c:pt>
                <c:pt idx="33">
                  <c:v>39965</c:v>
                </c:pt>
                <c:pt idx="34">
                  <c:v>39995</c:v>
                </c:pt>
                <c:pt idx="35">
                  <c:v>40026</c:v>
                </c:pt>
                <c:pt idx="36">
                  <c:v>40057</c:v>
                </c:pt>
                <c:pt idx="37">
                  <c:v>40087</c:v>
                </c:pt>
                <c:pt idx="38">
                  <c:v>40118</c:v>
                </c:pt>
                <c:pt idx="39">
                  <c:v>40148</c:v>
                </c:pt>
                <c:pt idx="40">
                  <c:v>40179</c:v>
                </c:pt>
                <c:pt idx="41">
                  <c:v>40210</c:v>
                </c:pt>
                <c:pt idx="42">
                  <c:v>40238</c:v>
                </c:pt>
                <c:pt idx="43">
                  <c:v>40269</c:v>
                </c:pt>
                <c:pt idx="44">
                  <c:v>40299</c:v>
                </c:pt>
                <c:pt idx="45">
                  <c:v>40330</c:v>
                </c:pt>
                <c:pt idx="46">
                  <c:v>40360</c:v>
                </c:pt>
                <c:pt idx="47">
                  <c:v>40391</c:v>
                </c:pt>
                <c:pt idx="48">
                  <c:v>40422</c:v>
                </c:pt>
                <c:pt idx="49">
                  <c:v>40452</c:v>
                </c:pt>
                <c:pt idx="50">
                  <c:v>40483</c:v>
                </c:pt>
                <c:pt idx="51">
                  <c:v>40513</c:v>
                </c:pt>
                <c:pt idx="52">
                  <c:v>40544</c:v>
                </c:pt>
                <c:pt idx="53">
                  <c:v>40575</c:v>
                </c:pt>
                <c:pt idx="54">
                  <c:v>40603</c:v>
                </c:pt>
                <c:pt idx="55">
                  <c:v>40634</c:v>
                </c:pt>
                <c:pt idx="56">
                  <c:v>40664</c:v>
                </c:pt>
                <c:pt idx="57">
                  <c:v>40695</c:v>
                </c:pt>
                <c:pt idx="58">
                  <c:v>40725</c:v>
                </c:pt>
                <c:pt idx="59">
                  <c:v>40756</c:v>
                </c:pt>
                <c:pt idx="60">
                  <c:v>40787</c:v>
                </c:pt>
                <c:pt idx="61">
                  <c:v>40817</c:v>
                </c:pt>
                <c:pt idx="62">
                  <c:v>40848</c:v>
                </c:pt>
                <c:pt idx="63">
                  <c:v>40878</c:v>
                </c:pt>
                <c:pt idx="64">
                  <c:v>40909</c:v>
                </c:pt>
                <c:pt idx="65">
                  <c:v>40940</c:v>
                </c:pt>
                <c:pt idx="66">
                  <c:v>40969</c:v>
                </c:pt>
                <c:pt idx="67">
                  <c:v>41000</c:v>
                </c:pt>
                <c:pt idx="68">
                  <c:v>41030</c:v>
                </c:pt>
                <c:pt idx="69">
                  <c:v>41061</c:v>
                </c:pt>
                <c:pt idx="70">
                  <c:v>41091</c:v>
                </c:pt>
                <c:pt idx="71">
                  <c:v>41122</c:v>
                </c:pt>
                <c:pt idx="72">
                  <c:v>41153</c:v>
                </c:pt>
                <c:pt idx="73">
                  <c:v>41183</c:v>
                </c:pt>
                <c:pt idx="74">
                  <c:v>41214</c:v>
                </c:pt>
                <c:pt idx="75">
                  <c:v>41244</c:v>
                </c:pt>
                <c:pt idx="76">
                  <c:v>41275</c:v>
                </c:pt>
                <c:pt idx="77">
                  <c:v>41306</c:v>
                </c:pt>
                <c:pt idx="78">
                  <c:v>41334</c:v>
                </c:pt>
                <c:pt idx="79">
                  <c:v>41365</c:v>
                </c:pt>
                <c:pt idx="80">
                  <c:v>41395</c:v>
                </c:pt>
                <c:pt idx="81">
                  <c:v>41426</c:v>
                </c:pt>
                <c:pt idx="82">
                  <c:v>41456</c:v>
                </c:pt>
                <c:pt idx="83">
                  <c:v>41487</c:v>
                </c:pt>
                <c:pt idx="84">
                  <c:v>41518</c:v>
                </c:pt>
                <c:pt idx="85">
                  <c:v>41548</c:v>
                </c:pt>
                <c:pt idx="86">
                  <c:v>41579</c:v>
                </c:pt>
                <c:pt idx="87">
                  <c:v>41609</c:v>
                </c:pt>
                <c:pt idx="88">
                  <c:v>41640</c:v>
                </c:pt>
                <c:pt idx="89">
                  <c:v>41671</c:v>
                </c:pt>
                <c:pt idx="90">
                  <c:v>41699</c:v>
                </c:pt>
                <c:pt idx="91">
                  <c:v>41730</c:v>
                </c:pt>
                <c:pt idx="92">
                  <c:v>41760</c:v>
                </c:pt>
                <c:pt idx="93">
                  <c:v>41791</c:v>
                </c:pt>
                <c:pt idx="94">
                  <c:v>41821</c:v>
                </c:pt>
                <c:pt idx="95">
                  <c:v>41852</c:v>
                </c:pt>
                <c:pt idx="96">
                  <c:v>41883</c:v>
                </c:pt>
                <c:pt idx="97">
                  <c:v>41913</c:v>
                </c:pt>
                <c:pt idx="98">
                  <c:v>41944</c:v>
                </c:pt>
                <c:pt idx="99">
                  <c:v>41974</c:v>
                </c:pt>
                <c:pt idx="100">
                  <c:v>42005</c:v>
                </c:pt>
                <c:pt idx="101">
                  <c:v>42036</c:v>
                </c:pt>
                <c:pt idx="102">
                  <c:v>42064</c:v>
                </c:pt>
                <c:pt idx="103">
                  <c:v>42095</c:v>
                </c:pt>
                <c:pt idx="104">
                  <c:v>42125</c:v>
                </c:pt>
                <c:pt idx="105">
                  <c:v>42156</c:v>
                </c:pt>
                <c:pt idx="106">
                  <c:v>42186</c:v>
                </c:pt>
                <c:pt idx="107">
                  <c:v>42217</c:v>
                </c:pt>
                <c:pt idx="108">
                  <c:v>42248</c:v>
                </c:pt>
                <c:pt idx="109">
                  <c:v>42278</c:v>
                </c:pt>
                <c:pt idx="110">
                  <c:v>42309</c:v>
                </c:pt>
                <c:pt idx="111">
                  <c:v>42339</c:v>
                </c:pt>
                <c:pt idx="112">
                  <c:v>42370</c:v>
                </c:pt>
                <c:pt idx="113">
                  <c:v>42401</c:v>
                </c:pt>
                <c:pt idx="114">
                  <c:v>42430</c:v>
                </c:pt>
              </c:numCache>
            </c:numRef>
          </c:cat>
          <c:val>
            <c:numRef>
              <c:f>Sheet1!$B$2:$B$116</c:f>
              <c:numCache>
                <c:formatCode>General</c:formatCode>
                <c:ptCount val="115"/>
                <c:pt idx="0">
                  <c:v>0.58082950224969798</c:v>
                </c:pt>
                <c:pt idx="1">
                  <c:v>0.72216159213822495</c:v>
                </c:pt>
                <c:pt idx="2">
                  <c:v>0.81871674246947701</c:v>
                </c:pt>
                <c:pt idx="3">
                  <c:v>0.94028018565962002</c:v>
                </c:pt>
                <c:pt idx="4">
                  <c:v>1.06815193219821</c:v>
                </c:pt>
                <c:pt idx="5">
                  <c:v>0.97158058242596601</c:v>
                </c:pt>
                <c:pt idx="6">
                  <c:v>0.973059816627865</c:v>
                </c:pt>
                <c:pt idx="7">
                  <c:v>1.0799382124849299</c:v>
                </c:pt>
                <c:pt idx="8">
                  <c:v>1.0597353319062399</c:v>
                </c:pt>
                <c:pt idx="9">
                  <c:v>0.99450148755125301</c:v>
                </c:pt>
                <c:pt idx="10">
                  <c:v>0.58209136924615601</c:v>
                </c:pt>
                <c:pt idx="11">
                  <c:v>0.53226017990524399</c:v>
                </c:pt>
                <c:pt idx="12">
                  <c:v>0.650149439009436</c:v>
                </c:pt>
                <c:pt idx="13">
                  <c:v>0.75894095837056297</c:v>
                </c:pt>
                <c:pt idx="14">
                  <c:v>0.72574554128898705</c:v>
                </c:pt>
                <c:pt idx="15">
                  <c:v>0.78857328037039398</c:v>
                </c:pt>
                <c:pt idx="16">
                  <c:v>0.84605580459018004</c:v>
                </c:pt>
                <c:pt idx="17">
                  <c:v>1.1598117047030101</c:v>
                </c:pt>
                <c:pt idx="18">
                  <c:v>0.92075459122236203</c:v>
                </c:pt>
                <c:pt idx="19">
                  <c:v>0.869022584830762</c:v>
                </c:pt>
                <c:pt idx="20">
                  <c:v>0.91730293990944201</c:v>
                </c:pt>
                <c:pt idx="21">
                  <c:v>0.80916627883460701</c:v>
                </c:pt>
                <c:pt idx="22">
                  <c:v>0.46991018005813101</c:v>
                </c:pt>
                <c:pt idx="23">
                  <c:v>0.348043827409031</c:v>
                </c:pt>
                <c:pt idx="24">
                  <c:v>0.27507546806356897</c:v>
                </c:pt>
                <c:pt idx="25">
                  <c:v>0.68382249766218295</c:v>
                </c:pt>
                <c:pt idx="26">
                  <c:v>0.48888761151306698</c:v>
                </c:pt>
                <c:pt idx="27">
                  <c:v>0.53170565907210798</c:v>
                </c:pt>
                <c:pt idx="28">
                  <c:v>1.3268188116066399</c:v>
                </c:pt>
                <c:pt idx="29">
                  <c:v>1.5902513215643901</c:v>
                </c:pt>
                <c:pt idx="30">
                  <c:v>1.4964947850774499</c:v>
                </c:pt>
                <c:pt idx="31">
                  <c:v>1.6240468683595299</c:v>
                </c:pt>
                <c:pt idx="32">
                  <c:v>1.80350445960651</c:v>
                </c:pt>
                <c:pt idx="33">
                  <c:v>1.7407306416770401</c:v>
                </c:pt>
                <c:pt idx="34">
                  <c:v>1.16146550479002</c:v>
                </c:pt>
                <c:pt idx="35">
                  <c:v>1.3067027770174</c:v>
                </c:pt>
                <c:pt idx="36">
                  <c:v>1.2667836273358499</c:v>
                </c:pt>
                <c:pt idx="37">
                  <c:v>1.3356370862269</c:v>
                </c:pt>
                <c:pt idx="38">
                  <c:v>1.3463819062967799</c:v>
                </c:pt>
                <c:pt idx="39">
                  <c:v>1.37683049935386</c:v>
                </c:pt>
                <c:pt idx="40">
                  <c:v>1.2717693221797</c:v>
                </c:pt>
                <c:pt idx="41">
                  <c:v>1.11262492245417</c:v>
                </c:pt>
                <c:pt idx="42">
                  <c:v>1.0950804847241999</c:v>
                </c:pt>
                <c:pt idx="43">
                  <c:v>1.06048689767328</c:v>
                </c:pt>
                <c:pt idx="44">
                  <c:v>0.97475572460150095</c:v>
                </c:pt>
                <c:pt idx="45">
                  <c:v>1.1754992099891699</c:v>
                </c:pt>
                <c:pt idx="46">
                  <c:v>1.2955912172271999</c:v>
                </c:pt>
                <c:pt idx="47">
                  <c:v>1.3469925400501901</c:v>
                </c:pt>
                <c:pt idx="48">
                  <c:v>1.4178667117602199</c:v>
                </c:pt>
                <c:pt idx="49">
                  <c:v>1.42251362591391</c:v>
                </c:pt>
                <c:pt idx="50">
                  <c:v>1.4580445577798999</c:v>
                </c:pt>
                <c:pt idx="51">
                  <c:v>1.30024004020955</c:v>
                </c:pt>
                <c:pt idx="52">
                  <c:v>0.82427319057060899</c:v>
                </c:pt>
                <c:pt idx="53">
                  <c:v>0.69679717646432004</c:v>
                </c:pt>
                <c:pt idx="54">
                  <c:v>0.44582849012140002</c:v>
                </c:pt>
                <c:pt idx="55">
                  <c:v>0.54028447433712101</c:v>
                </c:pt>
                <c:pt idx="56">
                  <c:v>0.53607478863274804</c:v>
                </c:pt>
                <c:pt idx="57">
                  <c:v>0.74584465596475502</c:v>
                </c:pt>
                <c:pt idx="58">
                  <c:v>0.86367071964138298</c:v>
                </c:pt>
                <c:pt idx="59">
                  <c:v>0.82543781431095797</c:v>
                </c:pt>
                <c:pt idx="60">
                  <c:v>1.1005164126042299</c:v>
                </c:pt>
                <c:pt idx="61">
                  <c:v>1.2416899499501699</c:v>
                </c:pt>
                <c:pt idx="62">
                  <c:v>1.18813877088279</c:v>
                </c:pt>
                <c:pt idx="63">
                  <c:v>1.24313535725519</c:v>
                </c:pt>
                <c:pt idx="64">
                  <c:v>1.26245173655342</c:v>
                </c:pt>
                <c:pt idx="65">
                  <c:v>1.2495433936670099</c:v>
                </c:pt>
                <c:pt idx="66">
                  <c:v>1.2492791648645001</c:v>
                </c:pt>
                <c:pt idx="67">
                  <c:v>1.2179423893264001</c:v>
                </c:pt>
                <c:pt idx="68">
                  <c:v>1.31061130400258</c:v>
                </c:pt>
                <c:pt idx="69">
                  <c:v>1.44446663189519</c:v>
                </c:pt>
                <c:pt idx="70">
                  <c:v>1.5190633113910701</c:v>
                </c:pt>
                <c:pt idx="71">
                  <c:v>1.57537514121321</c:v>
                </c:pt>
                <c:pt idx="72">
                  <c:v>1.45735058782931</c:v>
                </c:pt>
                <c:pt idx="73">
                  <c:v>1.4911460894972</c:v>
                </c:pt>
                <c:pt idx="74">
                  <c:v>1.4923513339665899</c:v>
                </c:pt>
                <c:pt idx="75">
                  <c:v>1.41319206094571</c:v>
                </c:pt>
                <c:pt idx="76">
                  <c:v>1.3675157989675999</c:v>
                </c:pt>
                <c:pt idx="77">
                  <c:v>1.2274176551509901</c:v>
                </c:pt>
                <c:pt idx="78">
                  <c:v>1.0016565533330599</c:v>
                </c:pt>
                <c:pt idx="79">
                  <c:v>0.88984656428818298</c:v>
                </c:pt>
                <c:pt idx="80">
                  <c:v>0.89161469126951698</c:v>
                </c:pt>
                <c:pt idx="81">
                  <c:v>0.76723797088811596</c:v>
                </c:pt>
                <c:pt idx="82">
                  <c:v>0.14023388184860699</c:v>
                </c:pt>
                <c:pt idx="83">
                  <c:v>-0.23497669619383699</c:v>
                </c:pt>
                <c:pt idx="84">
                  <c:v>-0.37638014184963298</c:v>
                </c:pt>
                <c:pt idx="85">
                  <c:v>-0.438248032920313</c:v>
                </c:pt>
                <c:pt idx="86">
                  <c:v>-0.17152263641851001</c:v>
                </c:pt>
                <c:pt idx="87">
                  <c:v>-0.302435193079992</c:v>
                </c:pt>
                <c:pt idx="88">
                  <c:v>-0.495133207729122</c:v>
                </c:pt>
                <c:pt idx="89">
                  <c:v>-0.49818640879425502</c:v>
                </c:pt>
                <c:pt idx="90">
                  <c:v>-0.36724442205045998</c:v>
                </c:pt>
                <c:pt idx="91">
                  <c:v>-0.39536601018547202</c:v>
                </c:pt>
                <c:pt idx="92">
                  <c:v>-0.36971468281989101</c:v>
                </c:pt>
                <c:pt idx="93">
                  <c:v>-0.20585538281246299</c:v>
                </c:pt>
                <c:pt idx="94">
                  <c:v>-0.19700966383448101</c:v>
                </c:pt>
                <c:pt idx="95">
                  <c:v>-0.190559984540522</c:v>
                </c:pt>
                <c:pt idx="96">
                  <c:v>-0.18545491336662601</c:v>
                </c:pt>
                <c:pt idx="97">
                  <c:v>-0.21606289410572899</c:v>
                </c:pt>
                <c:pt idx="98">
                  <c:v>-0.10002284148092</c:v>
                </c:pt>
                <c:pt idx="99">
                  <c:v>-7.8727708967870902E-2</c:v>
                </c:pt>
                <c:pt idx="100">
                  <c:v>0.16062940918027199</c:v>
                </c:pt>
                <c:pt idx="101">
                  <c:v>0.320175292800366</c:v>
                </c:pt>
                <c:pt idx="102">
                  <c:v>0.24996194448634601</c:v>
                </c:pt>
                <c:pt idx="103">
                  <c:v>0.17011925407342501</c:v>
                </c:pt>
                <c:pt idx="104">
                  <c:v>0.16425793495383001</c:v>
                </c:pt>
                <c:pt idx="105">
                  <c:v>-0.10716619103494</c:v>
                </c:pt>
                <c:pt idx="106">
                  <c:v>-0.29455780146528598</c:v>
                </c:pt>
                <c:pt idx="107">
                  <c:v>-0.37993628034021698</c:v>
                </c:pt>
                <c:pt idx="108">
                  <c:v>-0.19373725874706199</c:v>
                </c:pt>
                <c:pt idx="109">
                  <c:v>-0.137063085283161</c:v>
                </c:pt>
                <c:pt idx="110">
                  <c:v>-1.4840978624518201E-2</c:v>
                </c:pt>
                <c:pt idx="111">
                  <c:v>-0.17705693467389499</c:v>
                </c:pt>
                <c:pt idx="112">
                  <c:v>-0.18116034332601899</c:v>
                </c:pt>
                <c:pt idx="113">
                  <c:v>-7.9393370902369198E-2</c:v>
                </c:pt>
                <c:pt idx="114">
                  <c:v>0.15881463899048501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incentive_gnma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Sheet1!$A$2:$A$116</c:f>
              <c:numCache>
                <c:formatCode>m/d/yyyy</c:formatCode>
                <c:ptCount val="115"/>
                <c:pt idx="0">
                  <c:v>38961</c:v>
                </c:pt>
                <c:pt idx="1">
                  <c:v>38991</c:v>
                </c:pt>
                <c:pt idx="2">
                  <c:v>39022</c:v>
                </c:pt>
                <c:pt idx="3">
                  <c:v>39052</c:v>
                </c:pt>
                <c:pt idx="4">
                  <c:v>39083</c:v>
                </c:pt>
                <c:pt idx="5">
                  <c:v>39114</c:v>
                </c:pt>
                <c:pt idx="6">
                  <c:v>39142</c:v>
                </c:pt>
                <c:pt idx="7">
                  <c:v>39173</c:v>
                </c:pt>
                <c:pt idx="8">
                  <c:v>39203</c:v>
                </c:pt>
                <c:pt idx="9">
                  <c:v>39234</c:v>
                </c:pt>
                <c:pt idx="10">
                  <c:v>39264</c:v>
                </c:pt>
                <c:pt idx="11">
                  <c:v>39295</c:v>
                </c:pt>
                <c:pt idx="12">
                  <c:v>39326</c:v>
                </c:pt>
                <c:pt idx="13">
                  <c:v>39356</c:v>
                </c:pt>
                <c:pt idx="14">
                  <c:v>39387</c:v>
                </c:pt>
                <c:pt idx="15">
                  <c:v>39417</c:v>
                </c:pt>
                <c:pt idx="16">
                  <c:v>39448</c:v>
                </c:pt>
                <c:pt idx="17">
                  <c:v>39479</c:v>
                </c:pt>
                <c:pt idx="18">
                  <c:v>39508</c:v>
                </c:pt>
                <c:pt idx="19">
                  <c:v>39539</c:v>
                </c:pt>
                <c:pt idx="20">
                  <c:v>39569</c:v>
                </c:pt>
                <c:pt idx="21">
                  <c:v>39600</c:v>
                </c:pt>
                <c:pt idx="22">
                  <c:v>39630</c:v>
                </c:pt>
                <c:pt idx="23">
                  <c:v>39661</c:v>
                </c:pt>
                <c:pt idx="24">
                  <c:v>39692</c:v>
                </c:pt>
                <c:pt idx="25">
                  <c:v>39722</c:v>
                </c:pt>
                <c:pt idx="26">
                  <c:v>39753</c:v>
                </c:pt>
                <c:pt idx="27">
                  <c:v>39783</c:v>
                </c:pt>
                <c:pt idx="28">
                  <c:v>39814</c:v>
                </c:pt>
                <c:pt idx="29">
                  <c:v>39845</c:v>
                </c:pt>
                <c:pt idx="30">
                  <c:v>39873</c:v>
                </c:pt>
                <c:pt idx="31">
                  <c:v>39904</c:v>
                </c:pt>
                <c:pt idx="32">
                  <c:v>39934</c:v>
                </c:pt>
                <c:pt idx="33">
                  <c:v>39965</c:v>
                </c:pt>
                <c:pt idx="34">
                  <c:v>39995</c:v>
                </c:pt>
                <c:pt idx="35">
                  <c:v>40026</c:v>
                </c:pt>
                <c:pt idx="36">
                  <c:v>40057</c:v>
                </c:pt>
                <c:pt idx="37">
                  <c:v>40087</c:v>
                </c:pt>
                <c:pt idx="38">
                  <c:v>40118</c:v>
                </c:pt>
                <c:pt idx="39">
                  <c:v>40148</c:v>
                </c:pt>
                <c:pt idx="40">
                  <c:v>40179</c:v>
                </c:pt>
                <c:pt idx="41">
                  <c:v>40210</c:v>
                </c:pt>
                <c:pt idx="42">
                  <c:v>40238</c:v>
                </c:pt>
                <c:pt idx="43">
                  <c:v>40269</c:v>
                </c:pt>
                <c:pt idx="44">
                  <c:v>40299</c:v>
                </c:pt>
                <c:pt idx="45">
                  <c:v>40330</c:v>
                </c:pt>
                <c:pt idx="46">
                  <c:v>40360</c:v>
                </c:pt>
                <c:pt idx="47">
                  <c:v>40391</c:v>
                </c:pt>
                <c:pt idx="48">
                  <c:v>40422</c:v>
                </c:pt>
                <c:pt idx="49">
                  <c:v>40452</c:v>
                </c:pt>
                <c:pt idx="50">
                  <c:v>40483</c:v>
                </c:pt>
                <c:pt idx="51">
                  <c:v>40513</c:v>
                </c:pt>
                <c:pt idx="52">
                  <c:v>40544</c:v>
                </c:pt>
                <c:pt idx="53">
                  <c:v>40575</c:v>
                </c:pt>
                <c:pt idx="54">
                  <c:v>40603</c:v>
                </c:pt>
                <c:pt idx="55">
                  <c:v>40634</c:v>
                </c:pt>
                <c:pt idx="56">
                  <c:v>40664</c:v>
                </c:pt>
                <c:pt idx="57">
                  <c:v>40695</c:v>
                </c:pt>
                <c:pt idx="58">
                  <c:v>40725</c:v>
                </c:pt>
                <c:pt idx="59">
                  <c:v>40756</c:v>
                </c:pt>
                <c:pt idx="60">
                  <c:v>40787</c:v>
                </c:pt>
                <c:pt idx="61">
                  <c:v>40817</c:v>
                </c:pt>
                <c:pt idx="62">
                  <c:v>40848</c:v>
                </c:pt>
                <c:pt idx="63">
                  <c:v>40878</c:v>
                </c:pt>
                <c:pt idx="64">
                  <c:v>40909</c:v>
                </c:pt>
                <c:pt idx="65">
                  <c:v>40940</c:v>
                </c:pt>
                <c:pt idx="66">
                  <c:v>40969</c:v>
                </c:pt>
                <c:pt idx="67">
                  <c:v>41000</c:v>
                </c:pt>
                <c:pt idx="68">
                  <c:v>41030</c:v>
                </c:pt>
                <c:pt idx="69">
                  <c:v>41061</c:v>
                </c:pt>
                <c:pt idx="70">
                  <c:v>41091</c:v>
                </c:pt>
                <c:pt idx="71">
                  <c:v>41122</c:v>
                </c:pt>
                <c:pt idx="72">
                  <c:v>41153</c:v>
                </c:pt>
                <c:pt idx="73">
                  <c:v>41183</c:v>
                </c:pt>
                <c:pt idx="74">
                  <c:v>41214</c:v>
                </c:pt>
                <c:pt idx="75">
                  <c:v>41244</c:v>
                </c:pt>
                <c:pt idx="76">
                  <c:v>41275</c:v>
                </c:pt>
                <c:pt idx="77">
                  <c:v>41306</c:v>
                </c:pt>
                <c:pt idx="78">
                  <c:v>41334</c:v>
                </c:pt>
                <c:pt idx="79">
                  <c:v>41365</c:v>
                </c:pt>
                <c:pt idx="80">
                  <c:v>41395</c:v>
                </c:pt>
                <c:pt idx="81">
                  <c:v>41426</c:v>
                </c:pt>
                <c:pt idx="82">
                  <c:v>41456</c:v>
                </c:pt>
                <c:pt idx="83">
                  <c:v>41487</c:v>
                </c:pt>
                <c:pt idx="84">
                  <c:v>41518</c:v>
                </c:pt>
                <c:pt idx="85">
                  <c:v>41548</c:v>
                </c:pt>
                <c:pt idx="86">
                  <c:v>41579</c:v>
                </c:pt>
                <c:pt idx="87">
                  <c:v>41609</c:v>
                </c:pt>
                <c:pt idx="88">
                  <c:v>41640</c:v>
                </c:pt>
                <c:pt idx="89">
                  <c:v>41671</c:v>
                </c:pt>
                <c:pt idx="90">
                  <c:v>41699</c:v>
                </c:pt>
                <c:pt idx="91">
                  <c:v>41730</c:v>
                </c:pt>
                <c:pt idx="92">
                  <c:v>41760</c:v>
                </c:pt>
                <c:pt idx="93">
                  <c:v>41791</c:v>
                </c:pt>
                <c:pt idx="94">
                  <c:v>41821</c:v>
                </c:pt>
                <c:pt idx="95">
                  <c:v>41852</c:v>
                </c:pt>
                <c:pt idx="96">
                  <c:v>41883</c:v>
                </c:pt>
                <c:pt idx="97">
                  <c:v>41913</c:v>
                </c:pt>
                <c:pt idx="98">
                  <c:v>41944</c:v>
                </c:pt>
                <c:pt idx="99">
                  <c:v>41974</c:v>
                </c:pt>
                <c:pt idx="100">
                  <c:v>42005</c:v>
                </c:pt>
                <c:pt idx="101">
                  <c:v>42036</c:v>
                </c:pt>
                <c:pt idx="102">
                  <c:v>42064</c:v>
                </c:pt>
                <c:pt idx="103">
                  <c:v>42095</c:v>
                </c:pt>
                <c:pt idx="104">
                  <c:v>42125</c:v>
                </c:pt>
                <c:pt idx="105">
                  <c:v>42156</c:v>
                </c:pt>
                <c:pt idx="106">
                  <c:v>42186</c:v>
                </c:pt>
                <c:pt idx="107">
                  <c:v>42217</c:v>
                </c:pt>
                <c:pt idx="108">
                  <c:v>42248</c:v>
                </c:pt>
                <c:pt idx="109">
                  <c:v>42278</c:v>
                </c:pt>
                <c:pt idx="110">
                  <c:v>42309</c:v>
                </c:pt>
                <c:pt idx="111">
                  <c:v>42339</c:v>
                </c:pt>
                <c:pt idx="112">
                  <c:v>42370</c:v>
                </c:pt>
                <c:pt idx="113">
                  <c:v>42401</c:v>
                </c:pt>
                <c:pt idx="114">
                  <c:v>42430</c:v>
                </c:pt>
              </c:numCache>
            </c:numRef>
          </c:cat>
          <c:val>
            <c:numRef>
              <c:f>Sheet1!$C$2:$C$116</c:f>
              <c:numCache>
                <c:formatCode>General</c:formatCode>
                <c:ptCount val="115"/>
                <c:pt idx="0">
                  <c:v>0.301997966969349</c:v>
                </c:pt>
                <c:pt idx="1">
                  <c:v>0.37483898793141401</c:v>
                </c:pt>
                <c:pt idx="2">
                  <c:v>0.50240260169609796</c:v>
                </c:pt>
                <c:pt idx="3">
                  <c:v>0.623112217808379</c:v>
                </c:pt>
                <c:pt idx="4">
                  <c:v>0.50099828950566305</c:v>
                </c:pt>
                <c:pt idx="5">
                  <c:v>0.479643560988191</c:v>
                </c:pt>
                <c:pt idx="6">
                  <c:v>0.55836914631255097</c:v>
                </c:pt>
                <c:pt idx="7">
                  <c:v>0.52567414999026296</c:v>
                </c:pt>
                <c:pt idx="8">
                  <c:v>0.456300908873154</c:v>
                </c:pt>
                <c:pt idx="9">
                  <c:v>8.0358494012893994E-2</c:v>
                </c:pt>
                <c:pt idx="10">
                  <c:v>4.4799821324579998E-2</c:v>
                </c:pt>
                <c:pt idx="11">
                  <c:v>0.17564833622348799</c:v>
                </c:pt>
                <c:pt idx="12">
                  <c:v>0.34820485214229902</c:v>
                </c:pt>
                <c:pt idx="13">
                  <c:v>0.34770982403353001</c:v>
                </c:pt>
                <c:pt idx="14">
                  <c:v>0.44026266067731001</c:v>
                </c:pt>
                <c:pt idx="15">
                  <c:v>0.442123686432839</c:v>
                </c:pt>
                <c:pt idx="16">
                  <c:v>0.73353273107343098</c:v>
                </c:pt>
                <c:pt idx="17">
                  <c:v>0.50350405346072002</c:v>
                </c:pt>
                <c:pt idx="18">
                  <c:v>0.36545928815942502</c:v>
                </c:pt>
                <c:pt idx="19">
                  <c:v>0.39616726926054602</c:v>
                </c:pt>
                <c:pt idx="20">
                  <c:v>0.30173303758472497</c:v>
                </c:pt>
                <c:pt idx="21">
                  <c:v>-3.9626944148463003E-2</c:v>
                </c:pt>
                <c:pt idx="22">
                  <c:v>-0.15749760448568501</c:v>
                </c:pt>
                <c:pt idx="23">
                  <c:v>-0.23217572877269199</c:v>
                </c:pt>
                <c:pt idx="24">
                  <c:v>0.22283216965975799</c:v>
                </c:pt>
                <c:pt idx="25">
                  <c:v>2.2507212942655001E-2</c:v>
                </c:pt>
                <c:pt idx="26">
                  <c:v>4.3717077345558998E-2</c:v>
                </c:pt>
                <c:pt idx="27">
                  <c:v>0.76711212538544404</c:v>
                </c:pt>
                <c:pt idx="28">
                  <c:v>0.980584599642497</c:v>
                </c:pt>
                <c:pt idx="29">
                  <c:v>0.85902377788897799</c:v>
                </c:pt>
                <c:pt idx="30">
                  <c:v>0.94861301202206605</c:v>
                </c:pt>
                <c:pt idx="31">
                  <c:v>1.11889566657059</c:v>
                </c:pt>
                <c:pt idx="32">
                  <c:v>1.0326617969885901</c:v>
                </c:pt>
                <c:pt idx="33">
                  <c:v>0.44987746811074503</c:v>
                </c:pt>
                <c:pt idx="34">
                  <c:v>0.66272683000287502</c:v>
                </c:pt>
                <c:pt idx="35">
                  <c:v>0.64892650823392695</c:v>
                </c:pt>
                <c:pt idx="36">
                  <c:v>0.77388455889168595</c:v>
                </c:pt>
                <c:pt idx="37">
                  <c:v>0.81974434258428397</c:v>
                </c:pt>
                <c:pt idx="38">
                  <c:v>0.88658643766893197</c:v>
                </c:pt>
                <c:pt idx="39">
                  <c:v>0.80858728267079105</c:v>
                </c:pt>
                <c:pt idx="40">
                  <c:v>0.67931491965234803</c:v>
                </c:pt>
                <c:pt idx="41">
                  <c:v>0.70916793931834698</c:v>
                </c:pt>
                <c:pt idx="42">
                  <c:v>0.71388146851896805</c:v>
                </c:pt>
                <c:pt idx="43">
                  <c:v>0.60111016194196398</c:v>
                </c:pt>
                <c:pt idx="44">
                  <c:v>0.79291042756536001</c:v>
                </c:pt>
                <c:pt idx="45">
                  <c:v>0.998515429177253</c:v>
                </c:pt>
                <c:pt idx="46">
                  <c:v>1.1307630268493001</c:v>
                </c:pt>
                <c:pt idx="47">
                  <c:v>1.22094789423697</c:v>
                </c:pt>
                <c:pt idx="48">
                  <c:v>1.2562853686353701</c:v>
                </c:pt>
                <c:pt idx="49">
                  <c:v>1.3158799912304799</c:v>
                </c:pt>
                <c:pt idx="50">
                  <c:v>0.94517968229766403</c:v>
                </c:pt>
                <c:pt idx="51">
                  <c:v>0.49194766071468099</c:v>
                </c:pt>
                <c:pt idx="52">
                  <c:v>0.37177445457721298</c:v>
                </c:pt>
                <c:pt idx="53">
                  <c:v>0.12531917938449</c:v>
                </c:pt>
                <c:pt idx="54">
                  <c:v>0.19981960573924001</c:v>
                </c:pt>
                <c:pt idx="55">
                  <c:v>0.23234610326560701</c:v>
                </c:pt>
                <c:pt idx="56">
                  <c:v>0.22644883558918899</c:v>
                </c:pt>
                <c:pt idx="57">
                  <c:v>0.43393939540165399</c:v>
                </c:pt>
                <c:pt idx="58">
                  <c:v>0.41385972233373602</c:v>
                </c:pt>
                <c:pt idx="59">
                  <c:v>0.73994323326312605</c:v>
                </c:pt>
                <c:pt idx="60">
                  <c:v>0.94426676052690195</c:v>
                </c:pt>
                <c:pt idx="61">
                  <c:v>0.90389195248902898</c:v>
                </c:pt>
                <c:pt idx="62">
                  <c:v>0.94952200989741997</c:v>
                </c:pt>
                <c:pt idx="63">
                  <c:v>0.93894434583576603</c:v>
                </c:pt>
                <c:pt idx="64">
                  <c:v>0.95352175990952004</c:v>
                </c:pt>
                <c:pt idx="65">
                  <c:v>0.91606224131257197</c:v>
                </c:pt>
                <c:pt idx="66">
                  <c:v>0.81440931189631205</c:v>
                </c:pt>
                <c:pt idx="67">
                  <c:v>0.87740442164135102</c:v>
                </c:pt>
                <c:pt idx="68">
                  <c:v>0.85781752100042596</c:v>
                </c:pt>
                <c:pt idx="69">
                  <c:v>1.0209004000240001</c:v>
                </c:pt>
                <c:pt idx="70">
                  <c:v>1.46839563417269</c:v>
                </c:pt>
                <c:pt idx="71">
                  <c:v>1.38184933483196</c:v>
                </c:pt>
                <c:pt idx="72">
                  <c:v>1.39969826710221</c:v>
                </c:pt>
                <c:pt idx="73">
                  <c:v>1.452460918771</c:v>
                </c:pt>
                <c:pt idx="74">
                  <c:v>1.3604513847048401</c:v>
                </c:pt>
                <c:pt idx="75">
                  <c:v>1.2625944953830599</c:v>
                </c:pt>
                <c:pt idx="76">
                  <c:v>1.1584770650818199</c:v>
                </c:pt>
                <c:pt idx="77">
                  <c:v>0.95978135357102601</c:v>
                </c:pt>
                <c:pt idx="78">
                  <c:v>0.87425658851413302</c:v>
                </c:pt>
                <c:pt idx="79">
                  <c:v>0.92714684878648401</c:v>
                </c:pt>
                <c:pt idx="80">
                  <c:v>0.73215886136977004</c:v>
                </c:pt>
                <c:pt idx="81">
                  <c:v>0.188540154496319</c:v>
                </c:pt>
                <c:pt idx="82">
                  <c:v>-0.19889173457418299</c:v>
                </c:pt>
                <c:pt idx="83">
                  <c:v>-0.35284493950285101</c:v>
                </c:pt>
                <c:pt idx="84">
                  <c:v>-0.41690336512236797</c:v>
                </c:pt>
                <c:pt idx="85">
                  <c:v>-0.13030860498397301</c:v>
                </c:pt>
                <c:pt idx="86">
                  <c:v>-0.17235481034674799</c:v>
                </c:pt>
                <c:pt idx="87">
                  <c:v>-0.39131860714037497</c:v>
                </c:pt>
                <c:pt idx="88">
                  <c:v>-0.344420649109901</c:v>
                </c:pt>
                <c:pt idx="89">
                  <c:v>-0.16354307324411399</c:v>
                </c:pt>
                <c:pt idx="90">
                  <c:v>-0.155026682441853</c:v>
                </c:pt>
                <c:pt idx="91">
                  <c:v>-0.122625955816933</c:v>
                </c:pt>
                <c:pt idx="92">
                  <c:v>4.8439180470666997E-2</c:v>
                </c:pt>
                <c:pt idx="93">
                  <c:v>0.103121342249322</c:v>
                </c:pt>
                <c:pt idx="94">
                  <c:v>9.6673810938530003E-2</c:v>
                </c:pt>
                <c:pt idx="95">
                  <c:v>8.0890420217385003E-2</c:v>
                </c:pt>
                <c:pt idx="96">
                  <c:v>1.6223423037522999E-2</c:v>
                </c:pt>
                <c:pt idx="97">
                  <c:v>0.146540928541886</c:v>
                </c:pt>
                <c:pt idx="98">
                  <c:v>0.17803697835836599</c:v>
                </c:pt>
                <c:pt idx="99">
                  <c:v>0.26571149688418</c:v>
                </c:pt>
                <c:pt idx="100">
                  <c:v>0.43724095777847399</c:v>
                </c:pt>
                <c:pt idx="101">
                  <c:v>0.79858079715020103</c:v>
                </c:pt>
                <c:pt idx="102">
                  <c:v>0.68724579109452399</c:v>
                </c:pt>
                <c:pt idx="103">
                  <c:v>0.74850148467866195</c:v>
                </c:pt>
                <c:pt idx="104">
                  <c:v>0.42714300034900199</c:v>
                </c:pt>
                <c:pt idx="105">
                  <c:v>0.217760390593981</c:v>
                </c:pt>
                <c:pt idx="106">
                  <c:v>0.104601292949578</c:v>
                </c:pt>
                <c:pt idx="107">
                  <c:v>0.234175675352119</c:v>
                </c:pt>
                <c:pt idx="108">
                  <c:v>0.260801093094156</c:v>
                </c:pt>
                <c:pt idx="109">
                  <c:v>0.382470349832917</c:v>
                </c:pt>
                <c:pt idx="110">
                  <c:v>0.25998062379946901</c:v>
                </c:pt>
                <c:pt idx="111">
                  <c:v>0.22729686148782199</c:v>
                </c:pt>
                <c:pt idx="112">
                  <c:v>0.34504916062656599</c:v>
                </c:pt>
                <c:pt idx="113">
                  <c:v>0.53654265453001004</c:v>
                </c:pt>
                <c:pt idx="114">
                  <c:v>0.57042319336916802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3040768"/>
        <c:axId val="113042560"/>
      </c:lineChart>
      <c:dateAx>
        <c:axId val="11304076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crossAx val="113042560"/>
        <c:crosses val="autoZero"/>
        <c:auto val="1"/>
        <c:lblOffset val="100"/>
        <c:baseTimeUnit val="months"/>
        <c:majorUnit val="24"/>
        <c:majorTimeUnit val="months"/>
      </c:dateAx>
      <c:valAx>
        <c:axId val="11304256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13040768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FGLMC</a:t>
            </a:r>
            <a:r>
              <a:rPr lang="en-US" baseline="0" dirty="0" smtClean="0"/>
              <a:t> Burnout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burnout v2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Sheet1!$A$2:$A$197</c:f>
              <c:numCache>
                <c:formatCode>m/d/yyyy</c:formatCode>
                <c:ptCount val="196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  <c:pt idx="176">
                  <c:v>41883</c:v>
                </c:pt>
                <c:pt idx="177">
                  <c:v>41913</c:v>
                </c:pt>
                <c:pt idx="178">
                  <c:v>41944</c:v>
                </c:pt>
                <c:pt idx="179">
                  <c:v>41974</c:v>
                </c:pt>
                <c:pt idx="180">
                  <c:v>42005</c:v>
                </c:pt>
                <c:pt idx="181">
                  <c:v>42036</c:v>
                </c:pt>
                <c:pt idx="182">
                  <c:v>42064</c:v>
                </c:pt>
                <c:pt idx="183">
                  <c:v>42095</c:v>
                </c:pt>
                <c:pt idx="184">
                  <c:v>42125</c:v>
                </c:pt>
                <c:pt idx="185">
                  <c:v>42156</c:v>
                </c:pt>
                <c:pt idx="186">
                  <c:v>42186</c:v>
                </c:pt>
                <c:pt idx="187">
                  <c:v>42217</c:v>
                </c:pt>
                <c:pt idx="188">
                  <c:v>42248</c:v>
                </c:pt>
                <c:pt idx="189">
                  <c:v>42278</c:v>
                </c:pt>
                <c:pt idx="190">
                  <c:v>42309</c:v>
                </c:pt>
                <c:pt idx="191">
                  <c:v>42339</c:v>
                </c:pt>
                <c:pt idx="192">
                  <c:v>42370</c:v>
                </c:pt>
                <c:pt idx="193">
                  <c:v>42401</c:v>
                </c:pt>
                <c:pt idx="194">
                  <c:v>42430</c:v>
                </c:pt>
                <c:pt idx="195">
                  <c:v>42461</c:v>
                </c:pt>
              </c:numCache>
            </c:numRef>
          </c:cat>
          <c:val>
            <c:numRef>
              <c:f>Sheet1!$B$2:$B$197</c:f>
              <c:numCache>
                <c:formatCode>General</c:formatCode>
                <c:ptCount val="196"/>
                <c:pt idx="0">
                  <c:v>141.544717190586</c:v>
                </c:pt>
                <c:pt idx="1">
                  <c:v>138.723117002658</c:v>
                </c:pt>
                <c:pt idx="2">
                  <c:v>137.25519992400399</c:v>
                </c:pt>
                <c:pt idx="3">
                  <c:v>135.85564495802299</c:v>
                </c:pt>
                <c:pt idx="4">
                  <c:v>134.83599356197999</c:v>
                </c:pt>
                <c:pt idx="5">
                  <c:v>132.264079218928</c:v>
                </c:pt>
                <c:pt idx="6">
                  <c:v>130.401416173239</c:v>
                </c:pt>
                <c:pt idx="7">
                  <c:v>129.134296304364</c:v>
                </c:pt>
                <c:pt idx="8">
                  <c:v>127.394035214789</c:v>
                </c:pt>
                <c:pt idx="9">
                  <c:v>126.132038752048</c:v>
                </c:pt>
                <c:pt idx="10">
                  <c:v>125.498552777163</c:v>
                </c:pt>
                <c:pt idx="11">
                  <c:v>125.44173120658699</c:v>
                </c:pt>
                <c:pt idx="12">
                  <c:v>127.66136391734101</c:v>
                </c:pt>
                <c:pt idx="13">
                  <c:v>133.463605882564</c:v>
                </c:pt>
                <c:pt idx="14">
                  <c:v>138.93835707904401</c:v>
                </c:pt>
                <c:pt idx="15">
                  <c:v>144.815907638445</c:v>
                </c:pt>
                <c:pt idx="16">
                  <c:v>147.19757703956799</c:v>
                </c:pt>
                <c:pt idx="17">
                  <c:v>147.04560684795999</c:v>
                </c:pt>
                <c:pt idx="18">
                  <c:v>145.40296650105901</c:v>
                </c:pt>
                <c:pt idx="19">
                  <c:v>143.34271603200301</c:v>
                </c:pt>
                <c:pt idx="20">
                  <c:v>145.02384462127401</c:v>
                </c:pt>
                <c:pt idx="21">
                  <c:v>147.89459275039599</c:v>
                </c:pt>
                <c:pt idx="22">
                  <c:v>154.48191730788599</c:v>
                </c:pt>
                <c:pt idx="23">
                  <c:v>159.07322329618799</c:v>
                </c:pt>
                <c:pt idx="24">
                  <c:v>156.355299198446</c:v>
                </c:pt>
                <c:pt idx="25">
                  <c:v>153.60423525990601</c:v>
                </c:pt>
                <c:pt idx="26">
                  <c:v>152.760265934008</c:v>
                </c:pt>
                <c:pt idx="27">
                  <c:v>150.17776759725001</c:v>
                </c:pt>
                <c:pt idx="28">
                  <c:v>148.16842569608301</c:v>
                </c:pt>
                <c:pt idx="29">
                  <c:v>149.96166592802101</c:v>
                </c:pt>
                <c:pt idx="30">
                  <c:v>154.200230470246</c:v>
                </c:pt>
                <c:pt idx="31">
                  <c:v>161.18629543826401</c:v>
                </c:pt>
                <c:pt idx="32">
                  <c:v>170.26294149794401</c:v>
                </c:pt>
                <c:pt idx="33">
                  <c:v>180.881221331924</c:v>
                </c:pt>
                <c:pt idx="34">
                  <c:v>188.82027558846801</c:v>
                </c:pt>
                <c:pt idx="35">
                  <c:v>196.233618383519</c:v>
                </c:pt>
                <c:pt idx="36">
                  <c:v>201.40835557851199</c:v>
                </c:pt>
                <c:pt idx="37">
                  <c:v>211.20999877915199</c:v>
                </c:pt>
                <c:pt idx="38">
                  <c:v>221.87934419088299</c:v>
                </c:pt>
                <c:pt idx="39">
                  <c:v>229.42383413313101</c:v>
                </c:pt>
                <c:pt idx="40">
                  <c:v>236.934108499209</c:v>
                </c:pt>
                <c:pt idx="41">
                  <c:v>244.90950274176899</c:v>
                </c:pt>
                <c:pt idx="42">
                  <c:v>255.965666186091</c:v>
                </c:pt>
                <c:pt idx="43">
                  <c:v>255.39279972504201</c:v>
                </c:pt>
                <c:pt idx="44">
                  <c:v>240.335213931353</c:v>
                </c:pt>
                <c:pt idx="45">
                  <c:v>228.14454336203801</c:v>
                </c:pt>
                <c:pt idx="46">
                  <c:v>217.44096148212699</c:v>
                </c:pt>
                <c:pt idx="47">
                  <c:v>212.826245077013</c:v>
                </c:pt>
                <c:pt idx="48">
                  <c:v>210.36978066709801</c:v>
                </c:pt>
                <c:pt idx="49">
                  <c:v>211.42510661640301</c:v>
                </c:pt>
                <c:pt idx="50">
                  <c:v>215.31517683486501</c:v>
                </c:pt>
                <c:pt idx="51">
                  <c:v>220.50337811288199</c:v>
                </c:pt>
                <c:pt idx="52">
                  <c:v>216.83216936541001</c:v>
                </c:pt>
                <c:pt idx="53">
                  <c:v>209.767144961187</c:v>
                </c:pt>
                <c:pt idx="54">
                  <c:v>202.477690784732</c:v>
                </c:pt>
                <c:pt idx="55">
                  <c:v>198.723340272043</c:v>
                </c:pt>
                <c:pt idx="56">
                  <c:v>198.10479142526901</c:v>
                </c:pt>
                <c:pt idx="57">
                  <c:v>198.800612463861</c:v>
                </c:pt>
                <c:pt idx="58">
                  <c:v>200.09541447036301</c:v>
                </c:pt>
                <c:pt idx="59">
                  <c:v>201.72440422135199</c:v>
                </c:pt>
                <c:pt idx="60">
                  <c:v>201.35605465526601</c:v>
                </c:pt>
                <c:pt idx="61">
                  <c:v>201.910361197871</c:v>
                </c:pt>
                <c:pt idx="62">
                  <c:v>205.177586662728</c:v>
                </c:pt>
                <c:pt idx="63">
                  <c:v>203.708389654614</c:v>
                </c:pt>
                <c:pt idx="64">
                  <c:v>201.032041383977</c:v>
                </c:pt>
                <c:pt idx="65">
                  <c:v>200.37252065715799</c:v>
                </c:pt>
                <c:pt idx="66">
                  <c:v>201.87044902631101</c:v>
                </c:pt>
                <c:pt idx="67">
                  <c:v>201.84848148674101</c:v>
                </c:pt>
                <c:pt idx="68">
                  <c:v>199.001063658481</c:v>
                </c:pt>
                <c:pt idx="69">
                  <c:v>194.44625556914201</c:v>
                </c:pt>
                <c:pt idx="70">
                  <c:v>188.93324455569501</c:v>
                </c:pt>
                <c:pt idx="71">
                  <c:v>182.844339926635</c:v>
                </c:pt>
                <c:pt idx="72">
                  <c:v>177.482300002985</c:v>
                </c:pt>
                <c:pt idx="73">
                  <c:v>173.45158388563601</c:v>
                </c:pt>
                <c:pt idx="74">
                  <c:v>170.33097608570301</c:v>
                </c:pt>
                <c:pt idx="75">
                  <c:v>167.14077126740901</c:v>
                </c:pt>
                <c:pt idx="76">
                  <c:v>163.10220961327599</c:v>
                </c:pt>
                <c:pt idx="77">
                  <c:v>159.63412191116299</c:v>
                </c:pt>
                <c:pt idx="78">
                  <c:v>155.74417396549799</c:v>
                </c:pt>
                <c:pt idx="79">
                  <c:v>151.724626530715</c:v>
                </c:pt>
                <c:pt idx="80">
                  <c:v>148.44247854783299</c:v>
                </c:pt>
                <c:pt idx="81">
                  <c:v>145.927022776326</c:v>
                </c:pt>
                <c:pt idx="82">
                  <c:v>144.36260917482099</c:v>
                </c:pt>
                <c:pt idx="83">
                  <c:v>143.52746724605001</c:v>
                </c:pt>
                <c:pt idx="84">
                  <c:v>142.59476015636</c:v>
                </c:pt>
                <c:pt idx="85">
                  <c:v>142.30180442838099</c:v>
                </c:pt>
                <c:pt idx="86">
                  <c:v>141.05500024238401</c:v>
                </c:pt>
                <c:pt idx="87">
                  <c:v>140.358935641583</c:v>
                </c:pt>
                <c:pt idx="88">
                  <c:v>140.09461437144299</c:v>
                </c:pt>
                <c:pt idx="89">
                  <c:v>139.273676379991</c:v>
                </c:pt>
                <c:pt idx="90">
                  <c:v>137.569642516958</c:v>
                </c:pt>
                <c:pt idx="91">
                  <c:v>135.255056081508</c:v>
                </c:pt>
                <c:pt idx="92">
                  <c:v>132.842299417069</c:v>
                </c:pt>
                <c:pt idx="93">
                  <c:v>130.87697899970701</c:v>
                </c:pt>
                <c:pt idx="94">
                  <c:v>130.46960478659599</c:v>
                </c:pt>
                <c:pt idx="95">
                  <c:v>129.99192030344301</c:v>
                </c:pt>
                <c:pt idx="96">
                  <c:v>131.14468466453499</c:v>
                </c:pt>
                <c:pt idx="97">
                  <c:v>134.720391008875</c:v>
                </c:pt>
                <c:pt idx="98">
                  <c:v>138.20545567547501</c:v>
                </c:pt>
                <c:pt idx="99">
                  <c:v>140.29781314177299</c:v>
                </c:pt>
                <c:pt idx="100">
                  <c:v>142.05884738660799</c:v>
                </c:pt>
                <c:pt idx="101">
                  <c:v>143.080448605181</c:v>
                </c:pt>
                <c:pt idx="102">
                  <c:v>143.47344969084</c:v>
                </c:pt>
                <c:pt idx="103">
                  <c:v>143.463362687494</c:v>
                </c:pt>
                <c:pt idx="104">
                  <c:v>143.10909419188101</c:v>
                </c:pt>
                <c:pt idx="105">
                  <c:v>143.35190712551</c:v>
                </c:pt>
                <c:pt idx="106">
                  <c:v>146.05623506625</c:v>
                </c:pt>
                <c:pt idx="107">
                  <c:v>147.60745401578899</c:v>
                </c:pt>
                <c:pt idx="108">
                  <c:v>153.39055857218801</c:v>
                </c:pt>
                <c:pt idx="109">
                  <c:v>168.08954153158399</c:v>
                </c:pt>
                <c:pt idx="110">
                  <c:v>182.898044776202</c:v>
                </c:pt>
                <c:pt idx="111">
                  <c:v>193.71322496674699</c:v>
                </c:pt>
                <c:pt idx="112">
                  <c:v>206.94531064463399</c:v>
                </c:pt>
                <c:pt idx="113">
                  <c:v>221.97853063151601</c:v>
                </c:pt>
                <c:pt idx="114">
                  <c:v>229.19625447357501</c:v>
                </c:pt>
                <c:pt idx="115">
                  <c:v>233.413834219672</c:v>
                </c:pt>
                <c:pt idx="116">
                  <c:v>238.65533369958999</c:v>
                </c:pt>
                <c:pt idx="117">
                  <c:v>246.81193206765201</c:v>
                </c:pt>
                <c:pt idx="118">
                  <c:v>257.631843671544</c:v>
                </c:pt>
                <c:pt idx="119">
                  <c:v>269.21865410792401</c:v>
                </c:pt>
                <c:pt idx="120">
                  <c:v>279.37534415107501</c:v>
                </c:pt>
                <c:pt idx="121">
                  <c:v>288.88544721486301</c:v>
                </c:pt>
                <c:pt idx="122">
                  <c:v>297.24308651752801</c:v>
                </c:pt>
                <c:pt idx="123">
                  <c:v>297.05913987702297</c:v>
                </c:pt>
                <c:pt idx="124">
                  <c:v>304.04193435822998</c:v>
                </c:pt>
                <c:pt idx="125">
                  <c:v>311.21473681820902</c:v>
                </c:pt>
                <c:pt idx="126">
                  <c:v>320.46645200152102</c:v>
                </c:pt>
                <c:pt idx="127">
                  <c:v>332.56946813414902</c:v>
                </c:pt>
                <c:pt idx="128">
                  <c:v>347.45941043477501</c:v>
                </c:pt>
                <c:pt idx="129">
                  <c:v>362.82164294696702</c:v>
                </c:pt>
                <c:pt idx="130">
                  <c:v>379.97362887988402</c:v>
                </c:pt>
                <c:pt idx="131">
                  <c:v>396.93359806954697</c:v>
                </c:pt>
                <c:pt idx="132">
                  <c:v>408.584376184814</c:v>
                </c:pt>
                <c:pt idx="133">
                  <c:v>413.83144970968999</c:v>
                </c:pt>
                <c:pt idx="134">
                  <c:v>415.92263729269899</c:v>
                </c:pt>
                <c:pt idx="135">
                  <c:v>419.75085141905998</c:v>
                </c:pt>
                <c:pt idx="136">
                  <c:v>424.614068562819</c:v>
                </c:pt>
                <c:pt idx="137">
                  <c:v>430.97728705346998</c:v>
                </c:pt>
                <c:pt idx="138">
                  <c:v>439.52536928031299</c:v>
                </c:pt>
                <c:pt idx="139">
                  <c:v>450.45897947349403</c:v>
                </c:pt>
                <c:pt idx="140">
                  <c:v>460.88598930742597</c:v>
                </c:pt>
                <c:pt idx="141">
                  <c:v>475.35335993110402</c:v>
                </c:pt>
                <c:pt idx="142">
                  <c:v>493.78722957178502</c:v>
                </c:pt>
                <c:pt idx="143">
                  <c:v>512.37137407828902</c:v>
                </c:pt>
                <c:pt idx="144">
                  <c:v>534.12874273373598</c:v>
                </c:pt>
                <c:pt idx="145">
                  <c:v>551.73971847396399</c:v>
                </c:pt>
                <c:pt idx="146">
                  <c:v>565.86497160167198</c:v>
                </c:pt>
                <c:pt idx="147">
                  <c:v>580.93627427363003</c:v>
                </c:pt>
                <c:pt idx="148">
                  <c:v>594.97447944811699</c:v>
                </c:pt>
                <c:pt idx="149">
                  <c:v>610.73977796332395</c:v>
                </c:pt>
                <c:pt idx="150">
                  <c:v>617.22174178619503</c:v>
                </c:pt>
                <c:pt idx="151">
                  <c:v>633.32170286178803</c:v>
                </c:pt>
                <c:pt idx="152">
                  <c:v>648.24369337054395</c:v>
                </c:pt>
                <c:pt idx="153">
                  <c:v>663.86972652230395</c:v>
                </c:pt>
                <c:pt idx="154">
                  <c:v>676.02651381695205</c:v>
                </c:pt>
                <c:pt idx="155">
                  <c:v>682.24356947723697</c:v>
                </c:pt>
                <c:pt idx="156">
                  <c:v>701.87267870262701</c:v>
                </c:pt>
                <c:pt idx="157">
                  <c:v>713.03202174247599</c:v>
                </c:pt>
                <c:pt idx="158">
                  <c:v>719.48936802747096</c:v>
                </c:pt>
                <c:pt idx="159">
                  <c:v>716.15696214915704</c:v>
                </c:pt>
                <c:pt idx="160">
                  <c:v>712.98105501809596</c:v>
                </c:pt>
                <c:pt idx="161">
                  <c:v>713.34429275936702</c:v>
                </c:pt>
                <c:pt idx="162">
                  <c:v>706.790443656511</c:v>
                </c:pt>
                <c:pt idx="163">
                  <c:v>694.21811170637102</c:v>
                </c:pt>
                <c:pt idx="164">
                  <c:v>676.63680234102196</c:v>
                </c:pt>
                <c:pt idx="165">
                  <c:v>663.439758256804</c:v>
                </c:pt>
                <c:pt idx="166">
                  <c:v>654.821762694271</c:v>
                </c:pt>
                <c:pt idx="167">
                  <c:v>647.90032634949</c:v>
                </c:pt>
                <c:pt idx="168">
                  <c:v>641.339656287411</c:v>
                </c:pt>
                <c:pt idx="169">
                  <c:v>633.75900717324998</c:v>
                </c:pt>
                <c:pt idx="170">
                  <c:v>628.26634562375204</c:v>
                </c:pt>
                <c:pt idx="171">
                  <c:v>626.576293921142</c:v>
                </c:pt>
                <c:pt idx="172">
                  <c:v>622.835207399762</c:v>
                </c:pt>
                <c:pt idx="173">
                  <c:v>619.29089151492599</c:v>
                </c:pt>
                <c:pt idx="174">
                  <c:v>616.71854433495605</c:v>
                </c:pt>
                <c:pt idx="175">
                  <c:v>614.43855189560804</c:v>
                </c:pt>
                <c:pt idx="176">
                  <c:v>609.10639466729504</c:v>
                </c:pt>
                <c:pt idx="177">
                  <c:v>605.26530478658401</c:v>
                </c:pt>
                <c:pt idx="178">
                  <c:v>600.80928691725296</c:v>
                </c:pt>
                <c:pt idx="179">
                  <c:v>598.78193475195803</c:v>
                </c:pt>
                <c:pt idx="180">
                  <c:v>600.10430144380405</c:v>
                </c:pt>
                <c:pt idx="181">
                  <c:v>602.70230285561001</c:v>
                </c:pt>
                <c:pt idx="182">
                  <c:v>605.62299457789595</c:v>
                </c:pt>
                <c:pt idx="183">
                  <c:v>611.49931270929403</c:v>
                </c:pt>
                <c:pt idx="184">
                  <c:v>612.19871491356503</c:v>
                </c:pt>
                <c:pt idx="185">
                  <c:v>613.23068986319004</c:v>
                </c:pt>
                <c:pt idx="186">
                  <c:v>609.439940828918</c:v>
                </c:pt>
                <c:pt idx="187">
                  <c:v>603.12281325515301</c:v>
                </c:pt>
                <c:pt idx="188">
                  <c:v>598.58792081802699</c:v>
                </c:pt>
                <c:pt idx="189">
                  <c:v>595.41551018687596</c:v>
                </c:pt>
                <c:pt idx="190">
                  <c:v>593.51237476730603</c:v>
                </c:pt>
                <c:pt idx="191">
                  <c:v>594.88413840623298</c:v>
                </c:pt>
                <c:pt idx="192">
                  <c:v>594.42462602685202</c:v>
                </c:pt>
                <c:pt idx="193">
                  <c:v>593.16260564279196</c:v>
                </c:pt>
                <c:pt idx="194">
                  <c:v>594.36232370419395</c:v>
                </c:pt>
                <c:pt idx="195">
                  <c:v>598.55638668680899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burnout v1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Sheet1!$A$2:$A$197</c:f>
              <c:numCache>
                <c:formatCode>m/d/yyyy</c:formatCode>
                <c:ptCount val="196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  <c:pt idx="176">
                  <c:v>41883</c:v>
                </c:pt>
                <c:pt idx="177">
                  <c:v>41913</c:v>
                </c:pt>
                <c:pt idx="178">
                  <c:v>41944</c:v>
                </c:pt>
                <c:pt idx="179">
                  <c:v>41974</c:v>
                </c:pt>
                <c:pt idx="180">
                  <c:v>42005</c:v>
                </c:pt>
                <c:pt idx="181">
                  <c:v>42036</c:v>
                </c:pt>
                <c:pt idx="182">
                  <c:v>42064</c:v>
                </c:pt>
                <c:pt idx="183">
                  <c:v>42095</c:v>
                </c:pt>
                <c:pt idx="184">
                  <c:v>42125</c:v>
                </c:pt>
                <c:pt idx="185">
                  <c:v>42156</c:v>
                </c:pt>
                <c:pt idx="186">
                  <c:v>42186</c:v>
                </c:pt>
                <c:pt idx="187">
                  <c:v>42217</c:v>
                </c:pt>
                <c:pt idx="188">
                  <c:v>42248</c:v>
                </c:pt>
                <c:pt idx="189">
                  <c:v>42278</c:v>
                </c:pt>
                <c:pt idx="190">
                  <c:v>42309</c:v>
                </c:pt>
                <c:pt idx="191">
                  <c:v>42339</c:v>
                </c:pt>
                <c:pt idx="192">
                  <c:v>42370</c:v>
                </c:pt>
                <c:pt idx="193">
                  <c:v>42401</c:v>
                </c:pt>
                <c:pt idx="194">
                  <c:v>42430</c:v>
                </c:pt>
                <c:pt idx="195">
                  <c:v>42461</c:v>
                </c:pt>
              </c:numCache>
            </c:numRef>
          </c:cat>
          <c:val>
            <c:numRef>
              <c:f>Sheet1!$C$2:$C$197</c:f>
              <c:numCache>
                <c:formatCode>General</c:formatCode>
                <c:ptCount val="196"/>
                <c:pt idx="0">
                  <c:v>141.54546154710599</c:v>
                </c:pt>
                <c:pt idx="1">
                  <c:v>138.723850354863</c:v>
                </c:pt>
                <c:pt idx="2">
                  <c:v>137.25592897200701</c:v>
                </c:pt>
                <c:pt idx="3">
                  <c:v>135.85637021350001</c:v>
                </c:pt>
                <c:pt idx="4">
                  <c:v>134.83671733188001</c:v>
                </c:pt>
                <c:pt idx="5">
                  <c:v>132.264791994326</c:v>
                </c:pt>
                <c:pt idx="6">
                  <c:v>130.40212285653999</c:v>
                </c:pt>
                <c:pt idx="7">
                  <c:v>129.13499998511301</c:v>
                </c:pt>
                <c:pt idx="8">
                  <c:v>127.394733949597</c:v>
                </c:pt>
                <c:pt idx="9">
                  <c:v>126.132735086483</c:v>
                </c:pt>
                <c:pt idx="10">
                  <c:v>125.499250032669</c:v>
                </c:pt>
                <c:pt idx="11">
                  <c:v>125.44243125198901</c:v>
                </c:pt>
                <c:pt idx="12">
                  <c:v>127.66207535346599</c:v>
                </c:pt>
                <c:pt idx="13">
                  <c:v>133.464340444784</c:v>
                </c:pt>
                <c:pt idx="14">
                  <c:v>138.93911540518801</c:v>
                </c:pt>
                <c:pt idx="15">
                  <c:v>144.81668975407899</c:v>
                </c:pt>
                <c:pt idx="16">
                  <c:v>147.19837193552999</c:v>
                </c:pt>
                <c:pt idx="17">
                  <c:v>147.046402010273</c:v>
                </c:pt>
                <c:pt idx="18">
                  <c:v>145.40375350947201</c:v>
                </c:pt>
                <c:pt idx="19">
                  <c:v>143.34349500689299</c:v>
                </c:pt>
                <c:pt idx="20">
                  <c:v>145.02463488285301</c:v>
                </c:pt>
                <c:pt idx="21">
                  <c:v>147.895392015071</c:v>
                </c:pt>
                <c:pt idx="22">
                  <c:v>154.48273877614</c:v>
                </c:pt>
                <c:pt idx="23">
                  <c:v>159.07406079435401</c:v>
                </c:pt>
                <c:pt idx="24">
                  <c:v>156.35613063369701</c:v>
                </c:pt>
                <c:pt idx="25">
                  <c:v>153.60506168579701</c:v>
                </c:pt>
                <c:pt idx="26">
                  <c:v>152.76109255612101</c:v>
                </c:pt>
                <c:pt idx="27">
                  <c:v>150.178589614451</c:v>
                </c:pt>
                <c:pt idx="28">
                  <c:v>148.169247391901</c:v>
                </c:pt>
                <c:pt idx="29">
                  <c:v>149.96249769455801</c:v>
                </c:pt>
                <c:pt idx="30">
                  <c:v>154.20107987375701</c:v>
                </c:pt>
                <c:pt idx="31">
                  <c:v>161.18716992184599</c:v>
                </c:pt>
                <c:pt idx="32">
                  <c:v>170.26383293567699</c:v>
                </c:pt>
                <c:pt idx="33">
                  <c:v>180.88212505859701</c:v>
                </c:pt>
                <c:pt idx="34">
                  <c:v>188.82118258095099</c:v>
                </c:pt>
                <c:pt idx="35">
                  <c:v>196.23452343193401</c:v>
                </c:pt>
                <c:pt idx="36">
                  <c:v>201.409249567839</c:v>
                </c:pt>
                <c:pt idx="37">
                  <c:v>211.210900065819</c:v>
                </c:pt>
                <c:pt idx="38">
                  <c:v>221.88025570494699</c:v>
                </c:pt>
                <c:pt idx="39">
                  <c:v>229.424744856404</c:v>
                </c:pt>
                <c:pt idx="40">
                  <c:v>236.935025767817</c:v>
                </c:pt>
                <c:pt idx="41">
                  <c:v>244.91041556114499</c:v>
                </c:pt>
                <c:pt idx="42">
                  <c:v>255.96657438412601</c:v>
                </c:pt>
                <c:pt idx="43">
                  <c:v>255.39369340289301</c:v>
                </c:pt>
                <c:pt idx="44">
                  <c:v>240.33605539429001</c:v>
                </c:pt>
                <c:pt idx="45">
                  <c:v>228.14534176047599</c:v>
                </c:pt>
                <c:pt idx="46">
                  <c:v>217.44172563475701</c:v>
                </c:pt>
                <c:pt idx="47">
                  <c:v>212.82699739611999</c:v>
                </c:pt>
                <c:pt idx="48">
                  <c:v>210.37052916572901</c:v>
                </c:pt>
                <c:pt idx="49">
                  <c:v>211.425860399219</c:v>
                </c:pt>
                <c:pt idx="50">
                  <c:v>215.31594506700699</c:v>
                </c:pt>
                <c:pt idx="51">
                  <c:v>220.50416125346101</c:v>
                </c:pt>
                <c:pt idx="52">
                  <c:v>216.83294590996201</c:v>
                </c:pt>
                <c:pt idx="53">
                  <c:v>209.767899798401</c:v>
                </c:pt>
                <c:pt idx="54">
                  <c:v>202.478424681955</c:v>
                </c:pt>
                <c:pt idx="55">
                  <c:v>198.724066807501</c:v>
                </c:pt>
                <c:pt idx="56">
                  <c:v>198.10552347375</c:v>
                </c:pt>
                <c:pt idx="57">
                  <c:v>198.801354667146</c:v>
                </c:pt>
                <c:pt idx="58">
                  <c:v>200.09616837327101</c:v>
                </c:pt>
                <c:pt idx="59">
                  <c:v>201.72516991967501</c:v>
                </c:pt>
                <c:pt idx="60">
                  <c:v>201.356826385787</c:v>
                </c:pt>
                <c:pt idx="61">
                  <c:v>201.91114284493199</c:v>
                </c:pt>
                <c:pt idx="62">
                  <c:v>205.17838747684399</c:v>
                </c:pt>
                <c:pt idx="63">
                  <c:v>203.709192809271</c:v>
                </c:pt>
                <c:pt idx="64">
                  <c:v>201.03284143022299</c:v>
                </c:pt>
                <c:pt idx="65">
                  <c:v>200.373326122485</c:v>
                </c:pt>
                <c:pt idx="66">
                  <c:v>201.871267153313</c:v>
                </c:pt>
                <c:pt idx="67">
                  <c:v>201.849306803367</c:v>
                </c:pt>
                <c:pt idx="68">
                  <c:v>199.00188565232699</c:v>
                </c:pt>
                <c:pt idx="69">
                  <c:v>194.44706855529299</c:v>
                </c:pt>
                <c:pt idx="70">
                  <c:v>188.934040358896</c:v>
                </c:pt>
                <c:pt idx="71">
                  <c:v>182.84511417197101</c:v>
                </c:pt>
                <c:pt idx="72">
                  <c:v>177.48305601799399</c:v>
                </c:pt>
                <c:pt idx="73">
                  <c:v>173.45232875194799</c:v>
                </c:pt>
                <c:pt idx="74">
                  <c:v>170.33171207408799</c:v>
                </c:pt>
                <c:pt idx="75">
                  <c:v>167.14149783421499</c:v>
                </c:pt>
                <c:pt idx="76">
                  <c:v>163.10292269931901</c:v>
                </c:pt>
                <c:pt idx="77">
                  <c:v>159.634823279139</c:v>
                </c:pt>
                <c:pt idx="78">
                  <c:v>155.74486167708801</c:v>
                </c:pt>
                <c:pt idx="79">
                  <c:v>151.72529976054801</c:v>
                </c:pt>
                <c:pt idx="80">
                  <c:v>148.511487593759</c:v>
                </c:pt>
                <c:pt idx="81">
                  <c:v>145.98450836786299</c:v>
                </c:pt>
                <c:pt idx="82">
                  <c:v>144.345377580898</c:v>
                </c:pt>
                <c:pt idx="83">
                  <c:v>143.5860397301</c:v>
                </c:pt>
                <c:pt idx="84">
                  <c:v>142.827709328309</c:v>
                </c:pt>
                <c:pt idx="85">
                  <c:v>141.933978277433</c:v>
                </c:pt>
                <c:pt idx="86">
                  <c:v>140.43145122634101</c:v>
                </c:pt>
                <c:pt idx="87">
                  <c:v>139.82421444265299</c:v>
                </c:pt>
                <c:pt idx="88">
                  <c:v>139.132177657429</c:v>
                </c:pt>
                <c:pt idx="89">
                  <c:v>137.70707011976799</c:v>
                </c:pt>
                <c:pt idx="90">
                  <c:v>134.76162245834101</c:v>
                </c:pt>
                <c:pt idx="91">
                  <c:v>132.21399605534</c:v>
                </c:pt>
                <c:pt idx="92">
                  <c:v>129.79388196179599</c:v>
                </c:pt>
                <c:pt idx="93">
                  <c:v>127.974278111918</c:v>
                </c:pt>
                <c:pt idx="94">
                  <c:v>127.330825816097</c:v>
                </c:pt>
                <c:pt idx="95">
                  <c:v>127.168350039527</c:v>
                </c:pt>
                <c:pt idx="96">
                  <c:v>128.40233935855099</c:v>
                </c:pt>
                <c:pt idx="97">
                  <c:v>133.884530090309</c:v>
                </c:pt>
                <c:pt idx="98">
                  <c:v>135.48328524014701</c:v>
                </c:pt>
                <c:pt idx="99">
                  <c:v>136.61373042579999</c:v>
                </c:pt>
                <c:pt idx="100">
                  <c:v>138.034260687109</c:v>
                </c:pt>
                <c:pt idx="101">
                  <c:v>137.75984005728799</c:v>
                </c:pt>
                <c:pt idx="102">
                  <c:v>135.99981189400299</c:v>
                </c:pt>
                <c:pt idx="103">
                  <c:v>135.24099922750401</c:v>
                </c:pt>
                <c:pt idx="104">
                  <c:v>134.34639511314401</c:v>
                </c:pt>
                <c:pt idx="105">
                  <c:v>135.95135993745299</c:v>
                </c:pt>
                <c:pt idx="106">
                  <c:v>137.184934198783</c:v>
                </c:pt>
                <c:pt idx="107">
                  <c:v>138.62902076550199</c:v>
                </c:pt>
                <c:pt idx="108">
                  <c:v>150.54559846863501</c:v>
                </c:pt>
                <c:pt idx="109">
                  <c:v>167.13514736696899</c:v>
                </c:pt>
                <c:pt idx="110">
                  <c:v>180.057284118517</c:v>
                </c:pt>
                <c:pt idx="111">
                  <c:v>191.58096677825199</c:v>
                </c:pt>
                <c:pt idx="112">
                  <c:v>206.26720999392899</c:v>
                </c:pt>
                <c:pt idx="113">
                  <c:v>219.923654532488</c:v>
                </c:pt>
                <c:pt idx="114">
                  <c:v>220.76883930699901</c:v>
                </c:pt>
                <c:pt idx="115">
                  <c:v>226.264770376158</c:v>
                </c:pt>
                <c:pt idx="116">
                  <c:v>231.32031728868401</c:v>
                </c:pt>
                <c:pt idx="117">
                  <c:v>240.39776535869501</c:v>
                </c:pt>
                <c:pt idx="118">
                  <c:v>251.38006110140901</c:v>
                </c:pt>
                <c:pt idx="119">
                  <c:v>263.33255417740497</c:v>
                </c:pt>
                <c:pt idx="120">
                  <c:v>272.44303699430401</c:v>
                </c:pt>
                <c:pt idx="121">
                  <c:v>280.58687425278703</c:v>
                </c:pt>
                <c:pt idx="122">
                  <c:v>288.85886978754399</c:v>
                </c:pt>
                <c:pt idx="123">
                  <c:v>288.52987492796501</c:v>
                </c:pt>
                <c:pt idx="124">
                  <c:v>294.193594628352</c:v>
                </c:pt>
                <c:pt idx="125">
                  <c:v>303.07591703517397</c:v>
                </c:pt>
                <c:pt idx="126">
                  <c:v>314.44944628650001</c:v>
                </c:pt>
                <c:pt idx="127">
                  <c:v>328.87624110000098</c:v>
                </c:pt>
                <c:pt idx="128">
                  <c:v>346.15108990934999</c:v>
                </c:pt>
                <c:pt idx="129">
                  <c:v>363.30540100647897</c:v>
                </c:pt>
                <c:pt idx="130">
                  <c:v>382.84262121886002</c:v>
                </c:pt>
                <c:pt idx="131">
                  <c:v>399.27742581194002</c:v>
                </c:pt>
                <c:pt idx="132">
                  <c:v>405.79341328192999</c:v>
                </c:pt>
                <c:pt idx="133">
                  <c:v>410.50215265557699</c:v>
                </c:pt>
                <c:pt idx="134">
                  <c:v>410.706458033812</c:v>
                </c:pt>
                <c:pt idx="135">
                  <c:v>415.44475697237999</c:v>
                </c:pt>
                <c:pt idx="136">
                  <c:v>420.26074134716299</c:v>
                </c:pt>
                <c:pt idx="137">
                  <c:v>429.05624267628502</c:v>
                </c:pt>
                <c:pt idx="138">
                  <c:v>439.758756239501</c:v>
                </c:pt>
                <c:pt idx="139">
                  <c:v>450.63908603437397</c:v>
                </c:pt>
                <c:pt idx="140">
                  <c:v>466.228306995992</c:v>
                </c:pt>
                <c:pt idx="141">
                  <c:v>485.215809182822</c:v>
                </c:pt>
                <c:pt idx="142">
                  <c:v>504.75586570358399</c:v>
                </c:pt>
                <c:pt idx="143">
                  <c:v>526.59986703230902</c:v>
                </c:pt>
                <c:pt idx="144">
                  <c:v>550.73374512199905</c:v>
                </c:pt>
                <c:pt idx="145">
                  <c:v>570.45064509628503</c:v>
                </c:pt>
                <c:pt idx="146">
                  <c:v>586.10938409401194</c:v>
                </c:pt>
                <c:pt idx="147">
                  <c:v>601.094238750155</c:v>
                </c:pt>
                <c:pt idx="148">
                  <c:v>617.638911828348</c:v>
                </c:pt>
                <c:pt idx="149">
                  <c:v>636.77191138202204</c:v>
                </c:pt>
                <c:pt idx="150">
                  <c:v>647.15451791588896</c:v>
                </c:pt>
                <c:pt idx="151">
                  <c:v>667.22510508650601</c:v>
                </c:pt>
                <c:pt idx="152">
                  <c:v>682.69928842371905</c:v>
                </c:pt>
                <c:pt idx="153">
                  <c:v>702.02718520379096</c:v>
                </c:pt>
                <c:pt idx="154">
                  <c:v>717.59125737510794</c:v>
                </c:pt>
                <c:pt idx="155">
                  <c:v>725.42138748608102</c:v>
                </c:pt>
                <c:pt idx="156">
                  <c:v>746.86391379345901</c:v>
                </c:pt>
                <c:pt idx="157">
                  <c:v>757.63683412267699</c:v>
                </c:pt>
                <c:pt idx="158">
                  <c:v>762.02043177079395</c:v>
                </c:pt>
                <c:pt idx="159">
                  <c:v>758.73555717288798</c:v>
                </c:pt>
                <c:pt idx="160">
                  <c:v>758.78830226406296</c:v>
                </c:pt>
                <c:pt idx="161">
                  <c:v>758.31471758539794</c:v>
                </c:pt>
                <c:pt idx="162">
                  <c:v>743.12873460687899</c:v>
                </c:pt>
                <c:pt idx="163">
                  <c:v>727.38691045174699</c:v>
                </c:pt>
                <c:pt idx="164">
                  <c:v>709.05699033772498</c:v>
                </c:pt>
                <c:pt idx="165">
                  <c:v>696.05739313094898</c:v>
                </c:pt>
                <c:pt idx="166">
                  <c:v>691.03901120139301</c:v>
                </c:pt>
                <c:pt idx="167">
                  <c:v>684.01624482307398</c:v>
                </c:pt>
                <c:pt idx="168">
                  <c:v>676.07691203986496</c:v>
                </c:pt>
                <c:pt idx="169">
                  <c:v>668.90033540917295</c:v>
                </c:pt>
                <c:pt idx="170">
                  <c:v>665.17721670202502</c:v>
                </c:pt>
                <c:pt idx="171">
                  <c:v>663.934027122663</c:v>
                </c:pt>
                <c:pt idx="172">
                  <c:v>660.799704783788</c:v>
                </c:pt>
                <c:pt idx="173">
                  <c:v>660.04631052040895</c:v>
                </c:pt>
                <c:pt idx="174">
                  <c:v>658.432926966134</c:v>
                </c:pt>
                <c:pt idx="175">
                  <c:v>657.04180987724999</c:v>
                </c:pt>
                <c:pt idx="176">
                  <c:v>652.39256987491501</c:v>
                </c:pt>
                <c:pt idx="177">
                  <c:v>648.68857590323898</c:v>
                </c:pt>
                <c:pt idx="178">
                  <c:v>646.63464166287895</c:v>
                </c:pt>
                <c:pt idx="179">
                  <c:v>645.85409436359396</c:v>
                </c:pt>
                <c:pt idx="180">
                  <c:v>650.34118230613694</c:v>
                </c:pt>
                <c:pt idx="181">
                  <c:v>657.60544545887001</c:v>
                </c:pt>
                <c:pt idx="182">
                  <c:v>660.79855125958397</c:v>
                </c:pt>
                <c:pt idx="183">
                  <c:v>666.81739525293801</c:v>
                </c:pt>
                <c:pt idx="184">
                  <c:v>670.18791168658504</c:v>
                </c:pt>
                <c:pt idx="185">
                  <c:v>668.53772589510402</c:v>
                </c:pt>
                <c:pt idx="186">
                  <c:v>662.58294858829299</c:v>
                </c:pt>
                <c:pt idx="187">
                  <c:v>655.70719015743998</c:v>
                </c:pt>
                <c:pt idx="188">
                  <c:v>653.80121942843596</c:v>
                </c:pt>
                <c:pt idx="189">
                  <c:v>651.35988888127997</c:v>
                </c:pt>
                <c:pt idx="190">
                  <c:v>651.97622787084697</c:v>
                </c:pt>
                <c:pt idx="191">
                  <c:v>651.01979134365297</c:v>
                </c:pt>
                <c:pt idx="192">
                  <c:v>650.89358226242405</c:v>
                </c:pt>
                <c:pt idx="193">
                  <c:v>651.79970266799796</c:v>
                </c:pt>
                <c:pt idx="194">
                  <c:v>658.42193704209706</c:v>
                </c:pt>
                <c:pt idx="195">
                  <c:v>662.98376308782895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3593216"/>
        <c:axId val="243594752"/>
      </c:lineChart>
      <c:dateAx>
        <c:axId val="24359321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243594752"/>
        <c:crosses val="autoZero"/>
        <c:auto val="1"/>
        <c:lblOffset val="100"/>
        <c:baseTimeUnit val="months"/>
        <c:majorUnit val="36"/>
        <c:majorTimeUnit val="months"/>
      </c:dateAx>
      <c:valAx>
        <c:axId val="24359475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243593216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15173220309012925"/>
          <c:y val="0.90094906614934001"/>
          <c:w val="0.6483330341618152"/>
          <c:h val="9.9050933850659967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FGU6</a:t>
            </a:r>
            <a:r>
              <a:rPr lang="en-US" baseline="0" dirty="0" smtClean="0"/>
              <a:t> Burnout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burnout v2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Sheet1!$A$2:$A$79</c:f>
              <c:numCache>
                <c:formatCode>m/d/yyyy</c:formatCode>
                <c:ptCount val="78"/>
                <c:pt idx="0">
                  <c:v>40118</c:v>
                </c:pt>
                <c:pt idx="1">
                  <c:v>40148</c:v>
                </c:pt>
                <c:pt idx="2">
                  <c:v>40179</c:v>
                </c:pt>
                <c:pt idx="3">
                  <c:v>40210</c:v>
                </c:pt>
                <c:pt idx="4">
                  <c:v>40238</c:v>
                </c:pt>
                <c:pt idx="5">
                  <c:v>40269</c:v>
                </c:pt>
                <c:pt idx="6">
                  <c:v>40299</c:v>
                </c:pt>
                <c:pt idx="7">
                  <c:v>40330</c:v>
                </c:pt>
                <c:pt idx="8">
                  <c:v>40360</c:v>
                </c:pt>
                <c:pt idx="9">
                  <c:v>40391</c:v>
                </c:pt>
                <c:pt idx="10">
                  <c:v>40422</c:v>
                </c:pt>
                <c:pt idx="11">
                  <c:v>40452</c:v>
                </c:pt>
                <c:pt idx="12">
                  <c:v>40483</c:v>
                </c:pt>
                <c:pt idx="13">
                  <c:v>40513</c:v>
                </c:pt>
                <c:pt idx="14">
                  <c:v>40544</c:v>
                </c:pt>
                <c:pt idx="15">
                  <c:v>40575</c:v>
                </c:pt>
                <c:pt idx="16">
                  <c:v>40603</c:v>
                </c:pt>
                <c:pt idx="17">
                  <c:v>40634</c:v>
                </c:pt>
                <c:pt idx="18">
                  <c:v>40664</c:v>
                </c:pt>
                <c:pt idx="19">
                  <c:v>40695</c:v>
                </c:pt>
                <c:pt idx="20">
                  <c:v>40725</c:v>
                </c:pt>
                <c:pt idx="21">
                  <c:v>40756</c:v>
                </c:pt>
                <c:pt idx="22">
                  <c:v>40787</c:v>
                </c:pt>
                <c:pt idx="23">
                  <c:v>40817</c:v>
                </c:pt>
                <c:pt idx="24">
                  <c:v>40848</c:v>
                </c:pt>
                <c:pt idx="25">
                  <c:v>40878</c:v>
                </c:pt>
                <c:pt idx="26">
                  <c:v>40909</c:v>
                </c:pt>
                <c:pt idx="27">
                  <c:v>40940</c:v>
                </c:pt>
                <c:pt idx="28">
                  <c:v>40969</c:v>
                </c:pt>
                <c:pt idx="29">
                  <c:v>41000</c:v>
                </c:pt>
                <c:pt idx="30">
                  <c:v>41030</c:v>
                </c:pt>
                <c:pt idx="31">
                  <c:v>41061</c:v>
                </c:pt>
                <c:pt idx="32">
                  <c:v>41091</c:v>
                </c:pt>
                <c:pt idx="33">
                  <c:v>41122</c:v>
                </c:pt>
                <c:pt idx="34">
                  <c:v>41153</c:v>
                </c:pt>
                <c:pt idx="35">
                  <c:v>41183</c:v>
                </c:pt>
                <c:pt idx="36">
                  <c:v>41214</c:v>
                </c:pt>
                <c:pt idx="37">
                  <c:v>41244</c:v>
                </c:pt>
                <c:pt idx="38">
                  <c:v>41275</c:v>
                </c:pt>
                <c:pt idx="39">
                  <c:v>41306</c:v>
                </c:pt>
                <c:pt idx="40">
                  <c:v>41334</c:v>
                </c:pt>
                <c:pt idx="41">
                  <c:v>41365</c:v>
                </c:pt>
                <c:pt idx="42">
                  <c:v>41395</c:v>
                </c:pt>
                <c:pt idx="43">
                  <c:v>41426</c:v>
                </c:pt>
                <c:pt idx="44">
                  <c:v>41456</c:v>
                </c:pt>
                <c:pt idx="45">
                  <c:v>41487</c:v>
                </c:pt>
                <c:pt idx="46">
                  <c:v>41518</c:v>
                </c:pt>
                <c:pt idx="47">
                  <c:v>41548</c:v>
                </c:pt>
                <c:pt idx="48">
                  <c:v>41579</c:v>
                </c:pt>
                <c:pt idx="49">
                  <c:v>41609</c:v>
                </c:pt>
                <c:pt idx="50">
                  <c:v>41640</c:v>
                </c:pt>
                <c:pt idx="51">
                  <c:v>41671</c:v>
                </c:pt>
                <c:pt idx="52">
                  <c:v>41699</c:v>
                </c:pt>
                <c:pt idx="53">
                  <c:v>41730</c:v>
                </c:pt>
                <c:pt idx="54">
                  <c:v>41760</c:v>
                </c:pt>
                <c:pt idx="55">
                  <c:v>41791</c:v>
                </c:pt>
                <c:pt idx="56">
                  <c:v>41821</c:v>
                </c:pt>
                <c:pt idx="57">
                  <c:v>41852</c:v>
                </c:pt>
                <c:pt idx="58">
                  <c:v>41883</c:v>
                </c:pt>
                <c:pt idx="59">
                  <c:v>41913</c:v>
                </c:pt>
                <c:pt idx="60">
                  <c:v>41944</c:v>
                </c:pt>
                <c:pt idx="61">
                  <c:v>41974</c:v>
                </c:pt>
                <c:pt idx="62">
                  <c:v>42005</c:v>
                </c:pt>
                <c:pt idx="63">
                  <c:v>42036</c:v>
                </c:pt>
                <c:pt idx="64">
                  <c:v>42064</c:v>
                </c:pt>
                <c:pt idx="65">
                  <c:v>42095</c:v>
                </c:pt>
                <c:pt idx="66">
                  <c:v>42125</c:v>
                </c:pt>
                <c:pt idx="67">
                  <c:v>42156</c:v>
                </c:pt>
                <c:pt idx="68">
                  <c:v>42186</c:v>
                </c:pt>
                <c:pt idx="69">
                  <c:v>42217</c:v>
                </c:pt>
                <c:pt idx="70">
                  <c:v>42248</c:v>
                </c:pt>
                <c:pt idx="71">
                  <c:v>42278</c:v>
                </c:pt>
                <c:pt idx="72">
                  <c:v>42309</c:v>
                </c:pt>
                <c:pt idx="73">
                  <c:v>42339</c:v>
                </c:pt>
                <c:pt idx="74">
                  <c:v>42370</c:v>
                </c:pt>
                <c:pt idx="75">
                  <c:v>42401</c:v>
                </c:pt>
                <c:pt idx="76">
                  <c:v>42430</c:v>
                </c:pt>
                <c:pt idx="77">
                  <c:v>42461</c:v>
                </c:pt>
              </c:numCache>
            </c:numRef>
          </c:cat>
          <c:val>
            <c:numRef>
              <c:f>Sheet1!$B$2:$B$79</c:f>
              <c:numCache>
                <c:formatCode>General</c:formatCode>
                <c:ptCount val="78"/>
                <c:pt idx="0">
                  <c:v>0</c:v>
                </c:pt>
                <c:pt idx="1">
                  <c:v>0.130497270857732</c:v>
                </c:pt>
                <c:pt idx="2">
                  <c:v>0.33197245689256399</c:v>
                </c:pt>
                <c:pt idx="3">
                  <c:v>0.165511213290083</c:v>
                </c:pt>
                <c:pt idx="4">
                  <c:v>0.18141673658035801</c:v>
                </c:pt>
                <c:pt idx="5">
                  <c:v>0.15619393756862701</c:v>
                </c:pt>
                <c:pt idx="6">
                  <c:v>0.114464071166843</c:v>
                </c:pt>
                <c:pt idx="7">
                  <c:v>0.138711347067633</c:v>
                </c:pt>
                <c:pt idx="8">
                  <c:v>0.28891669828351402</c:v>
                </c:pt>
                <c:pt idx="9">
                  <c:v>0.24680803820655201</c:v>
                </c:pt>
                <c:pt idx="10">
                  <c:v>0.216236357101381</c:v>
                </c:pt>
                <c:pt idx="11">
                  <c:v>0.17192005773663299</c:v>
                </c:pt>
                <c:pt idx="12">
                  <c:v>0.15437880447176</c:v>
                </c:pt>
                <c:pt idx="13">
                  <c:v>0.39922429722245201</c:v>
                </c:pt>
                <c:pt idx="14">
                  <c:v>0.52465706412830304</c:v>
                </c:pt>
                <c:pt idx="15">
                  <c:v>0.594035486811057</c:v>
                </c:pt>
                <c:pt idx="16">
                  <c:v>0.60020056562761404</c:v>
                </c:pt>
                <c:pt idx="17">
                  <c:v>0.57982670201504805</c:v>
                </c:pt>
                <c:pt idx="18">
                  <c:v>0.58713058143779695</c:v>
                </c:pt>
                <c:pt idx="19">
                  <c:v>0.60898406950561201</c:v>
                </c:pt>
                <c:pt idx="20">
                  <c:v>0.63040727297440202</c:v>
                </c:pt>
                <c:pt idx="21">
                  <c:v>0.66615689224505203</c:v>
                </c:pt>
                <c:pt idx="22">
                  <c:v>0.68710111580404998</c:v>
                </c:pt>
                <c:pt idx="23">
                  <c:v>0.72799744753228401</c:v>
                </c:pt>
                <c:pt idx="24">
                  <c:v>0.78363768399170097</c:v>
                </c:pt>
                <c:pt idx="25">
                  <c:v>0.83171209747155195</c:v>
                </c:pt>
                <c:pt idx="26">
                  <c:v>0.91388449286440798</c:v>
                </c:pt>
                <c:pt idx="27">
                  <c:v>0.92916553999409301</c:v>
                </c:pt>
                <c:pt idx="28">
                  <c:v>0.93906278320022096</c:v>
                </c:pt>
                <c:pt idx="29">
                  <c:v>0.89786978378914695</c:v>
                </c:pt>
                <c:pt idx="30">
                  <c:v>0.88991394955505998</c:v>
                </c:pt>
                <c:pt idx="31">
                  <c:v>0.90816315634880096</c:v>
                </c:pt>
                <c:pt idx="32">
                  <c:v>0.911202634115443</c:v>
                </c:pt>
                <c:pt idx="33">
                  <c:v>1.0034694943360201</c:v>
                </c:pt>
                <c:pt idx="34">
                  <c:v>1.2120708942120899</c:v>
                </c:pt>
                <c:pt idx="35">
                  <c:v>1.4333955383577099</c:v>
                </c:pt>
                <c:pt idx="36">
                  <c:v>1.7829810577135199</c:v>
                </c:pt>
                <c:pt idx="37">
                  <c:v>2.2519857462224202</c:v>
                </c:pt>
                <c:pt idx="38">
                  <c:v>2.9805853980324399</c:v>
                </c:pt>
                <c:pt idx="39">
                  <c:v>3.8361632970926398</c:v>
                </c:pt>
                <c:pt idx="40">
                  <c:v>4.7306080439926301</c:v>
                </c:pt>
                <c:pt idx="41">
                  <c:v>5.6938886472463102</c:v>
                </c:pt>
                <c:pt idx="42">
                  <c:v>6.8964424068341899</c:v>
                </c:pt>
                <c:pt idx="43">
                  <c:v>8.9102394604904305</c:v>
                </c:pt>
                <c:pt idx="44">
                  <c:v>10.8597468682906</c:v>
                </c:pt>
                <c:pt idx="45">
                  <c:v>11.453537009775101</c:v>
                </c:pt>
                <c:pt idx="46">
                  <c:v>11.6494419407853</c:v>
                </c:pt>
                <c:pt idx="47">
                  <c:v>11.7622923187858</c:v>
                </c:pt>
                <c:pt idx="48">
                  <c:v>11.927440876686299</c:v>
                </c:pt>
                <c:pt idx="49">
                  <c:v>12.5485460787745</c:v>
                </c:pt>
                <c:pt idx="50">
                  <c:v>13.129888347515999</c:v>
                </c:pt>
                <c:pt idx="51">
                  <c:v>13.4289596891294</c:v>
                </c:pt>
                <c:pt idx="52">
                  <c:v>13.781254749798</c:v>
                </c:pt>
                <c:pt idx="53">
                  <c:v>14.334173632357</c:v>
                </c:pt>
                <c:pt idx="54">
                  <c:v>14.998934059079399</c:v>
                </c:pt>
                <c:pt idx="55">
                  <c:v>15.7748758795287</c:v>
                </c:pt>
                <c:pt idx="56">
                  <c:v>17.066317052427401</c:v>
                </c:pt>
                <c:pt idx="57">
                  <c:v>18.490458597186699</c:v>
                </c:pt>
                <c:pt idx="58">
                  <c:v>20.0291360449785</c:v>
                </c:pt>
                <c:pt idx="59">
                  <c:v>21.650256015420101</c:v>
                </c:pt>
                <c:pt idx="60">
                  <c:v>23.175074110344699</c:v>
                </c:pt>
                <c:pt idx="61">
                  <c:v>25.173350266888601</c:v>
                </c:pt>
                <c:pt idx="62">
                  <c:v>27.838121416267601</c:v>
                </c:pt>
                <c:pt idx="63">
                  <c:v>31.1217693163122</c:v>
                </c:pt>
                <c:pt idx="64">
                  <c:v>35.6613316332447</c:v>
                </c:pt>
                <c:pt idx="65">
                  <c:v>40.236385187770303</c:v>
                </c:pt>
                <c:pt idx="66">
                  <c:v>44.645474790033298</c:v>
                </c:pt>
                <c:pt idx="67">
                  <c:v>50.160940696166499</c:v>
                </c:pt>
                <c:pt idx="68">
                  <c:v>54.451410733152599</c:v>
                </c:pt>
                <c:pt idx="69">
                  <c:v>57.684547424045903</c:v>
                </c:pt>
                <c:pt idx="70">
                  <c:v>60.823279002757403</c:v>
                </c:pt>
                <c:pt idx="71">
                  <c:v>64.951343140400894</c:v>
                </c:pt>
                <c:pt idx="72">
                  <c:v>69.242363436501293</c:v>
                </c:pt>
                <c:pt idx="73">
                  <c:v>74.465760253755406</c:v>
                </c:pt>
                <c:pt idx="74">
                  <c:v>78.353879389861106</c:v>
                </c:pt>
                <c:pt idx="75">
                  <c:v>81.936193020283696</c:v>
                </c:pt>
                <c:pt idx="76">
                  <c:v>86.316929811180103</c:v>
                </c:pt>
                <c:pt idx="77">
                  <c:v>92.765573309969298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burnoutv1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Sheet1!$A$2:$A$79</c:f>
              <c:numCache>
                <c:formatCode>m/d/yyyy</c:formatCode>
                <c:ptCount val="78"/>
                <c:pt idx="0">
                  <c:v>40118</c:v>
                </c:pt>
                <c:pt idx="1">
                  <c:v>40148</c:v>
                </c:pt>
                <c:pt idx="2">
                  <c:v>40179</c:v>
                </c:pt>
                <c:pt idx="3">
                  <c:v>40210</c:v>
                </c:pt>
                <c:pt idx="4">
                  <c:v>40238</c:v>
                </c:pt>
                <c:pt idx="5">
                  <c:v>40269</c:v>
                </c:pt>
                <c:pt idx="6">
                  <c:v>40299</c:v>
                </c:pt>
                <c:pt idx="7">
                  <c:v>40330</c:v>
                </c:pt>
                <c:pt idx="8">
                  <c:v>40360</c:v>
                </c:pt>
                <c:pt idx="9">
                  <c:v>40391</c:v>
                </c:pt>
                <c:pt idx="10">
                  <c:v>40422</c:v>
                </c:pt>
                <c:pt idx="11">
                  <c:v>40452</c:v>
                </c:pt>
                <c:pt idx="12">
                  <c:v>40483</c:v>
                </c:pt>
                <c:pt idx="13">
                  <c:v>40513</c:v>
                </c:pt>
                <c:pt idx="14">
                  <c:v>40544</c:v>
                </c:pt>
                <c:pt idx="15">
                  <c:v>40575</c:v>
                </c:pt>
                <c:pt idx="16">
                  <c:v>40603</c:v>
                </c:pt>
                <c:pt idx="17">
                  <c:v>40634</c:v>
                </c:pt>
                <c:pt idx="18">
                  <c:v>40664</c:v>
                </c:pt>
                <c:pt idx="19">
                  <c:v>40695</c:v>
                </c:pt>
                <c:pt idx="20">
                  <c:v>40725</c:v>
                </c:pt>
                <c:pt idx="21">
                  <c:v>40756</c:v>
                </c:pt>
                <c:pt idx="22">
                  <c:v>40787</c:v>
                </c:pt>
                <c:pt idx="23">
                  <c:v>40817</c:v>
                </c:pt>
                <c:pt idx="24">
                  <c:v>40848</c:v>
                </c:pt>
                <c:pt idx="25">
                  <c:v>40878</c:v>
                </c:pt>
                <c:pt idx="26">
                  <c:v>40909</c:v>
                </c:pt>
                <c:pt idx="27">
                  <c:v>40940</c:v>
                </c:pt>
                <c:pt idx="28">
                  <c:v>40969</c:v>
                </c:pt>
                <c:pt idx="29">
                  <c:v>41000</c:v>
                </c:pt>
                <c:pt idx="30">
                  <c:v>41030</c:v>
                </c:pt>
                <c:pt idx="31">
                  <c:v>41061</c:v>
                </c:pt>
                <c:pt idx="32">
                  <c:v>41091</c:v>
                </c:pt>
                <c:pt idx="33">
                  <c:v>41122</c:v>
                </c:pt>
                <c:pt idx="34">
                  <c:v>41153</c:v>
                </c:pt>
                <c:pt idx="35">
                  <c:v>41183</c:v>
                </c:pt>
                <c:pt idx="36">
                  <c:v>41214</c:v>
                </c:pt>
                <c:pt idx="37">
                  <c:v>41244</c:v>
                </c:pt>
                <c:pt idx="38">
                  <c:v>41275</c:v>
                </c:pt>
                <c:pt idx="39">
                  <c:v>41306</c:v>
                </c:pt>
                <c:pt idx="40">
                  <c:v>41334</c:v>
                </c:pt>
                <c:pt idx="41">
                  <c:v>41365</c:v>
                </c:pt>
                <c:pt idx="42">
                  <c:v>41395</c:v>
                </c:pt>
                <c:pt idx="43">
                  <c:v>41426</c:v>
                </c:pt>
                <c:pt idx="44">
                  <c:v>41456</c:v>
                </c:pt>
                <c:pt idx="45">
                  <c:v>41487</c:v>
                </c:pt>
                <c:pt idx="46">
                  <c:v>41518</c:v>
                </c:pt>
                <c:pt idx="47">
                  <c:v>41548</c:v>
                </c:pt>
                <c:pt idx="48">
                  <c:v>41579</c:v>
                </c:pt>
                <c:pt idx="49">
                  <c:v>41609</c:v>
                </c:pt>
                <c:pt idx="50">
                  <c:v>41640</c:v>
                </c:pt>
                <c:pt idx="51">
                  <c:v>41671</c:v>
                </c:pt>
                <c:pt idx="52">
                  <c:v>41699</c:v>
                </c:pt>
                <c:pt idx="53">
                  <c:v>41730</c:v>
                </c:pt>
                <c:pt idx="54">
                  <c:v>41760</c:v>
                </c:pt>
                <c:pt idx="55">
                  <c:v>41791</c:v>
                </c:pt>
                <c:pt idx="56">
                  <c:v>41821</c:v>
                </c:pt>
                <c:pt idx="57">
                  <c:v>41852</c:v>
                </c:pt>
                <c:pt idx="58">
                  <c:v>41883</c:v>
                </c:pt>
                <c:pt idx="59">
                  <c:v>41913</c:v>
                </c:pt>
                <c:pt idx="60">
                  <c:v>41944</c:v>
                </c:pt>
                <c:pt idx="61">
                  <c:v>41974</c:v>
                </c:pt>
                <c:pt idx="62">
                  <c:v>42005</c:v>
                </c:pt>
                <c:pt idx="63">
                  <c:v>42036</c:v>
                </c:pt>
                <c:pt idx="64">
                  <c:v>42064</c:v>
                </c:pt>
                <c:pt idx="65">
                  <c:v>42095</c:v>
                </c:pt>
                <c:pt idx="66">
                  <c:v>42125</c:v>
                </c:pt>
                <c:pt idx="67">
                  <c:v>42156</c:v>
                </c:pt>
                <c:pt idx="68">
                  <c:v>42186</c:v>
                </c:pt>
                <c:pt idx="69">
                  <c:v>42217</c:v>
                </c:pt>
                <c:pt idx="70">
                  <c:v>42248</c:v>
                </c:pt>
                <c:pt idx="71">
                  <c:v>42278</c:v>
                </c:pt>
                <c:pt idx="72">
                  <c:v>42309</c:v>
                </c:pt>
                <c:pt idx="73">
                  <c:v>42339</c:v>
                </c:pt>
                <c:pt idx="74">
                  <c:v>42370</c:v>
                </c:pt>
                <c:pt idx="75">
                  <c:v>42401</c:v>
                </c:pt>
                <c:pt idx="76">
                  <c:v>42430</c:v>
                </c:pt>
                <c:pt idx="77">
                  <c:v>42461</c:v>
                </c:pt>
              </c:numCache>
            </c:numRef>
          </c:cat>
          <c:val>
            <c:numRef>
              <c:f>Sheet1!$C$2:$C$79</c:f>
              <c:numCache>
                <c:formatCode>General</c:formatCode>
                <c:ptCount val="78"/>
                <c:pt idx="0">
                  <c:v>0</c:v>
                </c:pt>
                <c:pt idx="1">
                  <c:v>0.148941354010105</c:v>
                </c:pt>
                <c:pt idx="2">
                  <c:v>0.37215328980675499</c:v>
                </c:pt>
                <c:pt idx="3">
                  <c:v>0.27598732793933101</c:v>
                </c:pt>
                <c:pt idx="4">
                  <c:v>0.32684460698731699</c:v>
                </c:pt>
                <c:pt idx="5">
                  <c:v>0.37804038000858697</c:v>
                </c:pt>
                <c:pt idx="6">
                  <c:v>0.27704359382692301</c:v>
                </c:pt>
                <c:pt idx="7">
                  <c:v>0.26981753629003302</c:v>
                </c:pt>
                <c:pt idx="8">
                  <c:v>0.63165866518380798</c:v>
                </c:pt>
                <c:pt idx="9">
                  <c:v>1.7055218257059399</c:v>
                </c:pt>
                <c:pt idx="10">
                  <c:v>3.5439749478336799</c:v>
                </c:pt>
                <c:pt idx="11">
                  <c:v>5.4058675227629598</c:v>
                </c:pt>
                <c:pt idx="12">
                  <c:v>8.3574426034486304</c:v>
                </c:pt>
                <c:pt idx="13">
                  <c:v>9.3964267275539193</c:v>
                </c:pt>
                <c:pt idx="14">
                  <c:v>7.77373821690498</c:v>
                </c:pt>
                <c:pt idx="15">
                  <c:v>7.0627235800681296</c:v>
                </c:pt>
                <c:pt idx="16">
                  <c:v>5.9521268534490499</c:v>
                </c:pt>
                <c:pt idx="17">
                  <c:v>5.15291630267002</c:v>
                </c:pt>
                <c:pt idx="18">
                  <c:v>4.70217080267218</c:v>
                </c:pt>
                <c:pt idx="19">
                  <c:v>4.6561903617868703</c:v>
                </c:pt>
                <c:pt idx="20">
                  <c:v>4.8189708068999701</c:v>
                </c:pt>
                <c:pt idx="21">
                  <c:v>6.7643815414821997</c:v>
                </c:pt>
                <c:pt idx="22">
                  <c:v>11.4479477279002</c:v>
                </c:pt>
                <c:pt idx="23">
                  <c:v>18.278228623149499</c:v>
                </c:pt>
                <c:pt idx="24">
                  <c:v>24.3477674178881</c:v>
                </c:pt>
                <c:pt idx="25">
                  <c:v>31.095638698583301</c:v>
                </c:pt>
                <c:pt idx="26">
                  <c:v>38.921325454597898</c:v>
                </c:pt>
                <c:pt idx="27">
                  <c:v>43.679793325958499</c:v>
                </c:pt>
                <c:pt idx="28">
                  <c:v>45.662695929546402</c:v>
                </c:pt>
                <c:pt idx="29">
                  <c:v>43.725103230715398</c:v>
                </c:pt>
                <c:pt idx="30">
                  <c:v>43.859884760572001</c:v>
                </c:pt>
                <c:pt idx="31">
                  <c:v>45.098049300511697</c:v>
                </c:pt>
                <c:pt idx="32">
                  <c:v>44.619230149385203</c:v>
                </c:pt>
                <c:pt idx="33">
                  <c:v>46.3834653983075</c:v>
                </c:pt>
                <c:pt idx="34">
                  <c:v>47.993276030147101</c:v>
                </c:pt>
                <c:pt idx="35">
                  <c:v>50.373434321840598</c:v>
                </c:pt>
                <c:pt idx="36">
                  <c:v>53.933856963377998</c:v>
                </c:pt>
                <c:pt idx="37">
                  <c:v>56.450426491998002</c:v>
                </c:pt>
                <c:pt idx="38">
                  <c:v>60.426494930699697</c:v>
                </c:pt>
                <c:pt idx="39">
                  <c:v>62.559501452758099</c:v>
                </c:pt>
                <c:pt idx="40">
                  <c:v>63.328395482928897</c:v>
                </c:pt>
                <c:pt idx="41">
                  <c:v>63.227397314043202</c:v>
                </c:pt>
                <c:pt idx="42">
                  <c:v>64.573140110606005</c:v>
                </c:pt>
                <c:pt idx="43">
                  <c:v>67.186357777587105</c:v>
                </c:pt>
                <c:pt idx="44">
                  <c:v>67.905228033737501</c:v>
                </c:pt>
                <c:pt idx="45">
                  <c:v>68.943762600949796</c:v>
                </c:pt>
                <c:pt idx="46">
                  <c:v>70.803397647518395</c:v>
                </c:pt>
                <c:pt idx="47">
                  <c:v>72.697156089770203</c:v>
                </c:pt>
                <c:pt idx="48">
                  <c:v>76.676597899868099</c:v>
                </c:pt>
                <c:pt idx="49">
                  <c:v>79.827899808423496</c:v>
                </c:pt>
                <c:pt idx="50">
                  <c:v>82.477396956670404</c:v>
                </c:pt>
                <c:pt idx="51">
                  <c:v>85.216555926619606</c:v>
                </c:pt>
                <c:pt idx="52">
                  <c:v>89.056547853847604</c:v>
                </c:pt>
                <c:pt idx="53">
                  <c:v>92.852625396291202</c:v>
                </c:pt>
                <c:pt idx="54">
                  <c:v>97.478302614807703</c:v>
                </c:pt>
                <c:pt idx="55">
                  <c:v>104.510407013795</c:v>
                </c:pt>
                <c:pt idx="56">
                  <c:v>112.00959219590899</c:v>
                </c:pt>
                <c:pt idx="57">
                  <c:v>119.637499499752</c:v>
                </c:pt>
                <c:pt idx="58">
                  <c:v>127.823155174915</c:v>
                </c:pt>
                <c:pt idx="59">
                  <c:v>135.61481861899099</c:v>
                </c:pt>
                <c:pt idx="60">
                  <c:v>144.930149558652</c:v>
                </c:pt>
                <c:pt idx="61">
                  <c:v>154.52213703652501</c:v>
                </c:pt>
                <c:pt idx="62">
                  <c:v>169.63508535032099</c:v>
                </c:pt>
                <c:pt idx="63">
                  <c:v>187.544919137417</c:v>
                </c:pt>
                <c:pt idx="64">
                  <c:v>205.235876595169</c:v>
                </c:pt>
                <c:pt idx="65">
                  <c:v>222.74269463309301</c:v>
                </c:pt>
                <c:pt idx="66">
                  <c:v>242.53476626383301</c:v>
                </c:pt>
                <c:pt idx="67">
                  <c:v>260.28944353426499</c:v>
                </c:pt>
                <c:pt idx="68">
                  <c:v>276.15161348664702</c:v>
                </c:pt>
                <c:pt idx="69">
                  <c:v>291.052470939258</c:v>
                </c:pt>
                <c:pt idx="70">
                  <c:v>310.08558180282898</c:v>
                </c:pt>
                <c:pt idx="71">
                  <c:v>329.40781494106699</c:v>
                </c:pt>
                <c:pt idx="72">
                  <c:v>350.85176853527997</c:v>
                </c:pt>
                <c:pt idx="73">
                  <c:v>369.255543062019</c:v>
                </c:pt>
                <c:pt idx="74">
                  <c:v>387.74983480149001</c:v>
                </c:pt>
                <c:pt idx="75">
                  <c:v>407.42141958460599</c:v>
                </c:pt>
                <c:pt idx="76">
                  <c:v>431.99554592799802</c:v>
                </c:pt>
                <c:pt idx="77">
                  <c:v>456.07770892192798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5975552"/>
        <c:axId val="145981440"/>
      </c:lineChart>
      <c:dateAx>
        <c:axId val="14597555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5981440"/>
        <c:crosses val="autoZero"/>
        <c:auto val="1"/>
        <c:lblOffset val="100"/>
        <c:baseTimeUnit val="months"/>
        <c:majorUnit val="12"/>
        <c:majorTimeUnit val="months"/>
      </c:dateAx>
      <c:valAx>
        <c:axId val="145981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45975552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18859281327499938"/>
          <c:y val="0.90094906614934001"/>
          <c:w val="0.59162440310816877"/>
          <c:h val="9.9050933850659967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FGU6 Refi-Eligible %</a:t>
            </a:r>
            <a:endParaRPr lang="en-US" dirty="0"/>
          </a:p>
        </c:rich>
      </c:tx>
      <c:layout/>
      <c:overlay val="1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Refi-Eligible %</c:v>
                </c:pt>
              </c:strCache>
            </c:strRef>
          </c:tx>
          <c:invertIfNegative val="0"/>
          <c:cat>
            <c:numRef>
              <c:f>Sheet1!$A$2:$A$78</c:f>
              <c:numCache>
                <c:formatCode>m/d/yyyy</c:formatCode>
                <c:ptCount val="77"/>
                <c:pt idx="0">
                  <c:v>40148</c:v>
                </c:pt>
                <c:pt idx="1">
                  <c:v>40179</c:v>
                </c:pt>
                <c:pt idx="2">
                  <c:v>40210</c:v>
                </c:pt>
                <c:pt idx="3">
                  <c:v>40238</c:v>
                </c:pt>
                <c:pt idx="4">
                  <c:v>40269</c:v>
                </c:pt>
                <c:pt idx="5">
                  <c:v>40299</c:v>
                </c:pt>
                <c:pt idx="6">
                  <c:v>40330</c:v>
                </c:pt>
                <c:pt idx="7">
                  <c:v>40360</c:v>
                </c:pt>
                <c:pt idx="8">
                  <c:v>40391</c:v>
                </c:pt>
                <c:pt idx="9">
                  <c:v>40422</c:v>
                </c:pt>
                <c:pt idx="10">
                  <c:v>40452</c:v>
                </c:pt>
                <c:pt idx="11">
                  <c:v>40483</c:v>
                </c:pt>
                <c:pt idx="12">
                  <c:v>40513</c:v>
                </c:pt>
                <c:pt idx="13">
                  <c:v>40544</c:v>
                </c:pt>
                <c:pt idx="14">
                  <c:v>40575</c:v>
                </c:pt>
                <c:pt idx="15">
                  <c:v>40603</c:v>
                </c:pt>
                <c:pt idx="16">
                  <c:v>40634</c:v>
                </c:pt>
                <c:pt idx="17">
                  <c:v>40664</c:v>
                </c:pt>
                <c:pt idx="18">
                  <c:v>40695</c:v>
                </c:pt>
                <c:pt idx="19">
                  <c:v>40725</c:v>
                </c:pt>
                <c:pt idx="20">
                  <c:v>40756</c:v>
                </c:pt>
                <c:pt idx="21">
                  <c:v>40787</c:v>
                </c:pt>
                <c:pt idx="22">
                  <c:v>40817</c:v>
                </c:pt>
                <c:pt idx="23">
                  <c:v>40848</c:v>
                </c:pt>
                <c:pt idx="24">
                  <c:v>40878</c:v>
                </c:pt>
                <c:pt idx="25">
                  <c:v>40909</c:v>
                </c:pt>
                <c:pt idx="26">
                  <c:v>40940</c:v>
                </c:pt>
                <c:pt idx="27">
                  <c:v>40969</c:v>
                </c:pt>
                <c:pt idx="28">
                  <c:v>41000</c:v>
                </c:pt>
                <c:pt idx="29">
                  <c:v>41030</c:v>
                </c:pt>
                <c:pt idx="30">
                  <c:v>41061</c:v>
                </c:pt>
                <c:pt idx="31">
                  <c:v>41091</c:v>
                </c:pt>
                <c:pt idx="32">
                  <c:v>41122</c:v>
                </c:pt>
                <c:pt idx="33">
                  <c:v>41153</c:v>
                </c:pt>
                <c:pt idx="34">
                  <c:v>41183</c:v>
                </c:pt>
                <c:pt idx="35">
                  <c:v>41214</c:v>
                </c:pt>
                <c:pt idx="36">
                  <c:v>41244</c:v>
                </c:pt>
                <c:pt idx="37">
                  <c:v>41275</c:v>
                </c:pt>
                <c:pt idx="38">
                  <c:v>41306</c:v>
                </c:pt>
                <c:pt idx="39">
                  <c:v>41334</c:v>
                </c:pt>
                <c:pt idx="40">
                  <c:v>41365</c:v>
                </c:pt>
                <c:pt idx="41">
                  <c:v>41395</c:v>
                </c:pt>
                <c:pt idx="42">
                  <c:v>41426</c:v>
                </c:pt>
                <c:pt idx="43">
                  <c:v>41456</c:v>
                </c:pt>
                <c:pt idx="44">
                  <c:v>41487</c:v>
                </c:pt>
                <c:pt idx="45">
                  <c:v>41518</c:v>
                </c:pt>
                <c:pt idx="46">
                  <c:v>41548</c:v>
                </c:pt>
                <c:pt idx="47">
                  <c:v>41579</c:v>
                </c:pt>
                <c:pt idx="48">
                  <c:v>41609</c:v>
                </c:pt>
                <c:pt idx="49">
                  <c:v>41640</c:v>
                </c:pt>
                <c:pt idx="50">
                  <c:v>41671</c:v>
                </c:pt>
                <c:pt idx="51">
                  <c:v>41699</c:v>
                </c:pt>
                <c:pt idx="52">
                  <c:v>41730</c:v>
                </c:pt>
                <c:pt idx="53">
                  <c:v>41760</c:v>
                </c:pt>
                <c:pt idx="54">
                  <c:v>41791</c:v>
                </c:pt>
                <c:pt idx="55">
                  <c:v>41821</c:v>
                </c:pt>
                <c:pt idx="56">
                  <c:v>41852</c:v>
                </c:pt>
                <c:pt idx="57">
                  <c:v>41883</c:v>
                </c:pt>
                <c:pt idx="58">
                  <c:v>41913</c:v>
                </c:pt>
                <c:pt idx="59">
                  <c:v>41944</c:v>
                </c:pt>
                <c:pt idx="60">
                  <c:v>41974</c:v>
                </c:pt>
                <c:pt idx="61">
                  <c:v>42005</c:v>
                </c:pt>
                <c:pt idx="62">
                  <c:v>42036</c:v>
                </c:pt>
                <c:pt idx="63">
                  <c:v>42064</c:v>
                </c:pt>
                <c:pt idx="64">
                  <c:v>42095</c:v>
                </c:pt>
                <c:pt idx="65">
                  <c:v>42125</c:v>
                </c:pt>
                <c:pt idx="66">
                  <c:v>42156</c:v>
                </c:pt>
                <c:pt idx="67">
                  <c:v>42186</c:v>
                </c:pt>
                <c:pt idx="68">
                  <c:v>42217</c:v>
                </c:pt>
                <c:pt idx="69">
                  <c:v>42248</c:v>
                </c:pt>
                <c:pt idx="70">
                  <c:v>42278</c:v>
                </c:pt>
                <c:pt idx="71">
                  <c:v>42309</c:v>
                </c:pt>
                <c:pt idx="72">
                  <c:v>42339</c:v>
                </c:pt>
                <c:pt idx="73">
                  <c:v>42370</c:v>
                </c:pt>
                <c:pt idx="74">
                  <c:v>42401</c:v>
                </c:pt>
                <c:pt idx="75">
                  <c:v>42430</c:v>
                </c:pt>
                <c:pt idx="76">
                  <c:v>42461</c:v>
                </c:pt>
              </c:numCache>
            </c:numRef>
          </c:cat>
          <c:val>
            <c:numRef>
              <c:f>Sheet1!$B$2:$B$78</c:f>
              <c:numCache>
                <c:formatCode>0%</c:formatCode>
                <c:ptCount val="7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1.6588222734525301E-4</c:v>
                </c:pt>
                <c:pt idx="8">
                  <c:v>1.2404132696784001E-4</c:v>
                </c:pt>
                <c:pt idx="9">
                  <c:v>1.0723678329417001E-4</c:v>
                </c:pt>
                <c:pt idx="10">
                  <c:v>8.3436515009354003E-5</c:v>
                </c:pt>
                <c:pt idx="11">
                  <c:v>0</c:v>
                </c:pt>
                <c:pt idx="12">
                  <c:v>2.1088709936644E-5</c:v>
                </c:pt>
                <c:pt idx="13">
                  <c:v>7.8545951862678997E-5</c:v>
                </c:pt>
                <c:pt idx="14">
                  <c:v>1.12410246292696E-4</c:v>
                </c:pt>
                <c:pt idx="15">
                  <c:v>1.0218984398641399E-4</c:v>
                </c:pt>
                <c:pt idx="16">
                  <c:v>1.02304008000447E-4</c:v>
                </c:pt>
                <c:pt idx="17">
                  <c:v>1.3507244871768499E-4</c:v>
                </c:pt>
                <c:pt idx="18">
                  <c:v>1.6307793654248099E-4</c:v>
                </c:pt>
                <c:pt idx="19">
                  <c:v>1.6341974830208901E-4</c:v>
                </c:pt>
                <c:pt idx="20">
                  <c:v>2.4302928092864099E-4</c:v>
                </c:pt>
                <c:pt idx="21">
                  <c:v>2.93772152810006E-4</c:v>
                </c:pt>
                <c:pt idx="22">
                  <c:v>2.7433881289867302E-4</c:v>
                </c:pt>
                <c:pt idx="23">
                  <c:v>2.9115855366856598E-4</c:v>
                </c:pt>
                <c:pt idx="24">
                  <c:v>3.8234543458060298E-4</c:v>
                </c:pt>
                <c:pt idx="25">
                  <c:v>4.3657255559316298E-4</c:v>
                </c:pt>
                <c:pt idx="26">
                  <c:v>4.3741530866412299E-4</c:v>
                </c:pt>
                <c:pt idx="27">
                  <c:v>6.20586129350202E-4</c:v>
                </c:pt>
                <c:pt idx="28">
                  <c:v>7.7616478208858202E-4</c:v>
                </c:pt>
                <c:pt idx="29">
                  <c:v>2.1918246646380102E-3</c:v>
                </c:pt>
                <c:pt idx="30">
                  <c:v>6.0869917134642902E-3</c:v>
                </c:pt>
                <c:pt idx="31">
                  <c:v>7.20467674113014E-3</c:v>
                </c:pt>
                <c:pt idx="32">
                  <c:v>9.8933266881153208E-3</c:v>
                </c:pt>
                <c:pt idx="33">
                  <c:v>1.34231581174669E-2</c:v>
                </c:pt>
                <c:pt idx="34">
                  <c:v>1.61772094436099E-2</c:v>
                </c:pt>
                <c:pt idx="35">
                  <c:v>1.9956643555868299E-2</c:v>
                </c:pt>
                <c:pt idx="36">
                  <c:v>2.3759078039101902E-2</c:v>
                </c:pt>
                <c:pt idx="37">
                  <c:v>3.2039927434602503E-2</c:v>
                </c:pt>
                <c:pt idx="38">
                  <c:v>4.0156789906936899E-2</c:v>
                </c:pt>
                <c:pt idx="39">
                  <c:v>4.9578169902386601E-2</c:v>
                </c:pt>
                <c:pt idx="40">
                  <c:v>7.2858819936656202E-2</c:v>
                </c:pt>
                <c:pt idx="41">
                  <c:v>9.6516889230198202E-2</c:v>
                </c:pt>
                <c:pt idx="42">
                  <c:v>0.12398668959577699</c:v>
                </c:pt>
                <c:pt idx="43">
                  <c:v>0.14052604193634999</c:v>
                </c:pt>
                <c:pt idx="44">
                  <c:v>0.15944522296598701</c:v>
                </c:pt>
                <c:pt idx="45">
                  <c:v>0.17499210443977101</c:v>
                </c:pt>
                <c:pt idx="46">
                  <c:v>0.17425041726856999</c:v>
                </c:pt>
                <c:pt idx="47">
                  <c:v>0.17528475080046901</c:v>
                </c:pt>
                <c:pt idx="48">
                  <c:v>0.17661631746557099</c:v>
                </c:pt>
                <c:pt idx="49">
                  <c:v>0.183224320570164</c:v>
                </c:pt>
                <c:pt idx="50">
                  <c:v>0.189070757058697</c:v>
                </c:pt>
                <c:pt idx="51">
                  <c:v>0.195297534560888</c:v>
                </c:pt>
                <c:pt idx="52">
                  <c:v>0.21728235094528101</c:v>
                </c:pt>
                <c:pt idx="53">
                  <c:v>0.24222368339188499</c:v>
                </c:pt>
                <c:pt idx="54">
                  <c:v>0.26893131201093001</c:v>
                </c:pt>
                <c:pt idx="55">
                  <c:v>0.27948751415849699</c:v>
                </c:pt>
                <c:pt idx="56">
                  <c:v>0.28986781982391102</c:v>
                </c:pt>
                <c:pt idx="57">
                  <c:v>0.30022858246586498</c:v>
                </c:pt>
                <c:pt idx="58">
                  <c:v>0.30269812684222702</c:v>
                </c:pt>
                <c:pt idx="59">
                  <c:v>0.30519205834725099</c:v>
                </c:pt>
                <c:pt idx="60">
                  <c:v>0.30787159817306903</c:v>
                </c:pt>
                <c:pt idx="61">
                  <c:v>0.31583070462446899</c:v>
                </c:pt>
                <c:pt idx="62">
                  <c:v>0.32331596120989098</c:v>
                </c:pt>
                <c:pt idx="63">
                  <c:v>0.331553919424184</c:v>
                </c:pt>
                <c:pt idx="64">
                  <c:v>0.36135112062799002</c:v>
                </c:pt>
                <c:pt idx="65">
                  <c:v>0.38984116091745702</c:v>
                </c:pt>
                <c:pt idx="66">
                  <c:v>0.41829263039554698</c:v>
                </c:pt>
                <c:pt idx="67">
                  <c:v>0.430685226451679</c:v>
                </c:pt>
                <c:pt idx="68">
                  <c:v>0.44297055106922101</c:v>
                </c:pt>
                <c:pt idx="69">
                  <c:v>0.45482134854109302</c:v>
                </c:pt>
                <c:pt idx="70">
                  <c:v>0.45679972376118499</c:v>
                </c:pt>
                <c:pt idx="71">
                  <c:v>0.45901364849846199</c:v>
                </c:pt>
                <c:pt idx="72">
                  <c:v>0.46099946947311998</c:v>
                </c:pt>
                <c:pt idx="73">
                  <c:v>0.46319958263692501</c:v>
                </c:pt>
                <c:pt idx="74">
                  <c:v>0.46473240188562098</c:v>
                </c:pt>
                <c:pt idx="75">
                  <c:v>0.46690955865893502</c:v>
                </c:pt>
                <c:pt idx="76">
                  <c:v>0.46938177902266098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5250816"/>
        <c:axId val="215252352"/>
      </c:barChart>
      <c:dateAx>
        <c:axId val="21525081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crossAx val="215252352"/>
        <c:crosses val="autoZero"/>
        <c:auto val="1"/>
        <c:lblOffset val="100"/>
        <c:baseTimeUnit val="months"/>
        <c:majorUnit val="18"/>
        <c:majorTimeUnit val="months"/>
      </c:dateAx>
      <c:valAx>
        <c:axId val="215252352"/>
        <c:scaling>
          <c:orientation val="minMax"/>
        </c:scaling>
        <c:delete val="0"/>
        <c:axPos val="l"/>
        <c:numFmt formatCode="0%" sourceLinked="1"/>
        <c:majorTickMark val="out"/>
        <c:minorTickMark val="none"/>
        <c:tickLblPos val="nextTo"/>
        <c:crossAx val="21525081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FGLMC Refi-Eligible %</a:t>
            </a:r>
            <a:endParaRPr lang="en-US" dirty="0"/>
          </a:p>
        </c:rich>
      </c:tx>
      <c:layout/>
      <c:overlay val="1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Refi-Eligible %</c:v>
                </c:pt>
              </c:strCache>
            </c:strRef>
          </c:tx>
          <c:invertIfNegative val="0"/>
          <c:cat>
            <c:numRef>
              <c:f>Sheet1!$A$2:$A$137</c:f>
              <c:numCache>
                <c:formatCode>m/d/yyyy</c:formatCode>
                <c:ptCount val="136"/>
                <c:pt idx="0">
                  <c:v>38353</c:v>
                </c:pt>
                <c:pt idx="1">
                  <c:v>38384</c:v>
                </c:pt>
                <c:pt idx="2">
                  <c:v>38412</c:v>
                </c:pt>
                <c:pt idx="3">
                  <c:v>38443</c:v>
                </c:pt>
                <c:pt idx="4">
                  <c:v>38473</c:v>
                </c:pt>
                <c:pt idx="5">
                  <c:v>38504</c:v>
                </c:pt>
                <c:pt idx="6">
                  <c:v>38534</c:v>
                </c:pt>
                <c:pt idx="7">
                  <c:v>38565</c:v>
                </c:pt>
                <c:pt idx="8">
                  <c:v>38596</c:v>
                </c:pt>
                <c:pt idx="9">
                  <c:v>38626</c:v>
                </c:pt>
                <c:pt idx="10">
                  <c:v>38657</c:v>
                </c:pt>
                <c:pt idx="11">
                  <c:v>38687</c:v>
                </c:pt>
                <c:pt idx="12">
                  <c:v>38718</c:v>
                </c:pt>
                <c:pt idx="13">
                  <c:v>38749</c:v>
                </c:pt>
                <c:pt idx="14">
                  <c:v>38777</c:v>
                </c:pt>
                <c:pt idx="15">
                  <c:v>38808</c:v>
                </c:pt>
                <c:pt idx="16">
                  <c:v>38838</c:v>
                </c:pt>
                <c:pt idx="17">
                  <c:v>38869</c:v>
                </c:pt>
                <c:pt idx="18">
                  <c:v>38899</c:v>
                </c:pt>
                <c:pt idx="19">
                  <c:v>38930</c:v>
                </c:pt>
                <c:pt idx="20">
                  <c:v>38961</c:v>
                </c:pt>
                <c:pt idx="21">
                  <c:v>38991</c:v>
                </c:pt>
                <c:pt idx="22">
                  <c:v>39022</c:v>
                </c:pt>
                <c:pt idx="23">
                  <c:v>39052</c:v>
                </c:pt>
                <c:pt idx="24">
                  <c:v>39083</c:v>
                </c:pt>
                <c:pt idx="25">
                  <c:v>39114</c:v>
                </c:pt>
                <c:pt idx="26">
                  <c:v>39142</c:v>
                </c:pt>
                <c:pt idx="27">
                  <c:v>39173</c:v>
                </c:pt>
                <c:pt idx="28">
                  <c:v>39203</c:v>
                </c:pt>
                <c:pt idx="29">
                  <c:v>39234</c:v>
                </c:pt>
                <c:pt idx="30">
                  <c:v>39264</c:v>
                </c:pt>
                <c:pt idx="31">
                  <c:v>39295</c:v>
                </c:pt>
                <c:pt idx="32">
                  <c:v>39326</c:v>
                </c:pt>
                <c:pt idx="33">
                  <c:v>39356</c:v>
                </c:pt>
                <c:pt idx="34">
                  <c:v>39387</c:v>
                </c:pt>
                <c:pt idx="35">
                  <c:v>39417</c:v>
                </c:pt>
                <c:pt idx="36">
                  <c:v>39448</c:v>
                </c:pt>
                <c:pt idx="37">
                  <c:v>39479</c:v>
                </c:pt>
                <c:pt idx="38">
                  <c:v>39508</c:v>
                </c:pt>
                <c:pt idx="39">
                  <c:v>39539</c:v>
                </c:pt>
                <c:pt idx="40">
                  <c:v>39569</c:v>
                </c:pt>
                <c:pt idx="41">
                  <c:v>39600</c:v>
                </c:pt>
                <c:pt idx="42">
                  <c:v>39630</c:v>
                </c:pt>
                <c:pt idx="43">
                  <c:v>39661</c:v>
                </c:pt>
                <c:pt idx="44">
                  <c:v>39692</c:v>
                </c:pt>
                <c:pt idx="45">
                  <c:v>39722</c:v>
                </c:pt>
                <c:pt idx="46">
                  <c:v>39753</c:v>
                </c:pt>
                <c:pt idx="47">
                  <c:v>39783</c:v>
                </c:pt>
                <c:pt idx="48">
                  <c:v>39814</c:v>
                </c:pt>
                <c:pt idx="49">
                  <c:v>39845</c:v>
                </c:pt>
                <c:pt idx="50">
                  <c:v>39873</c:v>
                </c:pt>
                <c:pt idx="51">
                  <c:v>39904</c:v>
                </c:pt>
                <c:pt idx="52">
                  <c:v>39934</c:v>
                </c:pt>
                <c:pt idx="53">
                  <c:v>39965</c:v>
                </c:pt>
                <c:pt idx="54">
                  <c:v>39995</c:v>
                </c:pt>
                <c:pt idx="55">
                  <c:v>40026</c:v>
                </c:pt>
                <c:pt idx="56">
                  <c:v>40057</c:v>
                </c:pt>
                <c:pt idx="57">
                  <c:v>40087</c:v>
                </c:pt>
                <c:pt idx="58">
                  <c:v>40118</c:v>
                </c:pt>
                <c:pt idx="59">
                  <c:v>40148</c:v>
                </c:pt>
                <c:pt idx="60">
                  <c:v>40179</c:v>
                </c:pt>
                <c:pt idx="61">
                  <c:v>40210</c:v>
                </c:pt>
                <c:pt idx="62">
                  <c:v>40238</c:v>
                </c:pt>
                <c:pt idx="63">
                  <c:v>40269</c:v>
                </c:pt>
                <c:pt idx="64">
                  <c:v>40299</c:v>
                </c:pt>
                <c:pt idx="65">
                  <c:v>40330</c:v>
                </c:pt>
                <c:pt idx="66">
                  <c:v>40360</c:v>
                </c:pt>
                <c:pt idx="67">
                  <c:v>40391</c:v>
                </c:pt>
                <c:pt idx="68">
                  <c:v>40422</c:v>
                </c:pt>
                <c:pt idx="69">
                  <c:v>40452</c:v>
                </c:pt>
                <c:pt idx="70">
                  <c:v>40483</c:v>
                </c:pt>
                <c:pt idx="71">
                  <c:v>40513</c:v>
                </c:pt>
                <c:pt idx="72">
                  <c:v>40544</c:v>
                </c:pt>
                <c:pt idx="73">
                  <c:v>40575</c:v>
                </c:pt>
                <c:pt idx="74">
                  <c:v>40603</c:v>
                </c:pt>
                <c:pt idx="75">
                  <c:v>40634</c:v>
                </c:pt>
                <c:pt idx="76">
                  <c:v>40664</c:v>
                </c:pt>
                <c:pt idx="77">
                  <c:v>40695</c:v>
                </c:pt>
                <c:pt idx="78">
                  <c:v>40725</c:v>
                </c:pt>
                <c:pt idx="79">
                  <c:v>40756</c:v>
                </c:pt>
                <c:pt idx="80">
                  <c:v>40787</c:v>
                </c:pt>
                <c:pt idx="81">
                  <c:v>40817</c:v>
                </c:pt>
                <c:pt idx="82">
                  <c:v>40848</c:v>
                </c:pt>
                <c:pt idx="83">
                  <c:v>40878</c:v>
                </c:pt>
                <c:pt idx="84">
                  <c:v>40909</c:v>
                </c:pt>
                <c:pt idx="85">
                  <c:v>40940</c:v>
                </c:pt>
                <c:pt idx="86">
                  <c:v>40969</c:v>
                </c:pt>
                <c:pt idx="87">
                  <c:v>41000</c:v>
                </c:pt>
                <c:pt idx="88">
                  <c:v>41030</c:v>
                </c:pt>
                <c:pt idx="89">
                  <c:v>41061</c:v>
                </c:pt>
                <c:pt idx="90">
                  <c:v>41091</c:v>
                </c:pt>
                <c:pt idx="91">
                  <c:v>41122</c:v>
                </c:pt>
                <c:pt idx="92">
                  <c:v>41153</c:v>
                </c:pt>
                <c:pt idx="93">
                  <c:v>41183</c:v>
                </c:pt>
                <c:pt idx="94">
                  <c:v>41214</c:v>
                </c:pt>
                <c:pt idx="95">
                  <c:v>41244</c:v>
                </c:pt>
                <c:pt idx="96">
                  <c:v>41275</c:v>
                </c:pt>
                <c:pt idx="97">
                  <c:v>41306</c:v>
                </c:pt>
                <c:pt idx="98">
                  <c:v>41334</c:v>
                </c:pt>
                <c:pt idx="99">
                  <c:v>41365</c:v>
                </c:pt>
                <c:pt idx="100">
                  <c:v>41395</c:v>
                </c:pt>
                <c:pt idx="101">
                  <c:v>41426</c:v>
                </c:pt>
                <c:pt idx="102">
                  <c:v>41456</c:v>
                </c:pt>
                <c:pt idx="103">
                  <c:v>41487</c:v>
                </c:pt>
                <c:pt idx="104">
                  <c:v>41518</c:v>
                </c:pt>
                <c:pt idx="105">
                  <c:v>41548</c:v>
                </c:pt>
                <c:pt idx="106">
                  <c:v>41579</c:v>
                </c:pt>
                <c:pt idx="107">
                  <c:v>41609</c:v>
                </c:pt>
                <c:pt idx="108">
                  <c:v>41640</c:v>
                </c:pt>
                <c:pt idx="109">
                  <c:v>41671</c:v>
                </c:pt>
                <c:pt idx="110">
                  <c:v>41699</c:v>
                </c:pt>
                <c:pt idx="111">
                  <c:v>41730</c:v>
                </c:pt>
                <c:pt idx="112">
                  <c:v>41760</c:v>
                </c:pt>
                <c:pt idx="113">
                  <c:v>41791</c:v>
                </c:pt>
                <c:pt idx="114">
                  <c:v>41821</c:v>
                </c:pt>
                <c:pt idx="115">
                  <c:v>41852</c:v>
                </c:pt>
                <c:pt idx="116">
                  <c:v>41883</c:v>
                </c:pt>
                <c:pt idx="117">
                  <c:v>41913</c:v>
                </c:pt>
                <c:pt idx="118">
                  <c:v>41944</c:v>
                </c:pt>
                <c:pt idx="119">
                  <c:v>41974</c:v>
                </c:pt>
                <c:pt idx="120">
                  <c:v>42005</c:v>
                </c:pt>
                <c:pt idx="121">
                  <c:v>42036</c:v>
                </c:pt>
                <c:pt idx="122">
                  <c:v>42064</c:v>
                </c:pt>
                <c:pt idx="123">
                  <c:v>42095</c:v>
                </c:pt>
                <c:pt idx="124">
                  <c:v>42125</c:v>
                </c:pt>
                <c:pt idx="125">
                  <c:v>42156</c:v>
                </c:pt>
                <c:pt idx="126">
                  <c:v>42186</c:v>
                </c:pt>
                <c:pt idx="127">
                  <c:v>42217</c:v>
                </c:pt>
                <c:pt idx="128">
                  <c:v>42248</c:v>
                </c:pt>
                <c:pt idx="129">
                  <c:v>42278</c:v>
                </c:pt>
                <c:pt idx="130">
                  <c:v>42309</c:v>
                </c:pt>
                <c:pt idx="131">
                  <c:v>42339</c:v>
                </c:pt>
                <c:pt idx="132">
                  <c:v>42370</c:v>
                </c:pt>
                <c:pt idx="133">
                  <c:v>42401</c:v>
                </c:pt>
                <c:pt idx="134">
                  <c:v>42430</c:v>
                </c:pt>
                <c:pt idx="135">
                  <c:v>42461</c:v>
                </c:pt>
              </c:numCache>
            </c:numRef>
          </c:cat>
          <c:val>
            <c:numRef>
              <c:f>Sheet1!$B$2:$B$137</c:f>
              <c:numCache>
                <c:formatCode>0%</c:formatCode>
                <c:ptCount val="13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0.99999991411013101</c:v>
                </c:pt>
                <c:pt idx="55">
                  <c:v>0.999721036630282</c:v>
                </c:pt>
                <c:pt idx="56">
                  <c:v>0.99909876329107605</c:v>
                </c:pt>
                <c:pt idx="57">
                  <c:v>0.998382952538727</c:v>
                </c:pt>
                <c:pt idx="58">
                  <c:v>0.99794834177598502</c:v>
                </c:pt>
                <c:pt idx="59">
                  <c:v>0.99749541718547696</c:v>
                </c:pt>
                <c:pt idx="60">
                  <c:v>0.996866091907048</c:v>
                </c:pt>
                <c:pt idx="61">
                  <c:v>0.99595114768930104</c:v>
                </c:pt>
                <c:pt idx="62">
                  <c:v>0.99487479479173502</c:v>
                </c:pt>
                <c:pt idx="63">
                  <c:v>0.99454054214890897</c:v>
                </c:pt>
                <c:pt idx="64">
                  <c:v>0.99423460878696002</c:v>
                </c:pt>
                <c:pt idx="65">
                  <c:v>0.99404791957344396</c:v>
                </c:pt>
                <c:pt idx="66">
                  <c:v>0.99303371945452601</c:v>
                </c:pt>
                <c:pt idx="67">
                  <c:v>0.991622689078971</c:v>
                </c:pt>
                <c:pt idx="68">
                  <c:v>0.99046212518965704</c:v>
                </c:pt>
                <c:pt idx="69">
                  <c:v>0.98850721880089198</c:v>
                </c:pt>
                <c:pt idx="70">
                  <c:v>0.98659985783078696</c:v>
                </c:pt>
                <c:pt idx="71">
                  <c:v>0.98436683233630595</c:v>
                </c:pt>
                <c:pt idx="72">
                  <c:v>0.98112569861518095</c:v>
                </c:pt>
                <c:pt idx="73">
                  <c:v>0.97744704388766401</c:v>
                </c:pt>
                <c:pt idx="74">
                  <c:v>0.97321197998188103</c:v>
                </c:pt>
                <c:pt idx="75">
                  <c:v>0.97369208364108795</c:v>
                </c:pt>
                <c:pt idx="76">
                  <c:v>0.97399925513626495</c:v>
                </c:pt>
                <c:pt idx="77">
                  <c:v>0.97466576194589305</c:v>
                </c:pt>
                <c:pt idx="78">
                  <c:v>0.97471238041948305</c:v>
                </c:pt>
                <c:pt idx="79">
                  <c:v>0.97223803095105299</c:v>
                </c:pt>
                <c:pt idx="80">
                  <c:v>0.97219575141522396</c:v>
                </c:pt>
                <c:pt idx="81">
                  <c:v>0.97164831813462205</c:v>
                </c:pt>
                <c:pt idx="82">
                  <c:v>0.96977520360001201</c:v>
                </c:pt>
                <c:pt idx="83">
                  <c:v>0.96777526913356804</c:v>
                </c:pt>
                <c:pt idx="84">
                  <c:v>0.96692277080090705</c:v>
                </c:pt>
                <c:pt idx="85">
                  <c:v>0.96519202124668302</c:v>
                </c:pt>
                <c:pt idx="86">
                  <c:v>0.96755451370608003</c:v>
                </c:pt>
                <c:pt idx="87">
                  <c:v>0.96962488999853902</c:v>
                </c:pt>
                <c:pt idx="88">
                  <c:v>0.97180542224630595</c:v>
                </c:pt>
                <c:pt idx="89">
                  <c:v>0.97346751555412703</c:v>
                </c:pt>
                <c:pt idx="90">
                  <c:v>0.968019790188268</c:v>
                </c:pt>
                <c:pt idx="91">
                  <c:v>0.96564627881321197</c:v>
                </c:pt>
                <c:pt idx="92">
                  <c:v>0.96334420272617205</c:v>
                </c:pt>
                <c:pt idx="93">
                  <c:v>0.960396543734925</c:v>
                </c:pt>
                <c:pt idx="94">
                  <c:v>0.95787205025621802</c:v>
                </c:pt>
                <c:pt idx="95">
                  <c:v>0.95409316881318695</c:v>
                </c:pt>
                <c:pt idx="96">
                  <c:v>0.95292263659968302</c:v>
                </c:pt>
                <c:pt idx="97">
                  <c:v>0.95079958902599904</c:v>
                </c:pt>
                <c:pt idx="98">
                  <c:v>0.94862226399204397</c:v>
                </c:pt>
                <c:pt idx="99">
                  <c:v>0.94948332843343497</c:v>
                </c:pt>
                <c:pt idx="100">
                  <c:v>0.94998726094595798</c:v>
                </c:pt>
                <c:pt idx="101">
                  <c:v>0.95067508058757799</c:v>
                </c:pt>
                <c:pt idx="102">
                  <c:v>0.94981309008821702</c:v>
                </c:pt>
                <c:pt idx="103">
                  <c:v>0.94997489443293504</c:v>
                </c:pt>
                <c:pt idx="104">
                  <c:v>0.94991677327157997</c:v>
                </c:pt>
                <c:pt idx="105">
                  <c:v>0.94821118569409202</c:v>
                </c:pt>
                <c:pt idx="106">
                  <c:v>0.94685630994876602</c:v>
                </c:pt>
                <c:pt idx="107">
                  <c:v>0.94586808145890799</c:v>
                </c:pt>
                <c:pt idx="108">
                  <c:v>0.94587062336884997</c:v>
                </c:pt>
                <c:pt idx="109">
                  <c:v>0.94557917835125005</c:v>
                </c:pt>
                <c:pt idx="110">
                  <c:v>0.94537602342310301</c:v>
                </c:pt>
                <c:pt idx="111">
                  <c:v>0.94800103372591704</c:v>
                </c:pt>
                <c:pt idx="112">
                  <c:v>0.95040099463235095</c:v>
                </c:pt>
                <c:pt idx="113">
                  <c:v>0.95268571484258402</c:v>
                </c:pt>
                <c:pt idx="114">
                  <c:v>0.95344074931372702</c:v>
                </c:pt>
                <c:pt idx="115">
                  <c:v>0.95419685142134003</c:v>
                </c:pt>
                <c:pt idx="116">
                  <c:v>0.955206828060844</c:v>
                </c:pt>
                <c:pt idx="117">
                  <c:v>0.955416602408523</c:v>
                </c:pt>
                <c:pt idx="118">
                  <c:v>0.95563604380377898</c:v>
                </c:pt>
                <c:pt idx="119">
                  <c:v>0.95596651699810398</c:v>
                </c:pt>
                <c:pt idx="120">
                  <c:v>0.95647376908177795</c:v>
                </c:pt>
                <c:pt idx="121">
                  <c:v>0.95697047182929096</c:v>
                </c:pt>
                <c:pt idx="122">
                  <c:v>0.957722618790675</c:v>
                </c:pt>
                <c:pt idx="123">
                  <c:v>0.95998413103334501</c:v>
                </c:pt>
                <c:pt idx="124">
                  <c:v>0.96198694576458499</c:v>
                </c:pt>
                <c:pt idx="125">
                  <c:v>0.96400526114899199</c:v>
                </c:pt>
                <c:pt idx="126">
                  <c:v>0.96504302449812296</c:v>
                </c:pt>
                <c:pt idx="127">
                  <c:v>0.96602741607107501</c:v>
                </c:pt>
                <c:pt idx="128">
                  <c:v>0.96688960021477599</c:v>
                </c:pt>
                <c:pt idx="129">
                  <c:v>0.96710803876719098</c:v>
                </c:pt>
                <c:pt idx="130">
                  <c:v>0.96728838611595103</c:v>
                </c:pt>
                <c:pt idx="131">
                  <c:v>0.96737023665537203</c:v>
                </c:pt>
                <c:pt idx="132">
                  <c:v>0.96776366913519196</c:v>
                </c:pt>
                <c:pt idx="133">
                  <c:v>0.96807174723077705</c:v>
                </c:pt>
                <c:pt idx="134">
                  <c:v>0.96840299200619095</c:v>
                </c:pt>
                <c:pt idx="135">
                  <c:v>0.96876963945235794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5284736"/>
        <c:axId val="211288832"/>
      </c:barChart>
      <c:dateAx>
        <c:axId val="21528473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crossAx val="211288832"/>
        <c:crosses val="autoZero"/>
        <c:auto val="1"/>
        <c:lblOffset val="100"/>
        <c:baseTimeUnit val="months"/>
        <c:majorUnit val="24"/>
        <c:majorTimeUnit val="months"/>
      </c:dateAx>
      <c:valAx>
        <c:axId val="211288832"/>
        <c:scaling>
          <c:orientation val="minMax"/>
        </c:scaling>
        <c:delete val="0"/>
        <c:axPos val="l"/>
        <c:numFmt formatCode="0%" sourceLinked="1"/>
        <c:majorTickMark val="out"/>
        <c:minorTickMark val="none"/>
        <c:tickLblPos val="nextTo"/>
        <c:crossAx val="2152847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Refi </a:t>
            </a:r>
            <a:r>
              <a:rPr lang="en-US" dirty="0" err="1" smtClean="0"/>
              <a:t>Elig</a:t>
            </a:r>
            <a:r>
              <a:rPr lang="en-US" dirty="0" smtClean="0"/>
              <a:t>% vs CPR</a:t>
            </a:r>
            <a:endParaRPr lang="en-US" dirty="0"/>
          </a:p>
        </c:rich>
      </c:tx>
      <c:layout/>
      <c:overlay val="1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marker>
            <c:symbol val="none"/>
          </c:marker>
          <c:cat>
            <c:numRef>
              <c:f>Sheet1!$A$2:$A$102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cat>
          <c:val>
            <c:numRef>
              <c:f>Sheet1!$B$2:$B$102</c:f>
              <c:numCache>
                <c:formatCode>General</c:formatCode>
                <c:ptCount val="101"/>
                <c:pt idx="0">
                  <c:v>3.2945600000000002</c:v>
                </c:pt>
                <c:pt idx="1">
                  <c:v>2.1839650000000002</c:v>
                </c:pt>
                <c:pt idx="2">
                  <c:v>3.4627129999999999</c:v>
                </c:pt>
                <c:pt idx="3">
                  <c:v>3.120044</c:v>
                </c:pt>
                <c:pt idx="4">
                  <c:v>2.9580000000000002</c:v>
                </c:pt>
                <c:pt idx="5">
                  <c:v>3.4296530000000001</c:v>
                </c:pt>
                <c:pt idx="6">
                  <c:v>3.1307429999999998</c:v>
                </c:pt>
                <c:pt idx="7">
                  <c:v>3.239325</c:v>
                </c:pt>
                <c:pt idx="8">
                  <c:v>3.188923</c:v>
                </c:pt>
                <c:pt idx="9">
                  <c:v>3.0790959999999998</c:v>
                </c:pt>
                <c:pt idx="10">
                  <c:v>3.395778</c:v>
                </c:pt>
                <c:pt idx="11">
                  <c:v>3.1422289999999999</c:v>
                </c:pt>
                <c:pt idx="12">
                  <c:v>3.8599290000000002</c:v>
                </c:pt>
                <c:pt idx="13">
                  <c:v>3.243217</c:v>
                </c:pt>
                <c:pt idx="14">
                  <c:v>3.8389350000000002</c:v>
                </c:pt>
                <c:pt idx="15">
                  <c:v>3.2709820000000001</c:v>
                </c:pt>
                <c:pt idx="16">
                  <c:v>3.6855929999999999</c:v>
                </c:pt>
                <c:pt idx="17">
                  <c:v>3.2397399999999998</c:v>
                </c:pt>
                <c:pt idx="18">
                  <c:v>3.037595</c:v>
                </c:pt>
                <c:pt idx="19">
                  <c:v>3.6661920000000001</c:v>
                </c:pt>
                <c:pt idx="20">
                  <c:v>2.3500390000000002</c:v>
                </c:pt>
                <c:pt idx="21">
                  <c:v>2.3928630000000002</c:v>
                </c:pt>
                <c:pt idx="22">
                  <c:v>3.0464639999999998</c:v>
                </c:pt>
                <c:pt idx="23">
                  <c:v>3.2171669999999999</c:v>
                </c:pt>
                <c:pt idx="24">
                  <c:v>4.0825680000000002</c:v>
                </c:pt>
                <c:pt idx="25">
                  <c:v>4.5631209999999998</c:v>
                </c:pt>
                <c:pt idx="26">
                  <c:v>4.9573770000000001</c:v>
                </c:pt>
                <c:pt idx="27">
                  <c:v>4.952642</c:v>
                </c:pt>
                <c:pt idx="28">
                  <c:v>4.4838800000000001</c:v>
                </c:pt>
                <c:pt idx="29">
                  <c:v>4.6694089999999999</c:v>
                </c:pt>
                <c:pt idx="30">
                  <c:v>4.9696740000000004</c:v>
                </c:pt>
                <c:pt idx="31">
                  <c:v>3.562875</c:v>
                </c:pt>
                <c:pt idx="32">
                  <c:v>5.402463</c:v>
                </c:pt>
                <c:pt idx="33">
                  <c:v>4.1109920000000004</c:v>
                </c:pt>
                <c:pt idx="34">
                  <c:v>3.4047809999999998</c:v>
                </c:pt>
                <c:pt idx="35">
                  <c:v>4.943181</c:v>
                </c:pt>
                <c:pt idx="36">
                  <c:v>3.8655599999999999</c:v>
                </c:pt>
                <c:pt idx="37">
                  <c:v>4.4735389999999997</c:v>
                </c:pt>
                <c:pt idx="38">
                  <c:v>4.0995059999999999</c:v>
                </c:pt>
                <c:pt idx="39">
                  <c:v>3.5354950000000001</c:v>
                </c:pt>
                <c:pt idx="40">
                  <c:v>4.4929389999999998</c:v>
                </c:pt>
                <c:pt idx="41">
                  <c:v>4.1296460000000002</c:v>
                </c:pt>
                <c:pt idx="42">
                  <c:v>3.4332479999999999</c:v>
                </c:pt>
                <c:pt idx="43">
                  <c:v>3.1539969999999999</c:v>
                </c:pt>
                <c:pt idx="44">
                  <c:v>3.5039880000000001</c:v>
                </c:pt>
                <c:pt idx="45">
                  <c:v>4.7813840000000001</c:v>
                </c:pt>
                <c:pt idx="46">
                  <c:v>3.4499780000000002</c:v>
                </c:pt>
                <c:pt idx="47">
                  <c:v>4.1132410000000004</c:v>
                </c:pt>
                <c:pt idx="48">
                  <c:v>3.976915</c:v>
                </c:pt>
                <c:pt idx="49">
                  <c:v>4.4726889999999999</c:v>
                </c:pt>
                <c:pt idx="50">
                  <c:v>5.0652419999999996</c:v>
                </c:pt>
                <c:pt idx="51">
                  <c:v>4.3109739999999999</c:v>
                </c:pt>
                <c:pt idx="52">
                  <c:v>3.793021</c:v>
                </c:pt>
                <c:pt idx="53">
                  <c:v>4.099545</c:v>
                </c:pt>
                <c:pt idx="54">
                  <c:v>4.4459099999999996</c:v>
                </c:pt>
                <c:pt idx="55">
                  <c:v>4.70383</c:v>
                </c:pt>
                <c:pt idx="56">
                  <c:v>4.313148</c:v>
                </c:pt>
                <c:pt idx="57">
                  <c:v>4.7490959999999998</c:v>
                </c:pt>
                <c:pt idx="58">
                  <c:v>4.4304199999999998</c:v>
                </c:pt>
                <c:pt idx="59">
                  <c:v>5.0188249999999996</c:v>
                </c:pt>
                <c:pt idx="60">
                  <c:v>5.1019209999999999</c:v>
                </c:pt>
                <c:pt idx="61">
                  <c:v>4.7209490000000001</c:v>
                </c:pt>
                <c:pt idx="62">
                  <c:v>5.9065430000000001</c:v>
                </c:pt>
                <c:pt idx="63">
                  <c:v>4.8207680000000002</c:v>
                </c:pt>
                <c:pt idx="64">
                  <c:v>5.0483710000000004</c:v>
                </c:pt>
                <c:pt idx="65">
                  <c:v>5.1634609999999999</c:v>
                </c:pt>
                <c:pt idx="66">
                  <c:v>8.7381290000000007</c:v>
                </c:pt>
                <c:pt idx="67">
                  <c:v>7.4184150000000004</c:v>
                </c:pt>
                <c:pt idx="68">
                  <c:v>6.3842619999999997</c:v>
                </c:pt>
                <c:pt idx="69">
                  <c:v>7.4121319999999997</c:v>
                </c:pt>
                <c:pt idx="70">
                  <c:v>7.7999869999999998</c:v>
                </c:pt>
                <c:pt idx="71">
                  <c:v>6.6531560000000001</c:v>
                </c:pt>
                <c:pt idx="72">
                  <c:v>6.7781880000000001</c:v>
                </c:pt>
                <c:pt idx="73">
                  <c:v>7.2365659999999998</c:v>
                </c:pt>
                <c:pt idx="74">
                  <c:v>7.945824</c:v>
                </c:pt>
                <c:pt idx="75">
                  <c:v>9.2010889999999996</c:v>
                </c:pt>
                <c:pt idx="76">
                  <c:v>10.769264</c:v>
                </c:pt>
                <c:pt idx="77">
                  <c:v>11.190356</c:v>
                </c:pt>
                <c:pt idx="78">
                  <c:v>9.3845130000000001</c:v>
                </c:pt>
                <c:pt idx="79">
                  <c:v>10.059146</c:v>
                </c:pt>
                <c:pt idx="80">
                  <c:v>9.5633850000000002</c:v>
                </c:pt>
                <c:pt idx="81">
                  <c:v>8.7379320000000007</c:v>
                </c:pt>
                <c:pt idx="82">
                  <c:v>9.2642410000000002</c:v>
                </c:pt>
                <c:pt idx="83">
                  <c:v>7.4666069999999998</c:v>
                </c:pt>
                <c:pt idx="84">
                  <c:v>8.8104949999999995</c:v>
                </c:pt>
                <c:pt idx="85">
                  <c:v>7.914841</c:v>
                </c:pt>
                <c:pt idx="86">
                  <c:v>9.8928060000000002</c:v>
                </c:pt>
                <c:pt idx="87">
                  <c:v>9.6632350000000002</c:v>
                </c:pt>
                <c:pt idx="88">
                  <c:v>10.432496</c:v>
                </c:pt>
                <c:pt idx="89">
                  <c:v>10.437205000000001</c:v>
                </c:pt>
                <c:pt idx="90">
                  <c:v>9.8322409999999998</c:v>
                </c:pt>
                <c:pt idx="91">
                  <c:v>13.451991</c:v>
                </c:pt>
                <c:pt idx="92">
                  <c:v>12.484532</c:v>
                </c:pt>
                <c:pt idx="93">
                  <c:v>13.967981</c:v>
                </c:pt>
                <c:pt idx="94">
                  <c:v>12.501892</c:v>
                </c:pt>
                <c:pt idx="95">
                  <c:v>12.722022000000001</c:v>
                </c:pt>
                <c:pt idx="96">
                  <c:v>11.763686999999999</c:v>
                </c:pt>
                <c:pt idx="97">
                  <c:v>10.950319</c:v>
                </c:pt>
                <c:pt idx="98">
                  <c:v>11.848735</c:v>
                </c:pt>
                <c:pt idx="99">
                  <c:v>9.4754559999999994</c:v>
                </c:pt>
                <c:pt idx="100">
                  <c:v>15.982089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5355776"/>
        <c:axId val="215357696"/>
      </c:lineChart>
      <c:catAx>
        <c:axId val="21535577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 smtClean="0"/>
                  <a:t>Refi </a:t>
                </a:r>
                <a:r>
                  <a:rPr lang="en-US" dirty="0" err="1" smtClean="0"/>
                  <a:t>Elig</a:t>
                </a:r>
                <a:r>
                  <a:rPr lang="en-US" dirty="0" smtClean="0"/>
                  <a:t> %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5357696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215357696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CPR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535577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5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Conventional</a:t>
            </a:r>
            <a:endParaRPr lang="en-US" dirty="0"/>
          </a:p>
        </c:rich>
      </c:tx>
      <c:layout>
        <c:manualLayout>
          <c:xMode val="edge"/>
          <c:yMode val="edge"/>
          <c:x val="0.356562438881938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952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Sheet1!$A$2:$A$190</c:f>
              <c:numCache>
                <c:formatCode>m/d/yyyy</c:formatCode>
                <c:ptCount val="189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  <c:pt idx="176">
                  <c:v>41883</c:v>
                </c:pt>
                <c:pt idx="177">
                  <c:v>41913</c:v>
                </c:pt>
                <c:pt idx="178">
                  <c:v>41944</c:v>
                </c:pt>
                <c:pt idx="179">
                  <c:v>41974</c:v>
                </c:pt>
                <c:pt idx="180">
                  <c:v>42005</c:v>
                </c:pt>
                <c:pt idx="181">
                  <c:v>42036</c:v>
                </c:pt>
                <c:pt idx="182">
                  <c:v>42064</c:v>
                </c:pt>
                <c:pt idx="183">
                  <c:v>42095</c:v>
                </c:pt>
                <c:pt idx="184">
                  <c:v>42125</c:v>
                </c:pt>
                <c:pt idx="185">
                  <c:v>42156</c:v>
                </c:pt>
                <c:pt idx="186">
                  <c:v>42186</c:v>
                </c:pt>
                <c:pt idx="187">
                  <c:v>42217</c:v>
                </c:pt>
                <c:pt idx="188">
                  <c:v>42248</c:v>
                </c:pt>
              </c:numCache>
            </c:numRef>
          </c:cat>
          <c:val>
            <c:numRef>
              <c:f>Sheet1!$B$2:$B$190</c:f>
              <c:numCache>
                <c:formatCode>General</c:formatCode>
                <c:ptCount val="189"/>
                <c:pt idx="0">
                  <c:v>1.25353938373277</c:v>
                </c:pt>
                <c:pt idx="1">
                  <c:v>1.1353790865327</c:v>
                </c:pt>
                <c:pt idx="2">
                  <c:v>1.1811761540087</c:v>
                </c:pt>
                <c:pt idx="3">
                  <c:v>1.45267210622867</c:v>
                </c:pt>
                <c:pt idx="4">
                  <c:v>1.29765156957183</c:v>
                </c:pt>
                <c:pt idx="5">
                  <c:v>2.0225926784104198</c:v>
                </c:pt>
                <c:pt idx="6">
                  <c:v>1.5807116860646999</c:v>
                </c:pt>
                <c:pt idx="7">
                  <c:v>1.54212755451137</c:v>
                </c:pt>
                <c:pt idx="8">
                  <c:v>2.50438658525173</c:v>
                </c:pt>
                <c:pt idx="9">
                  <c:v>2.4512740997439102</c:v>
                </c:pt>
                <c:pt idx="10">
                  <c:v>3.0477081304012201</c:v>
                </c:pt>
                <c:pt idx="11">
                  <c:v>3.1145932127530398</c:v>
                </c:pt>
                <c:pt idx="12">
                  <c:v>5.0764757304330903</c:v>
                </c:pt>
                <c:pt idx="13">
                  <c:v>20.0039601197868</c:v>
                </c:pt>
                <c:pt idx="14">
                  <c:v>26.836270053542599</c:v>
                </c:pt>
                <c:pt idx="15">
                  <c:v>21.790158494178499</c:v>
                </c:pt>
                <c:pt idx="16">
                  <c:v>22.951711949967802</c:v>
                </c:pt>
                <c:pt idx="17">
                  <c:v>26.515934883207699</c:v>
                </c:pt>
                <c:pt idx="18">
                  <c:v>15.9306952359387</c:v>
                </c:pt>
                <c:pt idx="19">
                  <c:v>17.4554894109693</c:v>
                </c:pt>
                <c:pt idx="20">
                  <c:v>13.464790846744</c:v>
                </c:pt>
                <c:pt idx="21">
                  <c:v>23.176271376905401</c:v>
                </c:pt>
                <c:pt idx="22">
                  <c:v>32.813955422498601</c:v>
                </c:pt>
                <c:pt idx="23">
                  <c:v>35.881594538049498</c:v>
                </c:pt>
                <c:pt idx="24">
                  <c:v>24.542735783647299</c:v>
                </c:pt>
                <c:pt idx="25">
                  <c:v>17.1441558775409</c:v>
                </c:pt>
                <c:pt idx="26">
                  <c:v>17.229206549935501</c:v>
                </c:pt>
                <c:pt idx="27">
                  <c:v>11.999618116624299</c:v>
                </c:pt>
                <c:pt idx="28">
                  <c:v>11.140140238651901</c:v>
                </c:pt>
                <c:pt idx="29">
                  <c:v>10.6017349001061</c:v>
                </c:pt>
                <c:pt idx="30">
                  <c:v>15.806219984212399</c:v>
                </c:pt>
                <c:pt idx="31">
                  <c:v>28.023003408356999</c:v>
                </c:pt>
                <c:pt idx="32">
                  <c:v>32.991437589510902</c:v>
                </c:pt>
                <c:pt idx="33">
                  <c:v>46.555597893169697</c:v>
                </c:pt>
                <c:pt idx="34">
                  <c:v>44.391855688868397</c:v>
                </c:pt>
                <c:pt idx="35">
                  <c:v>43.743179136280403</c:v>
                </c:pt>
                <c:pt idx="36">
                  <c:v>40.428082240292603</c:v>
                </c:pt>
                <c:pt idx="37">
                  <c:v>41.831671475034703</c:v>
                </c:pt>
                <c:pt idx="38">
                  <c:v>45.338002458566699</c:v>
                </c:pt>
                <c:pt idx="39">
                  <c:v>53.2680038581831</c:v>
                </c:pt>
                <c:pt idx="40">
                  <c:v>48.970104780505103</c:v>
                </c:pt>
                <c:pt idx="41">
                  <c:v>52.449533346325801</c:v>
                </c:pt>
                <c:pt idx="42">
                  <c:v>66.993257969186104</c:v>
                </c:pt>
                <c:pt idx="43">
                  <c:v>55.747948865482002</c:v>
                </c:pt>
                <c:pt idx="44">
                  <c:v>37.095392772984503</c:v>
                </c:pt>
                <c:pt idx="45">
                  <c:v>24.5861378587072</c:v>
                </c:pt>
                <c:pt idx="46">
                  <c:v>17.287136905019199</c:v>
                </c:pt>
                <c:pt idx="47">
                  <c:v>16.294472102367301</c:v>
                </c:pt>
                <c:pt idx="48">
                  <c:v>12.1544749722778</c:v>
                </c:pt>
                <c:pt idx="49">
                  <c:v>17.7795967710402</c:v>
                </c:pt>
                <c:pt idx="50">
                  <c:v>25.6193472702709</c:v>
                </c:pt>
                <c:pt idx="51">
                  <c:v>31.887200887715299</c:v>
                </c:pt>
                <c:pt idx="52">
                  <c:v>20.563350697737601</c:v>
                </c:pt>
                <c:pt idx="53">
                  <c:v>14.4308902556668</c:v>
                </c:pt>
                <c:pt idx="54">
                  <c:v>9.6342589561318093</c:v>
                </c:pt>
                <c:pt idx="55">
                  <c:v>9.4855108216417499</c:v>
                </c:pt>
                <c:pt idx="56">
                  <c:v>10.058029532569799</c:v>
                </c:pt>
                <c:pt idx="57">
                  <c:v>10.511497634100801</c:v>
                </c:pt>
                <c:pt idx="58">
                  <c:v>12.481890613244699</c:v>
                </c:pt>
                <c:pt idx="59">
                  <c:v>13.041320246907899</c:v>
                </c:pt>
                <c:pt idx="60">
                  <c:v>8.2221808359177402</c:v>
                </c:pt>
                <c:pt idx="61">
                  <c:v>9.4654253268202595</c:v>
                </c:pt>
                <c:pt idx="62">
                  <c:v>14.6421967916739</c:v>
                </c:pt>
                <c:pt idx="63">
                  <c:v>8.4869455663113804</c:v>
                </c:pt>
                <c:pt idx="64">
                  <c:v>8.2967701003821599</c:v>
                </c:pt>
                <c:pt idx="65">
                  <c:v>11.774234951697499</c:v>
                </c:pt>
                <c:pt idx="66">
                  <c:v>12.945004644910499</c:v>
                </c:pt>
                <c:pt idx="67">
                  <c:v>14.128097665985001</c:v>
                </c:pt>
                <c:pt idx="68">
                  <c:v>9.4783024427176699</c:v>
                </c:pt>
                <c:pt idx="69">
                  <c:v>8.2205980182754992</c:v>
                </c:pt>
                <c:pt idx="70">
                  <c:v>6.2572785564566002</c:v>
                </c:pt>
                <c:pt idx="71">
                  <c:v>4.3821714446933697</c:v>
                </c:pt>
                <c:pt idx="72">
                  <c:v>2.7522874080987401</c:v>
                </c:pt>
                <c:pt idx="73">
                  <c:v>3.0806618486398101</c:v>
                </c:pt>
                <c:pt idx="74">
                  <c:v>3.8368854949508102</c:v>
                </c:pt>
                <c:pt idx="75">
                  <c:v>2.16814149122396</c:v>
                </c:pt>
                <c:pt idx="76">
                  <c:v>2.9528737653905202</c:v>
                </c:pt>
                <c:pt idx="77">
                  <c:v>2.7153279951468199</c:v>
                </c:pt>
                <c:pt idx="78">
                  <c:v>1.7818331558710701</c:v>
                </c:pt>
                <c:pt idx="79">
                  <c:v>2.3727840062834198</c:v>
                </c:pt>
                <c:pt idx="80">
                  <c:v>1.7838408732175</c:v>
                </c:pt>
                <c:pt idx="81">
                  <c:v>2.97629760283094</c:v>
                </c:pt>
                <c:pt idx="82">
                  <c:v>3.01460646888818</c:v>
                </c:pt>
                <c:pt idx="83">
                  <c:v>3.7466295558092799</c:v>
                </c:pt>
                <c:pt idx="84">
                  <c:v>4.2859126483862298</c:v>
                </c:pt>
                <c:pt idx="85">
                  <c:v>3.4206051930199002</c:v>
                </c:pt>
                <c:pt idx="86">
                  <c:v>3.60111307765114</c:v>
                </c:pt>
                <c:pt idx="87">
                  <c:v>3.5329567342344501</c:v>
                </c:pt>
                <c:pt idx="88">
                  <c:v>3.6322165538462698</c:v>
                </c:pt>
                <c:pt idx="89">
                  <c:v>2.7310491166016901</c:v>
                </c:pt>
                <c:pt idx="90">
                  <c:v>2.7801734205278898</c:v>
                </c:pt>
                <c:pt idx="91">
                  <c:v>2.67879174290738</c:v>
                </c:pt>
                <c:pt idx="92">
                  <c:v>1.95596054651704</c:v>
                </c:pt>
                <c:pt idx="93">
                  <c:v>2.9705973057802399</c:v>
                </c:pt>
                <c:pt idx="94">
                  <c:v>3.0433114391756799</c:v>
                </c:pt>
                <c:pt idx="95">
                  <c:v>3.7545972324136798</c:v>
                </c:pt>
                <c:pt idx="96">
                  <c:v>5.4967373254286596</c:v>
                </c:pt>
                <c:pt idx="97">
                  <c:v>12.1651718735032</c:v>
                </c:pt>
                <c:pt idx="98">
                  <c:v>10.3519666448747</c:v>
                </c:pt>
                <c:pt idx="99">
                  <c:v>8.2445593859740498</c:v>
                </c:pt>
                <c:pt idx="100">
                  <c:v>5.3157680118285997</c:v>
                </c:pt>
                <c:pt idx="101">
                  <c:v>3.1312366299195098</c:v>
                </c:pt>
                <c:pt idx="102">
                  <c:v>2.4871758844299601</c:v>
                </c:pt>
                <c:pt idx="103">
                  <c:v>1.5376280285419399</c:v>
                </c:pt>
                <c:pt idx="104">
                  <c:v>1.94014650809885</c:v>
                </c:pt>
                <c:pt idx="105">
                  <c:v>3.4641471245934601</c:v>
                </c:pt>
                <c:pt idx="106">
                  <c:v>1.95027483872993</c:v>
                </c:pt>
                <c:pt idx="107">
                  <c:v>4.2248368762645496</c:v>
                </c:pt>
                <c:pt idx="108">
                  <c:v>14.711083430372501</c:v>
                </c:pt>
                <c:pt idx="109">
                  <c:v>22.6196127059712</c:v>
                </c:pt>
                <c:pt idx="110">
                  <c:v>21.017479298674299</c:v>
                </c:pt>
                <c:pt idx="111">
                  <c:v>20.4423809597427</c:v>
                </c:pt>
                <c:pt idx="112">
                  <c:v>21.284935498997701</c:v>
                </c:pt>
                <c:pt idx="113">
                  <c:v>20.5294702672713</c:v>
                </c:pt>
                <c:pt idx="114">
                  <c:v>14.4328240898021</c:v>
                </c:pt>
                <c:pt idx="115">
                  <c:v>8.1273274848678891</c:v>
                </c:pt>
                <c:pt idx="116">
                  <c:v>6.7565030223141198</c:v>
                </c:pt>
                <c:pt idx="117">
                  <c:v>8.5319916803218501</c:v>
                </c:pt>
                <c:pt idx="118">
                  <c:v>10.676597544256101</c:v>
                </c:pt>
                <c:pt idx="119">
                  <c:v>13.167149959099</c:v>
                </c:pt>
                <c:pt idx="120">
                  <c:v>10.36816149571</c:v>
                </c:pt>
                <c:pt idx="121">
                  <c:v>40.103986745257799</c:v>
                </c:pt>
                <c:pt idx="122">
                  <c:v>13.338352005305399</c:v>
                </c:pt>
                <c:pt idx="123">
                  <c:v>11.3413609171025</c:v>
                </c:pt>
                <c:pt idx="124">
                  <c:v>8.8785731110970296</c:v>
                </c:pt>
                <c:pt idx="125">
                  <c:v>11.387450305597801</c:v>
                </c:pt>
                <c:pt idx="126">
                  <c:v>14.3438339321249</c:v>
                </c:pt>
                <c:pt idx="127">
                  <c:v>21.0405059702003</c:v>
                </c:pt>
                <c:pt idx="128">
                  <c:v>24.356143573848598</c:v>
                </c:pt>
                <c:pt idx="129">
                  <c:v>25.121845992212101</c:v>
                </c:pt>
                <c:pt idx="130">
                  <c:v>27.851354312690301</c:v>
                </c:pt>
                <c:pt idx="131">
                  <c:v>25.4469197834851</c:v>
                </c:pt>
                <c:pt idx="132">
                  <c:v>17.836594875030801</c:v>
                </c:pt>
                <c:pt idx="133">
                  <c:v>13.7744460343048</c:v>
                </c:pt>
                <c:pt idx="134">
                  <c:v>9.3175980913817202</c:v>
                </c:pt>
                <c:pt idx="135">
                  <c:v>7.1770878968181098</c:v>
                </c:pt>
                <c:pt idx="136">
                  <c:v>6.2314834397011296</c:v>
                </c:pt>
                <c:pt idx="137">
                  <c:v>7.8932423345904397</c:v>
                </c:pt>
                <c:pt idx="138">
                  <c:v>8.6869501867571994</c:v>
                </c:pt>
                <c:pt idx="139">
                  <c:v>10.648261171299801</c:v>
                </c:pt>
                <c:pt idx="140">
                  <c:v>16.722398609315</c:v>
                </c:pt>
                <c:pt idx="141">
                  <c:v>21.213946392079901</c:v>
                </c:pt>
                <c:pt idx="142">
                  <c:v>22.063107229129599</c:v>
                </c:pt>
                <c:pt idx="143">
                  <c:v>20.403143784711101</c:v>
                </c:pt>
                <c:pt idx="144">
                  <c:v>19.8169854211421</c:v>
                </c:pt>
                <c:pt idx="145">
                  <c:v>23.346599681103001</c:v>
                </c:pt>
                <c:pt idx="146">
                  <c:v>24.213535020746999</c:v>
                </c:pt>
                <c:pt idx="147">
                  <c:v>21.652410836644201</c:v>
                </c:pt>
                <c:pt idx="148">
                  <c:v>22.361817529156799</c:v>
                </c:pt>
                <c:pt idx="149">
                  <c:v>22.1367595740087</c:v>
                </c:pt>
                <c:pt idx="150">
                  <c:v>24.174638148816701</c:v>
                </c:pt>
                <c:pt idx="151">
                  <c:v>27.784703631378999</c:v>
                </c:pt>
                <c:pt idx="152">
                  <c:v>25.637015945301499</c:v>
                </c:pt>
                <c:pt idx="153">
                  <c:v>29.275834235372699</c:v>
                </c:pt>
                <c:pt idx="154">
                  <c:v>27.028552489720099</c:v>
                </c:pt>
                <c:pt idx="155">
                  <c:v>27.638561167624101</c:v>
                </c:pt>
                <c:pt idx="156">
                  <c:v>27.786950817384501</c:v>
                </c:pt>
                <c:pt idx="157">
                  <c:v>25.7209607891944</c:v>
                </c:pt>
                <c:pt idx="158">
                  <c:v>25.024014252685099</c:v>
                </c:pt>
                <c:pt idx="159">
                  <c:v>23.969840763552501</c:v>
                </c:pt>
                <c:pt idx="160">
                  <c:v>23.454016351216701</c:v>
                </c:pt>
                <c:pt idx="161">
                  <c:v>20.682291084469099</c:v>
                </c:pt>
                <c:pt idx="162">
                  <c:v>19.0158108499738</c:v>
                </c:pt>
                <c:pt idx="163">
                  <c:v>13.5602177177428</c:v>
                </c:pt>
                <c:pt idx="164">
                  <c:v>9.4241345231306006</c:v>
                </c:pt>
                <c:pt idx="165">
                  <c:v>8.0312806554921199</c:v>
                </c:pt>
                <c:pt idx="166">
                  <c:v>6.8482070883951502</c:v>
                </c:pt>
                <c:pt idx="167">
                  <c:v>7.0713155242795196</c:v>
                </c:pt>
                <c:pt idx="168">
                  <c:v>5.6168287381044104</c:v>
                </c:pt>
                <c:pt idx="169">
                  <c:v>4.4341480859856599</c:v>
                </c:pt>
                <c:pt idx="170">
                  <c:v>4.7474386253972796</c:v>
                </c:pt>
                <c:pt idx="171">
                  <c:v>4.3301388047094598</c:v>
                </c:pt>
                <c:pt idx="172">
                  <c:v>4.1764314987264601</c:v>
                </c:pt>
                <c:pt idx="173">
                  <c:v>4.6643996569790902</c:v>
                </c:pt>
                <c:pt idx="174">
                  <c:v>5.2197689802568101</c:v>
                </c:pt>
                <c:pt idx="175">
                  <c:v>4.6799580058681602</c:v>
                </c:pt>
                <c:pt idx="176">
                  <c:v>5.0920207621289197</c:v>
                </c:pt>
                <c:pt idx="177">
                  <c:v>5.4037982065338497</c:v>
                </c:pt>
                <c:pt idx="178">
                  <c:v>5.84466395836112</c:v>
                </c:pt>
                <c:pt idx="179">
                  <c:v>7.2390486647270897</c:v>
                </c:pt>
                <c:pt idx="180">
                  <c:v>7.0631305137658797</c:v>
                </c:pt>
                <c:pt idx="181">
                  <c:v>11.2256580347014</c:v>
                </c:pt>
                <c:pt idx="182">
                  <c:v>13.6193654500065</c:v>
                </c:pt>
                <c:pt idx="183">
                  <c:v>9.5819040639607191</c:v>
                </c:pt>
                <c:pt idx="184">
                  <c:v>8.7045639904689693</c:v>
                </c:pt>
                <c:pt idx="185">
                  <c:v>8.4876629367696292</c:v>
                </c:pt>
                <c:pt idx="186">
                  <c:v>6.7117370742953097</c:v>
                </c:pt>
                <c:pt idx="187">
                  <c:v>5.1654397361351103</c:v>
                </c:pt>
                <c:pt idx="188">
                  <c:v>5.4691390619662803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 w="6350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Sheet1!$A$2:$A$190</c:f>
              <c:numCache>
                <c:formatCode>m/d/yyyy</c:formatCode>
                <c:ptCount val="189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  <c:pt idx="176">
                  <c:v>41883</c:v>
                </c:pt>
                <c:pt idx="177">
                  <c:v>41913</c:v>
                </c:pt>
                <c:pt idx="178">
                  <c:v>41944</c:v>
                </c:pt>
                <c:pt idx="179">
                  <c:v>41974</c:v>
                </c:pt>
                <c:pt idx="180">
                  <c:v>42005</c:v>
                </c:pt>
                <c:pt idx="181">
                  <c:v>42036</c:v>
                </c:pt>
                <c:pt idx="182">
                  <c:v>42064</c:v>
                </c:pt>
                <c:pt idx="183">
                  <c:v>42095</c:v>
                </c:pt>
                <c:pt idx="184">
                  <c:v>42125</c:v>
                </c:pt>
                <c:pt idx="185">
                  <c:v>42156</c:v>
                </c:pt>
                <c:pt idx="186">
                  <c:v>42186</c:v>
                </c:pt>
                <c:pt idx="187">
                  <c:v>42217</c:v>
                </c:pt>
                <c:pt idx="188">
                  <c:v>42248</c:v>
                </c:pt>
              </c:numCache>
            </c:numRef>
          </c:cat>
          <c:val>
            <c:numRef>
              <c:f>Sheet1!$C$2:$C$190</c:f>
              <c:numCache>
                <c:formatCode>General</c:formatCode>
                <c:ptCount val="189"/>
                <c:pt idx="0">
                  <c:v>1.0729859231043399</c:v>
                </c:pt>
                <c:pt idx="1">
                  <c:v>0.86519500526495197</c:v>
                </c:pt>
                <c:pt idx="2">
                  <c:v>0.86800509729377795</c:v>
                </c:pt>
                <c:pt idx="3">
                  <c:v>1.0882602013485001</c:v>
                </c:pt>
                <c:pt idx="4">
                  <c:v>1.3819538346517399</c:v>
                </c:pt>
                <c:pt idx="5">
                  <c:v>1.0305623383231199</c:v>
                </c:pt>
                <c:pt idx="6">
                  <c:v>1.62823485604577</c:v>
                </c:pt>
                <c:pt idx="7">
                  <c:v>2.3249456111727</c:v>
                </c:pt>
                <c:pt idx="8">
                  <c:v>3.2576578306882999</c:v>
                </c:pt>
                <c:pt idx="9">
                  <c:v>4.4467391702302104</c:v>
                </c:pt>
                <c:pt idx="10">
                  <c:v>4.3448629876946203</c:v>
                </c:pt>
                <c:pt idx="11">
                  <c:v>5.8622284427329996</c:v>
                </c:pt>
                <c:pt idx="12">
                  <c:v>14.532158939316</c:v>
                </c:pt>
                <c:pt idx="13">
                  <c:v>27.815628149161601</c:v>
                </c:pt>
                <c:pt idx="14">
                  <c:v>27.655268907936001</c:v>
                </c:pt>
                <c:pt idx="15">
                  <c:v>27.7193202301086</c:v>
                </c:pt>
                <c:pt idx="16">
                  <c:v>20.6185439040405</c:v>
                </c:pt>
                <c:pt idx="17">
                  <c:v>15.581469399611599</c:v>
                </c:pt>
                <c:pt idx="18">
                  <c:v>14.928678629074399</c:v>
                </c:pt>
                <c:pt idx="19">
                  <c:v>15.256359305362301</c:v>
                </c:pt>
                <c:pt idx="20">
                  <c:v>20.189432258293401</c:v>
                </c:pt>
                <c:pt idx="21">
                  <c:v>25.676611162442001</c:v>
                </c:pt>
                <c:pt idx="22">
                  <c:v>38.921472533875601</c:v>
                </c:pt>
                <c:pt idx="23">
                  <c:v>35.175035392967203</c:v>
                </c:pt>
                <c:pt idx="24">
                  <c:v>12.2025449146429</c:v>
                </c:pt>
                <c:pt idx="25">
                  <c:v>12.3487183256288</c:v>
                </c:pt>
                <c:pt idx="26">
                  <c:v>16.5968333905642</c:v>
                </c:pt>
                <c:pt idx="27">
                  <c:v>9.2059085526024909</c:v>
                </c:pt>
                <c:pt idx="28">
                  <c:v>10.812033774466199</c:v>
                </c:pt>
                <c:pt idx="29">
                  <c:v>15.7448747434306</c:v>
                </c:pt>
                <c:pt idx="30">
                  <c:v>28.3263358939945</c:v>
                </c:pt>
                <c:pt idx="31">
                  <c:v>39.122220377969903</c:v>
                </c:pt>
                <c:pt idx="32">
                  <c:v>43.870620940854899</c:v>
                </c:pt>
                <c:pt idx="33">
                  <c:v>47.899819696667301</c:v>
                </c:pt>
                <c:pt idx="34">
                  <c:v>46.244397115895701</c:v>
                </c:pt>
                <c:pt idx="35">
                  <c:v>45.996159939858998</c:v>
                </c:pt>
                <c:pt idx="36">
                  <c:v>44.057010148291099</c:v>
                </c:pt>
                <c:pt idx="37">
                  <c:v>45.151325687154198</c:v>
                </c:pt>
                <c:pt idx="38">
                  <c:v>44.744174529459897</c:v>
                </c:pt>
                <c:pt idx="39">
                  <c:v>44.966557160856397</c:v>
                </c:pt>
                <c:pt idx="40">
                  <c:v>42.520673031487</c:v>
                </c:pt>
                <c:pt idx="41">
                  <c:v>45.4536244580176</c:v>
                </c:pt>
                <c:pt idx="42">
                  <c:v>49.040154940536702</c:v>
                </c:pt>
                <c:pt idx="43">
                  <c:v>32.477014049948899</c:v>
                </c:pt>
                <c:pt idx="44">
                  <c:v>8.6864876912653006</c:v>
                </c:pt>
                <c:pt idx="45">
                  <c:v>11.2333639214356</c:v>
                </c:pt>
                <c:pt idx="46">
                  <c:v>14.3445129844046</c:v>
                </c:pt>
                <c:pt idx="47">
                  <c:v>13.7841748798468</c:v>
                </c:pt>
                <c:pt idx="48">
                  <c:v>13.906401984944001</c:v>
                </c:pt>
                <c:pt idx="49">
                  <c:v>18.262364788484199</c:v>
                </c:pt>
                <c:pt idx="50">
                  <c:v>21.234024683585599</c:v>
                </c:pt>
                <c:pt idx="51">
                  <c:v>29.6013537622174</c:v>
                </c:pt>
                <c:pt idx="52">
                  <c:v>10.575119955465601</c:v>
                </c:pt>
                <c:pt idx="53">
                  <c:v>4.7523065171841603</c:v>
                </c:pt>
                <c:pt idx="54">
                  <c:v>4.7247935914893402</c:v>
                </c:pt>
                <c:pt idx="55">
                  <c:v>7.8460160309147504</c:v>
                </c:pt>
                <c:pt idx="56">
                  <c:v>10.1020832067725</c:v>
                </c:pt>
                <c:pt idx="57">
                  <c:v>12.1554557611835</c:v>
                </c:pt>
                <c:pt idx="58">
                  <c:v>13.573601073961701</c:v>
                </c:pt>
                <c:pt idx="59">
                  <c:v>13.088661159653901</c:v>
                </c:pt>
                <c:pt idx="60">
                  <c:v>12.4985690750943</c:v>
                </c:pt>
                <c:pt idx="61">
                  <c:v>13.0929275829945</c:v>
                </c:pt>
                <c:pt idx="62">
                  <c:v>15.1821920350963</c:v>
                </c:pt>
                <c:pt idx="63">
                  <c:v>7.6253423989477698</c:v>
                </c:pt>
                <c:pt idx="64">
                  <c:v>8.8784578950304898</c:v>
                </c:pt>
                <c:pt idx="65">
                  <c:v>11.9615134131221</c:v>
                </c:pt>
                <c:pt idx="66">
                  <c:v>17.709128035027099</c:v>
                </c:pt>
                <c:pt idx="67">
                  <c:v>12.3669066163352</c:v>
                </c:pt>
                <c:pt idx="68">
                  <c:v>9.06310366101496</c:v>
                </c:pt>
                <c:pt idx="69">
                  <c:v>8.5893412802856393</c:v>
                </c:pt>
                <c:pt idx="70">
                  <c:v>4.7727552882509698</c:v>
                </c:pt>
                <c:pt idx="71">
                  <c:v>2.81747443853956</c:v>
                </c:pt>
                <c:pt idx="72">
                  <c:v>3.5603371503533401</c:v>
                </c:pt>
                <c:pt idx="73">
                  <c:v>4.6413344054200696</c:v>
                </c:pt>
                <c:pt idx="74">
                  <c:v>3.7102272725604299</c:v>
                </c:pt>
                <c:pt idx="75">
                  <c:v>3.18276905888517</c:v>
                </c:pt>
                <c:pt idx="76">
                  <c:v>2.3610563677501601</c:v>
                </c:pt>
                <c:pt idx="77">
                  <c:v>2.0925108453818302</c:v>
                </c:pt>
                <c:pt idx="78">
                  <c:v>1.86481321312596</c:v>
                </c:pt>
                <c:pt idx="79">
                  <c:v>1.68743626601854</c:v>
                </c:pt>
                <c:pt idx="80">
                  <c:v>2.75826049319241</c:v>
                </c:pt>
                <c:pt idx="81">
                  <c:v>3.37373542439635</c:v>
                </c:pt>
                <c:pt idx="82">
                  <c:v>3.7918457326231199</c:v>
                </c:pt>
                <c:pt idx="83">
                  <c:v>4.7460427424727998</c:v>
                </c:pt>
                <c:pt idx="84">
                  <c:v>6.2470961087622703</c:v>
                </c:pt>
                <c:pt idx="85">
                  <c:v>4.8348151028391504</c:v>
                </c:pt>
                <c:pt idx="86">
                  <c:v>4.7345654434848301</c:v>
                </c:pt>
                <c:pt idx="87">
                  <c:v>5.6075490585757004</c:v>
                </c:pt>
                <c:pt idx="88">
                  <c:v>4.95845427314819</c:v>
                </c:pt>
                <c:pt idx="89">
                  <c:v>4.0093050661596497</c:v>
                </c:pt>
                <c:pt idx="90">
                  <c:v>1.93777760373037</c:v>
                </c:pt>
                <c:pt idx="91">
                  <c:v>1.74248423148723</c:v>
                </c:pt>
                <c:pt idx="92">
                  <c:v>2.0816588139582399</c:v>
                </c:pt>
                <c:pt idx="93">
                  <c:v>2.7403208907400698</c:v>
                </c:pt>
                <c:pt idx="94">
                  <c:v>2.9527802126146101</c:v>
                </c:pt>
                <c:pt idx="95">
                  <c:v>4.1047385912025103</c:v>
                </c:pt>
                <c:pt idx="96">
                  <c:v>5.2098318745733598</c:v>
                </c:pt>
                <c:pt idx="97">
                  <c:v>13.801365509702</c:v>
                </c:pt>
                <c:pt idx="98">
                  <c:v>7.0258550063752896</c:v>
                </c:pt>
                <c:pt idx="99">
                  <c:v>5.5307636535266598</c:v>
                </c:pt>
                <c:pt idx="100">
                  <c:v>5.7821843199246699</c:v>
                </c:pt>
                <c:pt idx="101">
                  <c:v>3.7613645589953402</c:v>
                </c:pt>
                <c:pt idx="102">
                  <c:v>1.68888702033966</c:v>
                </c:pt>
                <c:pt idx="103">
                  <c:v>1.4643872840188299</c:v>
                </c:pt>
                <c:pt idx="104">
                  <c:v>1.1719252736890999</c:v>
                </c:pt>
                <c:pt idx="105">
                  <c:v>2.7724666970248801</c:v>
                </c:pt>
                <c:pt idx="106">
                  <c:v>1.8097187606892799</c:v>
                </c:pt>
                <c:pt idx="107">
                  <c:v>2.8669435403080601</c:v>
                </c:pt>
                <c:pt idx="108">
                  <c:v>18.614685642697498</c:v>
                </c:pt>
                <c:pt idx="109">
                  <c:v>25.169828141537899</c:v>
                </c:pt>
                <c:pt idx="110">
                  <c:v>21.2727684773314</c:v>
                </c:pt>
                <c:pt idx="111">
                  <c:v>23.668774206086901</c:v>
                </c:pt>
                <c:pt idx="112">
                  <c:v>23.368164152598901</c:v>
                </c:pt>
                <c:pt idx="113">
                  <c:v>23.330089851110198</c:v>
                </c:pt>
                <c:pt idx="114">
                  <c:v>8.0858564547047997</c:v>
                </c:pt>
                <c:pt idx="115">
                  <c:v>13.5013079193156</c:v>
                </c:pt>
                <c:pt idx="116">
                  <c:v>12.570446875839</c:v>
                </c:pt>
                <c:pt idx="117">
                  <c:v>16.729294903839101</c:v>
                </c:pt>
                <c:pt idx="118">
                  <c:v>16.526717097766401</c:v>
                </c:pt>
                <c:pt idx="119">
                  <c:v>18.787665796410799</c:v>
                </c:pt>
                <c:pt idx="120">
                  <c:v>15.7352363197096</c:v>
                </c:pt>
                <c:pt idx="121">
                  <c:v>13.845926245981699</c:v>
                </c:pt>
                <c:pt idx="122">
                  <c:v>12.4669177556147</c:v>
                </c:pt>
                <c:pt idx="123">
                  <c:v>12.8508719396354</c:v>
                </c:pt>
                <c:pt idx="124">
                  <c:v>9.2880616515470908</c:v>
                </c:pt>
                <c:pt idx="125">
                  <c:v>14.4470698935879</c:v>
                </c:pt>
                <c:pt idx="126">
                  <c:v>16.4319022567601</c:v>
                </c:pt>
                <c:pt idx="127">
                  <c:v>19.650648996131402</c:v>
                </c:pt>
                <c:pt idx="128">
                  <c:v>20.9415783836629</c:v>
                </c:pt>
                <c:pt idx="129">
                  <c:v>22.531211291014699</c:v>
                </c:pt>
                <c:pt idx="130">
                  <c:v>21.6455130515447</c:v>
                </c:pt>
                <c:pt idx="131">
                  <c:v>21.110736369838801</c:v>
                </c:pt>
                <c:pt idx="132">
                  <c:v>11.6062076233921</c:v>
                </c:pt>
                <c:pt idx="133">
                  <c:v>10.109732850173399</c:v>
                </c:pt>
                <c:pt idx="134">
                  <c:v>6.4158078310168598</c:v>
                </c:pt>
                <c:pt idx="135">
                  <c:v>8.10883790190843</c:v>
                </c:pt>
                <c:pt idx="136">
                  <c:v>7.73665033061698</c:v>
                </c:pt>
                <c:pt idx="137">
                  <c:v>10.719463827842899</c:v>
                </c:pt>
                <c:pt idx="138">
                  <c:v>12.351303556884901</c:v>
                </c:pt>
                <c:pt idx="139">
                  <c:v>12.4515013689828</c:v>
                </c:pt>
                <c:pt idx="140">
                  <c:v>18.932656430311599</c:v>
                </c:pt>
                <c:pt idx="141">
                  <c:v>21.575807969387402</c:v>
                </c:pt>
                <c:pt idx="142">
                  <c:v>20.341333177827</c:v>
                </c:pt>
                <c:pt idx="143">
                  <c:v>20.9601115323368</c:v>
                </c:pt>
                <c:pt idx="144">
                  <c:v>21.240315542561699</c:v>
                </c:pt>
                <c:pt idx="145">
                  <c:v>20.3389954284177</c:v>
                </c:pt>
                <c:pt idx="146">
                  <c:v>19.949064622868399</c:v>
                </c:pt>
                <c:pt idx="147">
                  <c:v>19.164706636429901</c:v>
                </c:pt>
                <c:pt idx="148">
                  <c:v>20.093472025907602</c:v>
                </c:pt>
                <c:pt idx="149">
                  <c:v>20.484244898968299</c:v>
                </c:pt>
                <c:pt idx="150">
                  <c:v>21.257303308525</c:v>
                </c:pt>
                <c:pt idx="151">
                  <c:v>21.6603292137879</c:v>
                </c:pt>
                <c:pt idx="152">
                  <c:v>21.269160486155499</c:v>
                </c:pt>
                <c:pt idx="153">
                  <c:v>21.791866525735202</c:v>
                </c:pt>
                <c:pt idx="154">
                  <c:v>22.038209428589798</c:v>
                </c:pt>
                <c:pt idx="155">
                  <c:v>21.912560484231498</c:v>
                </c:pt>
                <c:pt idx="156">
                  <c:v>21.890695696935001</c:v>
                </c:pt>
                <c:pt idx="157">
                  <c:v>21.8504148662498</c:v>
                </c:pt>
                <c:pt idx="158">
                  <c:v>20.077788773887299</c:v>
                </c:pt>
                <c:pt idx="159">
                  <c:v>20.2000144519195</c:v>
                </c:pt>
                <c:pt idx="160">
                  <c:v>22.1749925848213</c:v>
                </c:pt>
                <c:pt idx="161">
                  <c:v>20.8426364349362</c:v>
                </c:pt>
                <c:pt idx="162">
                  <c:v>11.8056831776028</c:v>
                </c:pt>
                <c:pt idx="163">
                  <c:v>6.9573453009461499</c:v>
                </c:pt>
                <c:pt idx="164">
                  <c:v>5.0050683788772004</c:v>
                </c:pt>
                <c:pt idx="165">
                  <c:v>4.56171766272535</c:v>
                </c:pt>
                <c:pt idx="166">
                  <c:v>7.8505371435732103</c:v>
                </c:pt>
                <c:pt idx="167">
                  <c:v>6.8079803765740197</c:v>
                </c:pt>
                <c:pt idx="168">
                  <c:v>4.5656387462671999</c:v>
                </c:pt>
                <c:pt idx="169">
                  <c:v>4.5097885150395802</c:v>
                </c:pt>
                <c:pt idx="170">
                  <c:v>6.2885424898053399</c:v>
                </c:pt>
                <c:pt idx="171">
                  <c:v>6.3847288271306697</c:v>
                </c:pt>
                <c:pt idx="172">
                  <c:v>6.6157370806653697</c:v>
                </c:pt>
                <c:pt idx="173">
                  <c:v>8.4135258274153397</c:v>
                </c:pt>
                <c:pt idx="174">
                  <c:v>8.8193555638826098</c:v>
                </c:pt>
                <c:pt idx="175">
                  <c:v>8.5276864313984593</c:v>
                </c:pt>
                <c:pt idx="176">
                  <c:v>8.92759085306567</c:v>
                </c:pt>
                <c:pt idx="177">
                  <c:v>8.1683927304330908</c:v>
                </c:pt>
                <c:pt idx="178">
                  <c:v>10.723494642193399</c:v>
                </c:pt>
                <c:pt idx="179">
                  <c:v>11.848901981540299</c:v>
                </c:pt>
                <c:pt idx="180">
                  <c:v>15.5710069473537</c:v>
                </c:pt>
                <c:pt idx="181">
                  <c:v>19.3821491277962</c:v>
                </c:pt>
                <c:pt idx="182">
                  <c:v>17.755260072062899</c:v>
                </c:pt>
                <c:pt idx="183">
                  <c:v>15.827950077009801</c:v>
                </c:pt>
                <c:pt idx="184">
                  <c:v>18.4887158156826</c:v>
                </c:pt>
                <c:pt idx="185">
                  <c:v>13.028944853258499</c:v>
                </c:pt>
                <c:pt idx="186">
                  <c:v>9.7367041325783301</c:v>
                </c:pt>
                <c:pt idx="187">
                  <c:v>8.5414721538149703</c:v>
                </c:pt>
                <c:pt idx="188">
                  <c:v>11.1227055045713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 w="6350"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Sheet1!$A$2:$A$190</c:f>
              <c:numCache>
                <c:formatCode>m/d/yyyy</c:formatCode>
                <c:ptCount val="189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  <c:pt idx="176">
                  <c:v>41883</c:v>
                </c:pt>
                <c:pt idx="177">
                  <c:v>41913</c:v>
                </c:pt>
                <c:pt idx="178">
                  <c:v>41944</c:v>
                </c:pt>
                <c:pt idx="179">
                  <c:v>41974</c:v>
                </c:pt>
                <c:pt idx="180">
                  <c:v>42005</c:v>
                </c:pt>
                <c:pt idx="181">
                  <c:v>42036</c:v>
                </c:pt>
                <c:pt idx="182">
                  <c:v>42064</c:v>
                </c:pt>
                <c:pt idx="183">
                  <c:v>42095</c:v>
                </c:pt>
                <c:pt idx="184">
                  <c:v>42125</c:v>
                </c:pt>
                <c:pt idx="185">
                  <c:v>42156</c:v>
                </c:pt>
                <c:pt idx="186">
                  <c:v>42186</c:v>
                </c:pt>
                <c:pt idx="187">
                  <c:v>42217</c:v>
                </c:pt>
                <c:pt idx="188">
                  <c:v>42248</c:v>
                </c:pt>
              </c:numCache>
            </c:numRef>
          </c:cat>
          <c:val>
            <c:numRef>
              <c:f>Sheet1!$D$2:$D$190</c:f>
              <c:numCache>
                <c:formatCode>General</c:formatCode>
                <c:ptCount val="189"/>
                <c:pt idx="0">
                  <c:v>1.1000000000000001</c:v>
                </c:pt>
                <c:pt idx="1">
                  <c:v>0.5</c:v>
                </c:pt>
                <c:pt idx="2">
                  <c:v>0.4</c:v>
                </c:pt>
                <c:pt idx="3">
                  <c:v>0.3</c:v>
                </c:pt>
                <c:pt idx="4">
                  <c:v>0.4</c:v>
                </c:pt>
                <c:pt idx="5">
                  <c:v>0.4</c:v>
                </c:pt>
                <c:pt idx="6">
                  <c:v>0.3</c:v>
                </c:pt>
                <c:pt idx="7">
                  <c:v>0.4</c:v>
                </c:pt>
                <c:pt idx="8">
                  <c:v>0.5</c:v>
                </c:pt>
                <c:pt idx="9">
                  <c:v>0.9</c:v>
                </c:pt>
                <c:pt idx="10">
                  <c:v>1.4</c:v>
                </c:pt>
                <c:pt idx="11">
                  <c:v>2.2000000000000002</c:v>
                </c:pt>
                <c:pt idx="12">
                  <c:v>3</c:v>
                </c:pt>
                <c:pt idx="13">
                  <c:v>7.8</c:v>
                </c:pt>
                <c:pt idx="14">
                  <c:v>13.4</c:v>
                </c:pt>
                <c:pt idx="15">
                  <c:v>13.4</c:v>
                </c:pt>
                <c:pt idx="16">
                  <c:v>15.4</c:v>
                </c:pt>
                <c:pt idx="17">
                  <c:v>12.4</c:v>
                </c:pt>
                <c:pt idx="18">
                  <c:v>9.9</c:v>
                </c:pt>
                <c:pt idx="19">
                  <c:v>9.5</c:v>
                </c:pt>
                <c:pt idx="20">
                  <c:v>9.6</c:v>
                </c:pt>
                <c:pt idx="21">
                  <c:v>12.9</c:v>
                </c:pt>
                <c:pt idx="22">
                  <c:v>15.4</c:v>
                </c:pt>
                <c:pt idx="23">
                  <c:v>21.4</c:v>
                </c:pt>
                <c:pt idx="24">
                  <c:v>19.399999999999999</c:v>
                </c:pt>
                <c:pt idx="25">
                  <c:v>8.9</c:v>
                </c:pt>
                <c:pt idx="26">
                  <c:v>9.3000000000000007</c:v>
                </c:pt>
                <c:pt idx="27">
                  <c:v>11.6</c:v>
                </c:pt>
                <c:pt idx="28">
                  <c:v>7.3</c:v>
                </c:pt>
                <c:pt idx="29">
                  <c:v>8.1</c:v>
                </c:pt>
                <c:pt idx="30">
                  <c:v>11</c:v>
                </c:pt>
                <c:pt idx="31">
                  <c:v>15.8</c:v>
                </c:pt>
                <c:pt idx="32">
                  <c:v>22.7</c:v>
                </c:pt>
                <c:pt idx="33">
                  <c:v>34.799999999999997</c:v>
                </c:pt>
                <c:pt idx="34">
                  <c:v>46.8</c:v>
                </c:pt>
                <c:pt idx="35">
                  <c:v>42.1</c:v>
                </c:pt>
                <c:pt idx="36">
                  <c:v>40.200000000000003</c:v>
                </c:pt>
                <c:pt idx="37">
                  <c:v>36</c:v>
                </c:pt>
                <c:pt idx="38">
                  <c:v>38.799999999999997</c:v>
                </c:pt>
                <c:pt idx="39">
                  <c:v>36.1</c:v>
                </c:pt>
                <c:pt idx="40">
                  <c:v>35.299999999999997</c:v>
                </c:pt>
                <c:pt idx="41">
                  <c:v>27.3</c:v>
                </c:pt>
                <c:pt idx="42">
                  <c:v>38.4</c:v>
                </c:pt>
                <c:pt idx="43">
                  <c:v>49.5</c:v>
                </c:pt>
                <c:pt idx="44">
                  <c:v>18.600000000000001</c:v>
                </c:pt>
                <c:pt idx="45">
                  <c:v>6.7</c:v>
                </c:pt>
                <c:pt idx="46">
                  <c:v>8.5</c:v>
                </c:pt>
                <c:pt idx="47">
                  <c:v>10.8</c:v>
                </c:pt>
                <c:pt idx="48">
                  <c:v>11.1</c:v>
                </c:pt>
                <c:pt idx="49">
                  <c:v>11.3</c:v>
                </c:pt>
                <c:pt idx="50">
                  <c:v>13.9</c:v>
                </c:pt>
                <c:pt idx="51">
                  <c:v>15.1</c:v>
                </c:pt>
                <c:pt idx="52">
                  <c:v>19.899999999999999</c:v>
                </c:pt>
                <c:pt idx="53">
                  <c:v>9.5</c:v>
                </c:pt>
                <c:pt idx="54">
                  <c:v>4.7</c:v>
                </c:pt>
                <c:pt idx="55">
                  <c:v>4.8</c:v>
                </c:pt>
                <c:pt idx="56">
                  <c:v>8.1999999999999993</c:v>
                </c:pt>
                <c:pt idx="57">
                  <c:v>10.5</c:v>
                </c:pt>
                <c:pt idx="58">
                  <c:v>12.3</c:v>
                </c:pt>
                <c:pt idx="59">
                  <c:v>13.4</c:v>
                </c:pt>
                <c:pt idx="60">
                  <c:v>13.3</c:v>
                </c:pt>
                <c:pt idx="61">
                  <c:v>12.9</c:v>
                </c:pt>
                <c:pt idx="62">
                  <c:v>13.6</c:v>
                </c:pt>
                <c:pt idx="63">
                  <c:v>15.4</c:v>
                </c:pt>
                <c:pt idx="64">
                  <c:v>9.3000000000000007</c:v>
                </c:pt>
                <c:pt idx="65">
                  <c:v>10.9</c:v>
                </c:pt>
                <c:pt idx="66">
                  <c:v>14.4</c:v>
                </c:pt>
                <c:pt idx="67">
                  <c:v>19.600000000000001</c:v>
                </c:pt>
                <c:pt idx="68">
                  <c:v>15.5</c:v>
                </c:pt>
                <c:pt idx="69">
                  <c:v>12.4</c:v>
                </c:pt>
                <c:pt idx="70">
                  <c:v>11.7</c:v>
                </c:pt>
                <c:pt idx="71">
                  <c:v>5.9</c:v>
                </c:pt>
                <c:pt idx="72">
                  <c:v>2.8</c:v>
                </c:pt>
                <c:pt idx="73">
                  <c:v>3</c:v>
                </c:pt>
                <c:pt idx="74">
                  <c:v>4.4000000000000004</c:v>
                </c:pt>
                <c:pt idx="75">
                  <c:v>3.1</c:v>
                </c:pt>
                <c:pt idx="76">
                  <c:v>2.4</c:v>
                </c:pt>
                <c:pt idx="77">
                  <c:v>1.5</c:v>
                </c:pt>
                <c:pt idx="78">
                  <c:v>1.2</c:v>
                </c:pt>
                <c:pt idx="79">
                  <c:v>1</c:v>
                </c:pt>
                <c:pt idx="80">
                  <c:v>0.9</c:v>
                </c:pt>
                <c:pt idx="81">
                  <c:v>1.4</c:v>
                </c:pt>
                <c:pt idx="82">
                  <c:v>1.8</c:v>
                </c:pt>
                <c:pt idx="83">
                  <c:v>2.1</c:v>
                </c:pt>
                <c:pt idx="84">
                  <c:v>3</c:v>
                </c:pt>
                <c:pt idx="85">
                  <c:v>4.5</c:v>
                </c:pt>
                <c:pt idx="86">
                  <c:v>2.8</c:v>
                </c:pt>
                <c:pt idx="87">
                  <c:v>2.6</c:v>
                </c:pt>
                <c:pt idx="88">
                  <c:v>3.3</c:v>
                </c:pt>
                <c:pt idx="89">
                  <c:v>2.5</c:v>
                </c:pt>
                <c:pt idx="90">
                  <c:v>1.7</c:v>
                </c:pt>
                <c:pt idx="91">
                  <c:v>0.5</c:v>
                </c:pt>
                <c:pt idx="92">
                  <c:v>0.4</c:v>
                </c:pt>
                <c:pt idx="93">
                  <c:v>0.5</c:v>
                </c:pt>
                <c:pt idx="94">
                  <c:v>0.8</c:v>
                </c:pt>
                <c:pt idx="95">
                  <c:v>0.9</c:v>
                </c:pt>
                <c:pt idx="96">
                  <c:v>1.7</c:v>
                </c:pt>
                <c:pt idx="97">
                  <c:v>2.4</c:v>
                </c:pt>
                <c:pt idx="98">
                  <c:v>5.5</c:v>
                </c:pt>
                <c:pt idx="99">
                  <c:v>3.3</c:v>
                </c:pt>
                <c:pt idx="100">
                  <c:v>2.8</c:v>
                </c:pt>
                <c:pt idx="101">
                  <c:v>3</c:v>
                </c:pt>
                <c:pt idx="102">
                  <c:v>2.1</c:v>
                </c:pt>
                <c:pt idx="103">
                  <c:v>0.7</c:v>
                </c:pt>
                <c:pt idx="104">
                  <c:v>0.5</c:v>
                </c:pt>
                <c:pt idx="105">
                  <c:v>0.4</c:v>
                </c:pt>
                <c:pt idx="106">
                  <c:v>1.6</c:v>
                </c:pt>
                <c:pt idx="107">
                  <c:v>1</c:v>
                </c:pt>
                <c:pt idx="108">
                  <c:v>1.3</c:v>
                </c:pt>
                <c:pt idx="109">
                  <c:v>9.8000000000000007</c:v>
                </c:pt>
                <c:pt idx="110">
                  <c:v>18.100000000000001</c:v>
                </c:pt>
                <c:pt idx="111">
                  <c:v>12.9</c:v>
                </c:pt>
                <c:pt idx="112">
                  <c:v>16.2</c:v>
                </c:pt>
                <c:pt idx="113">
                  <c:v>20.8</c:v>
                </c:pt>
                <c:pt idx="114">
                  <c:v>17.600000000000001</c:v>
                </c:pt>
                <c:pt idx="115">
                  <c:v>4.9000000000000004</c:v>
                </c:pt>
                <c:pt idx="116">
                  <c:v>6.8</c:v>
                </c:pt>
                <c:pt idx="117">
                  <c:v>6.8</c:v>
                </c:pt>
                <c:pt idx="118">
                  <c:v>8.8000000000000007</c:v>
                </c:pt>
                <c:pt idx="119">
                  <c:v>9.9</c:v>
                </c:pt>
                <c:pt idx="120">
                  <c:v>11.2</c:v>
                </c:pt>
                <c:pt idx="121">
                  <c:v>9.4</c:v>
                </c:pt>
                <c:pt idx="122">
                  <c:v>7.3</c:v>
                </c:pt>
                <c:pt idx="123">
                  <c:v>7.3</c:v>
                </c:pt>
                <c:pt idx="124">
                  <c:v>7.1</c:v>
                </c:pt>
                <c:pt idx="125">
                  <c:v>5.7</c:v>
                </c:pt>
                <c:pt idx="126">
                  <c:v>8.1</c:v>
                </c:pt>
                <c:pt idx="127">
                  <c:v>10.4</c:v>
                </c:pt>
                <c:pt idx="128">
                  <c:v>12.3</c:v>
                </c:pt>
                <c:pt idx="129">
                  <c:v>17.7</c:v>
                </c:pt>
                <c:pt idx="130">
                  <c:v>20.5</c:v>
                </c:pt>
                <c:pt idx="131">
                  <c:v>21.8</c:v>
                </c:pt>
                <c:pt idx="132">
                  <c:v>18.2</c:v>
                </c:pt>
                <c:pt idx="133">
                  <c:v>7.1</c:v>
                </c:pt>
                <c:pt idx="134">
                  <c:v>6.1</c:v>
                </c:pt>
                <c:pt idx="135">
                  <c:v>4.5</c:v>
                </c:pt>
                <c:pt idx="136">
                  <c:v>5.2</c:v>
                </c:pt>
                <c:pt idx="137">
                  <c:v>5.0999999999999996</c:v>
                </c:pt>
                <c:pt idx="138">
                  <c:v>6.5</c:v>
                </c:pt>
                <c:pt idx="139">
                  <c:v>7.6</c:v>
                </c:pt>
                <c:pt idx="140">
                  <c:v>7.1</c:v>
                </c:pt>
                <c:pt idx="141">
                  <c:v>15.1</c:v>
                </c:pt>
                <c:pt idx="142">
                  <c:v>19</c:v>
                </c:pt>
                <c:pt idx="143">
                  <c:v>17.600000000000001</c:v>
                </c:pt>
                <c:pt idx="144">
                  <c:v>20.2</c:v>
                </c:pt>
                <c:pt idx="145">
                  <c:v>20.7</c:v>
                </c:pt>
                <c:pt idx="146">
                  <c:v>20.6</c:v>
                </c:pt>
                <c:pt idx="147">
                  <c:v>19.7</c:v>
                </c:pt>
                <c:pt idx="148">
                  <c:v>16.8</c:v>
                </c:pt>
                <c:pt idx="149">
                  <c:v>18.8</c:v>
                </c:pt>
                <c:pt idx="150">
                  <c:v>21.3</c:v>
                </c:pt>
                <c:pt idx="151">
                  <c:v>22.6</c:v>
                </c:pt>
                <c:pt idx="152">
                  <c:v>24.2</c:v>
                </c:pt>
                <c:pt idx="153">
                  <c:v>22</c:v>
                </c:pt>
                <c:pt idx="154">
                  <c:v>25.1</c:v>
                </c:pt>
                <c:pt idx="155">
                  <c:v>26.4</c:v>
                </c:pt>
                <c:pt idx="156">
                  <c:v>25.7</c:v>
                </c:pt>
                <c:pt idx="157">
                  <c:v>24.7</c:v>
                </c:pt>
                <c:pt idx="158">
                  <c:v>21.9</c:v>
                </c:pt>
                <c:pt idx="159">
                  <c:v>15</c:v>
                </c:pt>
                <c:pt idx="160">
                  <c:v>13.8</c:v>
                </c:pt>
                <c:pt idx="161">
                  <c:v>17.2</c:v>
                </c:pt>
                <c:pt idx="162">
                  <c:v>14</c:v>
                </c:pt>
                <c:pt idx="163">
                  <c:v>7.2</c:v>
                </c:pt>
                <c:pt idx="164">
                  <c:v>4.8</c:v>
                </c:pt>
                <c:pt idx="165">
                  <c:v>3.8</c:v>
                </c:pt>
                <c:pt idx="166">
                  <c:v>3.6</c:v>
                </c:pt>
                <c:pt idx="167">
                  <c:v>5.6</c:v>
                </c:pt>
                <c:pt idx="168">
                  <c:v>4.8</c:v>
                </c:pt>
                <c:pt idx="169">
                  <c:v>3.6</c:v>
                </c:pt>
                <c:pt idx="170">
                  <c:v>3.8</c:v>
                </c:pt>
                <c:pt idx="171">
                  <c:v>4.8</c:v>
                </c:pt>
                <c:pt idx="172">
                  <c:v>5</c:v>
                </c:pt>
                <c:pt idx="173">
                  <c:v>5.4</c:v>
                </c:pt>
                <c:pt idx="174">
                  <c:v>7.3</c:v>
                </c:pt>
                <c:pt idx="175">
                  <c:v>7.4</c:v>
                </c:pt>
                <c:pt idx="176">
                  <c:v>7.6</c:v>
                </c:pt>
                <c:pt idx="177">
                  <c:v>7.8</c:v>
                </c:pt>
                <c:pt idx="178">
                  <c:v>7.2</c:v>
                </c:pt>
                <c:pt idx="179">
                  <c:v>9</c:v>
                </c:pt>
                <c:pt idx="180">
                  <c:v>9.4</c:v>
                </c:pt>
                <c:pt idx="181">
                  <c:v>11.8</c:v>
                </c:pt>
                <c:pt idx="182">
                  <c:v>15.4</c:v>
                </c:pt>
                <c:pt idx="183">
                  <c:v>14.2</c:v>
                </c:pt>
                <c:pt idx="184">
                  <c:v>13.1</c:v>
                </c:pt>
                <c:pt idx="185">
                  <c:v>15</c:v>
                </c:pt>
                <c:pt idx="186">
                  <c:v>11.7</c:v>
                </c:pt>
                <c:pt idx="187">
                  <c:v>9.1999999999999993</c:v>
                </c:pt>
                <c:pt idx="188">
                  <c:v>8.1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0592896"/>
        <c:axId val="210594432"/>
      </c:lineChart>
      <c:dateAx>
        <c:axId val="21059289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crossAx val="210594432"/>
        <c:crosses val="autoZero"/>
        <c:auto val="1"/>
        <c:lblOffset val="100"/>
        <c:baseTimeUnit val="months"/>
        <c:majorUnit val="36"/>
        <c:majorTimeUnit val="months"/>
      </c:dateAx>
      <c:valAx>
        <c:axId val="21059443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10592896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Jumbo</a:t>
            </a:r>
            <a:endParaRPr lang="en-US" dirty="0"/>
          </a:p>
        </c:rich>
      </c:tx>
      <c:layout>
        <c:manualLayout>
          <c:xMode val="edge"/>
          <c:yMode val="edge"/>
          <c:x val="0.44729624856777217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952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Sheet1!$A$2:$A$89</c:f>
              <c:numCache>
                <c:formatCode>m/d/yyyy</c:formatCode>
                <c:ptCount val="88"/>
                <c:pt idx="0">
                  <c:v>39600</c:v>
                </c:pt>
                <c:pt idx="1">
                  <c:v>39630</c:v>
                </c:pt>
                <c:pt idx="2">
                  <c:v>39661</c:v>
                </c:pt>
                <c:pt idx="3">
                  <c:v>39692</c:v>
                </c:pt>
                <c:pt idx="4">
                  <c:v>39722</c:v>
                </c:pt>
                <c:pt idx="5">
                  <c:v>39753</c:v>
                </c:pt>
                <c:pt idx="6">
                  <c:v>39783</c:v>
                </c:pt>
                <c:pt idx="7">
                  <c:v>39814</c:v>
                </c:pt>
                <c:pt idx="8">
                  <c:v>39845</c:v>
                </c:pt>
                <c:pt idx="9">
                  <c:v>39873</c:v>
                </c:pt>
                <c:pt idx="10">
                  <c:v>39904</c:v>
                </c:pt>
                <c:pt idx="11">
                  <c:v>39934</c:v>
                </c:pt>
                <c:pt idx="12">
                  <c:v>39965</c:v>
                </c:pt>
                <c:pt idx="13">
                  <c:v>39995</c:v>
                </c:pt>
                <c:pt idx="14">
                  <c:v>40026</c:v>
                </c:pt>
                <c:pt idx="15">
                  <c:v>40057</c:v>
                </c:pt>
                <c:pt idx="16">
                  <c:v>40087</c:v>
                </c:pt>
                <c:pt idx="17">
                  <c:v>40118</c:v>
                </c:pt>
                <c:pt idx="18">
                  <c:v>40148</c:v>
                </c:pt>
                <c:pt idx="19">
                  <c:v>40179</c:v>
                </c:pt>
                <c:pt idx="20">
                  <c:v>40210</c:v>
                </c:pt>
                <c:pt idx="21">
                  <c:v>40238</c:v>
                </c:pt>
                <c:pt idx="22">
                  <c:v>40269</c:v>
                </c:pt>
                <c:pt idx="23">
                  <c:v>40299</c:v>
                </c:pt>
                <c:pt idx="24">
                  <c:v>40330</c:v>
                </c:pt>
                <c:pt idx="25">
                  <c:v>40360</c:v>
                </c:pt>
                <c:pt idx="26">
                  <c:v>40391</c:v>
                </c:pt>
                <c:pt idx="27">
                  <c:v>40422</c:v>
                </c:pt>
                <c:pt idx="28">
                  <c:v>40452</c:v>
                </c:pt>
                <c:pt idx="29">
                  <c:v>40483</c:v>
                </c:pt>
                <c:pt idx="30">
                  <c:v>40513</c:v>
                </c:pt>
                <c:pt idx="31">
                  <c:v>40544</c:v>
                </c:pt>
                <c:pt idx="32">
                  <c:v>40575</c:v>
                </c:pt>
                <c:pt idx="33">
                  <c:v>40603</c:v>
                </c:pt>
                <c:pt idx="34">
                  <c:v>40634</c:v>
                </c:pt>
                <c:pt idx="35">
                  <c:v>40664</c:v>
                </c:pt>
                <c:pt idx="36">
                  <c:v>40695</c:v>
                </c:pt>
                <c:pt idx="37">
                  <c:v>40725</c:v>
                </c:pt>
                <c:pt idx="38">
                  <c:v>40756</c:v>
                </c:pt>
                <c:pt idx="39">
                  <c:v>40787</c:v>
                </c:pt>
                <c:pt idx="40">
                  <c:v>40817</c:v>
                </c:pt>
                <c:pt idx="41">
                  <c:v>40848</c:v>
                </c:pt>
                <c:pt idx="42">
                  <c:v>40878</c:v>
                </c:pt>
                <c:pt idx="43">
                  <c:v>40909</c:v>
                </c:pt>
                <c:pt idx="44">
                  <c:v>40940</c:v>
                </c:pt>
                <c:pt idx="45">
                  <c:v>40969</c:v>
                </c:pt>
                <c:pt idx="46">
                  <c:v>41000</c:v>
                </c:pt>
                <c:pt idx="47">
                  <c:v>41030</c:v>
                </c:pt>
                <c:pt idx="48">
                  <c:v>41061</c:v>
                </c:pt>
                <c:pt idx="49">
                  <c:v>41091</c:v>
                </c:pt>
                <c:pt idx="50">
                  <c:v>41122</c:v>
                </c:pt>
                <c:pt idx="51">
                  <c:v>41153</c:v>
                </c:pt>
                <c:pt idx="52">
                  <c:v>41183</c:v>
                </c:pt>
                <c:pt idx="53">
                  <c:v>41214</c:v>
                </c:pt>
                <c:pt idx="54">
                  <c:v>41244</c:v>
                </c:pt>
                <c:pt idx="55">
                  <c:v>41275</c:v>
                </c:pt>
                <c:pt idx="56">
                  <c:v>41306</c:v>
                </c:pt>
                <c:pt idx="57">
                  <c:v>41334</c:v>
                </c:pt>
                <c:pt idx="58">
                  <c:v>41365</c:v>
                </c:pt>
                <c:pt idx="59">
                  <c:v>41395</c:v>
                </c:pt>
                <c:pt idx="60">
                  <c:v>41426</c:v>
                </c:pt>
                <c:pt idx="61">
                  <c:v>41456</c:v>
                </c:pt>
                <c:pt idx="62">
                  <c:v>41487</c:v>
                </c:pt>
                <c:pt idx="63">
                  <c:v>41518</c:v>
                </c:pt>
                <c:pt idx="64">
                  <c:v>41548</c:v>
                </c:pt>
                <c:pt idx="65">
                  <c:v>41579</c:v>
                </c:pt>
                <c:pt idx="66">
                  <c:v>41609</c:v>
                </c:pt>
                <c:pt idx="67">
                  <c:v>41640</c:v>
                </c:pt>
                <c:pt idx="68">
                  <c:v>41671</c:v>
                </c:pt>
                <c:pt idx="69">
                  <c:v>41699</c:v>
                </c:pt>
                <c:pt idx="70">
                  <c:v>41730</c:v>
                </c:pt>
                <c:pt idx="71">
                  <c:v>41760</c:v>
                </c:pt>
                <c:pt idx="72">
                  <c:v>41791</c:v>
                </c:pt>
                <c:pt idx="73">
                  <c:v>41821</c:v>
                </c:pt>
                <c:pt idx="74">
                  <c:v>41852</c:v>
                </c:pt>
                <c:pt idx="75">
                  <c:v>41883</c:v>
                </c:pt>
                <c:pt idx="76">
                  <c:v>41913</c:v>
                </c:pt>
                <c:pt idx="77">
                  <c:v>41944</c:v>
                </c:pt>
                <c:pt idx="78">
                  <c:v>41974</c:v>
                </c:pt>
                <c:pt idx="79">
                  <c:v>42005</c:v>
                </c:pt>
                <c:pt idx="80">
                  <c:v>42036</c:v>
                </c:pt>
                <c:pt idx="81">
                  <c:v>42064</c:v>
                </c:pt>
                <c:pt idx="82">
                  <c:v>42095</c:v>
                </c:pt>
                <c:pt idx="83">
                  <c:v>42125</c:v>
                </c:pt>
                <c:pt idx="84">
                  <c:v>42156</c:v>
                </c:pt>
                <c:pt idx="85">
                  <c:v>42186</c:v>
                </c:pt>
                <c:pt idx="86">
                  <c:v>42217</c:v>
                </c:pt>
                <c:pt idx="87">
                  <c:v>42248</c:v>
                </c:pt>
              </c:numCache>
            </c:numRef>
          </c:cat>
          <c:val>
            <c:numRef>
              <c:f>Sheet1!$B$2:$B$89</c:f>
              <c:numCache>
                <c:formatCode>General</c:formatCode>
                <c:ptCount val="88"/>
                <c:pt idx="0">
                  <c:v>15.996829310476601</c:v>
                </c:pt>
                <c:pt idx="1">
                  <c:v>14.470730039413599</c:v>
                </c:pt>
                <c:pt idx="2">
                  <c:v>3.5877677444937799</c:v>
                </c:pt>
                <c:pt idx="3">
                  <c:v>6.2488482795248803</c:v>
                </c:pt>
                <c:pt idx="4">
                  <c:v>25.1247789091633</c:v>
                </c:pt>
                <c:pt idx="5">
                  <c:v>13.325528357041501</c:v>
                </c:pt>
                <c:pt idx="6">
                  <c:v>11.720807191884999</c:v>
                </c:pt>
                <c:pt idx="7">
                  <c:v>25.676601608751898</c:v>
                </c:pt>
                <c:pt idx="8">
                  <c:v>25.060766314057599</c:v>
                </c:pt>
                <c:pt idx="9">
                  <c:v>33.953462040833699</c:v>
                </c:pt>
                <c:pt idx="10">
                  <c:v>38.035694836607703</c:v>
                </c:pt>
                <c:pt idx="11">
                  <c:v>34.347130128421398</c:v>
                </c:pt>
                <c:pt idx="12">
                  <c:v>41.2747340668693</c:v>
                </c:pt>
                <c:pt idx="13">
                  <c:v>51.664181052087599</c:v>
                </c:pt>
                <c:pt idx="14">
                  <c:v>33.070950730203201</c:v>
                </c:pt>
                <c:pt idx="15">
                  <c:v>34.932212015212897</c:v>
                </c:pt>
                <c:pt idx="16">
                  <c:v>43.062197892220603</c:v>
                </c:pt>
                <c:pt idx="17">
                  <c:v>50.907581982387399</c:v>
                </c:pt>
                <c:pt idx="18">
                  <c:v>61.584530500004298</c:v>
                </c:pt>
                <c:pt idx="19">
                  <c:v>45.133461654052397</c:v>
                </c:pt>
                <c:pt idx="20">
                  <c:v>52.443641153281</c:v>
                </c:pt>
                <c:pt idx="21">
                  <c:v>47.838111702883403</c:v>
                </c:pt>
                <c:pt idx="22">
                  <c:v>45.121260549548197</c:v>
                </c:pt>
                <c:pt idx="23">
                  <c:v>47.128189885517898</c:v>
                </c:pt>
                <c:pt idx="24">
                  <c:v>41.995495497668898</c:v>
                </c:pt>
                <c:pt idx="25">
                  <c:v>62.382325253556303</c:v>
                </c:pt>
                <c:pt idx="26">
                  <c:v>54.217748159019699</c:v>
                </c:pt>
                <c:pt idx="27">
                  <c:v>58.550964181203199</c:v>
                </c:pt>
                <c:pt idx="28">
                  <c:v>53.083727580616802</c:v>
                </c:pt>
                <c:pt idx="29">
                  <c:v>64.495352833463201</c:v>
                </c:pt>
                <c:pt idx="30">
                  <c:v>54.952042725657499</c:v>
                </c:pt>
                <c:pt idx="31">
                  <c:v>23.760500585717001</c:v>
                </c:pt>
                <c:pt idx="32">
                  <c:v>15.3034759917511</c:v>
                </c:pt>
                <c:pt idx="33">
                  <c:v>7.7544967503590998</c:v>
                </c:pt>
                <c:pt idx="34">
                  <c:v>5.81525882853047</c:v>
                </c:pt>
                <c:pt idx="35">
                  <c:v>8.0867463002454993</c:v>
                </c:pt>
                <c:pt idx="36">
                  <c:v>12.6009231382714</c:v>
                </c:pt>
                <c:pt idx="37">
                  <c:v>16.365634922964201</c:v>
                </c:pt>
                <c:pt idx="38">
                  <c:v>21.882237231991201</c:v>
                </c:pt>
                <c:pt idx="39">
                  <c:v>53.838903832692701</c:v>
                </c:pt>
                <c:pt idx="40">
                  <c:v>36.7251961542784</c:v>
                </c:pt>
                <c:pt idx="41">
                  <c:v>27.2299594649214</c:v>
                </c:pt>
                <c:pt idx="42">
                  <c:v>23.458891875941799</c:v>
                </c:pt>
                <c:pt idx="43">
                  <c:v>25.902351707346298</c:v>
                </c:pt>
                <c:pt idx="44">
                  <c:v>33.294758538258698</c:v>
                </c:pt>
                <c:pt idx="45">
                  <c:v>30.029057768013299</c:v>
                </c:pt>
                <c:pt idx="46">
                  <c:v>19.7794756196833</c:v>
                </c:pt>
                <c:pt idx="47">
                  <c:v>23.651006864953601</c:v>
                </c:pt>
                <c:pt idx="48">
                  <c:v>31.172285594770401</c:v>
                </c:pt>
                <c:pt idx="49">
                  <c:v>37.993906997835197</c:v>
                </c:pt>
                <c:pt idx="50">
                  <c:v>47.7953953503986</c:v>
                </c:pt>
                <c:pt idx="51">
                  <c:v>39.761897373288001</c:v>
                </c:pt>
                <c:pt idx="52">
                  <c:v>45.5024541954255</c:v>
                </c:pt>
                <c:pt idx="53">
                  <c:v>40.140056435321803</c:v>
                </c:pt>
                <c:pt idx="54">
                  <c:v>37.646957213411298</c:v>
                </c:pt>
                <c:pt idx="55">
                  <c:v>39.133241016647403</c:v>
                </c:pt>
                <c:pt idx="56">
                  <c:v>26.128621909925499</c:v>
                </c:pt>
                <c:pt idx="57">
                  <c:v>24.738445193294901</c:v>
                </c:pt>
                <c:pt idx="58">
                  <c:v>21.081080040614498</c:v>
                </c:pt>
                <c:pt idx="59">
                  <c:v>27.553650537994301</c:v>
                </c:pt>
                <c:pt idx="60">
                  <c:v>20.352302196025299</c:v>
                </c:pt>
                <c:pt idx="61">
                  <c:v>11.9897627739385</c:v>
                </c:pt>
                <c:pt idx="62">
                  <c:v>5.8406369335811901</c:v>
                </c:pt>
                <c:pt idx="63">
                  <c:v>2.92483496913944</c:v>
                </c:pt>
                <c:pt idx="64">
                  <c:v>2.4648009668073501</c:v>
                </c:pt>
                <c:pt idx="65">
                  <c:v>3.2750731264730701</c:v>
                </c:pt>
                <c:pt idx="66">
                  <c:v>3.3417272418015598</c:v>
                </c:pt>
                <c:pt idx="67">
                  <c:v>2.6425300431992498</c:v>
                </c:pt>
                <c:pt idx="68">
                  <c:v>2.2120201154242798</c:v>
                </c:pt>
                <c:pt idx="69">
                  <c:v>2.8273154541955301</c:v>
                </c:pt>
                <c:pt idx="70">
                  <c:v>3.5360722748715299</c:v>
                </c:pt>
                <c:pt idx="71">
                  <c:v>3.4113012018052502</c:v>
                </c:pt>
                <c:pt idx="72">
                  <c:v>6.1601927427365801</c:v>
                </c:pt>
                <c:pt idx="73">
                  <c:v>6.5807217445370902</c:v>
                </c:pt>
                <c:pt idx="74">
                  <c:v>5.6859122395855399</c:v>
                </c:pt>
                <c:pt idx="75">
                  <c:v>5.7710524898358502</c:v>
                </c:pt>
                <c:pt idx="76">
                  <c:v>6.7635059540680604</c:v>
                </c:pt>
                <c:pt idx="77">
                  <c:v>11.300446257775899</c:v>
                </c:pt>
                <c:pt idx="78">
                  <c:v>14.5809783677125</c:v>
                </c:pt>
                <c:pt idx="79">
                  <c:v>12.317675085373599</c:v>
                </c:pt>
                <c:pt idx="80">
                  <c:v>22.842752646075301</c:v>
                </c:pt>
                <c:pt idx="81">
                  <c:v>26.139756792662698</c:v>
                </c:pt>
                <c:pt idx="82">
                  <c:v>16.7724532357906</c:v>
                </c:pt>
                <c:pt idx="83">
                  <c:v>14.2440094300834</c:v>
                </c:pt>
                <c:pt idx="84">
                  <c:v>11.8349769541</c:v>
                </c:pt>
                <c:pt idx="85">
                  <c:v>7.3606756555692199</c:v>
                </c:pt>
                <c:pt idx="86">
                  <c:v>5.2976984380955701</c:v>
                </c:pt>
                <c:pt idx="87">
                  <c:v>7.2684959529825299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 w="6350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Sheet1!$A$2:$A$89</c:f>
              <c:numCache>
                <c:formatCode>m/d/yyyy</c:formatCode>
                <c:ptCount val="88"/>
                <c:pt idx="0">
                  <c:v>39600</c:v>
                </c:pt>
                <c:pt idx="1">
                  <c:v>39630</c:v>
                </c:pt>
                <c:pt idx="2">
                  <c:v>39661</c:v>
                </c:pt>
                <c:pt idx="3">
                  <c:v>39692</c:v>
                </c:pt>
                <c:pt idx="4">
                  <c:v>39722</c:v>
                </c:pt>
                <c:pt idx="5">
                  <c:v>39753</c:v>
                </c:pt>
                <c:pt idx="6">
                  <c:v>39783</c:v>
                </c:pt>
                <c:pt idx="7">
                  <c:v>39814</c:v>
                </c:pt>
                <c:pt idx="8">
                  <c:v>39845</c:v>
                </c:pt>
                <c:pt idx="9">
                  <c:v>39873</c:v>
                </c:pt>
                <c:pt idx="10">
                  <c:v>39904</c:v>
                </c:pt>
                <c:pt idx="11">
                  <c:v>39934</c:v>
                </c:pt>
                <c:pt idx="12">
                  <c:v>39965</c:v>
                </c:pt>
                <c:pt idx="13">
                  <c:v>39995</c:v>
                </c:pt>
                <c:pt idx="14">
                  <c:v>40026</c:v>
                </c:pt>
                <c:pt idx="15">
                  <c:v>40057</c:v>
                </c:pt>
                <c:pt idx="16">
                  <c:v>40087</c:v>
                </c:pt>
                <c:pt idx="17">
                  <c:v>40118</c:v>
                </c:pt>
                <c:pt idx="18">
                  <c:v>40148</c:v>
                </c:pt>
                <c:pt idx="19">
                  <c:v>40179</c:v>
                </c:pt>
                <c:pt idx="20">
                  <c:v>40210</c:v>
                </c:pt>
                <c:pt idx="21">
                  <c:v>40238</c:v>
                </c:pt>
                <c:pt idx="22">
                  <c:v>40269</c:v>
                </c:pt>
                <c:pt idx="23">
                  <c:v>40299</c:v>
                </c:pt>
                <c:pt idx="24">
                  <c:v>40330</c:v>
                </c:pt>
                <c:pt idx="25">
                  <c:v>40360</c:v>
                </c:pt>
                <c:pt idx="26">
                  <c:v>40391</c:v>
                </c:pt>
                <c:pt idx="27">
                  <c:v>40422</c:v>
                </c:pt>
                <c:pt idx="28">
                  <c:v>40452</c:v>
                </c:pt>
                <c:pt idx="29">
                  <c:v>40483</c:v>
                </c:pt>
                <c:pt idx="30">
                  <c:v>40513</c:v>
                </c:pt>
                <c:pt idx="31">
                  <c:v>40544</c:v>
                </c:pt>
                <c:pt idx="32">
                  <c:v>40575</c:v>
                </c:pt>
                <c:pt idx="33">
                  <c:v>40603</c:v>
                </c:pt>
                <c:pt idx="34">
                  <c:v>40634</c:v>
                </c:pt>
                <c:pt idx="35">
                  <c:v>40664</c:v>
                </c:pt>
                <c:pt idx="36">
                  <c:v>40695</c:v>
                </c:pt>
                <c:pt idx="37">
                  <c:v>40725</c:v>
                </c:pt>
                <c:pt idx="38">
                  <c:v>40756</c:v>
                </c:pt>
                <c:pt idx="39">
                  <c:v>40787</c:v>
                </c:pt>
                <c:pt idx="40">
                  <c:v>40817</c:v>
                </c:pt>
                <c:pt idx="41">
                  <c:v>40848</c:v>
                </c:pt>
                <c:pt idx="42">
                  <c:v>40878</c:v>
                </c:pt>
                <c:pt idx="43">
                  <c:v>40909</c:v>
                </c:pt>
                <c:pt idx="44">
                  <c:v>40940</c:v>
                </c:pt>
                <c:pt idx="45">
                  <c:v>40969</c:v>
                </c:pt>
                <c:pt idx="46">
                  <c:v>41000</c:v>
                </c:pt>
                <c:pt idx="47">
                  <c:v>41030</c:v>
                </c:pt>
                <c:pt idx="48">
                  <c:v>41061</c:v>
                </c:pt>
                <c:pt idx="49">
                  <c:v>41091</c:v>
                </c:pt>
                <c:pt idx="50">
                  <c:v>41122</c:v>
                </c:pt>
                <c:pt idx="51">
                  <c:v>41153</c:v>
                </c:pt>
                <c:pt idx="52">
                  <c:v>41183</c:v>
                </c:pt>
                <c:pt idx="53">
                  <c:v>41214</c:v>
                </c:pt>
                <c:pt idx="54">
                  <c:v>41244</c:v>
                </c:pt>
                <c:pt idx="55">
                  <c:v>41275</c:v>
                </c:pt>
                <c:pt idx="56">
                  <c:v>41306</c:v>
                </c:pt>
                <c:pt idx="57">
                  <c:v>41334</c:v>
                </c:pt>
                <c:pt idx="58">
                  <c:v>41365</c:v>
                </c:pt>
                <c:pt idx="59">
                  <c:v>41395</c:v>
                </c:pt>
                <c:pt idx="60">
                  <c:v>41426</c:v>
                </c:pt>
                <c:pt idx="61">
                  <c:v>41456</c:v>
                </c:pt>
                <c:pt idx="62">
                  <c:v>41487</c:v>
                </c:pt>
                <c:pt idx="63">
                  <c:v>41518</c:v>
                </c:pt>
                <c:pt idx="64">
                  <c:v>41548</c:v>
                </c:pt>
                <c:pt idx="65">
                  <c:v>41579</c:v>
                </c:pt>
                <c:pt idx="66">
                  <c:v>41609</c:v>
                </c:pt>
                <c:pt idx="67">
                  <c:v>41640</c:v>
                </c:pt>
                <c:pt idx="68">
                  <c:v>41671</c:v>
                </c:pt>
                <c:pt idx="69">
                  <c:v>41699</c:v>
                </c:pt>
                <c:pt idx="70">
                  <c:v>41730</c:v>
                </c:pt>
                <c:pt idx="71">
                  <c:v>41760</c:v>
                </c:pt>
                <c:pt idx="72">
                  <c:v>41791</c:v>
                </c:pt>
                <c:pt idx="73">
                  <c:v>41821</c:v>
                </c:pt>
                <c:pt idx="74">
                  <c:v>41852</c:v>
                </c:pt>
                <c:pt idx="75">
                  <c:v>41883</c:v>
                </c:pt>
                <c:pt idx="76">
                  <c:v>41913</c:v>
                </c:pt>
                <c:pt idx="77">
                  <c:v>41944</c:v>
                </c:pt>
                <c:pt idx="78">
                  <c:v>41974</c:v>
                </c:pt>
                <c:pt idx="79">
                  <c:v>42005</c:v>
                </c:pt>
                <c:pt idx="80">
                  <c:v>42036</c:v>
                </c:pt>
                <c:pt idx="81">
                  <c:v>42064</c:v>
                </c:pt>
                <c:pt idx="82">
                  <c:v>42095</c:v>
                </c:pt>
                <c:pt idx="83">
                  <c:v>42125</c:v>
                </c:pt>
                <c:pt idx="84">
                  <c:v>42156</c:v>
                </c:pt>
                <c:pt idx="85">
                  <c:v>42186</c:v>
                </c:pt>
                <c:pt idx="86">
                  <c:v>42217</c:v>
                </c:pt>
                <c:pt idx="87">
                  <c:v>42248</c:v>
                </c:pt>
              </c:numCache>
            </c:numRef>
          </c:cat>
          <c:val>
            <c:numRef>
              <c:f>Sheet1!$C$2:$C$89</c:f>
              <c:numCache>
                <c:formatCode>General</c:formatCode>
                <c:ptCount val="88"/>
                <c:pt idx="0">
                  <c:v>2.8692321444536399</c:v>
                </c:pt>
                <c:pt idx="1">
                  <c:v>0.89335337214668797</c:v>
                </c:pt>
                <c:pt idx="2">
                  <c:v>0.63532942656161495</c:v>
                </c:pt>
                <c:pt idx="3">
                  <c:v>1.4753514974572099</c:v>
                </c:pt>
                <c:pt idx="4">
                  <c:v>2.67982757724605</c:v>
                </c:pt>
                <c:pt idx="5">
                  <c:v>2.6662737772233198</c:v>
                </c:pt>
                <c:pt idx="6">
                  <c:v>5.85034456689535</c:v>
                </c:pt>
                <c:pt idx="7">
                  <c:v>33.7658468637187</c:v>
                </c:pt>
                <c:pt idx="8">
                  <c:v>42.9843589021554</c:v>
                </c:pt>
                <c:pt idx="9">
                  <c:v>40.530241226270697</c:v>
                </c:pt>
                <c:pt idx="10">
                  <c:v>43.1027787861725</c:v>
                </c:pt>
                <c:pt idx="11">
                  <c:v>46.6842624038431</c:v>
                </c:pt>
                <c:pt idx="12">
                  <c:v>45.3058303146423</c:v>
                </c:pt>
                <c:pt idx="13">
                  <c:v>18.751640977405401</c:v>
                </c:pt>
                <c:pt idx="14">
                  <c:v>28.670772479541899</c:v>
                </c:pt>
                <c:pt idx="15">
                  <c:v>30.119842862460299</c:v>
                </c:pt>
                <c:pt idx="16">
                  <c:v>38.144375065540402</c:v>
                </c:pt>
                <c:pt idx="17">
                  <c:v>41.001403379367503</c:v>
                </c:pt>
                <c:pt idx="18">
                  <c:v>43.523256659033599</c:v>
                </c:pt>
                <c:pt idx="19">
                  <c:v>41.270281671013201</c:v>
                </c:pt>
                <c:pt idx="20">
                  <c:v>35.998441527488403</c:v>
                </c:pt>
                <c:pt idx="21">
                  <c:v>35.759565883489401</c:v>
                </c:pt>
                <c:pt idx="22">
                  <c:v>34.736155486062401</c:v>
                </c:pt>
                <c:pt idx="23">
                  <c:v>28.076100339542201</c:v>
                </c:pt>
                <c:pt idx="24">
                  <c:v>37.824111394077498</c:v>
                </c:pt>
                <c:pt idx="25">
                  <c:v>43.449975596935197</c:v>
                </c:pt>
                <c:pt idx="26">
                  <c:v>46.963352210861999</c:v>
                </c:pt>
                <c:pt idx="27">
                  <c:v>50.752726445678803</c:v>
                </c:pt>
                <c:pt idx="28">
                  <c:v>51.120232578681602</c:v>
                </c:pt>
                <c:pt idx="29">
                  <c:v>51.4400219751981</c:v>
                </c:pt>
                <c:pt idx="30">
                  <c:v>49.756446910937299</c:v>
                </c:pt>
                <c:pt idx="31">
                  <c:v>15.1930480296017</c:v>
                </c:pt>
                <c:pt idx="32">
                  <c:v>9.2072614144768696</c:v>
                </c:pt>
                <c:pt idx="33">
                  <c:v>3.6315816210981899</c:v>
                </c:pt>
                <c:pt idx="34">
                  <c:v>4.8205951618362404</c:v>
                </c:pt>
                <c:pt idx="35">
                  <c:v>5.3998976175408204</c:v>
                </c:pt>
                <c:pt idx="36">
                  <c:v>9.4555706124839496</c:v>
                </c:pt>
                <c:pt idx="37">
                  <c:v>13.726825491211899</c:v>
                </c:pt>
                <c:pt idx="38">
                  <c:v>13.6139187848616</c:v>
                </c:pt>
                <c:pt idx="39">
                  <c:v>25.8513808717335</c:v>
                </c:pt>
                <c:pt idx="40">
                  <c:v>30.750519461265402</c:v>
                </c:pt>
                <c:pt idx="41">
                  <c:v>28.493332958321901</c:v>
                </c:pt>
                <c:pt idx="42">
                  <c:v>29.2582701339545</c:v>
                </c:pt>
                <c:pt idx="43">
                  <c:v>30.680876359428002</c:v>
                </c:pt>
                <c:pt idx="44">
                  <c:v>29.728653664008799</c:v>
                </c:pt>
                <c:pt idx="45">
                  <c:v>29.3055936983469</c:v>
                </c:pt>
                <c:pt idx="46">
                  <c:v>26.728043938209801</c:v>
                </c:pt>
                <c:pt idx="47">
                  <c:v>28.379789073187101</c:v>
                </c:pt>
                <c:pt idx="48">
                  <c:v>31.0645017163876</c:v>
                </c:pt>
                <c:pt idx="49">
                  <c:v>34.832656700496401</c:v>
                </c:pt>
                <c:pt idx="50">
                  <c:v>38.040831435957998</c:v>
                </c:pt>
                <c:pt idx="51">
                  <c:v>36.638207031242501</c:v>
                </c:pt>
                <c:pt idx="52">
                  <c:v>38.3428193656638</c:v>
                </c:pt>
                <c:pt idx="53">
                  <c:v>39.0936947251001</c:v>
                </c:pt>
                <c:pt idx="54">
                  <c:v>38.149546231892799</c:v>
                </c:pt>
                <c:pt idx="55">
                  <c:v>39.517079653828603</c:v>
                </c:pt>
                <c:pt idx="56">
                  <c:v>37.621149114500497</c:v>
                </c:pt>
                <c:pt idx="57">
                  <c:v>32.649355349361301</c:v>
                </c:pt>
                <c:pt idx="58">
                  <c:v>31.845448013576998</c:v>
                </c:pt>
                <c:pt idx="59">
                  <c:v>37.7305354005019</c:v>
                </c:pt>
                <c:pt idx="60">
                  <c:v>34.988493665426397</c:v>
                </c:pt>
                <c:pt idx="61">
                  <c:v>12.869534590121599</c:v>
                </c:pt>
                <c:pt idx="62">
                  <c:v>5.9066386455904301</c:v>
                </c:pt>
                <c:pt idx="63">
                  <c:v>3.9606738076413799</c:v>
                </c:pt>
                <c:pt idx="64">
                  <c:v>3.7693048612700002</c:v>
                </c:pt>
                <c:pt idx="65">
                  <c:v>9.2882411246495504</c:v>
                </c:pt>
                <c:pt idx="66">
                  <c:v>7.69982279732797</c:v>
                </c:pt>
                <c:pt idx="67">
                  <c:v>4.4859150915144799</c:v>
                </c:pt>
                <c:pt idx="68">
                  <c:v>4.8087889733140496</c:v>
                </c:pt>
                <c:pt idx="69">
                  <c:v>7.7186836593223704</c:v>
                </c:pt>
                <c:pt idx="70">
                  <c:v>8.0557134696105592</c:v>
                </c:pt>
                <c:pt idx="71">
                  <c:v>8.5973817078327492</c:v>
                </c:pt>
                <c:pt idx="72">
                  <c:v>13.8981015727728</c:v>
                </c:pt>
                <c:pt idx="73">
                  <c:v>14.568938868616399</c:v>
                </c:pt>
                <c:pt idx="74">
                  <c:v>15.1428141783553</c:v>
                </c:pt>
                <c:pt idx="75">
                  <c:v>16.2478147523038</c:v>
                </c:pt>
                <c:pt idx="76">
                  <c:v>14.5629837329615</c:v>
                </c:pt>
                <c:pt idx="77">
                  <c:v>22.1964627121741</c:v>
                </c:pt>
                <c:pt idx="78">
                  <c:v>23.995928155868999</c:v>
                </c:pt>
                <c:pt idx="79">
                  <c:v>34.270037964095998</c:v>
                </c:pt>
                <c:pt idx="80">
                  <c:v>46.166554942432803</c:v>
                </c:pt>
                <c:pt idx="81">
                  <c:v>41.366810427342202</c:v>
                </c:pt>
                <c:pt idx="82">
                  <c:v>37.258491573868</c:v>
                </c:pt>
                <c:pt idx="83">
                  <c:v>43.632318089542999</c:v>
                </c:pt>
                <c:pt idx="84">
                  <c:v>30.085278481043598</c:v>
                </c:pt>
                <c:pt idx="85">
                  <c:v>20.697715970953801</c:v>
                </c:pt>
                <c:pt idx="86">
                  <c:v>17.290440898106301</c:v>
                </c:pt>
                <c:pt idx="87">
                  <c:v>22.260987862666902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 w="6350">
              <a:solidFill>
                <a:schemeClr val="bg2">
                  <a:lumMod val="50000"/>
                </a:schemeClr>
              </a:solidFill>
              <a:prstDash val="solid"/>
            </a:ln>
          </c:spPr>
          <c:marker>
            <c:symbol val="none"/>
          </c:marker>
          <c:cat>
            <c:numRef>
              <c:f>Sheet1!$A$2:$A$89</c:f>
              <c:numCache>
                <c:formatCode>m/d/yyyy</c:formatCode>
                <c:ptCount val="88"/>
                <c:pt idx="0">
                  <c:v>39600</c:v>
                </c:pt>
                <c:pt idx="1">
                  <c:v>39630</c:v>
                </c:pt>
                <c:pt idx="2">
                  <c:v>39661</c:v>
                </c:pt>
                <c:pt idx="3">
                  <c:v>39692</c:v>
                </c:pt>
                <c:pt idx="4">
                  <c:v>39722</c:v>
                </c:pt>
                <c:pt idx="5">
                  <c:v>39753</c:v>
                </c:pt>
                <c:pt idx="6">
                  <c:v>39783</c:v>
                </c:pt>
                <c:pt idx="7">
                  <c:v>39814</c:v>
                </c:pt>
                <c:pt idx="8">
                  <c:v>39845</c:v>
                </c:pt>
                <c:pt idx="9">
                  <c:v>39873</c:v>
                </c:pt>
                <c:pt idx="10">
                  <c:v>39904</c:v>
                </c:pt>
                <c:pt idx="11">
                  <c:v>39934</c:v>
                </c:pt>
                <c:pt idx="12">
                  <c:v>39965</c:v>
                </c:pt>
                <c:pt idx="13">
                  <c:v>39995</c:v>
                </c:pt>
                <c:pt idx="14">
                  <c:v>40026</c:v>
                </c:pt>
                <c:pt idx="15">
                  <c:v>40057</c:v>
                </c:pt>
                <c:pt idx="16">
                  <c:v>40087</c:v>
                </c:pt>
                <c:pt idx="17">
                  <c:v>40118</c:v>
                </c:pt>
                <c:pt idx="18">
                  <c:v>40148</c:v>
                </c:pt>
                <c:pt idx="19">
                  <c:v>40179</c:v>
                </c:pt>
                <c:pt idx="20">
                  <c:v>40210</c:v>
                </c:pt>
                <c:pt idx="21">
                  <c:v>40238</c:v>
                </c:pt>
                <c:pt idx="22">
                  <c:v>40269</c:v>
                </c:pt>
                <c:pt idx="23">
                  <c:v>40299</c:v>
                </c:pt>
                <c:pt idx="24">
                  <c:v>40330</c:v>
                </c:pt>
                <c:pt idx="25">
                  <c:v>40360</c:v>
                </c:pt>
                <c:pt idx="26">
                  <c:v>40391</c:v>
                </c:pt>
                <c:pt idx="27">
                  <c:v>40422</c:v>
                </c:pt>
                <c:pt idx="28">
                  <c:v>40452</c:v>
                </c:pt>
                <c:pt idx="29">
                  <c:v>40483</c:v>
                </c:pt>
                <c:pt idx="30">
                  <c:v>40513</c:v>
                </c:pt>
                <c:pt idx="31">
                  <c:v>40544</c:v>
                </c:pt>
                <c:pt idx="32">
                  <c:v>40575</c:v>
                </c:pt>
                <c:pt idx="33">
                  <c:v>40603</c:v>
                </c:pt>
                <c:pt idx="34">
                  <c:v>40634</c:v>
                </c:pt>
                <c:pt idx="35">
                  <c:v>40664</c:v>
                </c:pt>
                <c:pt idx="36">
                  <c:v>40695</c:v>
                </c:pt>
                <c:pt idx="37">
                  <c:v>40725</c:v>
                </c:pt>
                <c:pt idx="38">
                  <c:v>40756</c:v>
                </c:pt>
                <c:pt idx="39">
                  <c:v>40787</c:v>
                </c:pt>
                <c:pt idx="40">
                  <c:v>40817</c:v>
                </c:pt>
                <c:pt idx="41">
                  <c:v>40848</c:v>
                </c:pt>
                <c:pt idx="42">
                  <c:v>40878</c:v>
                </c:pt>
                <c:pt idx="43">
                  <c:v>40909</c:v>
                </c:pt>
                <c:pt idx="44">
                  <c:v>40940</c:v>
                </c:pt>
                <c:pt idx="45">
                  <c:v>40969</c:v>
                </c:pt>
                <c:pt idx="46">
                  <c:v>41000</c:v>
                </c:pt>
                <c:pt idx="47">
                  <c:v>41030</c:v>
                </c:pt>
                <c:pt idx="48">
                  <c:v>41061</c:v>
                </c:pt>
                <c:pt idx="49">
                  <c:v>41091</c:v>
                </c:pt>
                <c:pt idx="50">
                  <c:v>41122</c:v>
                </c:pt>
                <c:pt idx="51">
                  <c:v>41153</c:v>
                </c:pt>
                <c:pt idx="52">
                  <c:v>41183</c:v>
                </c:pt>
                <c:pt idx="53">
                  <c:v>41214</c:v>
                </c:pt>
                <c:pt idx="54">
                  <c:v>41244</c:v>
                </c:pt>
                <c:pt idx="55">
                  <c:v>41275</c:v>
                </c:pt>
                <c:pt idx="56">
                  <c:v>41306</c:v>
                </c:pt>
                <c:pt idx="57">
                  <c:v>41334</c:v>
                </c:pt>
                <c:pt idx="58">
                  <c:v>41365</c:v>
                </c:pt>
                <c:pt idx="59">
                  <c:v>41395</c:v>
                </c:pt>
                <c:pt idx="60">
                  <c:v>41426</c:v>
                </c:pt>
                <c:pt idx="61">
                  <c:v>41456</c:v>
                </c:pt>
                <c:pt idx="62">
                  <c:v>41487</c:v>
                </c:pt>
                <c:pt idx="63">
                  <c:v>41518</c:v>
                </c:pt>
                <c:pt idx="64">
                  <c:v>41548</c:v>
                </c:pt>
                <c:pt idx="65">
                  <c:v>41579</c:v>
                </c:pt>
                <c:pt idx="66">
                  <c:v>41609</c:v>
                </c:pt>
                <c:pt idx="67">
                  <c:v>41640</c:v>
                </c:pt>
                <c:pt idx="68">
                  <c:v>41671</c:v>
                </c:pt>
                <c:pt idx="69">
                  <c:v>41699</c:v>
                </c:pt>
                <c:pt idx="70">
                  <c:v>41730</c:v>
                </c:pt>
                <c:pt idx="71">
                  <c:v>41760</c:v>
                </c:pt>
                <c:pt idx="72">
                  <c:v>41791</c:v>
                </c:pt>
                <c:pt idx="73">
                  <c:v>41821</c:v>
                </c:pt>
                <c:pt idx="74">
                  <c:v>41852</c:v>
                </c:pt>
                <c:pt idx="75">
                  <c:v>41883</c:v>
                </c:pt>
                <c:pt idx="76">
                  <c:v>41913</c:v>
                </c:pt>
                <c:pt idx="77">
                  <c:v>41944</c:v>
                </c:pt>
                <c:pt idx="78">
                  <c:v>41974</c:v>
                </c:pt>
                <c:pt idx="79">
                  <c:v>42005</c:v>
                </c:pt>
                <c:pt idx="80">
                  <c:v>42036</c:v>
                </c:pt>
                <c:pt idx="81">
                  <c:v>42064</c:v>
                </c:pt>
                <c:pt idx="82">
                  <c:v>42095</c:v>
                </c:pt>
                <c:pt idx="83">
                  <c:v>42125</c:v>
                </c:pt>
                <c:pt idx="84">
                  <c:v>42156</c:v>
                </c:pt>
                <c:pt idx="85">
                  <c:v>42186</c:v>
                </c:pt>
                <c:pt idx="86">
                  <c:v>42217</c:v>
                </c:pt>
                <c:pt idx="87">
                  <c:v>42248</c:v>
                </c:pt>
              </c:numCache>
            </c:numRef>
          </c:cat>
          <c:val>
            <c:numRef>
              <c:f>Sheet1!$D$2:$D$89</c:f>
              <c:numCache>
                <c:formatCode>General</c:formatCode>
                <c:ptCount val="8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4.5</c:v>
                </c:pt>
                <c:pt idx="6">
                  <c:v>3.2</c:v>
                </c:pt>
                <c:pt idx="7">
                  <c:v>3.5</c:v>
                </c:pt>
                <c:pt idx="8">
                  <c:v>32.200000000000003</c:v>
                </c:pt>
                <c:pt idx="9">
                  <c:v>51.5</c:v>
                </c:pt>
                <c:pt idx="10">
                  <c:v>39.4</c:v>
                </c:pt>
                <c:pt idx="11">
                  <c:v>51.1</c:v>
                </c:pt>
                <c:pt idx="12">
                  <c:v>60.7</c:v>
                </c:pt>
                <c:pt idx="13">
                  <c:v>57.3</c:v>
                </c:pt>
                <c:pt idx="14">
                  <c:v>16.3</c:v>
                </c:pt>
                <c:pt idx="15">
                  <c:v>26.4</c:v>
                </c:pt>
                <c:pt idx="16">
                  <c:v>28.3</c:v>
                </c:pt>
                <c:pt idx="17">
                  <c:v>36.700000000000003</c:v>
                </c:pt>
                <c:pt idx="18">
                  <c:v>42.6</c:v>
                </c:pt>
                <c:pt idx="19">
                  <c:v>50.6</c:v>
                </c:pt>
                <c:pt idx="20">
                  <c:v>45.5</c:v>
                </c:pt>
                <c:pt idx="21">
                  <c:v>38.200000000000003</c:v>
                </c:pt>
                <c:pt idx="22">
                  <c:v>38.299999999999997</c:v>
                </c:pt>
                <c:pt idx="23">
                  <c:v>37.200000000000003</c:v>
                </c:pt>
                <c:pt idx="24">
                  <c:v>32.5</c:v>
                </c:pt>
                <c:pt idx="25">
                  <c:v>42.8</c:v>
                </c:pt>
                <c:pt idx="26">
                  <c:v>51.1</c:v>
                </c:pt>
                <c:pt idx="27">
                  <c:v>56</c:v>
                </c:pt>
                <c:pt idx="28">
                  <c:v>69.5</c:v>
                </c:pt>
                <c:pt idx="29">
                  <c:v>75.099999999999994</c:v>
                </c:pt>
                <c:pt idx="30">
                  <c:v>76.7</c:v>
                </c:pt>
                <c:pt idx="31">
                  <c:v>70.900000000000006</c:v>
                </c:pt>
                <c:pt idx="32">
                  <c:v>17.3</c:v>
                </c:pt>
                <c:pt idx="33">
                  <c:v>11.7</c:v>
                </c:pt>
                <c:pt idx="34">
                  <c:v>5.5</c:v>
                </c:pt>
                <c:pt idx="35">
                  <c:v>6.7</c:v>
                </c:pt>
                <c:pt idx="36">
                  <c:v>7</c:v>
                </c:pt>
                <c:pt idx="37">
                  <c:v>10.4</c:v>
                </c:pt>
                <c:pt idx="38">
                  <c:v>13.7</c:v>
                </c:pt>
                <c:pt idx="39">
                  <c:v>13.6</c:v>
                </c:pt>
                <c:pt idx="40">
                  <c:v>33.4</c:v>
                </c:pt>
                <c:pt idx="41">
                  <c:v>43.3</c:v>
                </c:pt>
                <c:pt idx="42">
                  <c:v>37.4</c:v>
                </c:pt>
                <c:pt idx="43">
                  <c:v>41.2</c:v>
                </c:pt>
                <c:pt idx="44">
                  <c:v>41.9</c:v>
                </c:pt>
                <c:pt idx="45">
                  <c:v>38.9</c:v>
                </c:pt>
                <c:pt idx="46">
                  <c:v>35.9</c:v>
                </c:pt>
                <c:pt idx="47">
                  <c:v>27.3</c:v>
                </c:pt>
                <c:pt idx="48">
                  <c:v>31.4</c:v>
                </c:pt>
                <c:pt idx="49">
                  <c:v>37.5</c:v>
                </c:pt>
                <c:pt idx="50">
                  <c:v>42.7</c:v>
                </c:pt>
                <c:pt idx="51">
                  <c:v>47.6</c:v>
                </c:pt>
                <c:pt idx="52">
                  <c:v>42.5</c:v>
                </c:pt>
                <c:pt idx="53">
                  <c:v>47.6</c:v>
                </c:pt>
                <c:pt idx="54">
                  <c:v>49</c:v>
                </c:pt>
                <c:pt idx="55">
                  <c:v>45.6</c:v>
                </c:pt>
                <c:pt idx="56">
                  <c:v>43.5</c:v>
                </c:pt>
                <c:pt idx="57">
                  <c:v>36.200000000000003</c:v>
                </c:pt>
                <c:pt idx="58">
                  <c:v>22.8</c:v>
                </c:pt>
                <c:pt idx="59">
                  <c:v>19.8</c:v>
                </c:pt>
                <c:pt idx="60">
                  <c:v>26.2</c:v>
                </c:pt>
                <c:pt idx="61">
                  <c:v>20.100000000000001</c:v>
                </c:pt>
                <c:pt idx="62">
                  <c:v>7.2</c:v>
                </c:pt>
                <c:pt idx="63">
                  <c:v>4.2</c:v>
                </c:pt>
                <c:pt idx="64">
                  <c:v>3.5846524306349998</c:v>
                </c:pt>
                <c:pt idx="65">
                  <c:v>6.2441205623247757</c:v>
                </c:pt>
                <c:pt idx="66">
                  <c:v>6.7499113986639845</c:v>
                </c:pt>
                <c:pt idx="67">
                  <c:v>4.7929575457572398</c:v>
                </c:pt>
                <c:pt idx="68">
                  <c:v>4.2043944866570246</c:v>
                </c:pt>
                <c:pt idx="69">
                  <c:v>5.6593418296611855</c:v>
                </c:pt>
                <c:pt idx="70">
                  <c:v>6.42785673480528</c:v>
                </c:pt>
                <c:pt idx="71">
                  <c:v>6.6486908539163743</c:v>
                </c:pt>
                <c:pt idx="72">
                  <c:v>9.3490507863863996</c:v>
                </c:pt>
                <c:pt idx="73">
                  <c:v>10.634469434308199</c:v>
                </c:pt>
                <c:pt idx="74">
                  <c:v>11.02140708917765</c:v>
                </c:pt>
                <c:pt idx="75">
                  <c:v>11.7739073761519</c:v>
                </c:pt>
                <c:pt idx="76">
                  <c:v>11.031491866480749</c:v>
                </c:pt>
                <c:pt idx="77">
                  <c:v>14.648231356087049</c:v>
                </c:pt>
                <c:pt idx="78">
                  <c:v>16.9479640779345</c:v>
                </c:pt>
                <c:pt idx="79">
                  <c:v>22.485018982047997</c:v>
                </c:pt>
                <c:pt idx="80">
                  <c:v>30.083277471216402</c:v>
                </c:pt>
                <c:pt idx="81">
                  <c:v>30.6334052136711</c:v>
                </c:pt>
                <c:pt idx="82">
                  <c:v>27.579245786933999</c:v>
                </c:pt>
                <c:pt idx="83">
                  <c:v>29.466159044771501</c:v>
                </c:pt>
                <c:pt idx="84">
                  <c:v>23.842639240521798</c:v>
                </c:pt>
                <c:pt idx="85">
                  <c:v>16.448857985476899</c:v>
                </c:pt>
                <c:pt idx="86">
                  <c:v>12.99522044905315</c:v>
                </c:pt>
                <c:pt idx="87">
                  <c:v>14.98049393133345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0703488"/>
        <c:axId val="210705408"/>
      </c:lineChart>
      <c:dateAx>
        <c:axId val="21070348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crossAx val="210705408"/>
        <c:crosses val="autoZero"/>
        <c:auto val="1"/>
        <c:lblOffset val="100"/>
        <c:baseTimeUnit val="months"/>
        <c:majorUnit val="12"/>
        <c:majorTimeUnit val="months"/>
      </c:dateAx>
      <c:valAx>
        <c:axId val="21070540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10703488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CQ</a:t>
            </a:r>
            <a:endParaRPr lang="en-US" dirty="0"/>
          </a:p>
        </c:rich>
      </c:tx>
      <c:layout>
        <c:manualLayout>
          <c:xMode val="edge"/>
          <c:yMode val="edge"/>
          <c:x val="0.44729624856777217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952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Sheet1!$A$2:$A$67</c:f>
              <c:numCache>
                <c:formatCode>m/d/yyyy</c:formatCode>
                <c:ptCount val="66"/>
                <c:pt idx="0">
                  <c:v>40238</c:v>
                </c:pt>
                <c:pt idx="1">
                  <c:v>40299</c:v>
                </c:pt>
                <c:pt idx="2">
                  <c:v>40330</c:v>
                </c:pt>
                <c:pt idx="3">
                  <c:v>40360</c:v>
                </c:pt>
                <c:pt idx="4">
                  <c:v>40391</c:v>
                </c:pt>
                <c:pt idx="5">
                  <c:v>40422</c:v>
                </c:pt>
                <c:pt idx="6">
                  <c:v>40452</c:v>
                </c:pt>
                <c:pt idx="7">
                  <c:v>40483</c:v>
                </c:pt>
                <c:pt idx="8">
                  <c:v>40513</c:v>
                </c:pt>
                <c:pt idx="9">
                  <c:v>40544</c:v>
                </c:pt>
                <c:pt idx="10">
                  <c:v>40575</c:v>
                </c:pt>
                <c:pt idx="11">
                  <c:v>40603</c:v>
                </c:pt>
                <c:pt idx="12">
                  <c:v>40634</c:v>
                </c:pt>
                <c:pt idx="13">
                  <c:v>40664</c:v>
                </c:pt>
                <c:pt idx="14">
                  <c:v>40695</c:v>
                </c:pt>
                <c:pt idx="15">
                  <c:v>40725</c:v>
                </c:pt>
                <c:pt idx="16">
                  <c:v>40756</c:v>
                </c:pt>
                <c:pt idx="17">
                  <c:v>40787</c:v>
                </c:pt>
                <c:pt idx="18">
                  <c:v>40817</c:v>
                </c:pt>
                <c:pt idx="19">
                  <c:v>40848</c:v>
                </c:pt>
                <c:pt idx="20">
                  <c:v>40878</c:v>
                </c:pt>
                <c:pt idx="21">
                  <c:v>40909</c:v>
                </c:pt>
                <c:pt idx="22">
                  <c:v>40940</c:v>
                </c:pt>
                <c:pt idx="23">
                  <c:v>40969</c:v>
                </c:pt>
                <c:pt idx="24">
                  <c:v>41000</c:v>
                </c:pt>
                <c:pt idx="25">
                  <c:v>41030</c:v>
                </c:pt>
                <c:pt idx="26">
                  <c:v>41061</c:v>
                </c:pt>
                <c:pt idx="27">
                  <c:v>41091</c:v>
                </c:pt>
                <c:pt idx="28">
                  <c:v>41122</c:v>
                </c:pt>
                <c:pt idx="29">
                  <c:v>41153</c:v>
                </c:pt>
                <c:pt idx="30">
                  <c:v>41183</c:v>
                </c:pt>
                <c:pt idx="31">
                  <c:v>41214</c:v>
                </c:pt>
                <c:pt idx="32">
                  <c:v>41244</c:v>
                </c:pt>
                <c:pt idx="33">
                  <c:v>41275</c:v>
                </c:pt>
                <c:pt idx="34">
                  <c:v>41306</c:v>
                </c:pt>
                <c:pt idx="35">
                  <c:v>41334</c:v>
                </c:pt>
                <c:pt idx="36">
                  <c:v>41365</c:v>
                </c:pt>
                <c:pt idx="37">
                  <c:v>41395</c:v>
                </c:pt>
                <c:pt idx="38">
                  <c:v>41426</c:v>
                </c:pt>
                <c:pt idx="39">
                  <c:v>41456</c:v>
                </c:pt>
                <c:pt idx="40">
                  <c:v>41487</c:v>
                </c:pt>
                <c:pt idx="41">
                  <c:v>41518</c:v>
                </c:pt>
                <c:pt idx="42">
                  <c:v>41548</c:v>
                </c:pt>
                <c:pt idx="43">
                  <c:v>41579</c:v>
                </c:pt>
                <c:pt idx="44">
                  <c:v>41609</c:v>
                </c:pt>
                <c:pt idx="45">
                  <c:v>41640</c:v>
                </c:pt>
                <c:pt idx="46">
                  <c:v>41671</c:v>
                </c:pt>
                <c:pt idx="47">
                  <c:v>41699</c:v>
                </c:pt>
                <c:pt idx="48">
                  <c:v>41730</c:v>
                </c:pt>
                <c:pt idx="49">
                  <c:v>41760</c:v>
                </c:pt>
                <c:pt idx="50">
                  <c:v>41791</c:v>
                </c:pt>
                <c:pt idx="51">
                  <c:v>41821</c:v>
                </c:pt>
                <c:pt idx="52">
                  <c:v>41852</c:v>
                </c:pt>
                <c:pt idx="53">
                  <c:v>41883</c:v>
                </c:pt>
                <c:pt idx="54">
                  <c:v>41913</c:v>
                </c:pt>
                <c:pt idx="55">
                  <c:v>41944</c:v>
                </c:pt>
                <c:pt idx="56">
                  <c:v>41974</c:v>
                </c:pt>
                <c:pt idx="57">
                  <c:v>42005</c:v>
                </c:pt>
                <c:pt idx="58">
                  <c:v>42036</c:v>
                </c:pt>
                <c:pt idx="59">
                  <c:v>42064</c:v>
                </c:pt>
                <c:pt idx="60">
                  <c:v>42095</c:v>
                </c:pt>
                <c:pt idx="61">
                  <c:v>42125</c:v>
                </c:pt>
                <c:pt idx="62">
                  <c:v>42156</c:v>
                </c:pt>
                <c:pt idx="63">
                  <c:v>42186</c:v>
                </c:pt>
                <c:pt idx="64">
                  <c:v>42217</c:v>
                </c:pt>
                <c:pt idx="65">
                  <c:v>42248</c:v>
                </c:pt>
              </c:numCache>
            </c:numRef>
          </c:cat>
          <c:val>
            <c:numRef>
              <c:f>Sheet1!$B$2:$B$67</c:f>
              <c:numCache>
                <c:formatCode>General</c:formatCode>
                <c:ptCount val="66"/>
                <c:pt idx="0">
                  <c:v>0</c:v>
                </c:pt>
                <c:pt idx="1">
                  <c:v>2.3546342068168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1.7488395068314899</c:v>
                </c:pt>
                <c:pt idx="7">
                  <c:v>3.9109831515065299</c:v>
                </c:pt>
                <c:pt idx="8">
                  <c:v>3.6766563796531502</c:v>
                </c:pt>
                <c:pt idx="9">
                  <c:v>5.7761375180480403</c:v>
                </c:pt>
                <c:pt idx="10">
                  <c:v>3.6317529150575298</c:v>
                </c:pt>
                <c:pt idx="11">
                  <c:v>4.4212626414320999</c:v>
                </c:pt>
                <c:pt idx="12">
                  <c:v>2.2074039557464702</c:v>
                </c:pt>
                <c:pt idx="13">
                  <c:v>5.69139002519836</c:v>
                </c:pt>
                <c:pt idx="14">
                  <c:v>4.5115981117221002</c:v>
                </c:pt>
                <c:pt idx="15">
                  <c:v>3.9912244842745799</c:v>
                </c:pt>
                <c:pt idx="16">
                  <c:v>3.5776519894745702</c:v>
                </c:pt>
                <c:pt idx="17">
                  <c:v>4.0695668866866797</c:v>
                </c:pt>
                <c:pt idx="18">
                  <c:v>4.1460954056738997</c:v>
                </c:pt>
                <c:pt idx="19">
                  <c:v>3.4606144695408898</c:v>
                </c:pt>
                <c:pt idx="20">
                  <c:v>3.2525281036373102</c:v>
                </c:pt>
                <c:pt idx="21">
                  <c:v>3.9190569323474098</c:v>
                </c:pt>
                <c:pt idx="22">
                  <c:v>3.38532351335631</c:v>
                </c:pt>
                <c:pt idx="23">
                  <c:v>4.5209781434612299</c:v>
                </c:pt>
                <c:pt idx="24">
                  <c:v>3.2881293351808401</c:v>
                </c:pt>
                <c:pt idx="25">
                  <c:v>6.2361494526183696</c:v>
                </c:pt>
                <c:pt idx="26">
                  <c:v>4.6862508349824603</c:v>
                </c:pt>
                <c:pt idx="27">
                  <c:v>3.5066665080314401</c:v>
                </c:pt>
                <c:pt idx="28">
                  <c:v>4.3441978695311603</c:v>
                </c:pt>
                <c:pt idx="29">
                  <c:v>3.7691802361583302</c:v>
                </c:pt>
                <c:pt idx="30">
                  <c:v>4.1025357835624199</c:v>
                </c:pt>
                <c:pt idx="31">
                  <c:v>5.2849739952018098</c:v>
                </c:pt>
                <c:pt idx="32">
                  <c:v>5.1292448615332997</c:v>
                </c:pt>
                <c:pt idx="33">
                  <c:v>4.4049160566360097</c:v>
                </c:pt>
                <c:pt idx="34">
                  <c:v>3.8427587600782802</c:v>
                </c:pt>
                <c:pt idx="35">
                  <c:v>4.4682230660038202</c:v>
                </c:pt>
                <c:pt idx="36">
                  <c:v>5.0909125557307302</c:v>
                </c:pt>
                <c:pt idx="37">
                  <c:v>5.5800523118500998</c:v>
                </c:pt>
                <c:pt idx="38">
                  <c:v>5.8082212209895401</c:v>
                </c:pt>
                <c:pt idx="39">
                  <c:v>6.3308146397908098</c:v>
                </c:pt>
                <c:pt idx="40">
                  <c:v>4.51413798127333</c:v>
                </c:pt>
                <c:pt idx="41">
                  <c:v>3.2140777401754801</c:v>
                </c:pt>
                <c:pt idx="42">
                  <c:v>3.0968154058941701</c:v>
                </c:pt>
                <c:pt idx="43">
                  <c:v>3.6258609165163498</c:v>
                </c:pt>
                <c:pt idx="44">
                  <c:v>4.0414613470175702</c:v>
                </c:pt>
                <c:pt idx="45">
                  <c:v>2.6446191254218299</c:v>
                </c:pt>
                <c:pt idx="46">
                  <c:v>3.0469980831198602</c:v>
                </c:pt>
                <c:pt idx="47">
                  <c:v>3.4715776732398198</c:v>
                </c:pt>
                <c:pt idx="48">
                  <c:v>3.13027241474065</c:v>
                </c:pt>
                <c:pt idx="49">
                  <c:v>3.3140616320343299</c:v>
                </c:pt>
                <c:pt idx="50">
                  <c:v>3.4633798126560298</c:v>
                </c:pt>
                <c:pt idx="51">
                  <c:v>4.0920545584074004</c:v>
                </c:pt>
                <c:pt idx="52">
                  <c:v>3.6296264442221098</c:v>
                </c:pt>
                <c:pt idx="53">
                  <c:v>3.9555965490420002</c:v>
                </c:pt>
                <c:pt idx="54">
                  <c:v>4.2275735292415</c:v>
                </c:pt>
                <c:pt idx="55">
                  <c:v>3.4268201785421999</c:v>
                </c:pt>
                <c:pt idx="56">
                  <c:v>4.8339209367972904</c:v>
                </c:pt>
                <c:pt idx="57">
                  <c:v>3.5638532870325599</c:v>
                </c:pt>
                <c:pt idx="58">
                  <c:v>4.8818524534626002</c:v>
                </c:pt>
                <c:pt idx="59">
                  <c:v>6.3335164962442496</c:v>
                </c:pt>
                <c:pt idx="60">
                  <c:v>6.4566013401436599</c:v>
                </c:pt>
                <c:pt idx="61">
                  <c:v>5.8513558455876398</c:v>
                </c:pt>
                <c:pt idx="62">
                  <c:v>6.8785328114890998</c:v>
                </c:pt>
                <c:pt idx="63">
                  <c:v>6.4018147888067798</c:v>
                </c:pt>
                <c:pt idx="64">
                  <c:v>5.0970291825993899</c:v>
                </c:pt>
                <c:pt idx="65">
                  <c:v>5.8122177011005398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 w="6350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Sheet1!$A$2:$A$67</c:f>
              <c:numCache>
                <c:formatCode>m/d/yyyy</c:formatCode>
                <c:ptCount val="66"/>
                <c:pt idx="0">
                  <c:v>40238</c:v>
                </c:pt>
                <c:pt idx="1">
                  <c:v>40299</c:v>
                </c:pt>
                <c:pt idx="2">
                  <c:v>40330</c:v>
                </c:pt>
                <c:pt idx="3">
                  <c:v>40360</c:v>
                </c:pt>
                <c:pt idx="4">
                  <c:v>40391</c:v>
                </c:pt>
                <c:pt idx="5">
                  <c:v>40422</c:v>
                </c:pt>
                <c:pt idx="6">
                  <c:v>40452</c:v>
                </c:pt>
                <c:pt idx="7">
                  <c:v>40483</c:v>
                </c:pt>
                <c:pt idx="8">
                  <c:v>40513</c:v>
                </c:pt>
                <c:pt idx="9">
                  <c:v>40544</c:v>
                </c:pt>
                <c:pt idx="10">
                  <c:v>40575</c:v>
                </c:pt>
                <c:pt idx="11">
                  <c:v>40603</c:v>
                </c:pt>
                <c:pt idx="12">
                  <c:v>40634</c:v>
                </c:pt>
                <c:pt idx="13">
                  <c:v>40664</c:v>
                </c:pt>
                <c:pt idx="14">
                  <c:v>40695</c:v>
                </c:pt>
                <c:pt idx="15">
                  <c:v>40725</c:v>
                </c:pt>
                <c:pt idx="16">
                  <c:v>40756</c:v>
                </c:pt>
                <c:pt idx="17">
                  <c:v>40787</c:v>
                </c:pt>
                <c:pt idx="18">
                  <c:v>40817</c:v>
                </c:pt>
                <c:pt idx="19">
                  <c:v>40848</c:v>
                </c:pt>
                <c:pt idx="20">
                  <c:v>40878</c:v>
                </c:pt>
                <c:pt idx="21">
                  <c:v>40909</c:v>
                </c:pt>
                <c:pt idx="22">
                  <c:v>40940</c:v>
                </c:pt>
                <c:pt idx="23">
                  <c:v>40969</c:v>
                </c:pt>
                <c:pt idx="24">
                  <c:v>41000</c:v>
                </c:pt>
                <c:pt idx="25">
                  <c:v>41030</c:v>
                </c:pt>
                <c:pt idx="26">
                  <c:v>41061</c:v>
                </c:pt>
                <c:pt idx="27">
                  <c:v>41091</c:v>
                </c:pt>
                <c:pt idx="28">
                  <c:v>41122</c:v>
                </c:pt>
                <c:pt idx="29">
                  <c:v>41153</c:v>
                </c:pt>
                <c:pt idx="30">
                  <c:v>41183</c:v>
                </c:pt>
                <c:pt idx="31">
                  <c:v>41214</c:v>
                </c:pt>
                <c:pt idx="32">
                  <c:v>41244</c:v>
                </c:pt>
                <c:pt idx="33">
                  <c:v>41275</c:v>
                </c:pt>
                <c:pt idx="34">
                  <c:v>41306</c:v>
                </c:pt>
                <c:pt idx="35">
                  <c:v>41334</c:v>
                </c:pt>
                <c:pt idx="36">
                  <c:v>41365</c:v>
                </c:pt>
                <c:pt idx="37">
                  <c:v>41395</c:v>
                </c:pt>
                <c:pt idx="38">
                  <c:v>41426</c:v>
                </c:pt>
                <c:pt idx="39">
                  <c:v>41456</c:v>
                </c:pt>
                <c:pt idx="40">
                  <c:v>41487</c:v>
                </c:pt>
                <c:pt idx="41">
                  <c:v>41518</c:v>
                </c:pt>
                <c:pt idx="42">
                  <c:v>41548</c:v>
                </c:pt>
                <c:pt idx="43">
                  <c:v>41579</c:v>
                </c:pt>
                <c:pt idx="44">
                  <c:v>41609</c:v>
                </c:pt>
                <c:pt idx="45">
                  <c:v>41640</c:v>
                </c:pt>
                <c:pt idx="46">
                  <c:v>41671</c:v>
                </c:pt>
                <c:pt idx="47">
                  <c:v>41699</c:v>
                </c:pt>
                <c:pt idx="48">
                  <c:v>41730</c:v>
                </c:pt>
                <c:pt idx="49">
                  <c:v>41760</c:v>
                </c:pt>
                <c:pt idx="50">
                  <c:v>41791</c:v>
                </c:pt>
                <c:pt idx="51">
                  <c:v>41821</c:v>
                </c:pt>
                <c:pt idx="52">
                  <c:v>41852</c:v>
                </c:pt>
                <c:pt idx="53">
                  <c:v>41883</c:v>
                </c:pt>
                <c:pt idx="54">
                  <c:v>41913</c:v>
                </c:pt>
                <c:pt idx="55">
                  <c:v>41944</c:v>
                </c:pt>
                <c:pt idx="56">
                  <c:v>41974</c:v>
                </c:pt>
                <c:pt idx="57">
                  <c:v>42005</c:v>
                </c:pt>
                <c:pt idx="58">
                  <c:v>42036</c:v>
                </c:pt>
                <c:pt idx="59">
                  <c:v>42064</c:v>
                </c:pt>
                <c:pt idx="60">
                  <c:v>42095</c:v>
                </c:pt>
                <c:pt idx="61">
                  <c:v>42125</c:v>
                </c:pt>
                <c:pt idx="62">
                  <c:v>42156</c:v>
                </c:pt>
                <c:pt idx="63">
                  <c:v>42186</c:v>
                </c:pt>
                <c:pt idx="64">
                  <c:v>42217</c:v>
                </c:pt>
                <c:pt idx="65">
                  <c:v>42248</c:v>
                </c:pt>
              </c:numCache>
            </c:numRef>
          </c:cat>
          <c:val>
            <c:numRef>
              <c:f>Sheet1!$C$2:$C$67</c:f>
              <c:numCache>
                <c:formatCode>General</c:formatCode>
                <c:ptCount val="66"/>
                <c:pt idx="0">
                  <c:v>1.5412316062479701</c:v>
                </c:pt>
                <c:pt idx="1">
                  <c:v>1.8461066510572799</c:v>
                </c:pt>
                <c:pt idx="2">
                  <c:v>2.5494255038281399</c:v>
                </c:pt>
                <c:pt idx="3">
                  <c:v>2.42589262539882</c:v>
                </c:pt>
                <c:pt idx="4">
                  <c:v>3.93714969932021</c:v>
                </c:pt>
                <c:pt idx="5">
                  <c:v>4.8307402271892501</c:v>
                </c:pt>
                <c:pt idx="6">
                  <c:v>5.2970379537934003</c:v>
                </c:pt>
                <c:pt idx="7">
                  <c:v>4.7351391879875901</c:v>
                </c:pt>
                <c:pt idx="8">
                  <c:v>3.90042442997431</c:v>
                </c:pt>
                <c:pt idx="9">
                  <c:v>2.95961642389755</c:v>
                </c:pt>
                <c:pt idx="10">
                  <c:v>2.3371115652153098</c:v>
                </c:pt>
                <c:pt idx="11">
                  <c:v>2.12241823126358</c:v>
                </c:pt>
                <c:pt idx="12">
                  <c:v>2.5757816540098499</c:v>
                </c:pt>
                <c:pt idx="13">
                  <c:v>2.6082145949446098</c:v>
                </c:pt>
                <c:pt idx="14">
                  <c:v>3.1254222347895402</c:v>
                </c:pt>
                <c:pt idx="15">
                  <c:v>3.5199158106778801</c:v>
                </c:pt>
                <c:pt idx="16">
                  <c:v>3.9688732448788602</c:v>
                </c:pt>
                <c:pt idx="17">
                  <c:v>5.6905763683535699</c:v>
                </c:pt>
                <c:pt idx="18">
                  <c:v>6.6901147878702298</c:v>
                </c:pt>
                <c:pt idx="19">
                  <c:v>5.8213333528645697</c:v>
                </c:pt>
                <c:pt idx="20">
                  <c:v>5.9093646672074698</c:v>
                </c:pt>
                <c:pt idx="21">
                  <c:v>6.8267943486580496</c:v>
                </c:pt>
                <c:pt idx="22">
                  <c:v>6.05549682873054</c:v>
                </c:pt>
                <c:pt idx="23">
                  <c:v>5.97848142928272</c:v>
                </c:pt>
                <c:pt idx="24">
                  <c:v>6.1034787344597703</c:v>
                </c:pt>
                <c:pt idx="25">
                  <c:v>6.0960112661775101</c:v>
                </c:pt>
                <c:pt idx="26">
                  <c:v>5.6912365012123702</c:v>
                </c:pt>
                <c:pt idx="27">
                  <c:v>5.3835072153876098</c:v>
                </c:pt>
                <c:pt idx="28">
                  <c:v>5.1374031021436997</c:v>
                </c:pt>
                <c:pt idx="29">
                  <c:v>5.2234262769772997</c:v>
                </c:pt>
                <c:pt idx="30">
                  <c:v>5.5732985394657497</c:v>
                </c:pt>
                <c:pt idx="31">
                  <c:v>6.1183736282501</c:v>
                </c:pt>
                <c:pt idx="32">
                  <c:v>7.2162198509521698</c:v>
                </c:pt>
                <c:pt idx="33">
                  <c:v>5.9954479122702002</c:v>
                </c:pt>
                <c:pt idx="34">
                  <c:v>5.75794286537836</c:v>
                </c:pt>
                <c:pt idx="35">
                  <c:v>5.7934517009049502</c:v>
                </c:pt>
                <c:pt idx="36">
                  <c:v>6.2663772158659601</c:v>
                </c:pt>
                <c:pt idx="37">
                  <c:v>6.9256039050339799</c:v>
                </c:pt>
                <c:pt idx="38">
                  <c:v>4.3090659472502004</c:v>
                </c:pt>
                <c:pt idx="39">
                  <c:v>2.5944852576514998</c:v>
                </c:pt>
                <c:pt idx="40">
                  <c:v>1.56777215216625</c:v>
                </c:pt>
                <c:pt idx="41">
                  <c:v>1.4077190121473799</c:v>
                </c:pt>
                <c:pt idx="42">
                  <c:v>1.52247724081416</c:v>
                </c:pt>
                <c:pt idx="43">
                  <c:v>2.1865527797453299</c:v>
                </c:pt>
                <c:pt idx="44">
                  <c:v>1.71093690037376</c:v>
                </c:pt>
                <c:pt idx="45">
                  <c:v>1.49686114706611</c:v>
                </c:pt>
                <c:pt idx="46">
                  <c:v>1.7265848580754899</c:v>
                </c:pt>
                <c:pt idx="47">
                  <c:v>2.4233096678328199</c:v>
                </c:pt>
                <c:pt idx="48">
                  <c:v>2.60306425670611</c:v>
                </c:pt>
                <c:pt idx="49">
                  <c:v>3.0821754319077499</c:v>
                </c:pt>
                <c:pt idx="50">
                  <c:v>4.4882945117308504</c:v>
                </c:pt>
                <c:pt idx="51">
                  <c:v>4.91654219300246</c:v>
                </c:pt>
                <c:pt idx="52">
                  <c:v>4.50765159432276</c:v>
                </c:pt>
                <c:pt idx="53">
                  <c:v>5.3791425773255304</c:v>
                </c:pt>
                <c:pt idx="54">
                  <c:v>5.3861270380998398</c:v>
                </c:pt>
                <c:pt idx="55">
                  <c:v>6.1053441985587398</c:v>
                </c:pt>
                <c:pt idx="56">
                  <c:v>7.93580193211129</c:v>
                </c:pt>
                <c:pt idx="57">
                  <c:v>9.3204224634041495</c:v>
                </c:pt>
                <c:pt idx="58">
                  <c:v>13.0043060319597</c:v>
                </c:pt>
                <c:pt idx="59">
                  <c:v>12.570041088089299</c:v>
                </c:pt>
                <c:pt idx="60">
                  <c:v>13.141573381499899</c:v>
                </c:pt>
                <c:pt idx="61">
                  <c:v>16.3320564004311</c:v>
                </c:pt>
                <c:pt idx="62">
                  <c:v>12.279726617093001</c:v>
                </c:pt>
                <c:pt idx="63">
                  <c:v>10.3066545717849</c:v>
                </c:pt>
                <c:pt idx="64">
                  <c:v>11.0711605694576</c:v>
                </c:pt>
                <c:pt idx="65">
                  <c:v>12.7588296495957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 w="6350">
              <a:solidFill>
                <a:schemeClr val="bg2">
                  <a:lumMod val="50000"/>
                </a:schemeClr>
              </a:solidFill>
              <a:prstDash val="solid"/>
            </a:ln>
          </c:spPr>
          <c:marker>
            <c:symbol val="none"/>
          </c:marker>
          <c:cat>
            <c:numRef>
              <c:f>Sheet1!$A$2:$A$67</c:f>
              <c:numCache>
                <c:formatCode>m/d/yyyy</c:formatCode>
                <c:ptCount val="66"/>
                <c:pt idx="0">
                  <c:v>40238</c:v>
                </c:pt>
                <c:pt idx="1">
                  <c:v>40299</c:v>
                </c:pt>
                <c:pt idx="2">
                  <c:v>40330</c:v>
                </c:pt>
                <c:pt idx="3">
                  <c:v>40360</c:v>
                </c:pt>
                <c:pt idx="4">
                  <c:v>40391</c:v>
                </c:pt>
                <c:pt idx="5">
                  <c:v>40422</c:v>
                </c:pt>
                <c:pt idx="6">
                  <c:v>40452</c:v>
                </c:pt>
                <c:pt idx="7">
                  <c:v>40483</c:v>
                </c:pt>
                <c:pt idx="8">
                  <c:v>40513</c:v>
                </c:pt>
                <c:pt idx="9">
                  <c:v>40544</c:v>
                </c:pt>
                <c:pt idx="10">
                  <c:v>40575</c:v>
                </c:pt>
                <c:pt idx="11">
                  <c:v>40603</c:v>
                </c:pt>
                <c:pt idx="12">
                  <c:v>40634</c:v>
                </c:pt>
                <c:pt idx="13">
                  <c:v>40664</c:v>
                </c:pt>
                <c:pt idx="14">
                  <c:v>40695</c:v>
                </c:pt>
                <c:pt idx="15">
                  <c:v>40725</c:v>
                </c:pt>
                <c:pt idx="16">
                  <c:v>40756</c:v>
                </c:pt>
                <c:pt idx="17">
                  <c:v>40787</c:v>
                </c:pt>
                <c:pt idx="18">
                  <c:v>40817</c:v>
                </c:pt>
                <c:pt idx="19">
                  <c:v>40848</c:v>
                </c:pt>
                <c:pt idx="20">
                  <c:v>40878</c:v>
                </c:pt>
                <c:pt idx="21">
                  <c:v>40909</c:v>
                </c:pt>
                <c:pt idx="22">
                  <c:v>40940</c:v>
                </c:pt>
                <c:pt idx="23">
                  <c:v>40969</c:v>
                </c:pt>
                <c:pt idx="24">
                  <c:v>41000</c:v>
                </c:pt>
                <c:pt idx="25">
                  <c:v>41030</c:v>
                </c:pt>
                <c:pt idx="26">
                  <c:v>41061</c:v>
                </c:pt>
                <c:pt idx="27">
                  <c:v>41091</c:v>
                </c:pt>
                <c:pt idx="28">
                  <c:v>41122</c:v>
                </c:pt>
                <c:pt idx="29">
                  <c:v>41153</c:v>
                </c:pt>
                <c:pt idx="30">
                  <c:v>41183</c:v>
                </c:pt>
                <c:pt idx="31">
                  <c:v>41214</c:v>
                </c:pt>
                <c:pt idx="32">
                  <c:v>41244</c:v>
                </c:pt>
                <c:pt idx="33">
                  <c:v>41275</c:v>
                </c:pt>
                <c:pt idx="34">
                  <c:v>41306</c:v>
                </c:pt>
                <c:pt idx="35">
                  <c:v>41334</c:v>
                </c:pt>
                <c:pt idx="36">
                  <c:v>41365</c:v>
                </c:pt>
                <c:pt idx="37">
                  <c:v>41395</c:v>
                </c:pt>
                <c:pt idx="38">
                  <c:v>41426</c:v>
                </c:pt>
                <c:pt idx="39">
                  <c:v>41456</c:v>
                </c:pt>
                <c:pt idx="40">
                  <c:v>41487</c:v>
                </c:pt>
                <c:pt idx="41">
                  <c:v>41518</c:v>
                </c:pt>
                <c:pt idx="42">
                  <c:v>41548</c:v>
                </c:pt>
                <c:pt idx="43">
                  <c:v>41579</c:v>
                </c:pt>
                <c:pt idx="44">
                  <c:v>41609</c:v>
                </c:pt>
                <c:pt idx="45">
                  <c:v>41640</c:v>
                </c:pt>
                <c:pt idx="46">
                  <c:v>41671</c:v>
                </c:pt>
                <c:pt idx="47">
                  <c:v>41699</c:v>
                </c:pt>
                <c:pt idx="48">
                  <c:v>41730</c:v>
                </c:pt>
                <c:pt idx="49">
                  <c:v>41760</c:v>
                </c:pt>
                <c:pt idx="50">
                  <c:v>41791</c:v>
                </c:pt>
                <c:pt idx="51">
                  <c:v>41821</c:v>
                </c:pt>
                <c:pt idx="52">
                  <c:v>41852</c:v>
                </c:pt>
                <c:pt idx="53">
                  <c:v>41883</c:v>
                </c:pt>
                <c:pt idx="54">
                  <c:v>41913</c:v>
                </c:pt>
                <c:pt idx="55">
                  <c:v>41944</c:v>
                </c:pt>
                <c:pt idx="56">
                  <c:v>41974</c:v>
                </c:pt>
                <c:pt idx="57">
                  <c:v>42005</c:v>
                </c:pt>
                <c:pt idx="58">
                  <c:v>42036</c:v>
                </c:pt>
                <c:pt idx="59">
                  <c:v>42064</c:v>
                </c:pt>
                <c:pt idx="60">
                  <c:v>42095</c:v>
                </c:pt>
                <c:pt idx="61">
                  <c:v>42125</c:v>
                </c:pt>
                <c:pt idx="62">
                  <c:v>42156</c:v>
                </c:pt>
                <c:pt idx="63">
                  <c:v>42186</c:v>
                </c:pt>
                <c:pt idx="64">
                  <c:v>42217</c:v>
                </c:pt>
                <c:pt idx="65">
                  <c:v>42248</c:v>
                </c:pt>
              </c:numCache>
            </c:numRef>
          </c:cat>
          <c:val>
            <c:numRef>
              <c:f>Sheet1!$D$2:$D$67</c:f>
              <c:numCache>
                <c:formatCode>General</c:formatCode>
                <c:ptCount val="66"/>
                <c:pt idx="0">
                  <c:v>0.1</c:v>
                </c:pt>
                <c:pt idx="1">
                  <c:v>0.1</c:v>
                </c:pt>
                <c:pt idx="2">
                  <c:v>0.1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0.3</c:v>
                </c:pt>
                <c:pt idx="7">
                  <c:v>0.3</c:v>
                </c:pt>
                <c:pt idx="8">
                  <c:v>0.3</c:v>
                </c:pt>
                <c:pt idx="9">
                  <c:v>0.3</c:v>
                </c:pt>
                <c:pt idx="10">
                  <c:v>0.1</c:v>
                </c:pt>
                <c:pt idx="11">
                  <c:v>0.1</c:v>
                </c:pt>
                <c:pt idx="12">
                  <c:v>0.1</c:v>
                </c:pt>
                <c:pt idx="13">
                  <c:v>0.1</c:v>
                </c:pt>
                <c:pt idx="14">
                  <c:v>0.1</c:v>
                </c:pt>
                <c:pt idx="15">
                  <c:v>0.1</c:v>
                </c:pt>
                <c:pt idx="16">
                  <c:v>0.2</c:v>
                </c:pt>
                <c:pt idx="17">
                  <c:v>0.2</c:v>
                </c:pt>
                <c:pt idx="18">
                  <c:v>0.3</c:v>
                </c:pt>
                <c:pt idx="19">
                  <c:v>0.3</c:v>
                </c:pt>
                <c:pt idx="20">
                  <c:v>0.3</c:v>
                </c:pt>
                <c:pt idx="21">
                  <c:v>0.3</c:v>
                </c:pt>
                <c:pt idx="22">
                  <c:v>0.4</c:v>
                </c:pt>
                <c:pt idx="23">
                  <c:v>0.4</c:v>
                </c:pt>
                <c:pt idx="24">
                  <c:v>0.4</c:v>
                </c:pt>
                <c:pt idx="25">
                  <c:v>0.4</c:v>
                </c:pt>
                <c:pt idx="26">
                  <c:v>0.5</c:v>
                </c:pt>
                <c:pt idx="27">
                  <c:v>0.6</c:v>
                </c:pt>
                <c:pt idx="28">
                  <c:v>0.6</c:v>
                </c:pt>
                <c:pt idx="29">
                  <c:v>0.7</c:v>
                </c:pt>
                <c:pt idx="30">
                  <c:v>0.6</c:v>
                </c:pt>
                <c:pt idx="31">
                  <c:v>0.7</c:v>
                </c:pt>
                <c:pt idx="32">
                  <c:v>0.8</c:v>
                </c:pt>
                <c:pt idx="33">
                  <c:v>0.8</c:v>
                </c:pt>
                <c:pt idx="34">
                  <c:v>0.8</c:v>
                </c:pt>
                <c:pt idx="35">
                  <c:v>0.8</c:v>
                </c:pt>
                <c:pt idx="36">
                  <c:v>0.6</c:v>
                </c:pt>
                <c:pt idx="37">
                  <c:v>0.6</c:v>
                </c:pt>
                <c:pt idx="38">
                  <c:v>1.4</c:v>
                </c:pt>
                <c:pt idx="39">
                  <c:v>3.4</c:v>
                </c:pt>
                <c:pt idx="40">
                  <c:v>2.7</c:v>
                </c:pt>
                <c:pt idx="41">
                  <c:v>2.9</c:v>
                </c:pt>
                <c:pt idx="42">
                  <c:v>3</c:v>
                </c:pt>
                <c:pt idx="43">
                  <c:v>2.9</c:v>
                </c:pt>
                <c:pt idx="44">
                  <c:v>4.3</c:v>
                </c:pt>
                <c:pt idx="45">
                  <c:v>3.7</c:v>
                </c:pt>
                <c:pt idx="46">
                  <c:v>3</c:v>
                </c:pt>
                <c:pt idx="47">
                  <c:v>3.3</c:v>
                </c:pt>
                <c:pt idx="48">
                  <c:v>4.3</c:v>
                </c:pt>
                <c:pt idx="49">
                  <c:v>4.8</c:v>
                </c:pt>
                <c:pt idx="50">
                  <c:v>5.9</c:v>
                </c:pt>
                <c:pt idx="51">
                  <c:v>8.6999999999999993</c:v>
                </c:pt>
                <c:pt idx="52">
                  <c:v>9.3000000000000007</c:v>
                </c:pt>
                <c:pt idx="53">
                  <c:v>9.6999999999999993</c:v>
                </c:pt>
                <c:pt idx="54">
                  <c:v>10.5</c:v>
                </c:pt>
                <c:pt idx="55">
                  <c:v>9.9</c:v>
                </c:pt>
                <c:pt idx="56">
                  <c:v>12.1</c:v>
                </c:pt>
                <c:pt idx="57">
                  <c:v>12.6</c:v>
                </c:pt>
                <c:pt idx="58">
                  <c:v>17.5</c:v>
                </c:pt>
                <c:pt idx="59">
                  <c:v>21.3</c:v>
                </c:pt>
                <c:pt idx="60">
                  <c:v>20.399999999999999</c:v>
                </c:pt>
                <c:pt idx="61">
                  <c:v>20.399999999999999</c:v>
                </c:pt>
                <c:pt idx="62">
                  <c:v>23.7</c:v>
                </c:pt>
                <c:pt idx="63">
                  <c:v>21.1</c:v>
                </c:pt>
                <c:pt idx="64">
                  <c:v>18.7</c:v>
                </c:pt>
                <c:pt idx="65">
                  <c:v>17.5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414016"/>
        <c:axId val="215020672"/>
      </c:lineChart>
      <c:dateAx>
        <c:axId val="21141401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crossAx val="215020672"/>
        <c:crosses val="autoZero"/>
        <c:auto val="1"/>
        <c:lblOffset val="100"/>
        <c:baseTimeUnit val="months"/>
        <c:majorUnit val="12"/>
        <c:majorTimeUnit val="months"/>
      </c:dateAx>
      <c:valAx>
        <c:axId val="21502067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11414016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CR</a:t>
            </a:r>
            <a:endParaRPr lang="en-US" dirty="0"/>
          </a:p>
        </c:rich>
      </c:tx>
      <c:layout>
        <c:manualLayout>
          <c:xMode val="edge"/>
          <c:yMode val="edge"/>
          <c:x val="0.44729624856777217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952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Sheet1!$A$2:$A$26</c:f>
              <c:numCache>
                <c:formatCode>m/d/yyyy</c:formatCode>
                <c:ptCount val="25"/>
                <c:pt idx="0">
                  <c:v>41518</c:v>
                </c:pt>
                <c:pt idx="1">
                  <c:v>41548</c:v>
                </c:pt>
                <c:pt idx="2">
                  <c:v>41579</c:v>
                </c:pt>
                <c:pt idx="3">
                  <c:v>41609</c:v>
                </c:pt>
                <c:pt idx="4">
                  <c:v>41640</c:v>
                </c:pt>
                <c:pt idx="5">
                  <c:v>41671</c:v>
                </c:pt>
                <c:pt idx="6">
                  <c:v>41699</c:v>
                </c:pt>
                <c:pt idx="7">
                  <c:v>41730</c:v>
                </c:pt>
                <c:pt idx="8">
                  <c:v>41760</c:v>
                </c:pt>
                <c:pt idx="9">
                  <c:v>41791</c:v>
                </c:pt>
                <c:pt idx="10">
                  <c:v>41821</c:v>
                </c:pt>
                <c:pt idx="11">
                  <c:v>41852</c:v>
                </c:pt>
                <c:pt idx="12">
                  <c:v>41883</c:v>
                </c:pt>
                <c:pt idx="13">
                  <c:v>41913</c:v>
                </c:pt>
                <c:pt idx="14">
                  <c:v>41944</c:v>
                </c:pt>
                <c:pt idx="15">
                  <c:v>41974</c:v>
                </c:pt>
                <c:pt idx="16">
                  <c:v>42005</c:v>
                </c:pt>
                <c:pt idx="17">
                  <c:v>42036</c:v>
                </c:pt>
                <c:pt idx="18">
                  <c:v>42064</c:v>
                </c:pt>
                <c:pt idx="19">
                  <c:v>42095</c:v>
                </c:pt>
                <c:pt idx="20">
                  <c:v>42125</c:v>
                </c:pt>
                <c:pt idx="21">
                  <c:v>42156</c:v>
                </c:pt>
                <c:pt idx="22">
                  <c:v>42186</c:v>
                </c:pt>
                <c:pt idx="23">
                  <c:v>42217</c:v>
                </c:pt>
                <c:pt idx="24">
                  <c:v>42248</c:v>
                </c:pt>
              </c:numCache>
            </c:num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28.507649868309802</c:v>
                </c:pt>
                <c:pt idx="4">
                  <c:v>1.10968231039621E-2</c:v>
                </c:pt>
                <c:pt idx="5">
                  <c:v>0</c:v>
                </c:pt>
                <c:pt idx="6">
                  <c:v>24.6476754314319</c:v>
                </c:pt>
                <c:pt idx="7">
                  <c:v>3.53710746491537</c:v>
                </c:pt>
                <c:pt idx="8">
                  <c:v>2.55299216426411</c:v>
                </c:pt>
                <c:pt idx="9">
                  <c:v>6.3775144773090799</c:v>
                </c:pt>
                <c:pt idx="10">
                  <c:v>8.4648546415405495</c:v>
                </c:pt>
                <c:pt idx="11">
                  <c:v>7.8898600953317199</c:v>
                </c:pt>
                <c:pt idx="12">
                  <c:v>4.3261101607548298</c:v>
                </c:pt>
                <c:pt idx="13">
                  <c:v>6.3552727132770404</c:v>
                </c:pt>
                <c:pt idx="14">
                  <c:v>3.9338495842358001</c:v>
                </c:pt>
                <c:pt idx="15">
                  <c:v>4.3900074007001404</c:v>
                </c:pt>
                <c:pt idx="16">
                  <c:v>3.9395538959865899</c:v>
                </c:pt>
                <c:pt idx="17">
                  <c:v>5.4117152014153902</c:v>
                </c:pt>
                <c:pt idx="18">
                  <c:v>7.0189856178442804</c:v>
                </c:pt>
                <c:pt idx="19">
                  <c:v>7.9710321464388798</c:v>
                </c:pt>
                <c:pt idx="20">
                  <c:v>4.3241909561570102</c:v>
                </c:pt>
                <c:pt idx="21">
                  <c:v>8.6439557001035805</c:v>
                </c:pt>
                <c:pt idx="22">
                  <c:v>6.3465304997108998</c:v>
                </c:pt>
                <c:pt idx="23">
                  <c:v>4.8627047108890897</c:v>
                </c:pt>
                <c:pt idx="24">
                  <c:v>5.7943300481337197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 w="6350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Sheet1!$A$2:$A$26</c:f>
              <c:numCache>
                <c:formatCode>m/d/yyyy</c:formatCode>
                <c:ptCount val="25"/>
                <c:pt idx="0">
                  <c:v>41518</c:v>
                </c:pt>
                <c:pt idx="1">
                  <c:v>41548</c:v>
                </c:pt>
                <c:pt idx="2">
                  <c:v>41579</c:v>
                </c:pt>
                <c:pt idx="3">
                  <c:v>41609</c:v>
                </c:pt>
                <c:pt idx="4">
                  <c:v>41640</c:v>
                </c:pt>
                <c:pt idx="5">
                  <c:v>41671</c:v>
                </c:pt>
                <c:pt idx="6">
                  <c:v>41699</c:v>
                </c:pt>
                <c:pt idx="7">
                  <c:v>41730</c:v>
                </c:pt>
                <c:pt idx="8">
                  <c:v>41760</c:v>
                </c:pt>
                <c:pt idx="9">
                  <c:v>41791</c:v>
                </c:pt>
                <c:pt idx="10">
                  <c:v>41821</c:v>
                </c:pt>
                <c:pt idx="11">
                  <c:v>41852</c:v>
                </c:pt>
                <c:pt idx="12">
                  <c:v>41883</c:v>
                </c:pt>
                <c:pt idx="13">
                  <c:v>41913</c:v>
                </c:pt>
                <c:pt idx="14">
                  <c:v>41944</c:v>
                </c:pt>
                <c:pt idx="15">
                  <c:v>41974</c:v>
                </c:pt>
                <c:pt idx="16">
                  <c:v>42005</c:v>
                </c:pt>
                <c:pt idx="17">
                  <c:v>42036</c:v>
                </c:pt>
                <c:pt idx="18">
                  <c:v>42064</c:v>
                </c:pt>
                <c:pt idx="19">
                  <c:v>42095</c:v>
                </c:pt>
                <c:pt idx="20">
                  <c:v>42125</c:v>
                </c:pt>
                <c:pt idx="21">
                  <c:v>42156</c:v>
                </c:pt>
                <c:pt idx="22">
                  <c:v>42186</c:v>
                </c:pt>
                <c:pt idx="23">
                  <c:v>42217</c:v>
                </c:pt>
                <c:pt idx="24">
                  <c:v>42248</c:v>
                </c:pt>
              </c:numCache>
            </c:num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0.36900499290379901</c:v>
                </c:pt>
                <c:pt idx="1">
                  <c:v>0.69948154800467699</c:v>
                </c:pt>
                <c:pt idx="2">
                  <c:v>0.74770524633498403</c:v>
                </c:pt>
                <c:pt idx="3">
                  <c:v>0.416854009392431</c:v>
                </c:pt>
                <c:pt idx="4">
                  <c:v>0.98331071707380402</c:v>
                </c:pt>
                <c:pt idx="5">
                  <c:v>2.40139030748399</c:v>
                </c:pt>
                <c:pt idx="6">
                  <c:v>3.4863476240132898</c:v>
                </c:pt>
                <c:pt idx="7">
                  <c:v>3.33205108251066</c:v>
                </c:pt>
                <c:pt idx="8">
                  <c:v>3.20399835734628</c:v>
                </c:pt>
                <c:pt idx="9">
                  <c:v>4.38632505505681</c:v>
                </c:pt>
                <c:pt idx="10">
                  <c:v>3.5785867282535002</c:v>
                </c:pt>
                <c:pt idx="11">
                  <c:v>3.48607083605873</c:v>
                </c:pt>
                <c:pt idx="12">
                  <c:v>3.8628411996251599</c:v>
                </c:pt>
                <c:pt idx="13">
                  <c:v>4.0473741165522297</c:v>
                </c:pt>
                <c:pt idx="14">
                  <c:v>4.4542295970832102</c:v>
                </c:pt>
                <c:pt idx="15">
                  <c:v>5.8156268738497401</c:v>
                </c:pt>
                <c:pt idx="16">
                  <c:v>6.7477263189027799</c:v>
                </c:pt>
                <c:pt idx="17">
                  <c:v>9.6944064052705308</c:v>
                </c:pt>
                <c:pt idx="18">
                  <c:v>8.5915900053197092</c:v>
                </c:pt>
                <c:pt idx="19">
                  <c:v>8.31742069707634</c:v>
                </c:pt>
                <c:pt idx="20">
                  <c:v>9.1583015209603094</c:v>
                </c:pt>
                <c:pt idx="21">
                  <c:v>5.8042105227369003</c:v>
                </c:pt>
                <c:pt idx="22">
                  <c:v>4.7001912207208703</c:v>
                </c:pt>
                <c:pt idx="23">
                  <c:v>5.1385810819917204</c:v>
                </c:pt>
                <c:pt idx="24">
                  <c:v>6.0652143515361701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 w="6350">
              <a:solidFill>
                <a:schemeClr val="bg2">
                  <a:lumMod val="50000"/>
                </a:schemeClr>
              </a:solidFill>
              <a:prstDash val="solid"/>
            </a:ln>
          </c:spPr>
          <c:marker>
            <c:symbol val="none"/>
          </c:marker>
          <c:cat>
            <c:numRef>
              <c:f>Sheet1!$A$2:$A$26</c:f>
              <c:numCache>
                <c:formatCode>m/d/yyyy</c:formatCode>
                <c:ptCount val="25"/>
                <c:pt idx="0">
                  <c:v>41518</c:v>
                </c:pt>
                <c:pt idx="1">
                  <c:v>41548</c:v>
                </c:pt>
                <c:pt idx="2">
                  <c:v>41579</c:v>
                </c:pt>
                <c:pt idx="3">
                  <c:v>41609</c:v>
                </c:pt>
                <c:pt idx="4">
                  <c:v>41640</c:v>
                </c:pt>
                <c:pt idx="5">
                  <c:v>41671</c:v>
                </c:pt>
                <c:pt idx="6">
                  <c:v>41699</c:v>
                </c:pt>
                <c:pt idx="7">
                  <c:v>41730</c:v>
                </c:pt>
                <c:pt idx="8">
                  <c:v>41760</c:v>
                </c:pt>
                <c:pt idx="9">
                  <c:v>41791</c:v>
                </c:pt>
                <c:pt idx="10">
                  <c:v>41821</c:v>
                </c:pt>
                <c:pt idx="11">
                  <c:v>41852</c:v>
                </c:pt>
                <c:pt idx="12">
                  <c:v>41883</c:v>
                </c:pt>
                <c:pt idx="13">
                  <c:v>41913</c:v>
                </c:pt>
                <c:pt idx="14">
                  <c:v>41944</c:v>
                </c:pt>
                <c:pt idx="15">
                  <c:v>41974</c:v>
                </c:pt>
                <c:pt idx="16">
                  <c:v>42005</c:v>
                </c:pt>
                <c:pt idx="17">
                  <c:v>42036</c:v>
                </c:pt>
                <c:pt idx="18">
                  <c:v>42064</c:v>
                </c:pt>
                <c:pt idx="19">
                  <c:v>42095</c:v>
                </c:pt>
                <c:pt idx="20">
                  <c:v>42125</c:v>
                </c:pt>
                <c:pt idx="21">
                  <c:v>42156</c:v>
                </c:pt>
                <c:pt idx="22">
                  <c:v>42186</c:v>
                </c:pt>
                <c:pt idx="23">
                  <c:v>42217</c:v>
                </c:pt>
                <c:pt idx="24">
                  <c:v>42248</c:v>
                </c:pt>
              </c:numCache>
            </c:num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0.1</c:v>
                </c:pt>
                <c:pt idx="11">
                  <c:v>0.1</c:v>
                </c:pt>
                <c:pt idx="12">
                  <c:v>0.1</c:v>
                </c:pt>
                <c:pt idx="13">
                  <c:v>0.1</c:v>
                </c:pt>
                <c:pt idx="14">
                  <c:v>0.1</c:v>
                </c:pt>
                <c:pt idx="15">
                  <c:v>0.1</c:v>
                </c:pt>
                <c:pt idx="16">
                  <c:v>0.1</c:v>
                </c:pt>
                <c:pt idx="17">
                  <c:v>0.2</c:v>
                </c:pt>
                <c:pt idx="18">
                  <c:v>0.2</c:v>
                </c:pt>
                <c:pt idx="19">
                  <c:v>0.2</c:v>
                </c:pt>
                <c:pt idx="20">
                  <c:v>0.2</c:v>
                </c:pt>
                <c:pt idx="21">
                  <c:v>0.4</c:v>
                </c:pt>
                <c:pt idx="22">
                  <c:v>0.4</c:v>
                </c:pt>
                <c:pt idx="23">
                  <c:v>0.3</c:v>
                </c:pt>
                <c:pt idx="24">
                  <c:v>0.3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0974208"/>
        <c:axId val="210975744"/>
      </c:lineChart>
      <c:dateAx>
        <c:axId val="21097420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crossAx val="210975744"/>
        <c:crosses val="autoZero"/>
        <c:auto val="1"/>
        <c:lblOffset val="100"/>
        <c:baseTimeUnit val="months"/>
        <c:majorUnit val="12"/>
        <c:majorTimeUnit val="months"/>
      </c:dateAx>
      <c:valAx>
        <c:axId val="21097574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10974208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MCAI-Universe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Sheet1!$C$2:$C$154</c:f>
              <c:numCache>
                <c:formatCode>0%</c:formatCode>
                <c:ptCount val="153"/>
                <c:pt idx="0">
                  <c:v>3.1505553453999857E-2</c:v>
                </c:pt>
                <c:pt idx="1">
                  <c:v>2.941113568576784E-2</c:v>
                </c:pt>
                <c:pt idx="2">
                  <c:v>3.1692185122533308E-2</c:v>
                </c:pt>
                <c:pt idx="3">
                  <c:v>3.1405847846093869E-2</c:v>
                </c:pt>
                <c:pt idx="4">
                  <c:v>2.484674310474241E-2</c:v>
                </c:pt>
                <c:pt idx="5">
                  <c:v>2.2551663314892036E-2</c:v>
                </c:pt>
                <c:pt idx="6">
                  <c:v>3.0090776365059635E-2</c:v>
                </c:pt>
                <c:pt idx="7">
                  <c:v>3.1031237139204783E-2</c:v>
                </c:pt>
                <c:pt idx="8">
                  <c:v>5.1273918922529832E-2</c:v>
                </c:pt>
                <c:pt idx="9">
                  <c:v>5.0524334606170077E-2</c:v>
                </c:pt>
                <c:pt idx="10">
                  <c:v>5.1459234907319074E-2</c:v>
                </c:pt>
                <c:pt idx="11">
                  <c:v>5.3398071458674534E-2</c:v>
                </c:pt>
                <c:pt idx="12">
                  <c:v>5.5833945054499429E-2</c:v>
                </c:pt>
                <c:pt idx="13">
                  <c:v>4.6486909157875608E-2</c:v>
                </c:pt>
                <c:pt idx="14">
                  <c:v>4.3236855419818074E-2</c:v>
                </c:pt>
                <c:pt idx="15">
                  <c:v>5.064994480301778E-2</c:v>
                </c:pt>
                <c:pt idx="16">
                  <c:v>5.5267950396253408E-2</c:v>
                </c:pt>
                <c:pt idx="17">
                  <c:v>5.3382000663502641E-2</c:v>
                </c:pt>
                <c:pt idx="18">
                  <c:v>5.4919324593134249E-2</c:v>
                </c:pt>
                <c:pt idx="19">
                  <c:v>5.2246834494736979E-2</c:v>
                </c:pt>
                <c:pt idx="20">
                  <c:v>5.8879965570994591E-2</c:v>
                </c:pt>
                <c:pt idx="21">
                  <c:v>5.7210385485708483E-2</c:v>
                </c:pt>
                <c:pt idx="22">
                  <c:v>5.7237223873002771E-2</c:v>
                </c:pt>
                <c:pt idx="23">
                  <c:v>5.7535857913621688E-2</c:v>
                </c:pt>
                <c:pt idx="24">
                  <c:v>5.0773849629879478E-2</c:v>
                </c:pt>
                <c:pt idx="25">
                  <c:v>5.6714358430414252E-2</c:v>
                </c:pt>
                <c:pt idx="26">
                  <c:v>5.7919480634164446E-2</c:v>
                </c:pt>
                <c:pt idx="27">
                  <c:v>5.9594279667824393E-2</c:v>
                </c:pt>
                <c:pt idx="28">
                  <c:v>5.3047415231788152E-2</c:v>
                </c:pt>
                <c:pt idx="29">
                  <c:v>5.6080161964855081E-2</c:v>
                </c:pt>
                <c:pt idx="30">
                  <c:v>5.7139926878147916E-2</c:v>
                </c:pt>
                <c:pt idx="31">
                  <c:v>5.1508629714844767E-2</c:v>
                </c:pt>
                <c:pt idx="32">
                  <c:v>5.5999784047774545E-2</c:v>
                </c:pt>
                <c:pt idx="33">
                  <c:v>5.8120424698011111E-2</c:v>
                </c:pt>
                <c:pt idx="34">
                  <c:v>6.0419452359080784E-2</c:v>
                </c:pt>
                <c:pt idx="35">
                  <c:v>5.9025947640834631E-2</c:v>
                </c:pt>
                <c:pt idx="36">
                  <c:v>5.9418985447238643E-2</c:v>
                </c:pt>
                <c:pt idx="37">
                  <c:v>5.7020872702753023E-2</c:v>
                </c:pt>
                <c:pt idx="38">
                  <c:v>6.0986823147290301E-2</c:v>
                </c:pt>
                <c:pt idx="39">
                  <c:v>6.2638741808589582E-2</c:v>
                </c:pt>
                <c:pt idx="40">
                  <c:v>6.8768065734841011E-2</c:v>
                </c:pt>
                <c:pt idx="41">
                  <c:v>7.2782687000032834E-2</c:v>
                </c:pt>
                <c:pt idx="42">
                  <c:v>6.7539530922792385E-2</c:v>
                </c:pt>
                <c:pt idx="43">
                  <c:v>7.1577977268320894E-2</c:v>
                </c:pt>
                <c:pt idx="44">
                  <c:v>4.7287089606283937E-2</c:v>
                </c:pt>
                <c:pt idx="45">
                  <c:v>4.6395496385672877E-2</c:v>
                </c:pt>
                <c:pt idx="46">
                  <c:v>4.4713940536751345E-2</c:v>
                </c:pt>
                <c:pt idx="47">
                  <c:v>4.8832001637943503E-2</c:v>
                </c:pt>
                <c:pt idx="48">
                  <c:v>4.8954380594343205E-2</c:v>
                </c:pt>
                <c:pt idx="49">
                  <c:v>4.9756465677550377E-2</c:v>
                </c:pt>
                <c:pt idx="50">
                  <c:v>5.182897047814522E-2</c:v>
                </c:pt>
                <c:pt idx="51">
                  <c:v>4.4770478290258646E-2</c:v>
                </c:pt>
                <c:pt idx="52">
                  <c:v>5.0103643015246946E-2</c:v>
                </c:pt>
                <c:pt idx="53">
                  <c:v>5.6863193413411929E-2</c:v>
                </c:pt>
                <c:pt idx="54">
                  <c:v>5.6172147833547653E-2</c:v>
                </c:pt>
                <c:pt idx="55">
                  <c:v>5.4545795763712268E-2</c:v>
                </c:pt>
                <c:pt idx="56">
                  <c:v>4.4248670622532481E-2</c:v>
                </c:pt>
                <c:pt idx="57">
                  <c:v>4.2593614908776653E-2</c:v>
                </c:pt>
                <c:pt idx="58">
                  <c:v>4.6114677566286975E-2</c:v>
                </c:pt>
                <c:pt idx="59">
                  <c:v>3.8736601076070958E-2</c:v>
                </c:pt>
                <c:pt idx="60">
                  <c:v>3.8284468815649682E-2</c:v>
                </c:pt>
                <c:pt idx="61">
                  <c:v>3.39271974431547E-2</c:v>
                </c:pt>
                <c:pt idx="62">
                  <c:v>3.1419257290814913E-2</c:v>
                </c:pt>
                <c:pt idx="63">
                  <c:v>2.9265942147220742E-2</c:v>
                </c:pt>
                <c:pt idx="64">
                  <c:v>2.968936964167895E-2</c:v>
                </c:pt>
                <c:pt idx="65">
                  <c:v>3.0075968888288767E-2</c:v>
                </c:pt>
                <c:pt idx="66">
                  <c:v>3.5064013061024669E-2</c:v>
                </c:pt>
                <c:pt idx="67">
                  <c:v>2.8324050479201043E-2</c:v>
                </c:pt>
                <c:pt idx="68">
                  <c:v>3.0473524878505985E-2</c:v>
                </c:pt>
                <c:pt idx="69">
                  <c:v>3.2760058186938487E-2</c:v>
                </c:pt>
                <c:pt idx="70">
                  <c:v>2.6698224503658483E-2</c:v>
                </c:pt>
                <c:pt idx="71">
                  <c:v>2.438670968042864E-2</c:v>
                </c:pt>
                <c:pt idx="72">
                  <c:v>2.5964891051157575E-2</c:v>
                </c:pt>
                <c:pt idx="73">
                  <c:v>2.2819351794300492E-2</c:v>
                </c:pt>
                <c:pt idx="74">
                  <c:v>2.156612867348761E-2</c:v>
                </c:pt>
                <c:pt idx="75">
                  <c:v>1.9159165398478371E-2</c:v>
                </c:pt>
                <c:pt idx="76">
                  <c:v>2.2688658844794044E-2</c:v>
                </c:pt>
                <c:pt idx="77">
                  <c:v>2.3457781167206305E-2</c:v>
                </c:pt>
                <c:pt idx="78">
                  <c:v>2.444250413125262E-2</c:v>
                </c:pt>
                <c:pt idx="79">
                  <c:v>2.3361149755491691E-2</c:v>
                </c:pt>
                <c:pt idx="80">
                  <c:v>2.1968466505643481E-2</c:v>
                </c:pt>
                <c:pt idx="81">
                  <c:v>1.9028224950805406E-2</c:v>
                </c:pt>
                <c:pt idx="82">
                  <c:v>1.8153236850950587E-2</c:v>
                </c:pt>
                <c:pt idx="83">
                  <c:v>1.8584225296346537E-2</c:v>
                </c:pt>
                <c:pt idx="84">
                  <c:v>1.8508370017022577E-2</c:v>
                </c:pt>
                <c:pt idx="85">
                  <c:v>1.788322969503086E-2</c:v>
                </c:pt>
                <c:pt idx="86">
                  <c:v>1.9687852742639015E-2</c:v>
                </c:pt>
                <c:pt idx="87">
                  <c:v>2.0226541785790416E-2</c:v>
                </c:pt>
                <c:pt idx="88">
                  <c:v>1.9292180299449433E-2</c:v>
                </c:pt>
                <c:pt idx="89">
                  <c:v>1.8666996860846621E-2</c:v>
                </c:pt>
                <c:pt idx="90">
                  <c:v>1.8174961136070752E-2</c:v>
                </c:pt>
                <c:pt idx="91">
                  <c:v>1.8569794784052487E-2</c:v>
                </c:pt>
                <c:pt idx="92">
                  <c:v>1.6491684629313073E-2</c:v>
                </c:pt>
                <c:pt idx="93">
                  <c:v>1.4826195254621493E-2</c:v>
                </c:pt>
                <c:pt idx="94">
                  <c:v>1.6617978926176113E-2</c:v>
                </c:pt>
                <c:pt idx="95">
                  <c:v>1.6477786006875644E-2</c:v>
                </c:pt>
                <c:pt idx="96">
                  <c:v>1.8098143897761092E-2</c:v>
                </c:pt>
                <c:pt idx="97">
                  <c:v>1.7893182097442287E-2</c:v>
                </c:pt>
                <c:pt idx="98">
                  <c:v>1.9328781431477263E-2</c:v>
                </c:pt>
                <c:pt idx="99">
                  <c:v>1.913504436666567E-2</c:v>
                </c:pt>
                <c:pt idx="100">
                  <c:v>1.8588348404513459E-2</c:v>
                </c:pt>
                <c:pt idx="101">
                  <c:v>2.0419862794120225E-2</c:v>
                </c:pt>
                <c:pt idx="102">
                  <c:v>1.9967118717797529E-2</c:v>
                </c:pt>
                <c:pt idx="103">
                  <c:v>1.8597707440269777E-2</c:v>
                </c:pt>
                <c:pt idx="104">
                  <c:v>1.82958682078933E-2</c:v>
                </c:pt>
                <c:pt idx="105">
                  <c:v>1.8218513465454226E-2</c:v>
                </c:pt>
                <c:pt idx="106">
                  <c:v>1.8163919629769213E-2</c:v>
                </c:pt>
                <c:pt idx="107">
                  <c:v>1.7827059100058676E-2</c:v>
                </c:pt>
                <c:pt idx="108">
                  <c:v>1.7252240546026358E-2</c:v>
                </c:pt>
                <c:pt idx="109">
                  <c:v>1.8063085410597462E-2</c:v>
                </c:pt>
                <c:pt idx="110">
                  <c:v>1.8561438889717518E-2</c:v>
                </c:pt>
                <c:pt idx="111">
                  <c:v>1.8779817658657792E-2</c:v>
                </c:pt>
                <c:pt idx="112">
                  <c:v>1.9241320777932485E-2</c:v>
                </c:pt>
                <c:pt idx="113">
                  <c:v>1.877594152712404E-2</c:v>
                </c:pt>
                <c:pt idx="114">
                  <c:v>1.9637213437199475E-2</c:v>
                </c:pt>
                <c:pt idx="115">
                  <c:v>1.9682033865423314E-2</c:v>
                </c:pt>
                <c:pt idx="116">
                  <c:v>1.9128413529500742E-2</c:v>
                </c:pt>
                <c:pt idx="117">
                  <c:v>1.9057199407032689E-2</c:v>
                </c:pt>
                <c:pt idx="118">
                  <c:v>1.9255466423227879E-2</c:v>
                </c:pt>
                <c:pt idx="119">
                  <c:v>1.9359494200197919E-2</c:v>
                </c:pt>
                <c:pt idx="120">
                  <c:v>2.0040365891215259E-2</c:v>
                </c:pt>
                <c:pt idx="121">
                  <c:v>2.1272557381952155E-2</c:v>
                </c:pt>
                <c:pt idx="122">
                  <c:v>1.9887623005286775E-2</c:v>
                </c:pt>
                <c:pt idx="123">
                  <c:v>1.7477369242045009E-2</c:v>
                </c:pt>
                <c:pt idx="124">
                  <c:v>1.901504796960676E-2</c:v>
                </c:pt>
                <c:pt idx="125">
                  <c:v>2.1043413420695913E-2</c:v>
                </c:pt>
                <c:pt idx="126">
                  <c:v>2.2322413460325208E-2</c:v>
                </c:pt>
                <c:pt idx="127">
                  <c:v>2.46107873960449E-2</c:v>
                </c:pt>
                <c:pt idx="128">
                  <c:v>2.3724672095344485E-2</c:v>
                </c:pt>
                <c:pt idx="129">
                  <c:v>2.249241790241022E-2</c:v>
                </c:pt>
                <c:pt idx="130">
                  <c:v>2.4232831138146244E-2</c:v>
                </c:pt>
                <c:pt idx="131">
                  <c:v>2.5346413627390135E-2</c:v>
                </c:pt>
                <c:pt idx="132">
                  <c:v>2.4845412643709808E-2</c:v>
                </c:pt>
                <c:pt idx="133">
                  <c:v>2.5343342278196831E-2</c:v>
                </c:pt>
                <c:pt idx="134">
                  <c:v>2.6838166984538524E-2</c:v>
                </c:pt>
                <c:pt idx="135">
                  <c:v>2.5949391730973499E-2</c:v>
                </c:pt>
                <c:pt idx="136">
                  <c:v>2.6031549357250813E-2</c:v>
                </c:pt>
                <c:pt idx="137">
                  <c:v>2.6627065648873245E-2</c:v>
                </c:pt>
                <c:pt idx="138">
                  <c:v>2.6582155092484447E-2</c:v>
                </c:pt>
                <c:pt idx="139">
                  <c:v>2.7795107951965114E-2</c:v>
                </c:pt>
                <c:pt idx="140">
                  <c:v>2.7292557933428666E-2</c:v>
                </c:pt>
                <c:pt idx="141">
                  <c:v>2.8280103063860199E-2</c:v>
                </c:pt>
                <c:pt idx="142">
                  <c:v>2.9453719206017949E-2</c:v>
                </c:pt>
                <c:pt idx="143">
                  <c:v>2.6831001208132567E-2</c:v>
                </c:pt>
                <c:pt idx="144">
                  <c:v>2.6512767987565716E-2</c:v>
                </c:pt>
                <c:pt idx="145">
                  <c:v>2.7364721936929577E-2</c:v>
                </c:pt>
                <c:pt idx="146">
                  <c:v>2.4820968026983335E-2</c:v>
                </c:pt>
                <c:pt idx="147">
                  <c:v>2.4483324071397188E-2</c:v>
                </c:pt>
                <c:pt idx="148">
                  <c:v>2.5481926957230998E-2</c:v>
                </c:pt>
                <c:pt idx="149">
                  <c:v>2.6812715702531357E-2</c:v>
                </c:pt>
                <c:pt idx="150">
                  <c:v>2.6780190866197668E-2</c:v>
                </c:pt>
                <c:pt idx="151">
                  <c:v>2.7633029832483745E-2</c:v>
                </c:pt>
                <c:pt idx="152">
                  <c:v>2.494279606702934E-2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046784"/>
        <c:axId val="211048320"/>
      </c:line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HPA2Yr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Sheet1!$B$2:$B$154</c:f>
              <c:numCache>
                <c:formatCode>General</c:formatCode>
                <c:ptCount val="153"/>
                <c:pt idx="0">
                  <c:v>112.55</c:v>
                </c:pt>
                <c:pt idx="1">
                  <c:v>112.38</c:v>
                </c:pt>
                <c:pt idx="2">
                  <c:v>112.37</c:v>
                </c:pt>
                <c:pt idx="3">
                  <c:v>112.37</c:v>
                </c:pt>
                <c:pt idx="4">
                  <c:v>112.36</c:v>
                </c:pt>
                <c:pt idx="5">
                  <c:v>112.95</c:v>
                </c:pt>
                <c:pt idx="6">
                  <c:v>113.54</c:v>
                </c:pt>
                <c:pt idx="7">
                  <c:v>114.12</c:v>
                </c:pt>
                <c:pt idx="8">
                  <c:v>114.16</c:v>
                </c:pt>
                <c:pt idx="9">
                  <c:v>114.21</c:v>
                </c:pt>
                <c:pt idx="10">
                  <c:v>114.25</c:v>
                </c:pt>
                <c:pt idx="11">
                  <c:v>114.53</c:v>
                </c:pt>
                <c:pt idx="12">
                  <c:v>114.8</c:v>
                </c:pt>
                <c:pt idx="13">
                  <c:v>115.07</c:v>
                </c:pt>
                <c:pt idx="14">
                  <c:v>115.77</c:v>
                </c:pt>
                <c:pt idx="15">
                  <c:v>116.46</c:v>
                </c:pt>
                <c:pt idx="16">
                  <c:v>117.15</c:v>
                </c:pt>
                <c:pt idx="17">
                  <c:v>117.42</c:v>
                </c:pt>
                <c:pt idx="18">
                  <c:v>117.69</c:v>
                </c:pt>
                <c:pt idx="19">
                  <c:v>117.96</c:v>
                </c:pt>
                <c:pt idx="20">
                  <c:v>118.39</c:v>
                </c:pt>
                <c:pt idx="21">
                  <c:v>118.81</c:v>
                </c:pt>
                <c:pt idx="22">
                  <c:v>119.23</c:v>
                </c:pt>
                <c:pt idx="23">
                  <c:v>120.01</c:v>
                </c:pt>
                <c:pt idx="24">
                  <c:v>120.79</c:v>
                </c:pt>
                <c:pt idx="25">
                  <c:v>121.56</c:v>
                </c:pt>
                <c:pt idx="26">
                  <c:v>122.15</c:v>
                </c:pt>
                <c:pt idx="27">
                  <c:v>122.75</c:v>
                </c:pt>
                <c:pt idx="28">
                  <c:v>123.33</c:v>
                </c:pt>
                <c:pt idx="29">
                  <c:v>123.1</c:v>
                </c:pt>
                <c:pt idx="30">
                  <c:v>122.88</c:v>
                </c:pt>
                <c:pt idx="31">
                  <c:v>122.66</c:v>
                </c:pt>
                <c:pt idx="32">
                  <c:v>122.67</c:v>
                </c:pt>
                <c:pt idx="33">
                  <c:v>122.69</c:v>
                </c:pt>
                <c:pt idx="34">
                  <c:v>122.7</c:v>
                </c:pt>
                <c:pt idx="35">
                  <c:v>122.13</c:v>
                </c:pt>
                <c:pt idx="36">
                  <c:v>121.57</c:v>
                </c:pt>
                <c:pt idx="37">
                  <c:v>121.02</c:v>
                </c:pt>
                <c:pt idx="38">
                  <c:v>119.83</c:v>
                </c:pt>
                <c:pt idx="39">
                  <c:v>118.67</c:v>
                </c:pt>
                <c:pt idx="40">
                  <c:v>117.54</c:v>
                </c:pt>
                <c:pt idx="41">
                  <c:v>117.11</c:v>
                </c:pt>
                <c:pt idx="42">
                  <c:v>116.68</c:v>
                </c:pt>
                <c:pt idx="43">
                  <c:v>116.26</c:v>
                </c:pt>
                <c:pt idx="44">
                  <c:v>115.52</c:v>
                </c:pt>
                <c:pt idx="45">
                  <c:v>114.78</c:v>
                </c:pt>
                <c:pt idx="46">
                  <c:v>114.06</c:v>
                </c:pt>
                <c:pt idx="47">
                  <c:v>112.84</c:v>
                </c:pt>
                <c:pt idx="48">
                  <c:v>111.64</c:v>
                </c:pt>
                <c:pt idx="49">
                  <c:v>110.46</c:v>
                </c:pt>
                <c:pt idx="50">
                  <c:v>108.96</c:v>
                </c:pt>
                <c:pt idx="51">
                  <c:v>107.49</c:v>
                </c:pt>
                <c:pt idx="52">
                  <c:v>106.05</c:v>
                </c:pt>
                <c:pt idx="53">
                  <c:v>105.16</c:v>
                </c:pt>
                <c:pt idx="54">
                  <c:v>104.28</c:v>
                </c:pt>
                <c:pt idx="55">
                  <c:v>103.41</c:v>
                </c:pt>
                <c:pt idx="56">
                  <c:v>102.62</c:v>
                </c:pt>
                <c:pt idx="57">
                  <c:v>101.84</c:v>
                </c:pt>
                <c:pt idx="58">
                  <c:v>101.07</c:v>
                </c:pt>
                <c:pt idx="59">
                  <c:v>99.89</c:v>
                </c:pt>
                <c:pt idx="60">
                  <c:v>98.73</c:v>
                </c:pt>
                <c:pt idx="61">
                  <c:v>97.57</c:v>
                </c:pt>
                <c:pt idx="62">
                  <c:v>96.28</c:v>
                </c:pt>
                <c:pt idx="63">
                  <c:v>95.01</c:v>
                </c:pt>
                <c:pt idx="64">
                  <c:v>93.74</c:v>
                </c:pt>
                <c:pt idx="65">
                  <c:v>93.15</c:v>
                </c:pt>
                <c:pt idx="66">
                  <c:v>92.55</c:v>
                </c:pt>
                <c:pt idx="67">
                  <c:v>91.97</c:v>
                </c:pt>
                <c:pt idx="68">
                  <c:v>92.08</c:v>
                </c:pt>
                <c:pt idx="69">
                  <c:v>92.19</c:v>
                </c:pt>
                <c:pt idx="70">
                  <c:v>92.31</c:v>
                </c:pt>
                <c:pt idx="71">
                  <c:v>91.51</c:v>
                </c:pt>
                <c:pt idx="72">
                  <c:v>90.71</c:v>
                </c:pt>
                <c:pt idx="73">
                  <c:v>89.92</c:v>
                </c:pt>
                <c:pt idx="74">
                  <c:v>89.45</c:v>
                </c:pt>
                <c:pt idx="75">
                  <c:v>88.99</c:v>
                </c:pt>
                <c:pt idx="76">
                  <c:v>88.52</c:v>
                </c:pt>
                <c:pt idx="77">
                  <c:v>88.39</c:v>
                </c:pt>
                <c:pt idx="78">
                  <c:v>88.26</c:v>
                </c:pt>
                <c:pt idx="79">
                  <c:v>88.13</c:v>
                </c:pt>
                <c:pt idx="80">
                  <c:v>87.98</c:v>
                </c:pt>
                <c:pt idx="81">
                  <c:v>87.84</c:v>
                </c:pt>
                <c:pt idx="82">
                  <c:v>87.69</c:v>
                </c:pt>
                <c:pt idx="83">
                  <c:v>88.16</c:v>
                </c:pt>
                <c:pt idx="84">
                  <c:v>88.63</c:v>
                </c:pt>
                <c:pt idx="85">
                  <c:v>89.12</c:v>
                </c:pt>
                <c:pt idx="86">
                  <c:v>90.35</c:v>
                </c:pt>
                <c:pt idx="87">
                  <c:v>91.6</c:v>
                </c:pt>
                <c:pt idx="88">
                  <c:v>92.88</c:v>
                </c:pt>
                <c:pt idx="89">
                  <c:v>92.93</c:v>
                </c:pt>
                <c:pt idx="90">
                  <c:v>92.99</c:v>
                </c:pt>
                <c:pt idx="91">
                  <c:v>93.04</c:v>
                </c:pt>
                <c:pt idx="92">
                  <c:v>91.96</c:v>
                </c:pt>
                <c:pt idx="93">
                  <c:v>90.88</c:v>
                </c:pt>
                <c:pt idx="94">
                  <c:v>89.81</c:v>
                </c:pt>
                <c:pt idx="95">
                  <c:v>90.1</c:v>
                </c:pt>
                <c:pt idx="96">
                  <c:v>90.4</c:v>
                </c:pt>
                <c:pt idx="97">
                  <c:v>90.7</c:v>
                </c:pt>
                <c:pt idx="98">
                  <c:v>91.74</c:v>
                </c:pt>
                <c:pt idx="99">
                  <c:v>92.81</c:v>
                </c:pt>
                <c:pt idx="100">
                  <c:v>93.89</c:v>
                </c:pt>
                <c:pt idx="101">
                  <c:v>94.26</c:v>
                </c:pt>
                <c:pt idx="102">
                  <c:v>94.63</c:v>
                </c:pt>
                <c:pt idx="103">
                  <c:v>95.01</c:v>
                </c:pt>
                <c:pt idx="104">
                  <c:v>95.06</c:v>
                </c:pt>
                <c:pt idx="105">
                  <c:v>95.12</c:v>
                </c:pt>
                <c:pt idx="106">
                  <c:v>95.17</c:v>
                </c:pt>
                <c:pt idx="107">
                  <c:v>95.34</c:v>
                </c:pt>
                <c:pt idx="108">
                  <c:v>95.5</c:v>
                </c:pt>
                <c:pt idx="109">
                  <c:v>95.67</c:v>
                </c:pt>
                <c:pt idx="110">
                  <c:v>95.77</c:v>
                </c:pt>
                <c:pt idx="111">
                  <c:v>95.88</c:v>
                </c:pt>
                <c:pt idx="112">
                  <c:v>95.98</c:v>
                </c:pt>
                <c:pt idx="113">
                  <c:v>96.47</c:v>
                </c:pt>
                <c:pt idx="114">
                  <c:v>96.97</c:v>
                </c:pt>
                <c:pt idx="115">
                  <c:v>97.47</c:v>
                </c:pt>
                <c:pt idx="116">
                  <c:v>98.55</c:v>
                </c:pt>
                <c:pt idx="117">
                  <c:v>99.64</c:v>
                </c:pt>
                <c:pt idx="118">
                  <c:v>100.76</c:v>
                </c:pt>
                <c:pt idx="119">
                  <c:v>101.88</c:v>
                </c:pt>
                <c:pt idx="120">
                  <c:v>103</c:v>
                </c:pt>
                <c:pt idx="121">
                  <c:v>104.14</c:v>
                </c:pt>
                <c:pt idx="122">
                  <c:v>104.44</c:v>
                </c:pt>
                <c:pt idx="123">
                  <c:v>104.74</c:v>
                </c:pt>
                <c:pt idx="124">
                  <c:v>105.03</c:v>
                </c:pt>
                <c:pt idx="125">
                  <c:v>105.2</c:v>
                </c:pt>
                <c:pt idx="126">
                  <c:v>105.38</c:v>
                </c:pt>
                <c:pt idx="127">
                  <c:v>105.55</c:v>
                </c:pt>
                <c:pt idx="128">
                  <c:v>106.24</c:v>
                </c:pt>
                <c:pt idx="129">
                  <c:v>106.93</c:v>
                </c:pt>
                <c:pt idx="130">
                  <c:v>107.63</c:v>
                </c:pt>
                <c:pt idx="131">
                  <c:v>108.51</c:v>
                </c:pt>
                <c:pt idx="132">
                  <c:v>109.39</c:v>
                </c:pt>
                <c:pt idx="133">
                  <c:v>110.28</c:v>
                </c:pt>
                <c:pt idx="134">
                  <c:v>110.37</c:v>
                </c:pt>
                <c:pt idx="135">
                  <c:v>110.47</c:v>
                </c:pt>
                <c:pt idx="136">
                  <c:v>110.56</c:v>
                </c:pt>
                <c:pt idx="137">
                  <c:v>110.58</c:v>
                </c:pt>
                <c:pt idx="138">
                  <c:v>110.61</c:v>
                </c:pt>
                <c:pt idx="139">
                  <c:v>110.63</c:v>
                </c:pt>
                <c:pt idx="140">
                  <c:v>110.78</c:v>
                </c:pt>
                <c:pt idx="141">
                  <c:v>110.93</c:v>
                </c:pt>
                <c:pt idx="142">
                  <c:v>111.08</c:v>
                </c:pt>
                <c:pt idx="143">
                  <c:v>111.22</c:v>
                </c:pt>
                <c:pt idx="144">
                  <c:v>111.36</c:v>
                </c:pt>
                <c:pt idx="145">
                  <c:v>111.49</c:v>
                </c:pt>
                <c:pt idx="146">
                  <c:v>111.53</c:v>
                </c:pt>
                <c:pt idx="147">
                  <c:v>111.56</c:v>
                </c:pt>
                <c:pt idx="148">
                  <c:v>111.6</c:v>
                </c:pt>
                <c:pt idx="149">
                  <c:v>111.52</c:v>
                </c:pt>
                <c:pt idx="150">
                  <c:v>111.45</c:v>
                </c:pt>
                <c:pt idx="151">
                  <c:v>111.37</c:v>
                </c:pt>
                <c:pt idx="152">
                  <c:v>111.31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068800"/>
        <c:axId val="211066880"/>
      </c:lineChart>
      <c:dateAx>
        <c:axId val="21104678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crossAx val="211048320"/>
        <c:crosses val="autoZero"/>
        <c:auto val="1"/>
        <c:lblOffset val="100"/>
        <c:baseTimeUnit val="months"/>
        <c:majorUnit val="12"/>
        <c:majorTimeUnit val="months"/>
      </c:dateAx>
      <c:valAx>
        <c:axId val="211048320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MCAI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1046784"/>
        <c:crosses val="autoZero"/>
        <c:crossBetween val="between"/>
      </c:valAx>
      <c:valAx>
        <c:axId val="211066880"/>
        <c:scaling>
          <c:orientation val="minMax"/>
          <c:min val="8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HPA2Yr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1068800"/>
        <c:crosses val="max"/>
        <c:crossBetween val="between"/>
      </c:valAx>
      <c:dateAx>
        <c:axId val="211068800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1066880"/>
        <c:crosses val="autoZero"/>
        <c:auto val="1"/>
        <c:lblOffset val="100"/>
        <c:baseTimeUnit val="months"/>
      </c:date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Tracking Error-ma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Sheet1!$A$2:$A$141</c:f>
              <c:numCache>
                <c:formatCode>m/d/yyyy</c:formatCode>
                <c:ptCount val="140"/>
                <c:pt idx="0">
                  <c:v>37895</c:v>
                </c:pt>
                <c:pt idx="1">
                  <c:v>37926</c:v>
                </c:pt>
                <c:pt idx="2">
                  <c:v>37956</c:v>
                </c:pt>
                <c:pt idx="3">
                  <c:v>37987</c:v>
                </c:pt>
                <c:pt idx="4">
                  <c:v>38018</c:v>
                </c:pt>
                <c:pt idx="5">
                  <c:v>38047</c:v>
                </c:pt>
                <c:pt idx="6">
                  <c:v>38078</c:v>
                </c:pt>
                <c:pt idx="7">
                  <c:v>38200</c:v>
                </c:pt>
                <c:pt idx="8">
                  <c:v>38231</c:v>
                </c:pt>
                <c:pt idx="9">
                  <c:v>38261</c:v>
                </c:pt>
                <c:pt idx="10">
                  <c:v>38292</c:v>
                </c:pt>
                <c:pt idx="11">
                  <c:v>38322</c:v>
                </c:pt>
                <c:pt idx="12">
                  <c:v>38353</c:v>
                </c:pt>
                <c:pt idx="13">
                  <c:v>38384</c:v>
                </c:pt>
                <c:pt idx="14">
                  <c:v>38412</c:v>
                </c:pt>
                <c:pt idx="15">
                  <c:v>38443</c:v>
                </c:pt>
                <c:pt idx="16">
                  <c:v>38473</c:v>
                </c:pt>
                <c:pt idx="17">
                  <c:v>38504</c:v>
                </c:pt>
                <c:pt idx="18">
                  <c:v>38534</c:v>
                </c:pt>
                <c:pt idx="19">
                  <c:v>38565</c:v>
                </c:pt>
                <c:pt idx="20">
                  <c:v>38596</c:v>
                </c:pt>
                <c:pt idx="21">
                  <c:v>38626</c:v>
                </c:pt>
                <c:pt idx="22">
                  <c:v>38657</c:v>
                </c:pt>
                <c:pt idx="23">
                  <c:v>38687</c:v>
                </c:pt>
                <c:pt idx="24">
                  <c:v>38718</c:v>
                </c:pt>
                <c:pt idx="25">
                  <c:v>38749</c:v>
                </c:pt>
                <c:pt idx="26">
                  <c:v>38777</c:v>
                </c:pt>
                <c:pt idx="27">
                  <c:v>38808</c:v>
                </c:pt>
                <c:pt idx="28">
                  <c:v>38838</c:v>
                </c:pt>
                <c:pt idx="29">
                  <c:v>38869</c:v>
                </c:pt>
                <c:pt idx="30">
                  <c:v>38899</c:v>
                </c:pt>
                <c:pt idx="31">
                  <c:v>38930</c:v>
                </c:pt>
                <c:pt idx="32">
                  <c:v>38961</c:v>
                </c:pt>
                <c:pt idx="33">
                  <c:v>38991</c:v>
                </c:pt>
                <c:pt idx="34">
                  <c:v>39022</c:v>
                </c:pt>
                <c:pt idx="35">
                  <c:v>39052</c:v>
                </c:pt>
                <c:pt idx="36">
                  <c:v>39083</c:v>
                </c:pt>
                <c:pt idx="37">
                  <c:v>39114</c:v>
                </c:pt>
                <c:pt idx="38">
                  <c:v>39142</c:v>
                </c:pt>
                <c:pt idx="39">
                  <c:v>39173</c:v>
                </c:pt>
                <c:pt idx="40">
                  <c:v>39203</c:v>
                </c:pt>
                <c:pt idx="41">
                  <c:v>39234</c:v>
                </c:pt>
                <c:pt idx="42">
                  <c:v>39264</c:v>
                </c:pt>
                <c:pt idx="43">
                  <c:v>39295</c:v>
                </c:pt>
                <c:pt idx="44">
                  <c:v>39326</c:v>
                </c:pt>
                <c:pt idx="45">
                  <c:v>39356</c:v>
                </c:pt>
                <c:pt idx="46">
                  <c:v>39387</c:v>
                </c:pt>
                <c:pt idx="47">
                  <c:v>39417</c:v>
                </c:pt>
                <c:pt idx="48">
                  <c:v>39448</c:v>
                </c:pt>
                <c:pt idx="49">
                  <c:v>39479</c:v>
                </c:pt>
                <c:pt idx="50">
                  <c:v>39508</c:v>
                </c:pt>
                <c:pt idx="51">
                  <c:v>39539</c:v>
                </c:pt>
                <c:pt idx="52">
                  <c:v>39569</c:v>
                </c:pt>
                <c:pt idx="53">
                  <c:v>39600</c:v>
                </c:pt>
                <c:pt idx="54">
                  <c:v>39630</c:v>
                </c:pt>
                <c:pt idx="55">
                  <c:v>39661</c:v>
                </c:pt>
                <c:pt idx="56">
                  <c:v>39692</c:v>
                </c:pt>
                <c:pt idx="57">
                  <c:v>39722</c:v>
                </c:pt>
                <c:pt idx="58">
                  <c:v>39753</c:v>
                </c:pt>
                <c:pt idx="59">
                  <c:v>39783</c:v>
                </c:pt>
                <c:pt idx="60">
                  <c:v>39814</c:v>
                </c:pt>
                <c:pt idx="61">
                  <c:v>39845</c:v>
                </c:pt>
                <c:pt idx="62">
                  <c:v>39873</c:v>
                </c:pt>
                <c:pt idx="63">
                  <c:v>39904</c:v>
                </c:pt>
                <c:pt idx="64">
                  <c:v>39934</c:v>
                </c:pt>
                <c:pt idx="65">
                  <c:v>39965</c:v>
                </c:pt>
                <c:pt idx="66">
                  <c:v>39995</c:v>
                </c:pt>
                <c:pt idx="67">
                  <c:v>40026</c:v>
                </c:pt>
                <c:pt idx="68">
                  <c:v>40057</c:v>
                </c:pt>
                <c:pt idx="69">
                  <c:v>40087</c:v>
                </c:pt>
                <c:pt idx="70">
                  <c:v>40118</c:v>
                </c:pt>
                <c:pt idx="71">
                  <c:v>40148</c:v>
                </c:pt>
                <c:pt idx="72">
                  <c:v>40179</c:v>
                </c:pt>
                <c:pt idx="73">
                  <c:v>40210</c:v>
                </c:pt>
                <c:pt idx="74">
                  <c:v>40238</c:v>
                </c:pt>
                <c:pt idx="75">
                  <c:v>40269</c:v>
                </c:pt>
                <c:pt idx="76">
                  <c:v>40299</c:v>
                </c:pt>
                <c:pt idx="77">
                  <c:v>40330</c:v>
                </c:pt>
                <c:pt idx="78">
                  <c:v>40360</c:v>
                </c:pt>
                <c:pt idx="79">
                  <c:v>40544</c:v>
                </c:pt>
                <c:pt idx="80">
                  <c:v>40575</c:v>
                </c:pt>
                <c:pt idx="81">
                  <c:v>40603</c:v>
                </c:pt>
                <c:pt idx="82">
                  <c:v>40634</c:v>
                </c:pt>
                <c:pt idx="83">
                  <c:v>40664</c:v>
                </c:pt>
                <c:pt idx="84">
                  <c:v>40695</c:v>
                </c:pt>
                <c:pt idx="85">
                  <c:v>40725</c:v>
                </c:pt>
                <c:pt idx="86">
                  <c:v>40756</c:v>
                </c:pt>
                <c:pt idx="87">
                  <c:v>40787</c:v>
                </c:pt>
                <c:pt idx="88">
                  <c:v>40817</c:v>
                </c:pt>
                <c:pt idx="89">
                  <c:v>40848</c:v>
                </c:pt>
                <c:pt idx="90">
                  <c:v>40878</c:v>
                </c:pt>
                <c:pt idx="91">
                  <c:v>40909</c:v>
                </c:pt>
                <c:pt idx="92">
                  <c:v>40940</c:v>
                </c:pt>
                <c:pt idx="93">
                  <c:v>40969</c:v>
                </c:pt>
                <c:pt idx="94">
                  <c:v>41000</c:v>
                </c:pt>
                <c:pt idx="95">
                  <c:v>41030</c:v>
                </c:pt>
                <c:pt idx="96">
                  <c:v>41061</c:v>
                </c:pt>
                <c:pt idx="97">
                  <c:v>41091</c:v>
                </c:pt>
                <c:pt idx="98">
                  <c:v>41122</c:v>
                </c:pt>
                <c:pt idx="99">
                  <c:v>41153</c:v>
                </c:pt>
                <c:pt idx="100">
                  <c:v>41183</c:v>
                </c:pt>
                <c:pt idx="101">
                  <c:v>41214</c:v>
                </c:pt>
                <c:pt idx="102">
                  <c:v>41244</c:v>
                </c:pt>
                <c:pt idx="103">
                  <c:v>41275</c:v>
                </c:pt>
                <c:pt idx="104">
                  <c:v>41306</c:v>
                </c:pt>
                <c:pt idx="105">
                  <c:v>41334</c:v>
                </c:pt>
                <c:pt idx="106">
                  <c:v>41365</c:v>
                </c:pt>
                <c:pt idx="107">
                  <c:v>41395</c:v>
                </c:pt>
                <c:pt idx="108">
                  <c:v>41426</c:v>
                </c:pt>
                <c:pt idx="109">
                  <c:v>41456</c:v>
                </c:pt>
                <c:pt idx="110">
                  <c:v>41487</c:v>
                </c:pt>
                <c:pt idx="111">
                  <c:v>41518</c:v>
                </c:pt>
                <c:pt idx="112">
                  <c:v>41548</c:v>
                </c:pt>
                <c:pt idx="113">
                  <c:v>41579</c:v>
                </c:pt>
                <c:pt idx="114">
                  <c:v>41609</c:v>
                </c:pt>
                <c:pt idx="115">
                  <c:v>41640</c:v>
                </c:pt>
                <c:pt idx="116">
                  <c:v>41671</c:v>
                </c:pt>
                <c:pt idx="117">
                  <c:v>41699</c:v>
                </c:pt>
                <c:pt idx="118">
                  <c:v>41730</c:v>
                </c:pt>
                <c:pt idx="119">
                  <c:v>41760</c:v>
                </c:pt>
                <c:pt idx="120">
                  <c:v>41791</c:v>
                </c:pt>
                <c:pt idx="121">
                  <c:v>41821</c:v>
                </c:pt>
                <c:pt idx="122">
                  <c:v>41852</c:v>
                </c:pt>
                <c:pt idx="123">
                  <c:v>41883</c:v>
                </c:pt>
                <c:pt idx="124">
                  <c:v>41913</c:v>
                </c:pt>
                <c:pt idx="125">
                  <c:v>41944</c:v>
                </c:pt>
                <c:pt idx="126">
                  <c:v>41974</c:v>
                </c:pt>
                <c:pt idx="127">
                  <c:v>42005</c:v>
                </c:pt>
                <c:pt idx="128">
                  <c:v>42036</c:v>
                </c:pt>
                <c:pt idx="129">
                  <c:v>42064</c:v>
                </c:pt>
                <c:pt idx="130">
                  <c:v>42095</c:v>
                </c:pt>
                <c:pt idx="131">
                  <c:v>42125</c:v>
                </c:pt>
                <c:pt idx="132">
                  <c:v>42156</c:v>
                </c:pt>
                <c:pt idx="133">
                  <c:v>42186</c:v>
                </c:pt>
                <c:pt idx="134">
                  <c:v>42217</c:v>
                </c:pt>
                <c:pt idx="135">
                  <c:v>42248</c:v>
                </c:pt>
                <c:pt idx="136">
                  <c:v>42278</c:v>
                </c:pt>
                <c:pt idx="137">
                  <c:v>42309</c:v>
                </c:pt>
                <c:pt idx="138">
                  <c:v>42339</c:v>
                </c:pt>
                <c:pt idx="139">
                  <c:v>42370</c:v>
                </c:pt>
              </c:numCache>
            </c:numRef>
          </c:cat>
          <c:val>
            <c:numRef>
              <c:f>Sheet1!$B$2:$B$141</c:f>
              <c:numCache>
                <c:formatCode>General</c:formatCode>
                <c:ptCount val="140"/>
                <c:pt idx="0">
                  <c:v>-0.31728596525216335</c:v>
                </c:pt>
                <c:pt idx="1">
                  <c:v>-0.59394187912888163</c:v>
                </c:pt>
                <c:pt idx="2">
                  <c:v>-1.0233888462536684</c:v>
                </c:pt>
                <c:pt idx="3">
                  <c:v>-1.2177003246725031</c:v>
                </c:pt>
                <c:pt idx="4">
                  <c:v>-1.0907421671697433</c:v>
                </c:pt>
                <c:pt idx="5">
                  <c:v>-0.16023211711856331</c:v>
                </c:pt>
                <c:pt idx="6">
                  <c:v>6.7271499136836679E-2</c:v>
                </c:pt>
                <c:pt idx="7">
                  <c:v>2.5237183096983675E-3</c:v>
                </c:pt>
                <c:pt idx="8">
                  <c:v>-0.11541585636516838</c:v>
                </c:pt>
                <c:pt idx="9">
                  <c:v>-4.1974625355050067E-2</c:v>
                </c:pt>
                <c:pt idx="10">
                  <c:v>-0.13320242133643015</c:v>
                </c:pt>
                <c:pt idx="11">
                  <c:v>-0.20291375859256666</c:v>
                </c:pt>
                <c:pt idx="12">
                  <c:v>-0.20941604456160171</c:v>
                </c:pt>
                <c:pt idx="13">
                  <c:v>-0.11379342343833176</c:v>
                </c:pt>
                <c:pt idx="14">
                  <c:v>-6.274357148166991E-2</c:v>
                </c:pt>
                <c:pt idx="15">
                  <c:v>-0.11758814218022495</c:v>
                </c:pt>
                <c:pt idx="16">
                  <c:v>-9.1150826846932986E-3</c:v>
                </c:pt>
                <c:pt idx="17">
                  <c:v>0.22988808077506842</c:v>
                </c:pt>
                <c:pt idx="18">
                  <c:v>0.44608119115507855</c:v>
                </c:pt>
                <c:pt idx="19">
                  <c:v>0.46878739054664847</c:v>
                </c:pt>
                <c:pt idx="20">
                  <c:v>0.51972827161112656</c:v>
                </c:pt>
                <c:pt idx="21">
                  <c:v>0.55718289589521142</c:v>
                </c:pt>
                <c:pt idx="22">
                  <c:v>0.38239861013024984</c:v>
                </c:pt>
                <c:pt idx="23">
                  <c:v>6.2935819758076342E-2</c:v>
                </c:pt>
                <c:pt idx="24">
                  <c:v>-0.28013984235851863</c:v>
                </c:pt>
                <c:pt idx="25">
                  <c:v>-0.30393333787802695</c:v>
                </c:pt>
                <c:pt idx="26">
                  <c:v>-0.36733502855006012</c:v>
                </c:pt>
                <c:pt idx="27">
                  <c:v>-0.19740622038198494</c:v>
                </c:pt>
                <c:pt idx="28">
                  <c:v>-6.6589842221141726E-2</c:v>
                </c:pt>
                <c:pt idx="29">
                  <c:v>0.20080908004330814</c:v>
                </c:pt>
                <c:pt idx="30">
                  <c:v>0.45052386384203819</c:v>
                </c:pt>
                <c:pt idx="31">
                  <c:v>0.45425817851361189</c:v>
                </c:pt>
                <c:pt idx="32">
                  <c:v>0.68789117174178205</c:v>
                </c:pt>
                <c:pt idx="33">
                  <c:v>0.51787646082362848</c:v>
                </c:pt>
                <c:pt idx="34">
                  <c:v>0.50442261624078688</c:v>
                </c:pt>
                <c:pt idx="35">
                  <c:v>0.44984190255982526</c:v>
                </c:pt>
                <c:pt idx="36">
                  <c:v>0.24190363093452674</c:v>
                </c:pt>
                <c:pt idx="37">
                  <c:v>0.14047277605903652</c:v>
                </c:pt>
                <c:pt idx="38">
                  <c:v>-6.1100781743718656E-2</c:v>
                </c:pt>
                <c:pt idx="39">
                  <c:v>1.4654882556001336E-2</c:v>
                </c:pt>
                <c:pt idx="40">
                  <c:v>-1.9160252993912035E-2</c:v>
                </c:pt>
                <c:pt idx="41">
                  <c:v>-7.6323234582558477E-2</c:v>
                </c:pt>
                <c:pt idx="42">
                  <c:v>-0.29252867644933334</c:v>
                </c:pt>
                <c:pt idx="43">
                  <c:v>-0.4650134949297467</c:v>
                </c:pt>
                <c:pt idx="44">
                  <c:v>-0.52099478524588505</c:v>
                </c:pt>
                <c:pt idx="45">
                  <c:v>-0.7912208570458733</c:v>
                </c:pt>
                <c:pt idx="46">
                  <c:v>-0.91212098485055326</c:v>
                </c:pt>
                <c:pt idx="47">
                  <c:v>-0.93525497738841834</c:v>
                </c:pt>
                <c:pt idx="48">
                  <c:v>-0.74893557739163008</c:v>
                </c:pt>
                <c:pt idx="49">
                  <c:v>-0.66760738457882673</c:v>
                </c:pt>
                <c:pt idx="50">
                  <c:v>-0.81020809148589512</c:v>
                </c:pt>
                <c:pt idx="51">
                  <c:v>-0.85063315986513677</c:v>
                </c:pt>
                <c:pt idx="52">
                  <c:v>-0.74830386283719008</c:v>
                </c:pt>
                <c:pt idx="53">
                  <c:v>-0.72154419287379168</c:v>
                </c:pt>
                <c:pt idx="54">
                  <c:v>-0.74647715826639682</c:v>
                </c:pt>
                <c:pt idx="55">
                  <c:v>-0.55359962912056193</c:v>
                </c:pt>
                <c:pt idx="56">
                  <c:v>-0.4059320092563235</c:v>
                </c:pt>
                <c:pt idx="57">
                  <c:v>-0.22051383740874675</c:v>
                </c:pt>
                <c:pt idx="58">
                  <c:v>-9.9140774845078328E-2</c:v>
                </c:pt>
                <c:pt idx="59">
                  <c:v>-0.19310137283892673</c:v>
                </c:pt>
                <c:pt idx="60">
                  <c:v>-1.9895102316691633E-2</c:v>
                </c:pt>
                <c:pt idx="61">
                  <c:v>-8.3083646063881592E-2</c:v>
                </c:pt>
                <c:pt idx="62">
                  <c:v>-6.8029168415824917E-2</c:v>
                </c:pt>
                <c:pt idx="63">
                  <c:v>-7.3615464728638544E-2</c:v>
                </c:pt>
                <c:pt idx="64">
                  <c:v>-4.8467462107350721E-2</c:v>
                </c:pt>
                <c:pt idx="65">
                  <c:v>0.17600596818961645</c:v>
                </c:pt>
                <c:pt idx="66">
                  <c:v>1.0927382901839755E-2</c:v>
                </c:pt>
                <c:pt idx="67">
                  <c:v>0.13355630893595977</c:v>
                </c:pt>
                <c:pt idx="68">
                  <c:v>0.28170492630575478</c:v>
                </c:pt>
                <c:pt idx="69">
                  <c:v>0.40634482208625161</c:v>
                </c:pt>
                <c:pt idx="70">
                  <c:v>0.43375371848459049</c:v>
                </c:pt>
                <c:pt idx="71">
                  <c:v>0.45158997381525839</c:v>
                </c:pt>
                <c:pt idx="72">
                  <c:v>0.65703354597666674</c:v>
                </c:pt>
                <c:pt idx="73">
                  <c:v>0.70960707171196347</c:v>
                </c:pt>
                <c:pt idx="74">
                  <c:v>0.78880874000412504</c:v>
                </c:pt>
                <c:pt idx="75">
                  <c:v>0.90016628412171507</c:v>
                </c:pt>
                <c:pt idx="76">
                  <c:v>0.93366230490800994</c:v>
                </c:pt>
                <c:pt idx="77">
                  <c:v>0.99957693715571161</c:v>
                </c:pt>
                <c:pt idx="78">
                  <c:v>1.0980750951134099</c:v>
                </c:pt>
                <c:pt idx="79">
                  <c:v>0.86756513390322254</c:v>
                </c:pt>
                <c:pt idx="80">
                  <c:v>0.70070708083949074</c:v>
                </c:pt>
                <c:pt idx="81">
                  <c:v>0.56085774947652256</c:v>
                </c:pt>
                <c:pt idx="82">
                  <c:v>0.5177205567519958</c:v>
                </c:pt>
                <c:pt idx="83">
                  <c:v>0.41826931247052085</c:v>
                </c:pt>
                <c:pt idx="84">
                  <c:v>0.24673039787928089</c:v>
                </c:pt>
                <c:pt idx="85">
                  <c:v>0.42073579196826677</c:v>
                </c:pt>
                <c:pt idx="86">
                  <c:v>0.53305835603400509</c:v>
                </c:pt>
                <c:pt idx="87">
                  <c:v>0.36931122763419832</c:v>
                </c:pt>
                <c:pt idx="88">
                  <c:v>5.5900445198560002E-2</c:v>
                </c:pt>
                <c:pt idx="89">
                  <c:v>-4.7390724215048384E-2</c:v>
                </c:pt>
                <c:pt idx="90">
                  <c:v>3.0937426807716755E-2</c:v>
                </c:pt>
                <c:pt idx="91">
                  <c:v>-0.10076131386711822</c:v>
                </c:pt>
                <c:pt idx="92">
                  <c:v>-0.26893781328711502</c:v>
                </c:pt>
                <c:pt idx="93">
                  <c:v>-0.34867488539003216</c:v>
                </c:pt>
                <c:pt idx="94">
                  <c:v>-0.21852759881835152</c:v>
                </c:pt>
                <c:pt idx="95">
                  <c:v>-0.34068469657677669</c:v>
                </c:pt>
                <c:pt idx="96">
                  <c:v>-0.60420044351273594</c:v>
                </c:pt>
                <c:pt idx="97">
                  <c:v>-0.6642827419162517</c:v>
                </c:pt>
                <c:pt idx="98">
                  <c:v>-0.75338893133965834</c:v>
                </c:pt>
                <c:pt idx="99">
                  <c:v>-0.68269419089088146</c:v>
                </c:pt>
                <c:pt idx="100">
                  <c:v>-0.71046661908745257</c:v>
                </c:pt>
                <c:pt idx="101">
                  <c:v>-0.68332689465247742</c:v>
                </c:pt>
                <c:pt idx="102">
                  <c:v>-0.64854227443003165</c:v>
                </c:pt>
                <c:pt idx="103">
                  <c:v>-0.58512907614387</c:v>
                </c:pt>
                <c:pt idx="104">
                  <c:v>-0.4633985494064185</c:v>
                </c:pt>
                <c:pt idx="105">
                  <c:v>-0.43786526138479731</c:v>
                </c:pt>
                <c:pt idx="106">
                  <c:v>-0.44132407243612409</c:v>
                </c:pt>
                <c:pt idx="107">
                  <c:v>-0.48924093265778829</c:v>
                </c:pt>
                <c:pt idx="108">
                  <c:v>-0.48475261671392533</c:v>
                </c:pt>
                <c:pt idx="109">
                  <c:v>-0.55377421627174817</c:v>
                </c:pt>
                <c:pt idx="110">
                  <c:v>-0.57795274560341114</c:v>
                </c:pt>
                <c:pt idx="111">
                  <c:v>-0.52810672891559862</c:v>
                </c:pt>
                <c:pt idx="112">
                  <c:v>-0.41982110619554319</c:v>
                </c:pt>
                <c:pt idx="113">
                  <c:v>-0.17955010570262905</c:v>
                </c:pt>
                <c:pt idx="114">
                  <c:v>2.9583840159854935E-2</c:v>
                </c:pt>
                <c:pt idx="115">
                  <c:v>0.28022290309963988</c:v>
                </c:pt>
                <c:pt idx="116">
                  <c:v>0.50079218038540829</c:v>
                </c:pt>
                <c:pt idx="117">
                  <c:v>0.74363343026032835</c:v>
                </c:pt>
                <c:pt idx="118">
                  <c:v>1.02642777077562</c:v>
                </c:pt>
                <c:pt idx="119">
                  <c:v>1.2153610381241335</c:v>
                </c:pt>
                <c:pt idx="120">
                  <c:v>1.4954904963526732</c:v>
                </c:pt>
                <c:pt idx="121">
                  <c:v>1.7621557718878984</c:v>
                </c:pt>
                <c:pt idx="122">
                  <c:v>2.120877387459343</c:v>
                </c:pt>
                <c:pt idx="123">
                  <c:v>2.3236351106925897</c:v>
                </c:pt>
                <c:pt idx="124">
                  <c:v>2.4325239671926333</c:v>
                </c:pt>
                <c:pt idx="125">
                  <c:v>2.6104164076129917</c:v>
                </c:pt>
                <c:pt idx="126">
                  <c:v>2.649153878896958</c:v>
                </c:pt>
                <c:pt idx="127">
                  <c:v>2.4873520386763417</c:v>
                </c:pt>
                <c:pt idx="128">
                  <c:v>2.0209404984634545</c:v>
                </c:pt>
                <c:pt idx="129">
                  <c:v>1.6372018448624563</c:v>
                </c:pt>
                <c:pt idx="130">
                  <c:v>1.3062406716453678</c:v>
                </c:pt>
                <c:pt idx="131">
                  <c:v>0.89686767878177287</c:v>
                </c:pt>
                <c:pt idx="132">
                  <c:v>0.55206629175842592</c:v>
                </c:pt>
                <c:pt idx="133">
                  <c:v>0.65214003645435759</c:v>
                </c:pt>
                <c:pt idx="134">
                  <c:v>1.0766607912170434</c:v>
                </c:pt>
                <c:pt idx="135">
                  <c:v>1.3337159794653735</c:v>
                </c:pt>
                <c:pt idx="136">
                  <c:v>1.5105962638491068</c:v>
                </c:pt>
                <c:pt idx="137">
                  <c:v>1.5581081162101686</c:v>
                </c:pt>
                <c:pt idx="138">
                  <c:v>1.8913521944357969</c:v>
                </c:pt>
                <c:pt idx="139">
                  <c:v>1.8900507743432602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4984192"/>
        <c:axId val="214985728"/>
      </c:lineChart>
      <c:dateAx>
        <c:axId val="21498419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214985728"/>
        <c:crosses val="autoZero"/>
        <c:auto val="1"/>
        <c:lblOffset val="100"/>
        <c:baseTimeUnit val="months"/>
        <c:majorUnit val="12"/>
        <c:majorTimeUnit val="months"/>
      </c:dateAx>
      <c:valAx>
        <c:axId val="214985728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Model Tracking Error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4984192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MCAI-Universe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Sheet1!$C$2:$C$154</c:f>
              <c:numCache>
                <c:formatCode>0%</c:formatCode>
                <c:ptCount val="153"/>
                <c:pt idx="0">
                  <c:v>3.1505553453999857E-2</c:v>
                </c:pt>
                <c:pt idx="1">
                  <c:v>2.941113568576784E-2</c:v>
                </c:pt>
                <c:pt idx="2">
                  <c:v>3.1692185122533308E-2</c:v>
                </c:pt>
                <c:pt idx="3">
                  <c:v>3.1405847846093869E-2</c:v>
                </c:pt>
                <c:pt idx="4">
                  <c:v>2.484674310474241E-2</c:v>
                </c:pt>
                <c:pt idx="5">
                  <c:v>2.2551663314892036E-2</c:v>
                </c:pt>
                <c:pt idx="6">
                  <c:v>3.0090776365059635E-2</c:v>
                </c:pt>
                <c:pt idx="7">
                  <c:v>3.1031237139204783E-2</c:v>
                </c:pt>
                <c:pt idx="8">
                  <c:v>5.1273918922529832E-2</c:v>
                </c:pt>
                <c:pt idx="9">
                  <c:v>5.0524334606170077E-2</c:v>
                </c:pt>
                <c:pt idx="10">
                  <c:v>5.1459234907319074E-2</c:v>
                </c:pt>
                <c:pt idx="11">
                  <c:v>5.3398071458674534E-2</c:v>
                </c:pt>
                <c:pt idx="12">
                  <c:v>5.5833945054499429E-2</c:v>
                </c:pt>
                <c:pt idx="13">
                  <c:v>4.6486909157875608E-2</c:v>
                </c:pt>
                <c:pt idx="14">
                  <c:v>4.3236855419818074E-2</c:v>
                </c:pt>
                <c:pt idx="15">
                  <c:v>5.064994480301778E-2</c:v>
                </c:pt>
                <c:pt idx="16">
                  <c:v>5.5267950396253408E-2</c:v>
                </c:pt>
                <c:pt idx="17">
                  <c:v>5.3382000663502641E-2</c:v>
                </c:pt>
                <c:pt idx="18">
                  <c:v>5.4919324593134249E-2</c:v>
                </c:pt>
                <c:pt idx="19">
                  <c:v>5.2246834494736979E-2</c:v>
                </c:pt>
                <c:pt idx="20">
                  <c:v>5.8879965570994591E-2</c:v>
                </c:pt>
                <c:pt idx="21">
                  <c:v>5.7210385485708483E-2</c:v>
                </c:pt>
                <c:pt idx="22">
                  <c:v>5.7237223873002771E-2</c:v>
                </c:pt>
                <c:pt idx="23">
                  <c:v>5.7535857913621688E-2</c:v>
                </c:pt>
                <c:pt idx="24">
                  <c:v>5.0773849629879478E-2</c:v>
                </c:pt>
                <c:pt idx="25">
                  <c:v>5.6714358430414252E-2</c:v>
                </c:pt>
                <c:pt idx="26">
                  <c:v>5.7919480634164446E-2</c:v>
                </c:pt>
                <c:pt idx="27">
                  <c:v>5.9594279667824393E-2</c:v>
                </c:pt>
                <c:pt idx="28">
                  <c:v>5.3047415231788152E-2</c:v>
                </c:pt>
                <c:pt idx="29">
                  <c:v>5.6080161964855081E-2</c:v>
                </c:pt>
                <c:pt idx="30">
                  <c:v>5.7139926878147916E-2</c:v>
                </c:pt>
                <c:pt idx="31">
                  <c:v>5.1508629714844767E-2</c:v>
                </c:pt>
                <c:pt idx="32">
                  <c:v>5.5999784047774545E-2</c:v>
                </c:pt>
                <c:pt idx="33">
                  <c:v>5.8120424698011111E-2</c:v>
                </c:pt>
                <c:pt idx="34">
                  <c:v>6.0419452359080784E-2</c:v>
                </c:pt>
                <c:pt idx="35">
                  <c:v>5.9025947640834631E-2</c:v>
                </c:pt>
                <c:pt idx="36">
                  <c:v>5.9418985447238643E-2</c:v>
                </c:pt>
                <c:pt idx="37">
                  <c:v>5.7020872702753023E-2</c:v>
                </c:pt>
                <c:pt idx="38">
                  <c:v>6.0986823147290301E-2</c:v>
                </c:pt>
                <c:pt idx="39">
                  <c:v>6.2638741808589582E-2</c:v>
                </c:pt>
                <c:pt idx="40">
                  <c:v>6.8768065734841011E-2</c:v>
                </c:pt>
                <c:pt idx="41">
                  <c:v>7.2782687000032834E-2</c:v>
                </c:pt>
                <c:pt idx="42">
                  <c:v>6.7539530922792385E-2</c:v>
                </c:pt>
                <c:pt idx="43">
                  <c:v>7.1577977268320894E-2</c:v>
                </c:pt>
                <c:pt idx="44">
                  <c:v>4.7287089606283937E-2</c:v>
                </c:pt>
                <c:pt idx="45">
                  <c:v>4.6395496385672877E-2</c:v>
                </c:pt>
                <c:pt idx="46">
                  <c:v>4.4713940536751345E-2</c:v>
                </c:pt>
                <c:pt idx="47">
                  <c:v>4.8832001637943503E-2</c:v>
                </c:pt>
                <c:pt idx="48">
                  <c:v>4.8954380594343205E-2</c:v>
                </c:pt>
                <c:pt idx="49">
                  <c:v>4.9756465677550377E-2</c:v>
                </c:pt>
                <c:pt idx="50">
                  <c:v>5.182897047814522E-2</c:v>
                </c:pt>
                <c:pt idx="51">
                  <c:v>4.4770478290258646E-2</c:v>
                </c:pt>
                <c:pt idx="52">
                  <c:v>5.0103643015246946E-2</c:v>
                </c:pt>
                <c:pt idx="53">
                  <c:v>5.6863193413411929E-2</c:v>
                </c:pt>
                <c:pt idx="54">
                  <c:v>5.6172147833547653E-2</c:v>
                </c:pt>
                <c:pt idx="55">
                  <c:v>5.4545795763712268E-2</c:v>
                </c:pt>
                <c:pt idx="56">
                  <c:v>4.4248670622532481E-2</c:v>
                </c:pt>
                <c:pt idx="57">
                  <c:v>4.2593614908776653E-2</c:v>
                </c:pt>
                <c:pt idx="58">
                  <c:v>4.6114677566286975E-2</c:v>
                </c:pt>
                <c:pt idx="59">
                  <c:v>3.8736601076070958E-2</c:v>
                </c:pt>
                <c:pt idx="60">
                  <c:v>3.8284468815649682E-2</c:v>
                </c:pt>
                <c:pt idx="61">
                  <c:v>3.39271974431547E-2</c:v>
                </c:pt>
                <c:pt idx="62">
                  <c:v>3.1419257290814913E-2</c:v>
                </c:pt>
                <c:pt idx="63">
                  <c:v>2.9265942147220742E-2</c:v>
                </c:pt>
                <c:pt idx="64">
                  <c:v>2.968936964167895E-2</c:v>
                </c:pt>
                <c:pt idx="65">
                  <c:v>3.0075968888288767E-2</c:v>
                </c:pt>
                <c:pt idx="66">
                  <c:v>3.5064013061024669E-2</c:v>
                </c:pt>
                <c:pt idx="67">
                  <c:v>2.8324050479201043E-2</c:v>
                </c:pt>
                <c:pt idx="68">
                  <c:v>3.0473524878505985E-2</c:v>
                </c:pt>
                <c:pt idx="69">
                  <c:v>3.2760058186938487E-2</c:v>
                </c:pt>
                <c:pt idx="70">
                  <c:v>2.6698224503658483E-2</c:v>
                </c:pt>
                <c:pt idx="71">
                  <c:v>2.438670968042864E-2</c:v>
                </c:pt>
                <c:pt idx="72">
                  <c:v>2.5964891051157575E-2</c:v>
                </c:pt>
                <c:pt idx="73">
                  <c:v>2.2819351794300492E-2</c:v>
                </c:pt>
                <c:pt idx="74">
                  <c:v>2.156612867348761E-2</c:v>
                </c:pt>
                <c:pt idx="75">
                  <c:v>1.9159165398478371E-2</c:v>
                </c:pt>
                <c:pt idx="76">
                  <c:v>2.2688658844794044E-2</c:v>
                </c:pt>
                <c:pt idx="77">
                  <c:v>2.3457781167206305E-2</c:v>
                </c:pt>
                <c:pt idx="78">
                  <c:v>2.444250413125262E-2</c:v>
                </c:pt>
                <c:pt idx="79">
                  <c:v>2.3361149755491691E-2</c:v>
                </c:pt>
                <c:pt idx="80">
                  <c:v>2.1968466505643481E-2</c:v>
                </c:pt>
                <c:pt idx="81">
                  <c:v>1.9028224950805406E-2</c:v>
                </c:pt>
                <c:pt idx="82">
                  <c:v>1.8153236850950587E-2</c:v>
                </c:pt>
                <c:pt idx="83">
                  <c:v>1.8584225296346537E-2</c:v>
                </c:pt>
                <c:pt idx="84">
                  <c:v>1.8508370017022577E-2</c:v>
                </c:pt>
                <c:pt idx="85">
                  <c:v>1.788322969503086E-2</c:v>
                </c:pt>
                <c:pt idx="86">
                  <c:v>1.9687852742639015E-2</c:v>
                </c:pt>
                <c:pt idx="87">
                  <c:v>2.0226541785790416E-2</c:v>
                </c:pt>
                <c:pt idx="88">
                  <c:v>1.9292180299449433E-2</c:v>
                </c:pt>
                <c:pt idx="89">
                  <c:v>1.8666996860846621E-2</c:v>
                </c:pt>
                <c:pt idx="90">
                  <c:v>1.8174961136070752E-2</c:v>
                </c:pt>
                <c:pt idx="91">
                  <c:v>1.8569794784052487E-2</c:v>
                </c:pt>
                <c:pt idx="92">
                  <c:v>1.6491684629313073E-2</c:v>
                </c:pt>
                <c:pt idx="93">
                  <c:v>1.4826195254621493E-2</c:v>
                </c:pt>
                <c:pt idx="94">
                  <c:v>1.6617978926176113E-2</c:v>
                </c:pt>
                <c:pt idx="95">
                  <c:v>1.6477786006875644E-2</c:v>
                </c:pt>
                <c:pt idx="96">
                  <c:v>1.8098143897761092E-2</c:v>
                </c:pt>
                <c:pt idx="97">
                  <c:v>1.7893182097442287E-2</c:v>
                </c:pt>
                <c:pt idx="98">
                  <c:v>1.9328781431477263E-2</c:v>
                </c:pt>
                <c:pt idx="99">
                  <c:v>1.913504436666567E-2</c:v>
                </c:pt>
                <c:pt idx="100">
                  <c:v>1.8588348404513459E-2</c:v>
                </c:pt>
                <c:pt idx="101">
                  <c:v>2.0419862794120225E-2</c:v>
                </c:pt>
                <c:pt idx="102">
                  <c:v>1.9967118717797529E-2</c:v>
                </c:pt>
                <c:pt idx="103">
                  <c:v>1.8597707440269777E-2</c:v>
                </c:pt>
                <c:pt idx="104">
                  <c:v>1.82958682078933E-2</c:v>
                </c:pt>
                <c:pt idx="105">
                  <c:v>1.8218513465454226E-2</c:v>
                </c:pt>
                <c:pt idx="106">
                  <c:v>1.8163919629769213E-2</c:v>
                </c:pt>
                <c:pt idx="107">
                  <c:v>1.7827059100058676E-2</c:v>
                </c:pt>
                <c:pt idx="108">
                  <c:v>1.7252240546026358E-2</c:v>
                </c:pt>
                <c:pt idx="109">
                  <c:v>1.8063085410597462E-2</c:v>
                </c:pt>
                <c:pt idx="110">
                  <c:v>1.8561438889717518E-2</c:v>
                </c:pt>
                <c:pt idx="111">
                  <c:v>1.8779817658657792E-2</c:v>
                </c:pt>
                <c:pt idx="112">
                  <c:v>1.9241320777932485E-2</c:v>
                </c:pt>
                <c:pt idx="113">
                  <c:v>1.877594152712404E-2</c:v>
                </c:pt>
                <c:pt idx="114">
                  <c:v>1.9637213437199475E-2</c:v>
                </c:pt>
                <c:pt idx="115">
                  <c:v>1.9682033865423314E-2</c:v>
                </c:pt>
                <c:pt idx="116">
                  <c:v>1.9128413529500742E-2</c:v>
                </c:pt>
                <c:pt idx="117">
                  <c:v>1.9057199407032689E-2</c:v>
                </c:pt>
                <c:pt idx="118">
                  <c:v>1.9255466423227879E-2</c:v>
                </c:pt>
                <c:pt idx="119">
                  <c:v>1.9359494200197919E-2</c:v>
                </c:pt>
                <c:pt idx="120">
                  <c:v>2.0040365891215259E-2</c:v>
                </c:pt>
                <c:pt idx="121">
                  <c:v>2.1272557381952155E-2</c:v>
                </c:pt>
                <c:pt idx="122">
                  <c:v>1.9887623005286775E-2</c:v>
                </c:pt>
                <c:pt idx="123">
                  <c:v>1.7477369242045009E-2</c:v>
                </c:pt>
                <c:pt idx="124">
                  <c:v>1.901504796960676E-2</c:v>
                </c:pt>
                <c:pt idx="125">
                  <c:v>2.1043413420695913E-2</c:v>
                </c:pt>
                <c:pt idx="126">
                  <c:v>2.2322413460325208E-2</c:v>
                </c:pt>
                <c:pt idx="127">
                  <c:v>2.46107873960449E-2</c:v>
                </c:pt>
                <c:pt idx="128">
                  <c:v>2.3724672095344485E-2</c:v>
                </c:pt>
                <c:pt idx="129">
                  <c:v>2.249241790241022E-2</c:v>
                </c:pt>
                <c:pt idx="130">
                  <c:v>2.4232831138146244E-2</c:v>
                </c:pt>
                <c:pt idx="131">
                  <c:v>2.5346413627390135E-2</c:v>
                </c:pt>
                <c:pt idx="132">
                  <c:v>2.4845412643709808E-2</c:v>
                </c:pt>
                <c:pt idx="133">
                  <c:v>2.5343342278196831E-2</c:v>
                </c:pt>
                <c:pt idx="134">
                  <c:v>2.6838166984538524E-2</c:v>
                </c:pt>
                <c:pt idx="135">
                  <c:v>2.5949391730973499E-2</c:v>
                </c:pt>
                <c:pt idx="136">
                  <c:v>2.6031549357250813E-2</c:v>
                </c:pt>
                <c:pt idx="137">
                  <c:v>2.6627065648873245E-2</c:v>
                </c:pt>
                <c:pt idx="138">
                  <c:v>2.6582155092484447E-2</c:v>
                </c:pt>
                <c:pt idx="139">
                  <c:v>2.7795107951965114E-2</c:v>
                </c:pt>
                <c:pt idx="140">
                  <c:v>2.7292557933428666E-2</c:v>
                </c:pt>
                <c:pt idx="141">
                  <c:v>2.8280103063860199E-2</c:v>
                </c:pt>
                <c:pt idx="142">
                  <c:v>2.9453719206017949E-2</c:v>
                </c:pt>
                <c:pt idx="143">
                  <c:v>2.6831001208132567E-2</c:v>
                </c:pt>
                <c:pt idx="144">
                  <c:v>2.6512767987565716E-2</c:v>
                </c:pt>
                <c:pt idx="145">
                  <c:v>2.7364721936929577E-2</c:v>
                </c:pt>
                <c:pt idx="146">
                  <c:v>2.4820968026983335E-2</c:v>
                </c:pt>
                <c:pt idx="147">
                  <c:v>2.4483324071397188E-2</c:v>
                </c:pt>
                <c:pt idx="148">
                  <c:v>2.5481926957230998E-2</c:v>
                </c:pt>
                <c:pt idx="149">
                  <c:v>2.6812715702531357E-2</c:v>
                </c:pt>
                <c:pt idx="150">
                  <c:v>2.6780190866197668E-2</c:v>
                </c:pt>
                <c:pt idx="151">
                  <c:v>2.7633029832483745E-2</c:v>
                </c:pt>
                <c:pt idx="152">
                  <c:v>2.494279606702934E-2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5094400"/>
        <c:axId val="215095936"/>
      </c:line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HPA2Yr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Sheet1!$B$2:$B$154</c:f>
              <c:numCache>
                <c:formatCode>General</c:formatCode>
                <c:ptCount val="153"/>
                <c:pt idx="0">
                  <c:v>112.55</c:v>
                </c:pt>
                <c:pt idx="1">
                  <c:v>112.38</c:v>
                </c:pt>
                <c:pt idx="2">
                  <c:v>112.37</c:v>
                </c:pt>
                <c:pt idx="3">
                  <c:v>112.37</c:v>
                </c:pt>
                <c:pt idx="4">
                  <c:v>112.36</c:v>
                </c:pt>
                <c:pt idx="5">
                  <c:v>112.95</c:v>
                </c:pt>
                <c:pt idx="6">
                  <c:v>113.54</c:v>
                </c:pt>
                <c:pt idx="7">
                  <c:v>114.12</c:v>
                </c:pt>
                <c:pt idx="8">
                  <c:v>114.16</c:v>
                </c:pt>
                <c:pt idx="9">
                  <c:v>114.21</c:v>
                </c:pt>
                <c:pt idx="10">
                  <c:v>114.25</c:v>
                </c:pt>
                <c:pt idx="11">
                  <c:v>114.53</c:v>
                </c:pt>
                <c:pt idx="12">
                  <c:v>114.8</c:v>
                </c:pt>
                <c:pt idx="13">
                  <c:v>115.07</c:v>
                </c:pt>
                <c:pt idx="14">
                  <c:v>115.77</c:v>
                </c:pt>
                <c:pt idx="15">
                  <c:v>116.46</c:v>
                </c:pt>
                <c:pt idx="16">
                  <c:v>117.15</c:v>
                </c:pt>
                <c:pt idx="17">
                  <c:v>117.42</c:v>
                </c:pt>
                <c:pt idx="18">
                  <c:v>117.69</c:v>
                </c:pt>
                <c:pt idx="19">
                  <c:v>117.96</c:v>
                </c:pt>
                <c:pt idx="20">
                  <c:v>118.39</c:v>
                </c:pt>
                <c:pt idx="21">
                  <c:v>118.81</c:v>
                </c:pt>
                <c:pt idx="22">
                  <c:v>119.23</c:v>
                </c:pt>
                <c:pt idx="23">
                  <c:v>120.01</c:v>
                </c:pt>
                <c:pt idx="24">
                  <c:v>120.79</c:v>
                </c:pt>
                <c:pt idx="25">
                  <c:v>121.56</c:v>
                </c:pt>
                <c:pt idx="26">
                  <c:v>122.15</c:v>
                </c:pt>
                <c:pt idx="27">
                  <c:v>122.75</c:v>
                </c:pt>
                <c:pt idx="28">
                  <c:v>123.33</c:v>
                </c:pt>
                <c:pt idx="29">
                  <c:v>123.1</c:v>
                </c:pt>
                <c:pt idx="30">
                  <c:v>122.88</c:v>
                </c:pt>
                <c:pt idx="31">
                  <c:v>122.66</c:v>
                </c:pt>
                <c:pt idx="32">
                  <c:v>122.67</c:v>
                </c:pt>
                <c:pt idx="33">
                  <c:v>122.69</c:v>
                </c:pt>
                <c:pt idx="34">
                  <c:v>122.7</c:v>
                </c:pt>
                <c:pt idx="35">
                  <c:v>122.13</c:v>
                </c:pt>
                <c:pt idx="36">
                  <c:v>121.57</c:v>
                </c:pt>
                <c:pt idx="37">
                  <c:v>121.02</c:v>
                </c:pt>
                <c:pt idx="38">
                  <c:v>119.83</c:v>
                </c:pt>
                <c:pt idx="39">
                  <c:v>118.67</c:v>
                </c:pt>
                <c:pt idx="40">
                  <c:v>117.54</c:v>
                </c:pt>
                <c:pt idx="41">
                  <c:v>117.11</c:v>
                </c:pt>
                <c:pt idx="42">
                  <c:v>116.68</c:v>
                </c:pt>
                <c:pt idx="43">
                  <c:v>116.26</c:v>
                </c:pt>
                <c:pt idx="44">
                  <c:v>115.52</c:v>
                </c:pt>
                <c:pt idx="45">
                  <c:v>114.78</c:v>
                </c:pt>
                <c:pt idx="46">
                  <c:v>114.06</c:v>
                </c:pt>
                <c:pt idx="47">
                  <c:v>112.84</c:v>
                </c:pt>
                <c:pt idx="48">
                  <c:v>111.64</c:v>
                </c:pt>
                <c:pt idx="49">
                  <c:v>110.46</c:v>
                </c:pt>
                <c:pt idx="50">
                  <c:v>108.96</c:v>
                </c:pt>
                <c:pt idx="51">
                  <c:v>107.49</c:v>
                </c:pt>
                <c:pt idx="52">
                  <c:v>106.05</c:v>
                </c:pt>
                <c:pt idx="53">
                  <c:v>105.16</c:v>
                </c:pt>
                <c:pt idx="54">
                  <c:v>104.28</c:v>
                </c:pt>
                <c:pt idx="55">
                  <c:v>103.41</c:v>
                </c:pt>
                <c:pt idx="56">
                  <c:v>102.62</c:v>
                </c:pt>
                <c:pt idx="57">
                  <c:v>101.84</c:v>
                </c:pt>
                <c:pt idx="58">
                  <c:v>101.07</c:v>
                </c:pt>
                <c:pt idx="59">
                  <c:v>99.89</c:v>
                </c:pt>
                <c:pt idx="60">
                  <c:v>98.73</c:v>
                </c:pt>
                <c:pt idx="61">
                  <c:v>97.57</c:v>
                </c:pt>
                <c:pt idx="62">
                  <c:v>96.28</c:v>
                </c:pt>
                <c:pt idx="63">
                  <c:v>95.01</c:v>
                </c:pt>
                <c:pt idx="64">
                  <c:v>93.74</c:v>
                </c:pt>
                <c:pt idx="65">
                  <c:v>93.15</c:v>
                </c:pt>
                <c:pt idx="66">
                  <c:v>92.55</c:v>
                </c:pt>
                <c:pt idx="67">
                  <c:v>91.97</c:v>
                </c:pt>
                <c:pt idx="68">
                  <c:v>92.08</c:v>
                </c:pt>
                <c:pt idx="69">
                  <c:v>92.19</c:v>
                </c:pt>
                <c:pt idx="70">
                  <c:v>92.31</c:v>
                </c:pt>
                <c:pt idx="71">
                  <c:v>91.51</c:v>
                </c:pt>
                <c:pt idx="72">
                  <c:v>90.71</c:v>
                </c:pt>
                <c:pt idx="73">
                  <c:v>89.92</c:v>
                </c:pt>
                <c:pt idx="74">
                  <c:v>89.45</c:v>
                </c:pt>
                <c:pt idx="75">
                  <c:v>88.99</c:v>
                </c:pt>
                <c:pt idx="76">
                  <c:v>88.52</c:v>
                </c:pt>
                <c:pt idx="77">
                  <c:v>88.39</c:v>
                </c:pt>
                <c:pt idx="78">
                  <c:v>88.26</c:v>
                </c:pt>
                <c:pt idx="79">
                  <c:v>88.13</c:v>
                </c:pt>
                <c:pt idx="80">
                  <c:v>87.98</c:v>
                </c:pt>
                <c:pt idx="81">
                  <c:v>87.84</c:v>
                </c:pt>
                <c:pt idx="82">
                  <c:v>87.69</c:v>
                </c:pt>
                <c:pt idx="83">
                  <c:v>88.16</c:v>
                </c:pt>
                <c:pt idx="84">
                  <c:v>88.63</c:v>
                </c:pt>
                <c:pt idx="85">
                  <c:v>89.12</c:v>
                </c:pt>
                <c:pt idx="86">
                  <c:v>90.35</c:v>
                </c:pt>
                <c:pt idx="87">
                  <c:v>91.6</c:v>
                </c:pt>
                <c:pt idx="88">
                  <c:v>92.88</c:v>
                </c:pt>
                <c:pt idx="89">
                  <c:v>92.93</c:v>
                </c:pt>
                <c:pt idx="90">
                  <c:v>92.99</c:v>
                </c:pt>
                <c:pt idx="91">
                  <c:v>93.04</c:v>
                </c:pt>
                <c:pt idx="92">
                  <c:v>91.96</c:v>
                </c:pt>
                <c:pt idx="93">
                  <c:v>90.88</c:v>
                </c:pt>
                <c:pt idx="94">
                  <c:v>89.81</c:v>
                </c:pt>
                <c:pt idx="95">
                  <c:v>90.1</c:v>
                </c:pt>
                <c:pt idx="96">
                  <c:v>90.4</c:v>
                </c:pt>
                <c:pt idx="97">
                  <c:v>90.7</c:v>
                </c:pt>
                <c:pt idx="98">
                  <c:v>91.74</c:v>
                </c:pt>
                <c:pt idx="99">
                  <c:v>92.81</c:v>
                </c:pt>
                <c:pt idx="100">
                  <c:v>93.89</c:v>
                </c:pt>
                <c:pt idx="101">
                  <c:v>94.26</c:v>
                </c:pt>
                <c:pt idx="102">
                  <c:v>94.63</c:v>
                </c:pt>
                <c:pt idx="103">
                  <c:v>95.01</c:v>
                </c:pt>
                <c:pt idx="104">
                  <c:v>95.06</c:v>
                </c:pt>
                <c:pt idx="105">
                  <c:v>95.12</c:v>
                </c:pt>
                <c:pt idx="106">
                  <c:v>95.17</c:v>
                </c:pt>
                <c:pt idx="107">
                  <c:v>95.34</c:v>
                </c:pt>
                <c:pt idx="108">
                  <c:v>95.5</c:v>
                </c:pt>
                <c:pt idx="109">
                  <c:v>95.67</c:v>
                </c:pt>
                <c:pt idx="110">
                  <c:v>95.77</c:v>
                </c:pt>
                <c:pt idx="111">
                  <c:v>95.88</c:v>
                </c:pt>
                <c:pt idx="112">
                  <c:v>95.98</c:v>
                </c:pt>
                <c:pt idx="113">
                  <c:v>96.47</c:v>
                </c:pt>
                <c:pt idx="114">
                  <c:v>96.97</c:v>
                </c:pt>
                <c:pt idx="115">
                  <c:v>97.47</c:v>
                </c:pt>
                <c:pt idx="116">
                  <c:v>98.55</c:v>
                </c:pt>
                <c:pt idx="117">
                  <c:v>99.64</c:v>
                </c:pt>
                <c:pt idx="118">
                  <c:v>100.76</c:v>
                </c:pt>
                <c:pt idx="119">
                  <c:v>101.88</c:v>
                </c:pt>
                <c:pt idx="120">
                  <c:v>103</c:v>
                </c:pt>
                <c:pt idx="121">
                  <c:v>104.14</c:v>
                </c:pt>
                <c:pt idx="122">
                  <c:v>104.44</c:v>
                </c:pt>
                <c:pt idx="123">
                  <c:v>104.74</c:v>
                </c:pt>
                <c:pt idx="124">
                  <c:v>105.03</c:v>
                </c:pt>
                <c:pt idx="125">
                  <c:v>105.2</c:v>
                </c:pt>
                <c:pt idx="126">
                  <c:v>105.38</c:v>
                </c:pt>
                <c:pt idx="127">
                  <c:v>105.55</c:v>
                </c:pt>
                <c:pt idx="128">
                  <c:v>106.24</c:v>
                </c:pt>
                <c:pt idx="129">
                  <c:v>106.93</c:v>
                </c:pt>
                <c:pt idx="130">
                  <c:v>107.63</c:v>
                </c:pt>
                <c:pt idx="131">
                  <c:v>108.51</c:v>
                </c:pt>
                <c:pt idx="132">
                  <c:v>109.39</c:v>
                </c:pt>
                <c:pt idx="133">
                  <c:v>110.28</c:v>
                </c:pt>
                <c:pt idx="134">
                  <c:v>110.37</c:v>
                </c:pt>
                <c:pt idx="135">
                  <c:v>110.47</c:v>
                </c:pt>
                <c:pt idx="136">
                  <c:v>110.56</c:v>
                </c:pt>
                <c:pt idx="137">
                  <c:v>110.58</c:v>
                </c:pt>
                <c:pt idx="138">
                  <c:v>110.61</c:v>
                </c:pt>
                <c:pt idx="139">
                  <c:v>110.63</c:v>
                </c:pt>
                <c:pt idx="140">
                  <c:v>110.78</c:v>
                </c:pt>
                <c:pt idx="141">
                  <c:v>110.93</c:v>
                </c:pt>
                <c:pt idx="142">
                  <c:v>111.08</c:v>
                </c:pt>
                <c:pt idx="143">
                  <c:v>111.22</c:v>
                </c:pt>
                <c:pt idx="144">
                  <c:v>111.36</c:v>
                </c:pt>
                <c:pt idx="145">
                  <c:v>111.49</c:v>
                </c:pt>
                <c:pt idx="146">
                  <c:v>111.53</c:v>
                </c:pt>
                <c:pt idx="147">
                  <c:v>111.56</c:v>
                </c:pt>
                <c:pt idx="148">
                  <c:v>111.6</c:v>
                </c:pt>
                <c:pt idx="149">
                  <c:v>111.52</c:v>
                </c:pt>
                <c:pt idx="150">
                  <c:v>111.45</c:v>
                </c:pt>
                <c:pt idx="151">
                  <c:v>111.37</c:v>
                </c:pt>
                <c:pt idx="152">
                  <c:v>111.31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5108224"/>
        <c:axId val="215106304"/>
      </c:lineChart>
      <c:dateAx>
        <c:axId val="215094400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crossAx val="215095936"/>
        <c:crosses val="autoZero"/>
        <c:auto val="1"/>
        <c:lblOffset val="100"/>
        <c:baseTimeUnit val="months"/>
        <c:majorUnit val="12"/>
        <c:majorTimeUnit val="months"/>
      </c:dateAx>
      <c:valAx>
        <c:axId val="215095936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MCAI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5094400"/>
        <c:crosses val="autoZero"/>
        <c:crossBetween val="between"/>
      </c:valAx>
      <c:valAx>
        <c:axId val="215106304"/>
        <c:scaling>
          <c:orientation val="minMax"/>
          <c:min val="8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HPA2Yr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5108224"/>
        <c:crosses val="max"/>
        <c:crossBetween val="between"/>
      </c:valAx>
      <c:dateAx>
        <c:axId val="21510822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5106304"/>
        <c:crosses val="autoZero"/>
        <c:auto val="1"/>
        <c:lblOffset val="100"/>
        <c:baseTimeUnit val="months"/>
      </c:date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Tracking Error-ma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Sheet1!$A$2:$A$39</c:f>
              <c:numCache>
                <c:formatCode>General</c:formatCode>
                <c:ptCount val="38"/>
                <c:pt idx="0">
                  <c:v>2</c:v>
                </c:pt>
                <c:pt idx="1">
                  <c:v>2.1</c:v>
                </c:pt>
                <c:pt idx="2">
                  <c:v>2.2000000000000002</c:v>
                </c:pt>
                <c:pt idx="3">
                  <c:v>2.2999999999999998</c:v>
                </c:pt>
                <c:pt idx="4">
                  <c:v>2.4</c:v>
                </c:pt>
                <c:pt idx="5">
                  <c:v>2.5</c:v>
                </c:pt>
                <c:pt idx="6">
                  <c:v>2.6</c:v>
                </c:pt>
                <c:pt idx="7">
                  <c:v>2.7</c:v>
                </c:pt>
                <c:pt idx="8">
                  <c:v>2.8</c:v>
                </c:pt>
                <c:pt idx="9">
                  <c:v>2.9</c:v>
                </c:pt>
                <c:pt idx="10">
                  <c:v>3</c:v>
                </c:pt>
                <c:pt idx="11">
                  <c:v>3.1</c:v>
                </c:pt>
                <c:pt idx="12">
                  <c:v>3.2</c:v>
                </c:pt>
                <c:pt idx="13">
                  <c:v>3.3</c:v>
                </c:pt>
                <c:pt idx="14">
                  <c:v>3.5</c:v>
                </c:pt>
                <c:pt idx="15">
                  <c:v>3.8</c:v>
                </c:pt>
                <c:pt idx="16">
                  <c:v>4.2</c:v>
                </c:pt>
                <c:pt idx="17">
                  <c:v>4.4000000000000004</c:v>
                </c:pt>
                <c:pt idx="18">
                  <c:v>4.5999999999999996</c:v>
                </c:pt>
                <c:pt idx="19">
                  <c:v>4.7</c:v>
                </c:pt>
                <c:pt idx="20">
                  <c:v>4.8</c:v>
                </c:pt>
                <c:pt idx="21">
                  <c:v>4.9000000000000004</c:v>
                </c:pt>
                <c:pt idx="22">
                  <c:v>5</c:v>
                </c:pt>
                <c:pt idx="23">
                  <c:v>5.0999999999999996</c:v>
                </c:pt>
                <c:pt idx="24">
                  <c:v>5.2</c:v>
                </c:pt>
                <c:pt idx="25">
                  <c:v>5.3</c:v>
                </c:pt>
                <c:pt idx="26">
                  <c:v>5.4</c:v>
                </c:pt>
                <c:pt idx="27">
                  <c:v>5.5</c:v>
                </c:pt>
                <c:pt idx="28">
                  <c:v>5.6</c:v>
                </c:pt>
                <c:pt idx="29">
                  <c:v>5.7</c:v>
                </c:pt>
                <c:pt idx="30">
                  <c:v>5.8</c:v>
                </c:pt>
                <c:pt idx="31">
                  <c:v>5.9</c:v>
                </c:pt>
                <c:pt idx="32">
                  <c:v>6</c:v>
                </c:pt>
                <c:pt idx="33">
                  <c:v>6.2</c:v>
                </c:pt>
                <c:pt idx="34">
                  <c:v>6.7</c:v>
                </c:pt>
                <c:pt idx="35">
                  <c:v>6.8</c:v>
                </c:pt>
                <c:pt idx="36">
                  <c:v>7.1</c:v>
                </c:pt>
                <c:pt idx="37">
                  <c:v>7.2</c:v>
                </c:pt>
              </c:numCache>
            </c:numRef>
          </c:cat>
          <c:val>
            <c:numRef>
              <c:f>Sheet1!$B$2:$B$39</c:f>
              <c:numCache>
                <c:formatCode>General</c:formatCode>
                <c:ptCount val="38"/>
                <c:pt idx="0">
                  <c:v>-0.21667024372961413</c:v>
                </c:pt>
                <c:pt idx="1">
                  <c:v>-5.915319850774052E-2</c:v>
                </c:pt>
                <c:pt idx="2">
                  <c:v>9.2333400785197431E-2</c:v>
                </c:pt>
                <c:pt idx="3">
                  <c:v>0.37938589966705</c:v>
                </c:pt>
                <c:pt idx="4">
                  <c:v>0.74594602053936621</c:v>
                </c:pt>
                <c:pt idx="5">
                  <c:v>1.1856088343891318</c:v>
                </c:pt>
                <c:pt idx="6">
                  <c:v>1.5925016466063004</c:v>
                </c:pt>
                <c:pt idx="7">
                  <c:v>1.8949811009418807</c:v>
                </c:pt>
                <c:pt idx="8">
                  <c:v>0.91391956281226383</c:v>
                </c:pt>
                <c:pt idx="9">
                  <c:v>0.22589006882852361</c:v>
                </c:pt>
                <c:pt idx="10">
                  <c:v>-0.27811693961810668</c:v>
                </c:pt>
                <c:pt idx="11">
                  <c:v>-0.88493300226003258</c:v>
                </c:pt>
                <c:pt idx="12">
                  <c:v>-8.3083646063881592E-2</c:v>
                </c:pt>
                <c:pt idx="13">
                  <c:v>-0.72154419287379168</c:v>
                </c:pt>
                <c:pt idx="14">
                  <c:v>-9.9140774845078328E-2</c:v>
                </c:pt>
                <c:pt idx="15">
                  <c:v>-0.79946851135116348</c:v>
                </c:pt>
                <c:pt idx="16">
                  <c:v>-0.66760738457882673</c:v>
                </c:pt>
                <c:pt idx="17">
                  <c:v>-0.42501661802169849</c:v>
                </c:pt>
                <c:pt idx="18">
                  <c:v>-0.3348676577134293</c:v>
                </c:pt>
                <c:pt idx="19">
                  <c:v>0.24190363093452674</c:v>
                </c:pt>
                <c:pt idx="20">
                  <c:v>-2.2526852189553494E-3</c:v>
                </c:pt>
                <c:pt idx="21">
                  <c:v>-7.6323234582558477E-2</c:v>
                </c:pt>
                <c:pt idx="22">
                  <c:v>-0.40458207919765576</c:v>
                </c:pt>
                <c:pt idx="23">
                  <c:v>-0.40188132462058085</c:v>
                </c:pt>
                <c:pt idx="24">
                  <c:v>-0.20291375859256666</c:v>
                </c:pt>
                <c:pt idx="25">
                  <c:v>0.18167504846430438</c:v>
                </c:pt>
                <c:pt idx="26">
                  <c:v>-0.53422869936242423</c:v>
                </c:pt>
                <c:pt idx="27">
                  <c:v>-0.19777784936184351</c:v>
                </c:pt>
                <c:pt idx="28">
                  <c:v>-0.22906771630653669</c:v>
                </c:pt>
                <c:pt idx="29">
                  <c:v>0.12252729070473499</c:v>
                </c:pt>
                <c:pt idx="30">
                  <c:v>-0.25667469121981434</c:v>
                </c:pt>
                <c:pt idx="31">
                  <c:v>6.8263775981173946E-2</c:v>
                </c:pt>
                <c:pt idx="32">
                  <c:v>4.1594417645989035E-2</c:v>
                </c:pt>
                <c:pt idx="33">
                  <c:v>0.45425817851361189</c:v>
                </c:pt>
                <c:pt idx="34">
                  <c:v>0.50442261624078688</c:v>
                </c:pt>
                <c:pt idx="35">
                  <c:v>0.68789117174178205</c:v>
                </c:pt>
                <c:pt idx="36">
                  <c:v>0.44984190255982526</c:v>
                </c:pt>
                <c:pt idx="37">
                  <c:v>0.51787646082362848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5140608"/>
        <c:axId val="215142784"/>
      </c:lineChart>
      <c:catAx>
        <c:axId val="21514060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 smtClean="0"/>
                  <a:t>MCAI</a:t>
                </a:r>
                <a:endParaRPr lang="en-US" dirty="0"/>
              </a:p>
            </c:rich>
          </c:tx>
          <c:layout/>
          <c:overlay val="0"/>
        </c:title>
        <c:numFmt formatCode="#,##0.0" sourceLinked="0"/>
        <c:majorTickMark val="out"/>
        <c:minorTickMark val="none"/>
        <c:tickLblPos val="low"/>
        <c:crossAx val="215142784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5142784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Model Tracking Error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5140608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30313" y="692150"/>
            <a:ext cx="4473575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9" y="4380236"/>
            <a:ext cx="5546725" cy="4147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1348"/>
            <a:fld id="{1FE077EC-684A-4FD9-A6C3-9AE90D8B81D6}" type="slidenum">
              <a:rPr lang="en-US" smtClean="0"/>
              <a:pPr defTabSz="911348"/>
              <a:t>1</a:t>
            </a:fld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3.xml"/><Relationship Id="rId4" Type="http://schemas.openxmlformats.org/officeDocument/2006/relationships/chart" Target="../charts/char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1562100" y="6084608"/>
            <a:ext cx="8129597" cy="749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Agency Prepayment: Refinance</a:t>
            </a:r>
            <a:endParaRPr lang="en-US" sz="24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May 2016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1</a:t>
            </a:r>
            <a:r>
              <a:rPr lang="en-US" sz="1600" dirty="0" smtClean="0">
                <a:latin typeface="+mn-lt"/>
              </a:rPr>
              <a:t>. Data Set</a:t>
            </a:r>
            <a:endParaRPr lang="en-US" dirty="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19356" y="1118116"/>
            <a:ext cx="8549586" cy="2133949"/>
            <a:chOff x="819356" y="1118116"/>
            <a:chExt cx="8549586" cy="2133949"/>
          </a:xfrm>
        </p:grpSpPr>
        <p:sp>
          <p:nvSpPr>
            <p:cNvPr id="4" name="Rectangle 3"/>
            <p:cNvSpPr/>
            <p:nvPr/>
          </p:nvSpPr>
          <p:spPr>
            <a:xfrm>
              <a:off x="819356" y="1118116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Modeling Refinances – A </a:t>
              </a:r>
              <a:r>
                <a:rPr lang="en-US" sz="1400" b="1" dirty="0">
                  <a:latin typeface="+mn-lt"/>
                </a:rPr>
                <a:t>T</a:t>
              </a:r>
              <a:r>
                <a:rPr lang="en-US" sz="1400" b="1" dirty="0" smtClean="0">
                  <a:latin typeface="+mn-lt"/>
                </a:rPr>
                <a:t>hree Step </a:t>
              </a:r>
              <a:r>
                <a:rPr lang="en-US" sz="1400" b="1" dirty="0">
                  <a:latin typeface="+mn-lt"/>
                </a:rPr>
                <a:t>P</a:t>
              </a:r>
              <a:r>
                <a:rPr lang="en-US" sz="1400" b="1" dirty="0" smtClean="0">
                  <a:latin typeface="+mn-lt"/>
                </a:rPr>
                <a:t>rocess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9356" y="1867070"/>
              <a:ext cx="854958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In order to obtain Refinances from total prepayments, we need to subtract the Turnover, Default and Curtailment forecasts produced by the model: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Use a three step process to fit the multipliers for the Refinancing sub-model:</a:t>
              </a:r>
            </a:p>
            <a:p>
              <a:pPr marL="793276" lvl="1" indent="-285750">
                <a:buFontTx/>
                <a:buChar char="-"/>
              </a:pPr>
              <a:r>
                <a:rPr lang="en-US" sz="1400" dirty="0" smtClean="0">
                  <a:latin typeface="+mn-lt"/>
                </a:rPr>
                <a:t>Use pre-2007 no-Media Effect data to build a baseline S-curve;</a:t>
              </a:r>
            </a:p>
            <a:p>
              <a:pPr marL="793276" lvl="1" indent="-285750">
                <a:buFontTx/>
                <a:buChar char="-"/>
              </a:pPr>
              <a:r>
                <a:rPr lang="en-US" sz="1400" dirty="0" smtClean="0">
                  <a:latin typeface="+mn-lt"/>
                </a:rPr>
                <a:t>Use pre-2007 data to fit the Media Effect as a multiplier to the baseline S-Curve</a:t>
              </a:r>
            </a:p>
            <a:p>
              <a:pPr marL="793276" lvl="1" indent="-285750">
                <a:buFontTx/>
                <a:buChar char="-"/>
              </a:pPr>
              <a:r>
                <a:rPr lang="en-US" sz="1400" dirty="0" smtClean="0">
                  <a:latin typeface="+mn-lt"/>
                </a:rPr>
                <a:t>Use the entire data set to fit all other multipliers (Credit Availability, WALA, burnout, loan size, CLTV etc.)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19356" y="3318634"/>
            <a:ext cx="8549586" cy="1487618"/>
            <a:chOff x="819356" y="3067764"/>
            <a:chExt cx="8549586" cy="1487618"/>
          </a:xfrm>
        </p:grpSpPr>
        <p:sp>
          <p:nvSpPr>
            <p:cNvPr id="9" name="Rectangle 8"/>
            <p:cNvSpPr/>
            <p:nvPr/>
          </p:nvSpPr>
          <p:spPr>
            <a:xfrm>
              <a:off x="819356" y="306776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819356" y="366974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1390855" y="320694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Pool Level Data Set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9356" y="3816718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Consistent with our overall approach, we use pool level information to fit</a:t>
              </a:r>
              <a:r>
                <a:rPr lang="en-US" sz="1400" dirty="0">
                  <a:latin typeface="+mn-lt"/>
                </a:rPr>
                <a:t> </a:t>
              </a:r>
              <a:r>
                <a:rPr lang="en-US" sz="1400" dirty="0" smtClean="0">
                  <a:latin typeface="+mn-lt"/>
                </a:rPr>
                <a:t>and track the refinance module.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The following pool level information is calculated using weighted-average loan level data:</a:t>
              </a:r>
            </a:p>
            <a:p>
              <a:pPr marL="793276" lvl="1" indent="-285750">
                <a:buFontTx/>
                <a:buChar char="-"/>
              </a:pPr>
              <a:r>
                <a:rPr lang="en-US" sz="1400" dirty="0">
                  <a:latin typeface="+mn-lt"/>
                </a:rPr>
                <a:t>I</a:t>
              </a:r>
              <a:r>
                <a:rPr lang="en-US" sz="1400" dirty="0" smtClean="0">
                  <a:latin typeface="+mn-lt"/>
                </a:rPr>
                <a:t>ncentive, Burnout, Refi-Eligibility%, </a:t>
              </a:r>
              <a:r>
                <a:rPr lang="en-US" sz="1400" dirty="0" err="1" smtClean="0">
                  <a:latin typeface="+mn-lt"/>
                </a:rPr>
                <a:t>HARPed</a:t>
              </a:r>
              <a:r>
                <a:rPr lang="en-US" sz="1400" dirty="0" smtClean="0">
                  <a:latin typeface="+mn-lt"/>
                </a:rPr>
                <a:t>%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19356" y="4929354"/>
            <a:ext cx="8549586" cy="1703061"/>
            <a:chOff x="819356" y="4839414"/>
            <a:chExt cx="8549586" cy="1703061"/>
          </a:xfrm>
        </p:grpSpPr>
        <p:sp>
          <p:nvSpPr>
            <p:cNvPr id="13" name="Rectangle 12"/>
            <p:cNvSpPr/>
            <p:nvPr/>
          </p:nvSpPr>
          <p:spPr>
            <a:xfrm>
              <a:off x="819356" y="483941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819356" y="544139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390855" y="497859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Data Updates and Model Extensions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9356" y="5588368"/>
              <a:ext cx="8549586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+mn-lt"/>
                </a:rPr>
                <a:t>Incentive: </a:t>
              </a:r>
              <a:r>
                <a:rPr lang="en-US" sz="1400" dirty="0" smtClean="0">
                  <a:latin typeface="+mn-lt"/>
                </a:rPr>
                <a:t>	Incorporated cross-sector incentive (Conventional to FHA)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Burnout: 	Included LLPA and PMI</a:t>
              </a:r>
              <a:r>
                <a:rPr lang="en-US" sz="1400" dirty="0">
                  <a:latin typeface="+mn-lt"/>
                </a:rPr>
                <a:t> </a:t>
              </a:r>
              <a:r>
                <a:rPr lang="en-US" sz="1400" dirty="0" smtClean="0">
                  <a:latin typeface="+mn-lt"/>
                </a:rPr>
                <a:t>when calculating relative incentive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Refi-Eligible %:	Based on LLPA and PMI underwriting guidelines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Origination Channel:	Using pool-level info on third party originations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8266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Model Structure</a:t>
            </a:r>
            <a:endParaRPr lang="en-US" dirty="0">
              <a:latin typeface="+mn-lt"/>
            </a:endParaRPr>
          </a:p>
        </p:txBody>
      </p:sp>
      <p:sp>
        <p:nvSpPr>
          <p:cNvPr id="107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Refinance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11" name="Straight Connector 110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/>
          <p:cNvGrpSpPr/>
          <p:nvPr/>
        </p:nvGrpSpPr>
        <p:grpSpPr>
          <a:xfrm>
            <a:off x="596153" y="3357724"/>
            <a:ext cx="3071559" cy="2494045"/>
            <a:chOff x="4662742" y="3056033"/>
            <a:chExt cx="3071559" cy="2494045"/>
          </a:xfrm>
        </p:grpSpPr>
        <p:sp>
          <p:nvSpPr>
            <p:cNvPr id="118" name="TextBox 117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</a:rPr>
                <a:t>7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2"/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5029199" y="3949640"/>
              <a:ext cx="2705102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S Curve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Media Effect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Credit Availability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Burnout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Loan Size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CLTV</a:t>
              </a:r>
              <a:endParaRPr lang="en-US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130" name="Group 129"/>
          <p:cNvGrpSpPr/>
          <p:nvPr/>
        </p:nvGrpSpPr>
        <p:grpSpPr>
          <a:xfrm>
            <a:off x="3844491" y="3199810"/>
            <a:ext cx="1108509" cy="2184181"/>
            <a:chOff x="3796619" y="2609093"/>
            <a:chExt cx="1512168" cy="3092012"/>
          </a:xfrm>
        </p:grpSpPr>
        <p:sp>
          <p:nvSpPr>
            <p:cNvPr id="131" name="Diagonal Stripe 130"/>
            <p:cNvSpPr/>
            <p:nvPr/>
          </p:nvSpPr>
          <p:spPr>
            <a:xfrm>
              <a:off x="3796619" y="4188937"/>
              <a:ext cx="1512168" cy="1512168"/>
            </a:xfrm>
            <a:prstGeom prst="diagStripe">
              <a:avLst/>
            </a:pr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32" name="Diagonal Stripe 131"/>
            <p:cNvSpPr/>
            <p:nvPr/>
          </p:nvSpPr>
          <p:spPr>
            <a:xfrm flipV="1">
              <a:off x="3796619" y="2609093"/>
              <a:ext cx="1512168" cy="1512168"/>
            </a:xfrm>
            <a:prstGeom prst="diagStrip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133" name="Rectangle 132"/>
          <p:cNvSpPr>
            <a:spLocks noChangeArrowheads="1"/>
          </p:cNvSpPr>
          <p:nvPr/>
        </p:nvSpPr>
        <p:spPr bwMode="auto">
          <a:xfrm>
            <a:off x="5479256" y="3947809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3. Add Refi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E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ligibility flag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6" name="Rectangle 135"/>
          <p:cNvSpPr>
            <a:spLocks noChangeArrowheads="1"/>
          </p:cNvSpPr>
          <p:nvPr/>
        </p:nvSpPr>
        <p:spPr bwMode="auto">
          <a:xfrm>
            <a:off x="5479256" y="2910277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2. Update Burnout with LLPA and PMI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7" name="Rectangle 136"/>
          <p:cNvSpPr>
            <a:spLocks noChangeArrowheads="1"/>
          </p:cNvSpPr>
          <p:nvPr/>
        </p:nvSpPr>
        <p:spPr bwMode="auto">
          <a:xfrm>
            <a:off x="5479256" y="1872744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1. Incorporate crossover incentive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8" name="Text Placeholder 5"/>
          <p:cNvSpPr txBox="1">
            <a:spLocks/>
          </p:cNvSpPr>
          <p:nvPr/>
        </p:nvSpPr>
        <p:spPr>
          <a:xfrm>
            <a:off x="5917407" y="2160892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High LTV (&gt;90%) conventional borrowers also have the option of refinancing into an FHA mortgage. 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39" name="Text Placeholder 5"/>
          <p:cNvSpPr txBox="1">
            <a:spLocks/>
          </p:cNvSpPr>
          <p:nvPr/>
        </p:nvSpPr>
        <p:spPr>
          <a:xfrm>
            <a:off x="5917407" y="3198424"/>
            <a:ext cx="3614737" cy="580534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When calculating the relative incentive, incorporate LLPA and PMI. Also, the calculation is performed at the loan-level.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40" name="Text Placeholder 5"/>
          <p:cNvSpPr txBox="1">
            <a:spLocks/>
          </p:cNvSpPr>
          <p:nvPr/>
        </p:nvSpPr>
        <p:spPr>
          <a:xfrm>
            <a:off x="5917407" y="4235957"/>
            <a:ext cx="3614737" cy="24198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>
                <a:solidFill>
                  <a:srgbClr val="313131"/>
                </a:solidFill>
              </a:rPr>
              <a:t>Based on LLPA and PMI underwriting </a:t>
            </a:r>
            <a:r>
              <a:rPr lang="en-US" sz="1100" dirty="0" smtClean="0">
                <a:solidFill>
                  <a:srgbClr val="313131"/>
                </a:solidFill>
              </a:rPr>
              <a:t>guidelines. 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44" name="TextBox 136"/>
          <p:cNvSpPr txBox="1"/>
          <p:nvPr/>
        </p:nvSpPr>
        <p:spPr>
          <a:xfrm>
            <a:off x="5446754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noProof="0" dirty="0" smtClean="0">
                <a:solidFill>
                  <a:srgbClr val="575757"/>
                </a:solidFill>
              </a:rPr>
              <a:t>Updates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45" name="Straight Connector 144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/>
        </p:nvGrpSpPr>
        <p:grpSpPr>
          <a:xfrm>
            <a:off x="596153" y="1666599"/>
            <a:ext cx="3071559" cy="1416827"/>
            <a:chOff x="4662742" y="1618200"/>
            <a:chExt cx="3071559" cy="1416827"/>
          </a:xfrm>
        </p:grpSpPr>
        <p:sp>
          <p:nvSpPr>
            <p:cNvPr id="33" name="TextBox 32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accent1"/>
                  </a:solidFill>
                </a:rPr>
                <a:t>3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029199" y="2126031"/>
              <a:ext cx="24441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1"/>
                  </a:solidFill>
                  <a:latin typeface="Arial"/>
                </a:rPr>
                <a:t>Step Fitting Process</a:t>
              </a:r>
              <a:endParaRPr lang="en-GB" dirty="0">
                <a:solidFill>
                  <a:schemeClr val="accent1"/>
                </a:solidFill>
                <a:latin typeface="Arial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029199" y="251180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Use three cuts of the pool-level </a:t>
              </a: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data </a:t>
              </a: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set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sp>
        <p:nvSpPr>
          <p:cNvPr id="38" name="Rectangle 37"/>
          <p:cNvSpPr>
            <a:spLocks noChangeArrowheads="1"/>
          </p:cNvSpPr>
          <p:nvPr/>
        </p:nvSpPr>
        <p:spPr bwMode="auto">
          <a:xfrm>
            <a:off x="5479256" y="4985341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4. Add </a:t>
            </a:r>
            <a:r>
              <a:rPr lang="en-US" sz="1400" b="1" dirty="0" err="1" smtClean="0">
                <a:solidFill>
                  <a:schemeClr val="bg2">
                    <a:lumMod val="25000"/>
                  </a:schemeClr>
                </a:solidFill>
              </a:rPr>
              <a:t>HARPed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 %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9" name="Rectangle 38"/>
          <p:cNvSpPr>
            <a:spLocks noChangeArrowheads="1"/>
          </p:cNvSpPr>
          <p:nvPr/>
        </p:nvSpPr>
        <p:spPr bwMode="auto">
          <a:xfrm>
            <a:off x="5479256" y="6022874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5.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Add 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constraints for extrapolation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0" name="Text Placeholder 5"/>
          <p:cNvSpPr txBox="1">
            <a:spLocks/>
          </p:cNvSpPr>
          <p:nvPr/>
        </p:nvSpPr>
        <p:spPr>
          <a:xfrm>
            <a:off x="5917407" y="5273490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>
                <a:solidFill>
                  <a:srgbClr val="313131"/>
                </a:solidFill>
              </a:rPr>
              <a:t>N</a:t>
            </a:r>
            <a:r>
              <a:rPr lang="en-US" sz="1100" dirty="0" smtClean="0">
                <a:solidFill>
                  <a:srgbClr val="313131"/>
                </a:solidFill>
              </a:rPr>
              <a:t>ew parameter that measures the pool % that is </a:t>
            </a:r>
            <a:r>
              <a:rPr lang="en-US" sz="1100" dirty="0" err="1" smtClean="0">
                <a:solidFill>
                  <a:srgbClr val="313131"/>
                </a:solidFill>
              </a:rPr>
              <a:t>HARPed</a:t>
            </a:r>
            <a:r>
              <a:rPr lang="en-US" sz="1100" dirty="0" smtClean="0">
                <a:solidFill>
                  <a:srgbClr val="313131"/>
                </a:solidFill>
              </a:rPr>
              <a:t>. These borrowers tend to refi slower.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41" name="Text Placeholder 5"/>
          <p:cNvSpPr txBox="1">
            <a:spLocks/>
          </p:cNvSpPr>
          <p:nvPr/>
        </p:nvSpPr>
        <p:spPr>
          <a:xfrm>
            <a:off x="5917407" y="6311022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Using cap and floors for out of range extrapolation. Make sure the tail performance is reasonable.</a:t>
            </a:r>
            <a:endParaRPr lang="en-US" sz="1100" dirty="0">
              <a:solidFill>
                <a:srgbClr val="3131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0999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Streamline </a:t>
            </a:r>
            <a:r>
              <a:rPr lang="en-US" sz="1600" dirty="0">
                <a:latin typeface="+mn-lt"/>
              </a:rPr>
              <a:t>Model </a:t>
            </a:r>
            <a:r>
              <a:rPr lang="en-US" sz="1600" dirty="0" smtClean="0">
                <a:latin typeface="+mn-lt"/>
              </a:rPr>
              <a:t>Parameters</a:t>
            </a:r>
            <a:endParaRPr lang="en-US" dirty="0">
              <a:latin typeface="+mn-lt"/>
            </a:endParaRPr>
          </a:p>
        </p:txBody>
      </p:sp>
      <p:sp>
        <p:nvSpPr>
          <p:cNvPr id="107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Refinance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grpSp>
        <p:nvGrpSpPr>
          <p:cNvPr id="130" name="Group 129"/>
          <p:cNvGrpSpPr/>
          <p:nvPr/>
        </p:nvGrpSpPr>
        <p:grpSpPr>
          <a:xfrm>
            <a:off x="3844491" y="3199810"/>
            <a:ext cx="1108509" cy="2184181"/>
            <a:chOff x="3796619" y="2609093"/>
            <a:chExt cx="1512168" cy="3092012"/>
          </a:xfrm>
        </p:grpSpPr>
        <p:sp>
          <p:nvSpPr>
            <p:cNvPr id="131" name="Diagonal Stripe 130"/>
            <p:cNvSpPr/>
            <p:nvPr/>
          </p:nvSpPr>
          <p:spPr>
            <a:xfrm>
              <a:off x="3796619" y="4188937"/>
              <a:ext cx="1512168" cy="1512168"/>
            </a:xfrm>
            <a:prstGeom prst="diagStripe">
              <a:avLst/>
            </a:pr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32" name="Diagonal Stripe 131"/>
            <p:cNvSpPr/>
            <p:nvPr/>
          </p:nvSpPr>
          <p:spPr>
            <a:xfrm flipV="1">
              <a:off x="3796619" y="2609093"/>
              <a:ext cx="1512168" cy="1512168"/>
            </a:xfrm>
            <a:prstGeom prst="diagStrip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cxnSp>
        <p:nvCxnSpPr>
          <p:cNvPr id="145" name="Straight Connector 144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136"/>
          <p:cNvSpPr txBox="1"/>
          <p:nvPr/>
        </p:nvSpPr>
        <p:spPr>
          <a:xfrm>
            <a:off x="5446754" y="1219794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Refinance model v2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5532479" y="5695181"/>
            <a:ext cx="3071559" cy="1201384"/>
            <a:chOff x="4815142" y="2589750"/>
            <a:chExt cx="3071559" cy="1201384"/>
          </a:xfrm>
        </p:grpSpPr>
        <p:sp>
          <p:nvSpPr>
            <p:cNvPr id="41" name="TextBox 40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</a:rPr>
                <a:t>1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25000"/>
                    </a:schemeClr>
                  </a:solidFill>
                  <a:latin typeface="Arial"/>
                </a:rPr>
                <a:t>Constraint</a:t>
              </a:r>
              <a:endParaRPr lang="en-GB" dirty="0">
                <a:solidFill>
                  <a:schemeClr val="bg2">
                    <a:lumMod val="25000"/>
                  </a:schemeClr>
                </a:solidFill>
                <a:latin typeface="Arial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181599" y="3483357"/>
              <a:ext cx="27051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latin typeface="Arial"/>
                </a:rPr>
                <a:t>Constraints </a:t>
              </a:r>
              <a:r>
                <a:rPr lang="en-US" sz="1400" dirty="0">
                  <a:latin typeface="Arial"/>
                </a:rPr>
                <a:t>for extrapolation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532479" y="1521819"/>
            <a:ext cx="3999665" cy="1201384"/>
            <a:chOff x="4662742" y="1618200"/>
            <a:chExt cx="3999665" cy="1201384"/>
          </a:xfrm>
        </p:grpSpPr>
        <p:sp>
          <p:nvSpPr>
            <p:cNvPr id="35" name="TextBox 34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noProof="0" dirty="0">
                  <a:solidFill>
                    <a:schemeClr val="bg2">
                      <a:lumMod val="75000"/>
                    </a:schemeClr>
                  </a:solidFill>
                </a:rPr>
                <a:t>3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029199" y="2126031"/>
              <a:ext cx="23225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75000"/>
                    </a:schemeClr>
                  </a:solidFill>
                  <a:latin typeface="Arial"/>
                </a:rPr>
                <a:t>Step Fitting Process</a:t>
              </a:r>
              <a:endParaRPr lang="en-GB" dirty="0">
                <a:solidFill>
                  <a:schemeClr val="bg2">
                    <a:lumMod val="75000"/>
                  </a:schemeClr>
                </a:solidFill>
                <a:latin typeface="Arial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029199" y="2511807"/>
              <a:ext cx="3633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Retain the 3 steps process in model v1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cxnSp>
        <p:nvCxnSpPr>
          <p:cNvPr id="59" name="Straight Connector 58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/>
          <p:cNvGrpSpPr/>
          <p:nvPr/>
        </p:nvGrpSpPr>
        <p:grpSpPr>
          <a:xfrm>
            <a:off x="596153" y="3357724"/>
            <a:ext cx="3071559" cy="2494045"/>
            <a:chOff x="4662742" y="3056033"/>
            <a:chExt cx="3071559" cy="2494045"/>
          </a:xfrm>
        </p:grpSpPr>
        <p:sp>
          <p:nvSpPr>
            <p:cNvPr id="45" name="TextBox 44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</a:rPr>
                <a:t>7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2"/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029199" y="3949640"/>
              <a:ext cx="2705102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S Curve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Media Effect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Credit Availability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Burnout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Loan Size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CLTV</a:t>
              </a:r>
              <a:endParaRPr lang="en-US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596153" y="1666599"/>
            <a:ext cx="3071559" cy="1416827"/>
            <a:chOff x="4662742" y="1618200"/>
            <a:chExt cx="3071559" cy="1416827"/>
          </a:xfrm>
        </p:grpSpPr>
        <p:sp>
          <p:nvSpPr>
            <p:cNvPr id="51" name="TextBox 50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accent1"/>
                  </a:solidFill>
                </a:rPr>
                <a:t>3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029199" y="2126031"/>
              <a:ext cx="25250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1"/>
                  </a:solidFill>
                  <a:latin typeface="Arial"/>
                </a:rPr>
                <a:t>Step Fitting Process</a:t>
              </a:r>
              <a:endParaRPr lang="en-GB" dirty="0">
                <a:solidFill>
                  <a:schemeClr val="accent1"/>
                </a:solidFill>
                <a:latin typeface="Arial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029199" y="251180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Using three data sets to get fitting for difference curves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5446754" y="3365323"/>
            <a:ext cx="3071559" cy="2063158"/>
            <a:chOff x="4662742" y="3056033"/>
            <a:chExt cx="3071559" cy="2063158"/>
          </a:xfrm>
        </p:grpSpPr>
        <p:sp>
          <p:nvSpPr>
            <p:cNvPr id="55" name="TextBox 54"/>
            <p:cNvSpPr txBox="1"/>
            <p:nvPr/>
          </p:nvSpPr>
          <p:spPr>
            <a:xfrm>
              <a:off x="4662742" y="3056033"/>
              <a:ext cx="865388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 smtClean="0">
                  <a:solidFill>
                    <a:schemeClr val="bg2">
                      <a:lumMod val="50000"/>
                    </a:schemeClr>
                  </a:solidFill>
                </a:rPr>
                <a:t>10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528130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50000"/>
                    </a:schemeClr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bg2">
                    <a:lumMod val="50000"/>
                  </a:schemeClr>
                </a:solidFill>
                <a:latin typeface="Arial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029199" y="3949640"/>
              <a:ext cx="270510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S Curve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Media Effect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Credit Availability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Burnout</a:t>
              </a:r>
              <a:endParaRPr lang="en-US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7574049" y="4290621"/>
            <a:ext cx="2705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Loan size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CLTV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Refi-</a:t>
            </a:r>
            <a:r>
              <a:rPr lang="en-US" sz="1400" dirty="0" err="1">
                <a:solidFill>
                  <a:srgbClr val="313131"/>
                </a:solidFill>
                <a:latin typeface="Arial"/>
              </a:rPr>
              <a:t>Elig</a:t>
            </a:r>
            <a:r>
              <a:rPr lang="en-US" sz="1400" dirty="0">
                <a:solidFill>
                  <a:srgbClr val="313131"/>
                </a:solidFill>
                <a:latin typeface="Arial"/>
              </a:rPr>
              <a:t> %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 err="1">
                <a:solidFill>
                  <a:srgbClr val="313131"/>
                </a:solidFill>
                <a:latin typeface="Arial"/>
              </a:rPr>
              <a:t>HARPed</a:t>
            </a:r>
            <a:r>
              <a:rPr lang="en-US" sz="1400" dirty="0">
                <a:solidFill>
                  <a:srgbClr val="313131"/>
                </a:solidFill>
                <a:latin typeface="Arial"/>
              </a:rPr>
              <a:t> %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TPO %</a:t>
            </a:r>
          </a:p>
        </p:txBody>
      </p:sp>
    </p:spTree>
    <p:extLst>
      <p:ext uri="{BB962C8B-B14F-4D97-AF65-F5344CB8AC3E}">
        <p14:creationId xmlns:p14="http://schemas.microsoft.com/office/powerpoint/2010/main" val="668755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Model Structure</a:t>
            </a:r>
            <a:endParaRPr lang="en-US" dirty="0"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762877" y="1492301"/>
            <a:ext cx="1476375" cy="6544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Base S Curve</a:t>
            </a:r>
            <a:endParaRPr lang="en-US" sz="1400" dirty="0"/>
          </a:p>
        </p:txBody>
      </p:sp>
      <p:sp>
        <p:nvSpPr>
          <p:cNvPr id="33" name="Rectangle 32"/>
          <p:cNvSpPr/>
          <p:nvPr/>
        </p:nvSpPr>
        <p:spPr>
          <a:xfrm>
            <a:off x="4601980" y="1503448"/>
            <a:ext cx="1751199" cy="632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Pre-2007</a:t>
            </a:r>
          </a:p>
          <a:p>
            <a:pPr algn="ctr"/>
            <a:r>
              <a:rPr lang="en-US" sz="1400" dirty="0" smtClean="0"/>
              <a:t>No-Media Effect</a:t>
            </a:r>
          </a:p>
          <a:p>
            <a:pPr algn="ctr"/>
            <a:r>
              <a:rPr lang="en-US" sz="1400" dirty="0" smtClean="0"/>
              <a:t>Data set</a:t>
            </a:r>
            <a:endParaRPr lang="en-US" sz="1400" dirty="0"/>
          </a:p>
        </p:txBody>
      </p:sp>
      <p:sp>
        <p:nvSpPr>
          <p:cNvPr id="4" name="Right Arrow 3"/>
          <p:cNvSpPr/>
          <p:nvPr/>
        </p:nvSpPr>
        <p:spPr>
          <a:xfrm>
            <a:off x="6821187" y="1659540"/>
            <a:ext cx="352425" cy="32002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5" name="Rectangle 34"/>
          <p:cNvSpPr/>
          <p:nvPr/>
        </p:nvSpPr>
        <p:spPr>
          <a:xfrm>
            <a:off x="7762874" y="2477034"/>
            <a:ext cx="1476375" cy="658368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Media Effect</a:t>
            </a:r>
            <a:endParaRPr lang="en-US" sz="1400" dirty="0"/>
          </a:p>
        </p:txBody>
      </p:sp>
      <p:sp>
        <p:nvSpPr>
          <p:cNvPr id="36" name="Rectangle 35"/>
          <p:cNvSpPr/>
          <p:nvPr/>
        </p:nvSpPr>
        <p:spPr>
          <a:xfrm>
            <a:off x="7762872" y="3528262"/>
            <a:ext cx="1476375" cy="6544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Credit Availability</a:t>
            </a:r>
            <a:endParaRPr lang="en-US" sz="1400" dirty="0"/>
          </a:p>
        </p:txBody>
      </p:sp>
      <p:sp>
        <p:nvSpPr>
          <p:cNvPr id="38" name="Right Arrow 37"/>
          <p:cNvSpPr/>
          <p:nvPr/>
        </p:nvSpPr>
        <p:spPr>
          <a:xfrm>
            <a:off x="6821187" y="3695501"/>
            <a:ext cx="352425" cy="32002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9" name="Rectangle 38"/>
          <p:cNvSpPr/>
          <p:nvPr/>
        </p:nvSpPr>
        <p:spPr>
          <a:xfrm>
            <a:off x="7762872" y="4505850"/>
            <a:ext cx="1476375" cy="2112307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Pool Characteristics:</a:t>
            </a:r>
          </a:p>
          <a:p>
            <a:pPr algn="ctr"/>
            <a:r>
              <a:rPr lang="en-US" sz="1400" dirty="0" smtClean="0"/>
              <a:t>WALA</a:t>
            </a:r>
          </a:p>
          <a:p>
            <a:pPr algn="ctr"/>
            <a:r>
              <a:rPr lang="en-US" sz="1400" dirty="0" smtClean="0"/>
              <a:t>Burnout</a:t>
            </a:r>
          </a:p>
          <a:p>
            <a:pPr algn="ctr"/>
            <a:r>
              <a:rPr lang="en-US" sz="1400" dirty="0"/>
              <a:t>L</a:t>
            </a:r>
            <a:r>
              <a:rPr lang="en-US" sz="1400" dirty="0" smtClean="0"/>
              <a:t>oan size</a:t>
            </a:r>
          </a:p>
          <a:p>
            <a:pPr algn="ctr"/>
            <a:r>
              <a:rPr lang="en-US" sz="1400" dirty="0" smtClean="0"/>
              <a:t>CLTV</a:t>
            </a:r>
          </a:p>
          <a:p>
            <a:pPr algn="ctr"/>
            <a:r>
              <a:rPr lang="en-US" sz="1400" dirty="0" smtClean="0"/>
              <a:t>Refi-</a:t>
            </a:r>
            <a:r>
              <a:rPr lang="en-US" sz="1400" dirty="0" err="1" smtClean="0"/>
              <a:t>Elig</a:t>
            </a:r>
            <a:r>
              <a:rPr lang="en-US" sz="1400" dirty="0" smtClean="0"/>
              <a:t> %</a:t>
            </a:r>
          </a:p>
          <a:p>
            <a:pPr algn="ctr"/>
            <a:r>
              <a:rPr lang="en-US" sz="1400" dirty="0" err="1" smtClean="0"/>
              <a:t>HARPed</a:t>
            </a:r>
            <a:r>
              <a:rPr lang="en-US" sz="1400" dirty="0" smtClean="0"/>
              <a:t> %</a:t>
            </a:r>
          </a:p>
          <a:p>
            <a:pPr algn="ctr"/>
            <a:r>
              <a:rPr lang="en-US" sz="1400" dirty="0" smtClean="0"/>
              <a:t>TPO %</a:t>
            </a:r>
            <a:endParaRPr lang="en-US" sz="1400" dirty="0"/>
          </a:p>
        </p:txBody>
      </p:sp>
      <p:sp>
        <p:nvSpPr>
          <p:cNvPr id="5" name="Isosceles Triangle 4"/>
          <p:cNvSpPr/>
          <p:nvPr/>
        </p:nvSpPr>
        <p:spPr>
          <a:xfrm rot="10800000">
            <a:off x="8067677" y="2229280"/>
            <a:ext cx="866775" cy="13811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Isosceles Triangle 40"/>
          <p:cNvSpPr/>
          <p:nvPr/>
        </p:nvSpPr>
        <p:spPr>
          <a:xfrm rot="10800000">
            <a:off x="8067673" y="3274539"/>
            <a:ext cx="866775" cy="13811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Isosceles Triangle 41"/>
          <p:cNvSpPr/>
          <p:nvPr/>
        </p:nvSpPr>
        <p:spPr>
          <a:xfrm rot="10800000">
            <a:off x="8067672" y="4295330"/>
            <a:ext cx="866775" cy="13811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4656940" y="2490116"/>
            <a:ext cx="1751199" cy="632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Pre-2007</a:t>
            </a:r>
          </a:p>
          <a:p>
            <a:pPr algn="ctr"/>
            <a:r>
              <a:rPr lang="en-US" sz="1400" dirty="0" smtClean="0"/>
              <a:t>Data set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821187" y="2677521"/>
            <a:ext cx="352425" cy="32002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1" name="Rectangle 30"/>
          <p:cNvSpPr/>
          <p:nvPr/>
        </p:nvSpPr>
        <p:spPr>
          <a:xfrm>
            <a:off x="4656938" y="3539409"/>
            <a:ext cx="1751199" cy="632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Entire Data set</a:t>
            </a:r>
            <a:endParaRPr lang="en-US" sz="1400" dirty="0"/>
          </a:p>
        </p:txBody>
      </p:sp>
      <p:sp>
        <p:nvSpPr>
          <p:cNvPr id="32" name="TextBox 31"/>
          <p:cNvSpPr txBox="1"/>
          <p:nvPr/>
        </p:nvSpPr>
        <p:spPr>
          <a:xfrm>
            <a:off x="2733118" y="4015521"/>
            <a:ext cx="2705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Loan size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CLTV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Refi-</a:t>
            </a:r>
            <a:r>
              <a:rPr lang="en-US" sz="1400" dirty="0" err="1">
                <a:solidFill>
                  <a:srgbClr val="313131"/>
                </a:solidFill>
                <a:latin typeface="Arial"/>
              </a:rPr>
              <a:t>Elig</a:t>
            </a:r>
            <a:r>
              <a:rPr lang="en-US" sz="1400" dirty="0">
                <a:solidFill>
                  <a:srgbClr val="313131"/>
                </a:solidFill>
                <a:latin typeface="Arial"/>
              </a:rPr>
              <a:t> %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 err="1">
                <a:solidFill>
                  <a:srgbClr val="313131"/>
                </a:solidFill>
                <a:latin typeface="Arial"/>
              </a:rPr>
              <a:t>HARPed</a:t>
            </a:r>
            <a:r>
              <a:rPr lang="en-US" sz="1400" dirty="0">
                <a:solidFill>
                  <a:srgbClr val="313131"/>
                </a:solidFill>
                <a:latin typeface="Arial"/>
              </a:rPr>
              <a:t> %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TPO %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564239" y="5416773"/>
            <a:ext cx="3071559" cy="1201384"/>
            <a:chOff x="4815142" y="2589750"/>
            <a:chExt cx="3071559" cy="1201384"/>
          </a:xfrm>
        </p:grpSpPr>
        <p:sp>
          <p:nvSpPr>
            <p:cNvPr id="40" name="TextBox 39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</a:rPr>
                <a:t>1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25000"/>
                    </a:schemeClr>
                  </a:solidFill>
                  <a:latin typeface="Arial"/>
                </a:rPr>
                <a:t>Constraint</a:t>
              </a:r>
              <a:endParaRPr lang="en-GB" dirty="0">
                <a:solidFill>
                  <a:schemeClr val="bg2">
                    <a:lumMod val="25000"/>
                  </a:schemeClr>
                </a:solidFill>
                <a:latin typeface="Arial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181599" y="3483357"/>
              <a:ext cx="27051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latin typeface="Arial"/>
                </a:rPr>
                <a:t>Constraints </a:t>
              </a:r>
              <a:r>
                <a:rPr lang="en-US" sz="1400" dirty="0">
                  <a:latin typeface="Arial"/>
                </a:rPr>
                <a:t>for extrapolation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564239" y="1243411"/>
            <a:ext cx="3999665" cy="1201384"/>
            <a:chOff x="4662742" y="1618200"/>
            <a:chExt cx="3999665" cy="1201384"/>
          </a:xfrm>
        </p:grpSpPr>
        <p:sp>
          <p:nvSpPr>
            <p:cNvPr id="61" name="TextBox 60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noProof="0" dirty="0">
                  <a:solidFill>
                    <a:schemeClr val="bg2">
                      <a:lumMod val="75000"/>
                    </a:schemeClr>
                  </a:solidFill>
                </a:rPr>
                <a:t>3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029199" y="2126031"/>
              <a:ext cx="23870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75000"/>
                    </a:schemeClr>
                  </a:solidFill>
                  <a:latin typeface="Arial"/>
                </a:rPr>
                <a:t>Step Fitting Process</a:t>
              </a:r>
              <a:endParaRPr lang="en-GB" dirty="0">
                <a:solidFill>
                  <a:schemeClr val="bg2">
                    <a:lumMod val="75000"/>
                  </a:schemeClr>
                </a:solidFill>
                <a:latin typeface="Arial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5029199" y="2511807"/>
              <a:ext cx="3633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Retain the 3 steps process in model v1. 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478514" y="3086915"/>
            <a:ext cx="3071559" cy="2063158"/>
            <a:chOff x="4662742" y="3056033"/>
            <a:chExt cx="3071559" cy="2063158"/>
          </a:xfrm>
        </p:grpSpPr>
        <p:sp>
          <p:nvSpPr>
            <p:cNvPr id="65" name="TextBox 64"/>
            <p:cNvSpPr txBox="1"/>
            <p:nvPr/>
          </p:nvSpPr>
          <p:spPr>
            <a:xfrm>
              <a:off x="4662742" y="3056033"/>
              <a:ext cx="865388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 smtClean="0">
                  <a:solidFill>
                    <a:schemeClr val="bg2">
                      <a:lumMod val="50000"/>
                    </a:schemeClr>
                  </a:solidFill>
                </a:rPr>
                <a:t>10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528130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50000"/>
                    </a:schemeClr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bg2">
                    <a:lumMod val="50000"/>
                  </a:schemeClr>
                </a:solidFill>
                <a:latin typeface="Arial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5029199" y="3949640"/>
              <a:ext cx="270510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S Curve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Media Effect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Credit Availability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Burnout</a:t>
              </a:r>
              <a:endParaRPr lang="en-US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5348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Crossover Incentive – From Conventional to FHA</a:t>
            </a:r>
            <a:endParaRPr lang="en-US" dirty="0">
              <a:latin typeface="+mn-lt"/>
            </a:endParaRPr>
          </a:p>
        </p:txBody>
      </p:sp>
      <p:grpSp>
        <p:nvGrpSpPr>
          <p:cNvPr id="50" name="Group 49"/>
          <p:cNvGrpSpPr/>
          <p:nvPr/>
        </p:nvGrpSpPr>
        <p:grpSpPr>
          <a:xfrm>
            <a:off x="819356" y="1257300"/>
            <a:ext cx="8549586" cy="1132990"/>
            <a:chOff x="819356" y="1257300"/>
            <a:chExt cx="8549586" cy="1132990"/>
          </a:xfrm>
        </p:grpSpPr>
        <p:cxnSp>
          <p:nvCxnSpPr>
            <p:cNvPr id="51" name="Straight Connector 50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b="1" dirty="0">
                <a:latin typeface="+mn-lt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19356" y="1867070"/>
              <a:ext cx="85495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Our current incentive calculation only measures the refinance incentive for conventional 30-year borrowers to refinance into another 30-year conventional mortgage.  If so, how we can capture that?</a:t>
              </a:r>
              <a:endParaRPr lang="en-US" sz="1400" dirty="0">
                <a:latin typeface="+mn-lt"/>
              </a:endParaRPr>
            </a:p>
          </p:txBody>
        </p:sp>
      </p:grpSp>
      <p:cxnSp>
        <p:nvCxnSpPr>
          <p:cNvPr id="54" name="Straight Connector 53"/>
          <p:cNvCxnSpPr/>
          <p:nvPr/>
        </p:nvCxnSpPr>
        <p:spPr>
          <a:xfrm>
            <a:off x="814498" y="3481787"/>
            <a:ext cx="6918959" cy="0"/>
          </a:xfrm>
          <a:prstGeom prst="line">
            <a:avLst/>
          </a:prstGeom>
          <a:ln w="12700"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14498" y="3628761"/>
            <a:ext cx="854958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Other than refinance into conventional programs, current conventional borrowers do have other choices, like refi into FHA loans.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 rational borrower will choose the program that offers the largest incentive.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Currently, as FHA doesn’t have a risk-based MIP, borrowers with poorer credit profiles (higher CLTV/lower FICO) have greater incentive to refinance into FHA loans.</a:t>
            </a:r>
            <a:endParaRPr lang="en-US" sz="1400" dirty="0">
              <a:latin typeface="+mn-lt"/>
            </a:endParaRPr>
          </a:p>
        </p:txBody>
      </p:sp>
      <p:cxnSp>
        <p:nvCxnSpPr>
          <p:cNvPr id="56" name="Straight Connector 55"/>
          <p:cNvCxnSpPr/>
          <p:nvPr/>
        </p:nvCxnSpPr>
        <p:spPr>
          <a:xfrm>
            <a:off x="824212" y="5698962"/>
            <a:ext cx="6918959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24212" y="5845936"/>
            <a:ext cx="85495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 separately calculate the incentive for </a:t>
            </a:r>
            <a:r>
              <a:rPr lang="en-US" sz="1400" dirty="0">
                <a:latin typeface="+mn-lt"/>
              </a:rPr>
              <a:t>a</a:t>
            </a:r>
            <a:r>
              <a:rPr lang="en-US" sz="1400" dirty="0" smtClean="0">
                <a:latin typeface="+mn-lt"/>
              </a:rPr>
              <a:t> conventional loan to respectively refi into another conventional loan and an FHA loan.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 The maximum of these two incentives corresponds to the “true” refinance incentive.</a:t>
            </a:r>
            <a:endParaRPr lang="en-US" sz="1400" dirty="0">
              <a:latin typeface="+mn-lt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19356" y="842933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bg2">
                    <a:lumMod val="50000"/>
                  </a:schemeClr>
                </a:solidFill>
              </a:rPr>
              <a:t>Q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185813" y="1350764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50000"/>
                  </a:schemeClr>
                </a:solidFill>
                <a:latin typeface="Arial"/>
              </a:rPr>
              <a:t>uestion</a:t>
            </a:r>
            <a:endParaRPr lang="en-GB" dirty="0">
              <a:solidFill>
                <a:schemeClr val="bg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19355" y="2604624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3">
                    <a:lumMod val="65000"/>
                  </a:schemeClr>
                </a:solidFill>
              </a:rPr>
              <a:t>P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3">
                  <a:lumMod val="6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185812" y="3112455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3">
                    <a:lumMod val="65000"/>
                  </a:schemeClr>
                </a:solidFill>
                <a:latin typeface="Arial"/>
              </a:rPr>
              <a:t>roblem</a:t>
            </a:r>
            <a:endParaRPr lang="en-GB" dirty="0">
              <a:solidFill>
                <a:schemeClr val="accent3">
                  <a:lumMod val="65000"/>
                </a:schemeClr>
              </a:solidFill>
              <a:latin typeface="Arial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19356" y="4821799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noProof="0" dirty="0" smtClean="0">
                <a:solidFill>
                  <a:schemeClr val="bg2">
                    <a:lumMod val="25000"/>
                  </a:schemeClr>
                </a:solidFill>
              </a:rPr>
              <a:t>S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185813" y="5329630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25000"/>
                  </a:schemeClr>
                </a:solidFill>
                <a:latin typeface="Arial"/>
              </a:rPr>
              <a:t>olution</a:t>
            </a:r>
            <a:endParaRPr lang="en-GB" dirty="0">
              <a:solidFill>
                <a:schemeClr val="bg2">
                  <a:lumMod val="25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8679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1. Incentive – From Conventional to FHA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507014"/>
              </p:ext>
            </p:extLst>
          </p:nvPr>
        </p:nvGraphicFramePr>
        <p:xfrm>
          <a:off x="622090" y="1216285"/>
          <a:ext cx="8919149" cy="1112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1123"/>
                <a:gridCol w="324221"/>
                <a:gridCol w="2854015"/>
                <a:gridCol w="374754"/>
                <a:gridCol w="3755036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smtClean="0"/>
                        <a:t>Incentive</a:t>
                      </a:r>
                      <a:endParaRPr 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=</a:t>
                      </a:r>
                      <a:endParaRPr 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Current Loan Cost</a:t>
                      </a:r>
                      <a:endParaRPr 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-</a:t>
                      </a:r>
                      <a:endParaRPr 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New Loan Cost</a:t>
                      </a:r>
                      <a:endParaRPr 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n-US" sz="1400" dirty="0" smtClean="0"/>
                        <a:t>Conv.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dirty="0" smtClean="0"/>
                        <a:t>Incentive</a:t>
                      </a:r>
                      <a:endParaRPr 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=</a:t>
                      </a:r>
                      <a:endParaRPr 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+mn-lt"/>
                        </a:rPr>
                        <a:t>(</a:t>
                      </a:r>
                      <a:r>
                        <a:rPr lang="en-US" sz="1400" dirty="0" err="1" smtClean="0">
                          <a:latin typeface="+mn-lt"/>
                        </a:rPr>
                        <a:t>OrigNoteRate</a:t>
                      </a:r>
                      <a:r>
                        <a:rPr lang="en-US" sz="1400" dirty="0" smtClean="0"/>
                        <a:t> +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dirty="0" smtClean="0"/>
                        <a:t>PMI)</a:t>
                      </a:r>
                      <a:endParaRPr 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-</a:t>
                      </a:r>
                      <a:endParaRPr 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(PMMS + LLPA/4 + PMI)</a:t>
                      </a:r>
                      <a:endParaRPr 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n-US" sz="1400" dirty="0" smtClean="0"/>
                        <a:t>FHA Incentive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=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(</a:t>
                      </a:r>
                      <a:r>
                        <a:rPr lang="en-US" sz="1400" dirty="0" err="1" smtClean="0"/>
                        <a:t>OrigNoteRate</a:t>
                      </a:r>
                      <a:r>
                        <a:rPr lang="en-US" sz="1400" dirty="0" smtClean="0"/>
                        <a:t> + PMI)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-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(FHA </a:t>
                      </a:r>
                      <a:r>
                        <a:rPr lang="en-US" sz="1400" dirty="0" err="1" smtClean="0"/>
                        <a:t>Mgt</a:t>
                      </a:r>
                      <a:r>
                        <a:rPr lang="en-US" sz="1400" baseline="0" dirty="0" smtClean="0"/>
                        <a:t> Rate + Upfront MIP/12 + Annual MIP</a:t>
                      </a:r>
                      <a:r>
                        <a:rPr lang="en-US" sz="1400" dirty="0" smtClean="0"/>
                        <a:t>)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5" name="Isosceles Triangle 4"/>
          <p:cNvSpPr/>
          <p:nvPr/>
        </p:nvSpPr>
        <p:spPr>
          <a:xfrm rot="10800000">
            <a:off x="3771771" y="2609548"/>
            <a:ext cx="2368445" cy="187377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132917"/>
              </p:ext>
            </p:extLst>
          </p:nvPr>
        </p:nvGraphicFramePr>
        <p:xfrm>
          <a:off x="559254" y="3000953"/>
          <a:ext cx="8919149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1123"/>
                <a:gridCol w="324221"/>
                <a:gridCol w="6983805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smtClean="0"/>
                        <a:t>Overall Incentive</a:t>
                      </a:r>
                      <a:endParaRPr lang="en-US" sz="1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=</a:t>
                      </a:r>
                      <a:endParaRPr lang="en-US" sz="1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smtClean="0"/>
                        <a:t>Max ( Conv. Incentive,</a:t>
                      </a:r>
                      <a:r>
                        <a:rPr lang="en-US" sz="1400" b="1" baseline="0" dirty="0" smtClean="0"/>
                        <a:t>   FHA Incentive)</a:t>
                      </a:r>
                      <a:endParaRPr lang="en-US" sz="1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59254" y="3293034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5711" y="3800865"/>
            <a:ext cx="2604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smtClean="0">
                <a:solidFill>
                  <a:schemeClr val="accent1"/>
                </a:solidFill>
                <a:latin typeface="Arial"/>
              </a:rPr>
              <a:t>Major Differences</a:t>
            </a:r>
            <a:endParaRPr lang="en-GB" dirty="0">
              <a:solidFill>
                <a:schemeClr val="accent1"/>
              </a:solidFill>
              <a:latin typeface="Arial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559254" y="4170197"/>
            <a:ext cx="254371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2089" y="4308697"/>
            <a:ext cx="41222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1. Mortgage Rate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13" name="Chart 12"/>
          <p:cNvGraphicFramePr/>
          <p:nvPr>
            <p:extLst>
              <p:ext uri="{D42A27DB-BD31-4B8C-83A1-F6EECF244321}">
                <p14:modId xmlns:p14="http://schemas.microsoft.com/office/powerpoint/2010/main" val="2099311857"/>
              </p:ext>
            </p:extLst>
          </p:nvPr>
        </p:nvGraphicFramePr>
        <p:xfrm>
          <a:off x="412230" y="4616474"/>
          <a:ext cx="4017363" cy="24963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035430" y="4322713"/>
            <a:ext cx="41222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2. Risk-based Costs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727462"/>
              </p:ext>
            </p:extLst>
          </p:nvPr>
        </p:nvGraphicFramePr>
        <p:xfrm>
          <a:off x="5035430" y="4713833"/>
          <a:ext cx="4642970" cy="2096082"/>
        </p:xfrm>
        <a:graphic>
          <a:graphicData uri="http://schemas.openxmlformats.org/drawingml/2006/table">
            <a:tbl>
              <a:tblPr/>
              <a:tblGrid>
                <a:gridCol w="481450"/>
                <a:gridCol w="411480"/>
                <a:gridCol w="468755"/>
                <a:gridCol w="468755"/>
                <a:gridCol w="468755"/>
                <a:gridCol w="468755"/>
                <a:gridCol w="468755"/>
                <a:gridCol w="468755"/>
                <a:gridCol w="468755"/>
                <a:gridCol w="468755"/>
              </a:tblGrid>
              <a:tr h="4598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LTV - Lower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LTV - Upper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760+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740-759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720-739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700-719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680-699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660-679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640-659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620-639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905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95.01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-.17</a:t>
                      </a:r>
                      <a:endParaRPr 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.03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.29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.62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.87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1.55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1.83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2.22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</a:tr>
              <a:tr h="40905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>
                          <a:effectLst/>
                        </a:rPr>
                        <a:t>90.01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95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-.44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-.26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-.05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.21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.48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1.07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1.28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1.51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</a:tr>
              <a:tr h="40905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>
                          <a:effectLst/>
                        </a:rPr>
                        <a:t>85.01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90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-.55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-.44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-.29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-.06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.13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.65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.83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1.00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</a:tr>
              <a:tr h="40905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>
                          <a:effectLst/>
                        </a:rPr>
                        <a:t>0.01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85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-.66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-.65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-.55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-.39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-.28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.06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.21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.35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5035430" y="6809914"/>
            <a:ext cx="244490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>
                <a:latin typeface="+mn-lt"/>
              </a:rPr>
              <a:t>Conv-to-FHA </a:t>
            </a:r>
            <a:r>
              <a:rPr lang="en-US" sz="1000" dirty="0" smtClean="0">
                <a:latin typeface="+mn-lt"/>
              </a:rPr>
              <a:t>Cost </a:t>
            </a:r>
            <a:r>
              <a:rPr lang="en-US" sz="1000" dirty="0">
                <a:latin typeface="+mn-lt"/>
              </a:rPr>
              <a:t>Difference </a:t>
            </a:r>
            <a:r>
              <a:rPr lang="en-US" sz="1000" dirty="0" err="1" smtClean="0">
                <a:latin typeface="+mn-lt"/>
              </a:rPr>
              <a:t>asof</a:t>
            </a:r>
            <a:r>
              <a:rPr lang="en-US" sz="1000" dirty="0" smtClean="0">
                <a:latin typeface="+mn-lt"/>
              </a:rPr>
              <a:t> 4/4/2016</a:t>
            </a:r>
          </a:p>
        </p:txBody>
      </p:sp>
    </p:spTree>
    <p:extLst>
      <p:ext uri="{BB962C8B-B14F-4D97-AF65-F5344CB8AC3E}">
        <p14:creationId xmlns:p14="http://schemas.microsoft.com/office/powerpoint/2010/main" val="2113674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1. Incentive – From Conventional to FHA</a:t>
            </a:r>
            <a:endParaRPr lang="en-US" dirty="0">
              <a:latin typeface="+mn-lt"/>
            </a:endParaRPr>
          </a:p>
        </p:txBody>
      </p:sp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4097815859"/>
              </p:ext>
            </p:extLst>
          </p:nvPr>
        </p:nvGraphicFramePr>
        <p:xfrm>
          <a:off x="552137" y="1171316"/>
          <a:ext cx="4447082" cy="2823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Chart 17"/>
          <p:cNvGraphicFramePr/>
          <p:nvPr>
            <p:extLst>
              <p:ext uri="{D42A27DB-BD31-4B8C-83A1-F6EECF244321}">
                <p14:modId xmlns:p14="http://schemas.microsoft.com/office/powerpoint/2010/main" val="1550400601"/>
              </p:ext>
            </p:extLst>
          </p:nvPr>
        </p:nvGraphicFramePr>
        <p:xfrm>
          <a:off x="5151619" y="1172984"/>
          <a:ext cx="4447082" cy="2823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Chart 18"/>
          <p:cNvGraphicFramePr/>
          <p:nvPr>
            <p:extLst>
              <p:ext uri="{D42A27DB-BD31-4B8C-83A1-F6EECF244321}">
                <p14:modId xmlns:p14="http://schemas.microsoft.com/office/powerpoint/2010/main" val="4263490247"/>
              </p:ext>
            </p:extLst>
          </p:nvPr>
        </p:nvGraphicFramePr>
        <p:xfrm>
          <a:off x="462196" y="4323417"/>
          <a:ext cx="4447082" cy="2823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366478" y="4330684"/>
            <a:ext cx="40672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For generic FGLMC pools, we see that the FHA incentive is lower than the conventional incentive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FHA </a:t>
            </a:r>
            <a:r>
              <a:rPr lang="en-US" sz="1400" dirty="0">
                <a:latin typeface="+mn-lt"/>
              </a:rPr>
              <a:t>incentive </a:t>
            </a:r>
            <a:r>
              <a:rPr lang="en-US" sz="1400" dirty="0" smtClean="0">
                <a:latin typeface="+mn-lt"/>
              </a:rPr>
              <a:t>increases with higher LTV. For 90-97% LTV, we see that FHA incentives are greater since 2013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For U6 pools, FHA incentives are much greater.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+mn-lt"/>
            </a:endParaRPr>
          </a:p>
          <a:p>
            <a:r>
              <a:rPr lang="en-US" sz="1400" b="1" dirty="0">
                <a:latin typeface="+mn-lt"/>
              </a:rPr>
              <a:t>As FHA doesn’t have a risk based MIP, borrowers with poor profile(higher CLTV/lower FICO) has bigger incentive to refi into FHA loans</a:t>
            </a:r>
          </a:p>
        </p:txBody>
      </p:sp>
    </p:spTree>
    <p:extLst>
      <p:ext uri="{BB962C8B-B14F-4D97-AF65-F5344CB8AC3E}">
        <p14:creationId xmlns:p14="http://schemas.microsoft.com/office/powerpoint/2010/main" val="4023077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Burnout – Including LLPA and PMI</a:t>
            </a:r>
            <a:endParaRPr lang="en-US" dirty="0">
              <a:latin typeface="+mn-lt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819356" y="1257300"/>
            <a:ext cx="8549586" cy="1348434"/>
            <a:chOff x="819356" y="1257300"/>
            <a:chExt cx="8549586" cy="1348434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b="1" dirty="0">
                <a:latin typeface="+mn-lt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19356" y="1867070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When we initially calculated burnout, we used the accumulated relative incentive.</a:t>
              </a:r>
              <a:r>
                <a:rPr lang="en-US" sz="1400" dirty="0">
                  <a:latin typeface="+mn-lt"/>
                </a:rPr>
                <a:t> </a:t>
              </a:r>
              <a:r>
                <a:rPr lang="en-US" sz="1400" dirty="0" smtClean="0">
                  <a:latin typeface="+mn-lt"/>
                </a:rPr>
                <a:t>The relative incentive is defined as (</a:t>
              </a:r>
              <a:r>
                <a:rPr lang="en-US" sz="1400" dirty="0" err="1" smtClean="0">
                  <a:latin typeface="+mn-lt"/>
                </a:rPr>
                <a:t>OrigNoteRte</a:t>
              </a:r>
              <a:r>
                <a:rPr lang="en-US" sz="1400" dirty="0" smtClean="0">
                  <a:latin typeface="+mn-lt"/>
                </a:rPr>
                <a:t> / PMMS).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This calculation needs to take LLPA and PMI into consideration.</a:t>
              </a:r>
              <a:endParaRPr lang="en-US" sz="1400" dirty="0">
                <a:latin typeface="+mn-lt"/>
              </a:endParaRPr>
            </a:p>
          </p:txBody>
        </p:sp>
      </p:grpSp>
      <p:cxnSp>
        <p:nvCxnSpPr>
          <p:cNvPr id="21" name="Straight Connector 20"/>
          <p:cNvCxnSpPr/>
          <p:nvPr/>
        </p:nvCxnSpPr>
        <p:spPr>
          <a:xfrm>
            <a:off x="814498" y="3481787"/>
            <a:ext cx="6918959" cy="0"/>
          </a:xfrm>
          <a:prstGeom prst="line">
            <a:avLst/>
          </a:prstGeom>
          <a:ln w="12700"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14498" y="3628761"/>
            <a:ext cx="85495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Need to re-calculate burnout on loan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latin typeface="+mn-lt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824212" y="5698962"/>
            <a:ext cx="6918959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4212" y="5845936"/>
            <a:ext cx="85495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We need to calculate relative incentive on </a:t>
            </a:r>
            <a:r>
              <a:rPr lang="en-US" sz="1400" dirty="0" smtClean="0">
                <a:latin typeface="+mn-lt"/>
              </a:rPr>
              <a:t>loan level with LLPA and PMI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Calculate a loan-level weighted average to calculate pool burnout.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56" y="842933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bg2">
                    <a:lumMod val="50000"/>
                  </a:schemeClr>
                </a:solidFill>
              </a:rPr>
              <a:t>Q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85813" y="1350764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50000"/>
                  </a:schemeClr>
                </a:solidFill>
                <a:latin typeface="Arial"/>
              </a:rPr>
              <a:t>uestion</a:t>
            </a:r>
            <a:endParaRPr lang="en-GB" dirty="0">
              <a:solidFill>
                <a:schemeClr val="bg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9355" y="2604624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3">
                    <a:lumMod val="65000"/>
                  </a:schemeClr>
                </a:solidFill>
              </a:rPr>
              <a:t>P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3">
                  <a:lumMod val="6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85812" y="3112455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3">
                    <a:lumMod val="65000"/>
                  </a:schemeClr>
                </a:solidFill>
                <a:latin typeface="Arial"/>
              </a:rPr>
              <a:t>roblem</a:t>
            </a:r>
            <a:endParaRPr lang="en-GB" dirty="0">
              <a:solidFill>
                <a:schemeClr val="accent3">
                  <a:lumMod val="65000"/>
                </a:schemeClr>
              </a:solidFill>
              <a:latin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9356" y="4821799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noProof="0" dirty="0" smtClean="0">
                <a:solidFill>
                  <a:schemeClr val="bg2">
                    <a:lumMod val="25000"/>
                  </a:schemeClr>
                </a:solidFill>
              </a:rPr>
              <a:t>S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85813" y="5329630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25000"/>
                  </a:schemeClr>
                </a:solidFill>
                <a:latin typeface="Arial"/>
              </a:rPr>
              <a:t>olution</a:t>
            </a:r>
            <a:endParaRPr lang="en-GB" dirty="0">
              <a:solidFill>
                <a:schemeClr val="bg2">
                  <a:lumMod val="25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9939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2. Burnout – Including LLPA and PMI</a:t>
            </a:r>
            <a:endParaRPr lang="en-US" dirty="0">
              <a:latin typeface="+mn-lt"/>
            </a:endParaRPr>
          </a:p>
        </p:txBody>
      </p:sp>
      <p:sp>
        <p:nvSpPr>
          <p:cNvPr id="8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Burnout in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36"/>
          <p:cNvSpPr txBox="1"/>
          <p:nvPr/>
        </p:nvSpPr>
        <p:spPr>
          <a:xfrm>
            <a:off x="5446754" y="1219794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i="1" kern="0" dirty="0">
                <a:solidFill>
                  <a:srgbClr val="575757"/>
                </a:solidFill>
              </a:rPr>
              <a:t>Burnout in Model </a:t>
            </a:r>
            <a:r>
              <a:rPr lang="en-US" sz="2400" i="1" kern="0" dirty="0" smtClean="0">
                <a:solidFill>
                  <a:srgbClr val="575757"/>
                </a:solidFill>
              </a:rPr>
              <a:t>v2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96475" y="1722290"/>
            <a:ext cx="40298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Pool level relative incentive = WAC / PMMS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Special handling for the </a:t>
            </a:r>
            <a:r>
              <a:rPr lang="en-US" sz="1400" dirty="0">
                <a:latin typeface="+mn-lt"/>
              </a:rPr>
              <a:t>gap </a:t>
            </a:r>
            <a:r>
              <a:rPr lang="en-US" sz="1400" dirty="0" smtClean="0">
                <a:latin typeface="+mn-lt"/>
              </a:rPr>
              <a:t>between pool </a:t>
            </a:r>
            <a:r>
              <a:rPr lang="en-US" sz="1400" dirty="0">
                <a:latin typeface="+mn-lt"/>
              </a:rPr>
              <a:t>origination date </a:t>
            </a:r>
            <a:r>
              <a:rPr lang="en-US" sz="1400" dirty="0" smtClean="0">
                <a:latin typeface="+mn-lt"/>
              </a:rPr>
              <a:t>and the </a:t>
            </a:r>
            <a:r>
              <a:rPr lang="en-US" sz="1400" dirty="0">
                <a:latin typeface="+mn-lt"/>
              </a:rPr>
              <a:t>first </a:t>
            </a:r>
            <a:r>
              <a:rPr lang="en-US" sz="1400" dirty="0" smtClean="0">
                <a:latin typeface="+mn-lt"/>
              </a:rPr>
              <a:t>instance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6753" y="1720800"/>
            <a:ext cx="42611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Weighted average of loan level relative incentive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Loan level relative incentive </a:t>
            </a:r>
          </a:p>
          <a:p>
            <a:r>
              <a:rPr lang="en-US" sz="1400" dirty="0" smtClean="0">
                <a:latin typeface="+mn-lt"/>
              </a:rPr>
              <a:t>        = (</a:t>
            </a:r>
            <a:r>
              <a:rPr lang="en-US" sz="1400" dirty="0" err="1" smtClean="0">
                <a:latin typeface="+mn-lt"/>
              </a:rPr>
              <a:t>OrigNoteRate</a:t>
            </a:r>
            <a:r>
              <a:rPr lang="en-US" sz="1400" dirty="0" smtClean="0">
                <a:latin typeface="+mn-lt"/>
              </a:rPr>
              <a:t> + </a:t>
            </a:r>
            <a:r>
              <a:rPr lang="en-US" sz="1400" dirty="0" err="1" smtClean="0">
                <a:latin typeface="+mn-lt"/>
              </a:rPr>
              <a:t>OrigPMI</a:t>
            </a:r>
            <a:r>
              <a:rPr lang="en-US" sz="1400" dirty="0" smtClean="0">
                <a:latin typeface="+mn-lt"/>
              </a:rPr>
              <a:t>) / (PMMS + LLPA + PMI)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Use pool level WAC / PMMS to fill the </a:t>
            </a:r>
            <a:r>
              <a:rPr lang="en-US" sz="1400" dirty="0">
                <a:latin typeface="+mn-lt"/>
              </a:rPr>
              <a:t>gap </a:t>
            </a:r>
            <a:r>
              <a:rPr lang="en-US" sz="1400" dirty="0" smtClean="0">
                <a:latin typeface="+mn-lt"/>
              </a:rPr>
              <a:t>between loan origination </a:t>
            </a:r>
            <a:r>
              <a:rPr lang="en-US" sz="1400" dirty="0">
                <a:latin typeface="+mn-lt"/>
              </a:rPr>
              <a:t>date and the first </a:t>
            </a:r>
            <a:r>
              <a:rPr lang="en-US" sz="1400" dirty="0" smtClean="0">
                <a:latin typeface="+mn-lt"/>
              </a:rPr>
              <a:t>performance instance</a:t>
            </a:r>
            <a:endParaRPr lang="en-US" sz="1400" dirty="0">
              <a:latin typeface="+mn-lt"/>
            </a:endParaRPr>
          </a:p>
        </p:txBody>
      </p:sp>
      <p:sp>
        <p:nvSpPr>
          <p:cNvPr id="3" name="Isosceles Triangle 2"/>
          <p:cNvSpPr/>
          <p:nvPr/>
        </p:nvSpPr>
        <p:spPr>
          <a:xfrm rot="5400000">
            <a:off x="4442613" y="2004077"/>
            <a:ext cx="780744" cy="21717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640080" y="3258195"/>
            <a:ext cx="8648700" cy="0"/>
          </a:xfrm>
          <a:prstGeom prst="line">
            <a:avLst/>
          </a:prstGeom>
          <a:ln w="127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 rot="16200000">
            <a:off x="714407" y="3754787"/>
            <a:ext cx="902906" cy="335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Step 1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095500" y="3649980"/>
                <a:ext cx="5094728" cy="6173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𝑅𝑒𝑙𝑎𝑡𝑖𝑣𝑒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𝑂𝑟𝑖𝑔𝑁𝑜𝑡𝑒𝑅𝑎𝑡𝑒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𝑂𝑟𝑖𝑔𝑃𝑀𝐼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𝑃𝑀𝑀𝑆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𝐿𝐿𝑃𝐴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𝑃𝑀𝐼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0" y="3649980"/>
                <a:ext cx="5094728" cy="61734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 rot="16200000">
            <a:off x="714407" y="4694587"/>
            <a:ext cx="902906" cy="3352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Step 2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2095500" y="4553553"/>
                <a:ext cx="5296386" cy="6173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𝐿𝑜𝑔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𝐿𝑜𝑔</m:t>
                      </m:r>
                      <m:r>
                        <a:rPr lang="en-US" b="0" i="1" smtClean="0">
                          <a:latin typeface="Cambria Math"/>
                        </a:rPr>
                        <m:t>(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𝑂𝑟𝑖𝑔𝑁𝑜𝑡𝑒𝑅𝑎𝑡𝑒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𝑂𝑟𝑖𝑔𝑃𝑀𝐼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𝑃𝑀𝑀𝑆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𝐿𝐿𝑃𝐴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𝑃𝑀𝐼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0" y="4553553"/>
                <a:ext cx="5296386" cy="61734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 rot="16200000">
            <a:off x="714407" y="5634387"/>
            <a:ext cx="902906" cy="3352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Step 3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 rot="16200000">
            <a:off x="714406" y="6574187"/>
            <a:ext cx="902906" cy="3352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/>
                </a:solidFill>
              </a:rPr>
              <a:t>Step 4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2095500" y="5385550"/>
                <a:ext cx="5212196" cy="8679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𝐴𝑐𝑐𝑢𝑚𝑢𝑙𝑎𝑡𝑖𝑣𝑒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𝐿𝑜𝑔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sup>
                        <m:e>
                          <m:r>
                            <a:rPr lang="en-US" b="0" i="1" smtClean="0">
                              <a:latin typeface="Cambria Math"/>
                            </a:rPr>
                            <m:t>𝐿𝑜𝑔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𝐼𝑛𝑐𝑒𝑛𝑡𝑖𝑣𝑒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0" y="5385550"/>
                <a:ext cx="5212196" cy="86793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2095500" y="6557161"/>
                <a:ext cx="62556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𝐵𝑢𝑟𝑛𝑜𝑢𝑡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𝐴𝑐𝑐𝑢𝑚𝑢𝑙𝑎𝑡𝑖𝑣𝑒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𝐿𝑜𝑔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r>
                        <a:rPr lang="en-US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𝐴𝑑𝑗</m:t>
                      </m:r>
                      <m:r>
                        <a:rPr lang="en-US" b="0" i="1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0" y="6557161"/>
                <a:ext cx="6255687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6038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2. Burnout – Including LLPA and PMI</a:t>
            </a:r>
            <a:endParaRPr lang="en-US" dirty="0">
              <a:latin typeface="+mn-lt"/>
            </a:endParaRPr>
          </a:p>
        </p:txBody>
      </p:sp>
      <p:graphicFrame>
        <p:nvGraphicFramePr>
          <p:cNvPr id="15" name="Chart 14"/>
          <p:cNvGraphicFramePr/>
          <p:nvPr>
            <p:extLst>
              <p:ext uri="{D42A27DB-BD31-4B8C-83A1-F6EECF244321}">
                <p14:modId xmlns:p14="http://schemas.microsoft.com/office/powerpoint/2010/main" val="2322970442"/>
              </p:ext>
            </p:extLst>
          </p:nvPr>
        </p:nvGraphicFramePr>
        <p:xfrm>
          <a:off x="496475" y="1697510"/>
          <a:ext cx="4227925" cy="29044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Chart 15"/>
          <p:cNvGraphicFramePr/>
          <p:nvPr>
            <p:extLst>
              <p:ext uri="{D42A27DB-BD31-4B8C-83A1-F6EECF244321}">
                <p14:modId xmlns:p14="http://schemas.microsoft.com/office/powerpoint/2010/main" val="3078730706"/>
              </p:ext>
            </p:extLst>
          </p:nvPr>
        </p:nvGraphicFramePr>
        <p:xfrm>
          <a:off x="5041467" y="1697511"/>
          <a:ext cx="4357116" cy="29044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87224" y="5214499"/>
            <a:ext cx="87084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From the results, we can see for conventional pools, the updates don’t change the aggregation level burnout by a large degree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However, for higher LTV pools, as the LLPA and PMI will change their incentive, burnout number was push down.</a:t>
            </a:r>
          </a:p>
        </p:txBody>
      </p:sp>
    </p:spTree>
    <p:extLst>
      <p:ext uri="{BB962C8B-B14F-4D97-AF65-F5344CB8AC3E}">
        <p14:creationId xmlns:p14="http://schemas.microsoft.com/office/powerpoint/2010/main" val="281352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Refinance Eligibility Flag</a:t>
            </a:r>
            <a:endParaRPr lang="en-US" dirty="0">
              <a:latin typeface="+mn-lt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819356" y="1257300"/>
            <a:ext cx="8549586" cy="1132990"/>
            <a:chOff x="819356" y="1257300"/>
            <a:chExt cx="8549586" cy="1132990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b="1" dirty="0">
                <a:latin typeface="+mn-lt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19356" y="1867070"/>
              <a:ext cx="85495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The LLPA and PMI underwriting guidelines constrain the maximum CLTV and minimum FICO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How do we measure the number of loans that are not eligible to refinance?</a:t>
              </a:r>
              <a:endParaRPr lang="en-US" sz="1400" dirty="0">
                <a:latin typeface="+mn-lt"/>
              </a:endParaRPr>
            </a:p>
          </p:txBody>
        </p:sp>
      </p:grpSp>
      <p:cxnSp>
        <p:nvCxnSpPr>
          <p:cNvPr id="21" name="Straight Connector 20"/>
          <p:cNvCxnSpPr/>
          <p:nvPr/>
        </p:nvCxnSpPr>
        <p:spPr>
          <a:xfrm>
            <a:off x="814498" y="3481787"/>
            <a:ext cx="6918959" cy="0"/>
          </a:xfrm>
          <a:prstGeom prst="line">
            <a:avLst/>
          </a:prstGeom>
          <a:ln w="12700"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14498" y="3628761"/>
            <a:ext cx="854958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Two practices we adopted in model v1 for ineligible mortgages are:</a:t>
            </a:r>
          </a:p>
          <a:p>
            <a:pPr marL="793276" lvl="1" indent="-285750">
              <a:buFontTx/>
              <a:buChar char="-"/>
            </a:pPr>
            <a:r>
              <a:rPr lang="en-US" sz="1400" dirty="0" smtClean="0">
                <a:latin typeface="+mn-lt"/>
              </a:rPr>
              <a:t>Assign the highest PMI / LLPA value in the underwriting matrix to these mortgages</a:t>
            </a:r>
          </a:p>
          <a:p>
            <a:pPr marL="793276" lvl="1" indent="-285750">
              <a:buFontTx/>
              <a:buChar char="-"/>
            </a:pPr>
            <a:r>
              <a:rPr lang="en-US" sz="1400" dirty="0" smtClean="0">
                <a:latin typeface="+mn-lt"/>
              </a:rPr>
              <a:t>Assign a very large number (like 999 bps) to the PMI/LLPA value to these mortgages</a:t>
            </a:r>
            <a:endParaRPr lang="en-US" sz="14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However, neither of these two is a good solution. Using maximum values is misleading in that loans that are ineligible for refinancing will see an incentive if mortgage rates fall enough. </a:t>
            </a:r>
            <a:r>
              <a:rPr lang="en-US" sz="1400" dirty="0">
                <a:latin typeface="+mn-lt"/>
              </a:rPr>
              <a:t>U</a:t>
            </a:r>
            <a:r>
              <a:rPr lang="en-US" sz="1400" dirty="0" smtClean="0">
                <a:latin typeface="+mn-lt"/>
              </a:rPr>
              <a:t>sing very large numbers causes problems at the pool-level when we calculate a loan-level weighted-average refinance incentive.  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824212" y="5698962"/>
            <a:ext cx="6918959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4212" y="5845936"/>
            <a:ext cx="85495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Based on prevailing underwriting guidelines, we identify if each loan is eligible for refinancing or not.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The refinancing test is “global” in that it should apply across different mortgage products that a conventional borrower could theoretically refinance into (i.e., the refinance eligibility test shouldn’t just apply for refinancing into another 30-year conventional mortgage)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56" y="842933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bg2">
                    <a:lumMod val="50000"/>
                  </a:schemeClr>
                </a:solidFill>
              </a:rPr>
              <a:t>Q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85813" y="1350764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50000"/>
                  </a:schemeClr>
                </a:solidFill>
                <a:latin typeface="Arial"/>
              </a:rPr>
              <a:t>uestion</a:t>
            </a:r>
            <a:endParaRPr lang="en-GB" dirty="0">
              <a:solidFill>
                <a:schemeClr val="bg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9355" y="2604624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3">
                    <a:lumMod val="65000"/>
                  </a:schemeClr>
                </a:solidFill>
              </a:rPr>
              <a:t>P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3">
                  <a:lumMod val="6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85812" y="3112455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3">
                    <a:lumMod val="65000"/>
                  </a:schemeClr>
                </a:solidFill>
                <a:latin typeface="Arial"/>
              </a:rPr>
              <a:t>roblem</a:t>
            </a:r>
            <a:endParaRPr lang="en-GB" dirty="0">
              <a:solidFill>
                <a:schemeClr val="accent3">
                  <a:lumMod val="65000"/>
                </a:schemeClr>
              </a:solidFill>
              <a:latin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9356" y="4821799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noProof="0" dirty="0" smtClean="0">
                <a:solidFill>
                  <a:schemeClr val="bg2">
                    <a:lumMod val="25000"/>
                  </a:schemeClr>
                </a:solidFill>
              </a:rPr>
              <a:t>S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85813" y="5329630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25000"/>
                  </a:schemeClr>
                </a:solidFill>
                <a:latin typeface="Arial"/>
              </a:rPr>
              <a:t>olution</a:t>
            </a:r>
            <a:endParaRPr lang="en-GB" dirty="0">
              <a:solidFill>
                <a:schemeClr val="bg2">
                  <a:lumMod val="25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02291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Refinance Eligibility Flag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777303"/>
              </p:ext>
            </p:extLst>
          </p:nvPr>
        </p:nvGraphicFramePr>
        <p:xfrm>
          <a:off x="476249" y="1295665"/>
          <a:ext cx="9105905" cy="3328800"/>
        </p:xfrm>
        <a:graphic>
          <a:graphicData uri="http://schemas.openxmlformats.org/drawingml/2006/table">
            <a:tbl>
              <a:tblPr/>
              <a:tblGrid>
                <a:gridCol w="2100691"/>
                <a:gridCol w="775774"/>
                <a:gridCol w="778680"/>
                <a:gridCol w="778680"/>
                <a:gridCol w="778680"/>
                <a:gridCol w="778680"/>
                <a:gridCol w="778680"/>
                <a:gridCol w="778680"/>
                <a:gridCol w="778680"/>
                <a:gridCol w="778680"/>
              </a:tblGrid>
              <a:tr h="20805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AD275C"/>
                          </a:solidFill>
                          <a:effectLst/>
                          <a:latin typeface="Calibri"/>
                        </a:rPr>
                        <a:t>FNMA Upfront Loan-Level Price Adjustments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AD275C"/>
                          </a:solidFill>
                          <a:effectLst/>
                          <a:latin typeface="Calibri"/>
                        </a:rPr>
                        <a:t>(AMDC of 0.25% &amp; High LTV of 0.5% have been included)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AD275C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AD275C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AD275C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AD275C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LTV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Credit 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&lt;= 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60.01-70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70.01-75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75.01-80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80.01-85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85.01-90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90.01-95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95.01-97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&gt;= 97.01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 740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720 - 739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700 - 719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680 - 699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F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660 - 679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6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6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6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6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640 - 659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8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C4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620 - 639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8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8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C4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C4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C4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BF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 620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Product Feature (Cumulative)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Investment Property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2.125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8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2.125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8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2.125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8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3.375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1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4.125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3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 Unit Property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Condominiums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Elig</a:t>
                      </a:r>
                      <a:endParaRPr lang="en-US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Loan Size &gt; </a:t>
                      </a:r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417K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749261" y="4976506"/>
            <a:ext cx="854958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Based on loan level information, we determine whether a borrower is eligible to refinance under current underwriting guidelines. This flag is </a:t>
            </a:r>
            <a:r>
              <a:rPr lang="en-US" sz="1400" b="1" dirty="0" smtClean="0">
                <a:latin typeface="+mn-lt"/>
              </a:rPr>
              <a:t>time-dependent</a:t>
            </a:r>
            <a:r>
              <a:rPr lang="en-US" sz="1400" dirty="0" smtClean="0">
                <a:latin typeface="+mn-lt"/>
              </a:rPr>
              <a:t> in that underwriting guidelines vary over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W</a:t>
            </a:r>
            <a:r>
              <a:rPr lang="en-US" sz="1400" dirty="0" smtClean="0">
                <a:latin typeface="+mn-lt"/>
              </a:rPr>
              <a:t>e then calculate the loan-level weighted average for each pool.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Pools originated before 2009-06 are 100% Refinance Eligible after 2009-06 because of the HARP program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Note that treating a pool like a loan and calculating a refi-eligible flag is not practical. For example, a pool with an LTV of 96% would technically be 100% Refinance Eligible even though there may be several loans with LTVs &gt; 97%.</a:t>
            </a:r>
          </a:p>
        </p:txBody>
      </p:sp>
    </p:spTree>
    <p:extLst>
      <p:ext uri="{BB962C8B-B14F-4D97-AF65-F5344CB8AC3E}">
        <p14:creationId xmlns:p14="http://schemas.microsoft.com/office/powerpoint/2010/main" val="2848040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Refinance Eligibility Flag</a:t>
            </a:r>
            <a:endParaRPr lang="en-US" dirty="0">
              <a:latin typeface="+mn-lt"/>
            </a:endParaRPr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544499334"/>
              </p:ext>
            </p:extLst>
          </p:nvPr>
        </p:nvGraphicFramePr>
        <p:xfrm>
          <a:off x="5396635" y="1323716"/>
          <a:ext cx="4447082" cy="2823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1524358218"/>
              </p:ext>
            </p:extLst>
          </p:nvPr>
        </p:nvGraphicFramePr>
        <p:xfrm>
          <a:off x="704537" y="1323716"/>
          <a:ext cx="4447082" cy="2823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04340" y="4246799"/>
            <a:ext cx="34152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Refi-eligible percentage for conventional pools experienced a 5% draw down during 2009 to 2014. But most of the pools meet the underwriting guidelines.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340" y="5283204"/>
            <a:ext cx="34152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When U6 pools get originated, all of them have OLTV greater than 97. So in that case 0% balance is eligible to refi.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With loan age pass, CLTV decreased to a certain level, that around 50% of loans become eligible to refi by now.</a:t>
            </a:r>
          </a:p>
        </p:txBody>
      </p:sp>
      <p:graphicFrame>
        <p:nvGraphicFramePr>
          <p:cNvPr id="10" name="Chart 9"/>
          <p:cNvGraphicFramePr/>
          <p:nvPr>
            <p:extLst>
              <p:ext uri="{D42A27DB-BD31-4B8C-83A1-F6EECF244321}">
                <p14:modId xmlns:p14="http://schemas.microsoft.com/office/powerpoint/2010/main" val="821565496"/>
              </p:ext>
            </p:extLst>
          </p:nvPr>
        </p:nvGraphicFramePr>
        <p:xfrm>
          <a:off x="5151619" y="4147278"/>
          <a:ext cx="4489555" cy="30459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158124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v2 Refinance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Model Multipliers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120958"/>
              </p:ext>
            </p:extLst>
          </p:nvPr>
        </p:nvGraphicFramePr>
        <p:xfrm>
          <a:off x="567129" y="1180891"/>
          <a:ext cx="4267200" cy="423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6838"/>
                <a:gridCol w="3260362"/>
              </a:tblGrid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S-Curve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The baseline curve is built</a:t>
                      </a:r>
                      <a:r>
                        <a:rPr lang="en-US" sz="1200" baseline="0" dirty="0" smtClean="0"/>
                        <a:t> based on the pre-2007 no-media-effect period.</a:t>
                      </a:r>
                    </a:p>
                    <a:p>
                      <a:r>
                        <a:rPr lang="en-US" sz="1200" baseline="0" dirty="0" smtClean="0"/>
                        <a:t>Incentive is the max of Conventional and FHA Incentive.</a:t>
                      </a:r>
                      <a:endParaRPr lang="en-US" sz="1200" dirty="0"/>
                    </a:p>
                  </a:txBody>
                  <a:tcPr anchor="ctr"/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Media Effect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Using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baseline="0" dirty="0" err="1" smtClean="0"/>
                        <a:t>Refinanceable</a:t>
                      </a:r>
                      <a:r>
                        <a:rPr lang="en-US" sz="1200" baseline="0" dirty="0" smtClean="0"/>
                        <a:t> Universe as Media Effect. Curve is calibrated based on pre-2007 data.</a:t>
                      </a:r>
                      <a:endParaRPr lang="en-US" sz="1200" dirty="0"/>
                    </a:p>
                  </a:txBody>
                  <a:tcPr anchor="ctr"/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Credit Availability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HPA</a:t>
                      </a:r>
                      <a:r>
                        <a:rPr lang="en-US" sz="1200" baseline="0" dirty="0" smtClean="0"/>
                        <a:t> 2yr MA. Higher levels of HPA are correlated with greater mortgage credit availability.</a:t>
                      </a:r>
                    </a:p>
                  </a:txBody>
                  <a:tcPr anchor="ctr"/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WALA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Short</a:t>
                      </a:r>
                      <a:r>
                        <a:rPr lang="en-US" sz="1200" baseline="0" dirty="0" smtClean="0"/>
                        <a:t> seasoning ramp for </a:t>
                      </a:r>
                      <a:r>
                        <a:rPr lang="en-US" sz="1200" baseline="0" dirty="0" err="1" smtClean="0"/>
                        <a:t>refinancings</a:t>
                      </a:r>
                      <a:endParaRPr lang="en-US" sz="1200" dirty="0" smtClean="0"/>
                    </a:p>
                  </a:txBody>
                  <a:tcPr anchor="ctr"/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Burnout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Cumulative incentive in a loan’s life time. </a:t>
                      </a:r>
                      <a:endParaRPr lang="en-US" sz="12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31" name="Table 1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961458"/>
              </p:ext>
            </p:extLst>
          </p:nvPr>
        </p:nvGraphicFramePr>
        <p:xfrm>
          <a:off x="5291529" y="1180891"/>
          <a:ext cx="4267200" cy="423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6838"/>
                <a:gridCol w="3260362"/>
              </a:tblGrid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Loan Size</a:t>
                      </a:r>
                      <a:endParaRPr lang="en-US" sz="1400" dirty="0"/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aseline="0" dirty="0" smtClean="0"/>
                        <a:t>Large size loans will refi faster than loans with smaller balances.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CLTV</a:t>
                      </a:r>
                      <a:endParaRPr lang="en-US" sz="1400" dirty="0"/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Borrowers with higher LTV</a:t>
                      </a:r>
                      <a:r>
                        <a:rPr lang="en-US" sz="1200" baseline="0" dirty="0" smtClean="0"/>
                        <a:t> will be more likely to refinance. And the HARP program made it even possible for loans with extremely high LTV to refi.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Refi </a:t>
                      </a:r>
                      <a:r>
                        <a:rPr lang="en-US" sz="1400" dirty="0" err="1" smtClean="0"/>
                        <a:t>Elig</a:t>
                      </a:r>
                      <a:r>
                        <a:rPr lang="en-US" sz="1400" dirty="0" smtClean="0"/>
                        <a:t> %</a:t>
                      </a:r>
                      <a:endParaRPr lang="en-US" sz="1400" dirty="0"/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The percentage of a pool’s balance that is eligible to refinance.</a:t>
                      </a:r>
                      <a:endParaRPr lang="en-US" sz="1200" baseline="0" dirty="0" smtClean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HARPed</a:t>
                      </a:r>
                      <a:r>
                        <a:rPr lang="en-US" sz="1400" dirty="0" smtClean="0"/>
                        <a:t> %</a:t>
                      </a:r>
                      <a:endParaRPr lang="en-US" sz="1400" dirty="0"/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HARPed</a:t>
                      </a:r>
                      <a:r>
                        <a:rPr lang="en-US" sz="1200" dirty="0" smtClean="0"/>
                        <a:t> loans are</a:t>
                      </a:r>
                      <a:r>
                        <a:rPr lang="en-US" sz="1200" baseline="0" dirty="0" smtClean="0"/>
                        <a:t> more difficult to refi compared to Purchase loans originated over the same time period</a:t>
                      </a:r>
                      <a:endParaRPr lang="en-US" sz="1200" dirty="0" smtClean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Origination Channel</a:t>
                      </a:r>
                      <a:endParaRPr lang="en-US" sz="1400" dirty="0"/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Third party-originated</a:t>
                      </a:r>
                      <a:r>
                        <a:rPr lang="en-US" sz="1200" baseline="0" dirty="0" smtClean="0"/>
                        <a:t> loans refinance faster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32" name="TextBox 131"/>
          <p:cNvSpPr txBox="1"/>
          <p:nvPr/>
        </p:nvSpPr>
        <p:spPr>
          <a:xfrm>
            <a:off x="567129" y="5670865"/>
            <a:ext cx="89916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olidFill>
                  <a:srgbClr val="313131"/>
                </a:solidFill>
                <a:latin typeface="Arial"/>
              </a:rPr>
              <a:t>v2 of the </a:t>
            </a: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Refinance model </a:t>
            </a:r>
            <a:r>
              <a:rPr lang="en-GB" sz="1400" dirty="0">
                <a:solidFill>
                  <a:srgbClr val="313131"/>
                </a:solidFill>
                <a:latin typeface="Arial"/>
              </a:rPr>
              <a:t>includes the </a:t>
            </a: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10 prediction </a:t>
            </a:r>
            <a:r>
              <a:rPr lang="en-GB" sz="1400" dirty="0">
                <a:solidFill>
                  <a:srgbClr val="313131"/>
                </a:solidFill>
                <a:latin typeface="Arial"/>
              </a:rPr>
              <a:t>parameters listed </a:t>
            </a: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above.</a:t>
            </a:r>
            <a:endParaRPr lang="en-GB" sz="1400" dirty="0">
              <a:solidFill>
                <a:srgbClr val="313131"/>
              </a:solidFill>
              <a:latin typeface="Arial"/>
            </a:endParaRPr>
          </a:p>
          <a:p>
            <a:pPr marL="285750" lvl="0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olidFill>
                  <a:srgbClr val="313131"/>
                </a:solidFill>
                <a:latin typeface="Arial"/>
              </a:rPr>
              <a:t>Sequentially fitting model with the </a:t>
            </a: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10 parameters</a:t>
            </a:r>
            <a:r>
              <a:rPr lang="en-GB" sz="1400" dirty="0">
                <a:solidFill>
                  <a:srgbClr val="313131"/>
                </a:solidFill>
                <a:latin typeface="Arial"/>
              </a:rPr>
              <a:t>, we can create a cubic spline curve for each one of these inputs</a:t>
            </a: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.</a:t>
            </a:r>
            <a:endParaRPr lang="en-GB" sz="1400" dirty="0">
              <a:solidFill>
                <a:srgbClr val="313131"/>
              </a:solidFill>
              <a:latin typeface="Arial"/>
            </a:endParaRPr>
          </a:p>
          <a:p>
            <a:pPr marL="285750" lvl="0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olidFill>
                  <a:srgbClr val="313131"/>
                </a:solidFill>
                <a:latin typeface="Arial"/>
              </a:rPr>
              <a:t>The parameter ordering is based on a single parameter regression calculated R-square value. </a:t>
            </a:r>
          </a:p>
          <a:p>
            <a:pPr marL="285750" lvl="0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olidFill>
                  <a:srgbClr val="313131"/>
                </a:solidFill>
                <a:latin typeface="Arial"/>
              </a:rPr>
              <a:t>Parameters that have earlier order will have more significant impact on our model out put.</a:t>
            </a:r>
          </a:p>
        </p:txBody>
      </p:sp>
    </p:spTree>
    <p:extLst>
      <p:ext uri="{BB962C8B-B14F-4D97-AF65-F5344CB8AC3E}">
        <p14:creationId xmlns:p14="http://schemas.microsoft.com/office/powerpoint/2010/main" val="4070889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</a:t>
            </a:r>
            <a:r>
              <a:rPr lang="en-US" sz="1600" dirty="0" smtClean="0"/>
              <a:t>Refinance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Model Multiplier Splines</a:t>
            </a:r>
            <a:endParaRPr lang="en-US" dirty="0">
              <a:latin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5" y="990600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6497" y="990600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356" y="3996128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0281" y="3996128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3206" y="3996128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1879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</a:t>
            </a:r>
            <a:r>
              <a:rPr lang="en-US" sz="1600" dirty="0" smtClean="0"/>
              <a:t>Refinance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Model Multiplier Splines</a:t>
            </a:r>
            <a:endParaRPr lang="en-US" dirty="0">
              <a:latin typeface="+mn-lt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714" y="3958653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573" y="3958653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0142" y="1137381"/>
            <a:ext cx="2568787" cy="26638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573" y="1137381"/>
            <a:ext cx="2645607" cy="2743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151" y="1137380"/>
            <a:ext cx="2600645" cy="2663875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935" y="3958653"/>
            <a:ext cx="27432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7552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</a:t>
            </a:r>
            <a:r>
              <a:rPr lang="en-US" sz="1600" dirty="0" smtClean="0"/>
              <a:t>Refinance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Model Multiplier Tracking</a:t>
            </a:r>
            <a:endParaRPr lang="en-US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06922" y="6823468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+mn-lt"/>
              </a:rPr>
              <a:t>Model</a:t>
            </a:r>
            <a:endParaRPr lang="en-US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64" y="4264934"/>
            <a:ext cx="2642702" cy="2743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1615" y="1215275"/>
            <a:ext cx="2642702" cy="274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9866" y="1215275"/>
            <a:ext cx="2642702" cy="27432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4334" y="4095491"/>
            <a:ext cx="2642702" cy="274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5617" y="4118488"/>
            <a:ext cx="2642702" cy="274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632" y="4118488"/>
            <a:ext cx="2642702" cy="274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8624" y="4118488"/>
            <a:ext cx="2642702" cy="274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06923" y="6530576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  <a:latin typeface="+mn-lt"/>
              </a:rPr>
              <a:t>Actual</a:t>
            </a:r>
            <a:endParaRPr lang="en-US" dirty="0">
              <a:solidFill>
                <a:srgbClr val="00B05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06181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</a:t>
            </a:r>
            <a:r>
              <a:rPr lang="en-US" sz="1600" dirty="0" smtClean="0"/>
              <a:t>Refinance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Model Multiplier Tracking</a:t>
            </a:r>
            <a:endParaRPr lang="en-US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06922" y="6823468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+mn-lt"/>
              </a:rPr>
              <a:t>Model</a:t>
            </a:r>
            <a:endParaRPr lang="en-US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988" y="1127133"/>
            <a:ext cx="2642702" cy="27432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980" y="1127133"/>
            <a:ext cx="2642702" cy="27432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230" y="3965583"/>
            <a:ext cx="2642702" cy="27432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7281" y="3965583"/>
            <a:ext cx="2642702" cy="27432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331" y="3965583"/>
            <a:ext cx="2642702" cy="274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06923" y="6530576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  <a:latin typeface="+mn-lt"/>
              </a:rPr>
              <a:t>Actual</a:t>
            </a:r>
            <a:endParaRPr lang="en-US" dirty="0">
              <a:solidFill>
                <a:srgbClr val="00B05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61556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</a:t>
            </a:r>
            <a:r>
              <a:rPr lang="en-US" sz="1600" dirty="0" smtClean="0"/>
              <a:t>Refinance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Performance </a:t>
            </a:r>
            <a:r>
              <a:rPr lang="en-US" sz="1600" dirty="0" err="1" smtClean="0">
                <a:latin typeface="+mn-lt"/>
              </a:rPr>
              <a:t>Comparasion</a:t>
            </a:r>
            <a:endParaRPr lang="en-US" dirty="0">
              <a:latin typeface="+mn-lt"/>
            </a:endParaRPr>
          </a:p>
        </p:txBody>
      </p:sp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222423158"/>
              </p:ext>
            </p:extLst>
          </p:nvPr>
        </p:nvGraphicFramePr>
        <p:xfrm>
          <a:off x="512064" y="1074420"/>
          <a:ext cx="4075176" cy="222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/>
          <p:cNvGraphicFramePr/>
          <p:nvPr>
            <p:extLst>
              <p:ext uri="{D42A27DB-BD31-4B8C-83A1-F6EECF244321}">
                <p14:modId xmlns:p14="http://schemas.microsoft.com/office/powerpoint/2010/main" val="1012982458"/>
              </p:ext>
            </p:extLst>
          </p:nvPr>
        </p:nvGraphicFramePr>
        <p:xfrm>
          <a:off x="5236464" y="1074420"/>
          <a:ext cx="4075176" cy="222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Chart 17"/>
          <p:cNvGraphicFramePr/>
          <p:nvPr>
            <p:extLst>
              <p:ext uri="{D42A27DB-BD31-4B8C-83A1-F6EECF244321}">
                <p14:modId xmlns:p14="http://schemas.microsoft.com/office/powerpoint/2010/main" val="1801698999"/>
              </p:ext>
            </p:extLst>
          </p:nvPr>
        </p:nvGraphicFramePr>
        <p:xfrm>
          <a:off x="512064" y="4076700"/>
          <a:ext cx="4075176" cy="222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9" name="Chart 18"/>
          <p:cNvGraphicFramePr/>
          <p:nvPr>
            <p:extLst>
              <p:ext uri="{D42A27DB-BD31-4B8C-83A1-F6EECF244321}">
                <p14:modId xmlns:p14="http://schemas.microsoft.com/office/powerpoint/2010/main" val="1276256554"/>
              </p:ext>
            </p:extLst>
          </p:nvPr>
        </p:nvGraphicFramePr>
        <p:xfrm>
          <a:off x="5236464" y="4084320"/>
          <a:ext cx="4075176" cy="222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12064" y="3215640"/>
            <a:ext cx="416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n-lt"/>
              </a:rPr>
              <a:t>Conventional pool tracking </a:t>
            </a:r>
            <a:r>
              <a:rPr lang="en-US" sz="1200" dirty="0" smtClean="0">
                <a:latin typeface="+mn-lt"/>
              </a:rPr>
              <a:t>shows v2 has smaller tracking error. </a:t>
            </a:r>
            <a:endParaRPr lang="en-US" sz="1200" dirty="0">
              <a:latin typeface="+mn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20284" y="3284220"/>
            <a:ext cx="416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n-lt"/>
              </a:rPr>
              <a:t>Jumbo </a:t>
            </a:r>
            <a:r>
              <a:rPr lang="en-US" sz="1200" dirty="0" smtClean="0">
                <a:latin typeface="+mn-lt"/>
              </a:rPr>
              <a:t>pools tracking for post 2014 looks faster.</a:t>
            </a:r>
            <a:endParaRPr lang="en-US" sz="1200" dirty="0">
              <a:latin typeface="+mn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2064" y="6309360"/>
            <a:ext cx="4166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n-lt"/>
              </a:rPr>
              <a:t>CQ pool tracking is more reliable now, as we fixed the incentive calculation for </a:t>
            </a:r>
            <a:r>
              <a:rPr lang="en-US" sz="1200" dirty="0" err="1">
                <a:latin typeface="+mn-lt"/>
              </a:rPr>
              <a:t>HARPed</a:t>
            </a:r>
            <a:r>
              <a:rPr lang="en-US" sz="1200" dirty="0">
                <a:latin typeface="+mn-lt"/>
              </a:rPr>
              <a:t> loans</a:t>
            </a:r>
            <a:r>
              <a:rPr lang="en-US" sz="1200" dirty="0" smtClean="0">
                <a:latin typeface="+mn-lt"/>
              </a:rPr>
              <a:t>. V2 model shows better performance for CQs</a:t>
            </a:r>
            <a:endParaRPr lang="en-US" sz="1200" dirty="0">
              <a:latin typeface="+mn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45024" y="6309360"/>
            <a:ext cx="416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Similar as CQs. V2 model shows better performance for CRs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68313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1. Max Value of Multipliers</a:t>
            </a:r>
            <a:endParaRPr lang="en-US" dirty="0"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108404"/>
              </p:ext>
            </p:extLst>
          </p:nvPr>
        </p:nvGraphicFramePr>
        <p:xfrm>
          <a:off x="1676400" y="1927225"/>
          <a:ext cx="6705600" cy="4450080"/>
        </p:xfrm>
        <a:graphic>
          <a:graphicData uri="http://schemas.openxmlformats.org/drawingml/2006/table">
            <a:tbl>
              <a:tblPr firstRow="1">
                <a:tableStyleId>{3B4B98B0-60AC-42C2-AFA5-B58CD77FA1E5}</a:tableStyleId>
              </a:tblPr>
              <a:tblGrid>
                <a:gridCol w="2235200"/>
                <a:gridCol w="2235200"/>
                <a:gridCol w="2235200"/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Min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Max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baselineConstant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incentive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8.08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media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8.02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creditAvailability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1.02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burnout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1.09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wacls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2.33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cltv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1.94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refiElig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0.94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pct_HARP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0.87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pct_tpo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1.12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1.34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Multiplier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358.71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1686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536836" y="2216487"/>
            <a:ext cx="832713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430828" y="2216488"/>
            <a:ext cx="753465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2. Further Research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952187385"/>
              </p:ext>
            </p:extLst>
          </p:nvPr>
        </p:nvGraphicFramePr>
        <p:xfrm>
          <a:off x="627887" y="2089896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1129278500"/>
              </p:ext>
            </p:extLst>
          </p:nvPr>
        </p:nvGraphicFramePr>
        <p:xfrm>
          <a:off x="5308396" y="2126472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8" name="Straight Connector 17"/>
          <p:cNvCxnSpPr/>
          <p:nvPr/>
        </p:nvCxnSpPr>
        <p:spPr>
          <a:xfrm>
            <a:off x="1741018" y="1609331"/>
            <a:ext cx="637153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30905" y="1419137"/>
            <a:ext cx="37307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Dispersion Between MCAI and HPA2Yr</a:t>
            </a:r>
            <a:endParaRPr lang="en-US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4385" y="5450837"/>
            <a:ext cx="90037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In our current model, we use HPA two-year moving average as a measure of market credit availability. However, comparing the Mortgage Credit Availability Index and HPA2Yr curves, we can see a dispersion between them after 2013. At the same time, our model tracking error goes up. </a:t>
            </a:r>
          </a:p>
          <a:p>
            <a:endParaRPr lang="en-US" sz="1200" dirty="0">
              <a:latin typeface="+mn-lt"/>
            </a:endParaRPr>
          </a:p>
          <a:p>
            <a:r>
              <a:rPr lang="en-US" sz="1200" dirty="0" smtClean="0">
                <a:latin typeface="+mn-lt"/>
              </a:rPr>
              <a:t>We might want to change the credit availability measure in our future version of model. MCAI would be a choice. In that case, since the MCAI is calculated by the origination information of all kinds of loan products(including non-agency products), we need to actively maintain the market share of different products.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01776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6239866" y="2173800"/>
            <a:ext cx="621791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430828" y="2216488"/>
            <a:ext cx="753465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2. Further Research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116926428"/>
              </p:ext>
            </p:extLst>
          </p:nvPr>
        </p:nvGraphicFramePr>
        <p:xfrm>
          <a:off x="627887" y="2089896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4176036490"/>
              </p:ext>
            </p:extLst>
          </p:nvPr>
        </p:nvGraphicFramePr>
        <p:xfrm>
          <a:off x="5308396" y="2126472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8" name="Straight Connector 17"/>
          <p:cNvCxnSpPr/>
          <p:nvPr/>
        </p:nvCxnSpPr>
        <p:spPr>
          <a:xfrm>
            <a:off x="1741018" y="1609331"/>
            <a:ext cx="637153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30905" y="1419137"/>
            <a:ext cx="37307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Dispersion Between MCAI and HPA2Yr</a:t>
            </a:r>
            <a:endParaRPr lang="en-US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4385" y="5450837"/>
            <a:ext cx="90037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In our current model, we use HPA two-year moving average as a measure of market credit availability. However, comparing the Mortgage Credit Availability Index and HPA2Yr curves, we can see a dispersion between them after 2013. At the same time, our model tracing error goes up. </a:t>
            </a:r>
          </a:p>
          <a:p>
            <a:endParaRPr lang="en-US" sz="1200" dirty="0">
              <a:latin typeface="+mn-lt"/>
            </a:endParaRPr>
          </a:p>
          <a:p>
            <a:r>
              <a:rPr lang="en-US" sz="1200" dirty="0" smtClean="0">
                <a:latin typeface="+mn-lt"/>
              </a:rPr>
              <a:t>We might want to change the credit availability measure in our future version of model. MCAI would be a choice. In that case, since the MCAI is calculated by the origination information of all kinds of loan products(including non-agency products), we need to actively maintain the market share of different products.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72415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94563</TotalTime>
  <Words>2267</Words>
  <Application>Microsoft Office PowerPoint</Application>
  <PresentationFormat>Custom</PresentationFormat>
  <Paragraphs>513</Paragraphs>
  <Slides>23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23</vt:i4>
      </vt:variant>
    </vt:vector>
  </HeadingPairs>
  <TitlesOfParts>
    <vt:vector size="38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Model Update Overview 1. Data Set</vt:lpstr>
      <vt:lpstr>Model Update Overview 2. Model Structure</vt:lpstr>
      <vt:lpstr>Model Update Overview 2. Streamline Model Parameters</vt:lpstr>
      <vt:lpstr>Model Update Overview 2. Model Structure</vt:lpstr>
      <vt:lpstr>Data Preparation 1. Crossover Incentive – From Conventional to FHA</vt:lpstr>
      <vt:lpstr>Data Preparation 1. Incentive – From Conventional to FHA</vt:lpstr>
      <vt:lpstr>Data Preparation 1. Incentive – From Conventional to FHA</vt:lpstr>
      <vt:lpstr>Data Preparation 2. Burnout – Including LLPA and PMI</vt:lpstr>
      <vt:lpstr>Data Preparation 2. Burnout – Including LLPA and PMI</vt:lpstr>
      <vt:lpstr>Data Preparation 2. Burnout – Including LLPA and PMI</vt:lpstr>
      <vt:lpstr>Data Preparation 3. Refinance Eligibility Flag</vt:lpstr>
      <vt:lpstr>Data Preparation 3. Refinance Eligibility Flag</vt:lpstr>
      <vt:lpstr>Data Preparation 3. Refinance Eligibility Flag</vt:lpstr>
      <vt:lpstr>v2 Refinance Model Details 1. Model Multipliers</vt:lpstr>
      <vt:lpstr>v2 Refinance Model Details 2. Model Multiplier Splines</vt:lpstr>
      <vt:lpstr>v2 Refinance Model Details 2. Model Multiplier Splines</vt:lpstr>
      <vt:lpstr>v2 Refinance Model Details 3. Model Multiplier Tracking</vt:lpstr>
      <vt:lpstr>v2 Refinance Model Details 3. Model Multiplier Tracking</vt:lpstr>
      <vt:lpstr>v2 Refinance Model Details 3. Performance Comparasion</vt:lpstr>
      <vt:lpstr>Appendix 1. Max Value of Multipliers</vt:lpstr>
      <vt:lpstr>Appendix 2. Further Research</vt:lpstr>
      <vt:lpstr>Appendix 2. Further Research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Lien Chen</cp:lastModifiedBy>
  <cp:revision>2244</cp:revision>
  <cp:lastPrinted>2016-03-29T19:25:13Z</cp:lastPrinted>
  <dcterms:created xsi:type="dcterms:W3CDTF">2011-07-07T12:37:32Z</dcterms:created>
  <dcterms:modified xsi:type="dcterms:W3CDTF">2016-05-16T15:06:35Z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