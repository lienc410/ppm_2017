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37"/>
  </p:notesMasterIdLst>
  <p:handoutMasterIdLst>
    <p:handoutMasterId r:id="rId38"/>
  </p:handoutMasterIdLst>
  <p:sldIdLst>
    <p:sldId id="433" r:id="rId16"/>
    <p:sldId id="696" r:id="rId17"/>
    <p:sldId id="697" r:id="rId18"/>
    <p:sldId id="698" r:id="rId19"/>
    <p:sldId id="699" r:id="rId20"/>
    <p:sldId id="700" r:id="rId21"/>
    <p:sldId id="701" r:id="rId22"/>
    <p:sldId id="702" r:id="rId23"/>
    <p:sldId id="705" r:id="rId24"/>
    <p:sldId id="706" r:id="rId25"/>
    <p:sldId id="707" r:id="rId26"/>
    <p:sldId id="708" r:id="rId27"/>
    <p:sldId id="704" r:id="rId28"/>
    <p:sldId id="709" r:id="rId29"/>
    <p:sldId id="710" r:id="rId30"/>
    <p:sldId id="711" r:id="rId31"/>
    <p:sldId id="712" r:id="rId32"/>
    <p:sldId id="713" r:id="rId33"/>
    <p:sldId id="714" r:id="rId34"/>
    <p:sldId id="715" r:id="rId35"/>
    <p:sldId id="716" r:id="rId36"/>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8A60"/>
    <a:srgbClr val="F6D6E3"/>
    <a:srgbClr val="968880"/>
    <a:srgbClr val="8C2B18"/>
    <a:srgbClr val="AD275C"/>
    <a:srgbClr val="2E398A"/>
    <a:srgbClr val="C3EBD9"/>
    <a:srgbClr val="CDD1EF"/>
    <a:srgbClr val="996633"/>
    <a:srgbClr val="533D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1695" autoAdjust="0"/>
    <p:restoredTop sz="95014" autoAdjust="0"/>
  </p:normalViewPr>
  <p:slideViewPr>
    <p:cSldViewPr snapToGrid="0" snapToObjects="1">
      <p:cViewPr varScale="1">
        <p:scale>
          <a:sx n="139" d="100"/>
          <a:sy n="139" d="100"/>
        </p:scale>
        <p:origin x="-366" y="-108"/>
      </p:cViewPr>
      <p:guideLst>
        <p:guide orient="horz" pos="3872"/>
        <p:guide orient="horz" pos="1976"/>
        <p:guide orient="horz" pos="797"/>
        <p:guide orient="horz" pos="981"/>
        <p:guide orient="horz" pos="4327"/>
        <p:guide orient="horz" pos="145"/>
        <p:guide pos="5282"/>
        <p:guide pos="273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6.xml"/><Relationship Id="rId34" Type="http://schemas.openxmlformats.org/officeDocument/2006/relationships/slide" Target="slides/slide19.xml"/><Relationship Id="rId42"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slide" Target="slides/slide14.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slide" Target="slides/slide16.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oleObject" Target="file:///C:\Lien%20Workspace\01.Work%20Progress%20Documents\FNMA%20Scale%20DB%20update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Lien%20Workspace\01.Work%20Progress%20Documents\FNMA%20Scale%20DB%20updates.xlsx" TargetMode="Externa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pct_dq_1!$B$1</c:f>
              <c:strCache>
                <c:ptCount val="1"/>
                <c:pt idx="0">
                  <c:v>Credit Loan Pct_DQ</c:v>
                </c:pt>
              </c:strCache>
            </c:strRef>
          </c:tx>
          <c:marker>
            <c:symbol val="none"/>
          </c:marker>
          <c:cat>
            <c:numRef>
              <c:f>pct_dq_1!$A$2:$A$270</c:f>
              <c:numCache>
                <c:formatCode>m/d/yyyy</c:formatCode>
                <c:ptCount val="269"/>
                <c:pt idx="0">
                  <c:v>36220</c:v>
                </c:pt>
                <c:pt idx="1">
                  <c:v>36251</c:v>
                </c:pt>
                <c:pt idx="2">
                  <c:v>36281</c:v>
                </c:pt>
                <c:pt idx="3">
                  <c:v>36312</c:v>
                </c:pt>
                <c:pt idx="4">
                  <c:v>36342</c:v>
                </c:pt>
                <c:pt idx="5">
                  <c:v>36373</c:v>
                </c:pt>
                <c:pt idx="6">
                  <c:v>36404</c:v>
                </c:pt>
                <c:pt idx="7">
                  <c:v>36434</c:v>
                </c:pt>
                <c:pt idx="8">
                  <c:v>36465</c:v>
                </c:pt>
                <c:pt idx="9">
                  <c:v>36495</c:v>
                </c:pt>
                <c:pt idx="10">
                  <c:v>36526</c:v>
                </c:pt>
                <c:pt idx="11">
                  <c:v>36557</c:v>
                </c:pt>
                <c:pt idx="12">
                  <c:v>36586</c:v>
                </c:pt>
                <c:pt idx="13">
                  <c:v>36617</c:v>
                </c:pt>
                <c:pt idx="14">
                  <c:v>36647</c:v>
                </c:pt>
                <c:pt idx="15">
                  <c:v>36678</c:v>
                </c:pt>
                <c:pt idx="16">
                  <c:v>36708</c:v>
                </c:pt>
                <c:pt idx="17">
                  <c:v>36739</c:v>
                </c:pt>
                <c:pt idx="18">
                  <c:v>36770</c:v>
                </c:pt>
                <c:pt idx="19">
                  <c:v>36800</c:v>
                </c:pt>
                <c:pt idx="20">
                  <c:v>36831</c:v>
                </c:pt>
                <c:pt idx="21">
                  <c:v>36861</c:v>
                </c:pt>
                <c:pt idx="22">
                  <c:v>36892</c:v>
                </c:pt>
                <c:pt idx="23">
                  <c:v>36923</c:v>
                </c:pt>
                <c:pt idx="24">
                  <c:v>36951</c:v>
                </c:pt>
                <c:pt idx="25">
                  <c:v>36982</c:v>
                </c:pt>
                <c:pt idx="26">
                  <c:v>37012</c:v>
                </c:pt>
                <c:pt idx="27">
                  <c:v>37043</c:v>
                </c:pt>
                <c:pt idx="28">
                  <c:v>37073</c:v>
                </c:pt>
                <c:pt idx="29">
                  <c:v>37104</c:v>
                </c:pt>
                <c:pt idx="30">
                  <c:v>37135</c:v>
                </c:pt>
                <c:pt idx="31">
                  <c:v>37165</c:v>
                </c:pt>
                <c:pt idx="32">
                  <c:v>37196</c:v>
                </c:pt>
                <c:pt idx="33">
                  <c:v>37226</c:v>
                </c:pt>
                <c:pt idx="34">
                  <c:v>37257</c:v>
                </c:pt>
                <c:pt idx="35">
                  <c:v>37288</c:v>
                </c:pt>
                <c:pt idx="36">
                  <c:v>37316</c:v>
                </c:pt>
                <c:pt idx="37">
                  <c:v>37347</c:v>
                </c:pt>
                <c:pt idx="38">
                  <c:v>37377</c:v>
                </c:pt>
                <c:pt idx="39">
                  <c:v>37408</c:v>
                </c:pt>
                <c:pt idx="40">
                  <c:v>37438</c:v>
                </c:pt>
                <c:pt idx="41">
                  <c:v>37469</c:v>
                </c:pt>
                <c:pt idx="42">
                  <c:v>37500</c:v>
                </c:pt>
                <c:pt idx="43">
                  <c:v>37530</c:v>
                </c:pt>
                <c:pt idx="44">
                  <c:v>37561</c:v>
                </c:pt>
                <c:pt idx="45">
                  <c:v>37591</c:v>
                </c:pt>
                <c:pt idx="46">
                  <c:v>37622</c:v>
                </c:pt>
                <c:pt idx="47">
                  <c:v>37653</c:v>
                </c:pt>
                <c:pt idx="48">
                  <c:v>37681</c:v>
                </c:pt>
                <c:pt idx="49">
                  <c:v>37712</c:v>
                </c:pt>
                <c:pt idx="50">
                  <c:v>37742</c:v>
                </c:pt>
                <c:pt idx="51">
                  <c:v>37773</c:v>
                </c:pt>
                <c:pt idx="52">
                  <c:v>37803</c:v>
                </c:pt>
                <c:pt idx="53">
                  <c:v>37834</c:v>
                </c:pt>
                <c:pt idx="54">
                  <c:v>37865</c:v>
                </c:pt>
                <c:pt idx="55">
                  <c:v>37895</c:v>
                </c:pt>
                <c:pt idx="56">
                  <c:v>37926</c:v>
                </c:pt>
                <c:pt idx="57">
                  <c:v>37956</c:v>
                </c:pt>
                <c:pt idx="58">
                  <c:v>37987</c:v>
                </c:pt>
                <c:pt idx="59">
                  <c:v>38018</c:v>
                </c:pt>
                <c:pt idx="60">
                  <c:v>38047</c:v>
                </c:pt>
                <c:pt idx="61">
                  <c:v>38078</c:v>
                </c:pt>
                <c:pt idx="62">
                  <c:v>38108</c:v>
                </c:pt>
                <c:pt idx="63">
                  <c:v>38139</c:v>
                </c:pt>
                <c:pt idx="64">
                  <c:v>38169</c:v>
                </c:pt>
                <c:pt idx="65">
                  <c:v>38200</c:v>
                </c:pt>
                <c:pt idx="66">
                  <c:v>38231</c:v>
                </c:pt>
                <c:pt idx="67">
                  <c:v>38261</c:v>
                </c:pt>
                <c:pt idx="68">
                  <c:v>38292</c:v>
                </c:pt>
                <c:pt idx="69">
                  <c:v>38322</c:v>
                </c:pt>
                <c:pt idx="70">
                  <c:v>38353</c:v>
                </c:pt>
                <c:pt idx="71">
                  <c:v>38384</c:v>
                </c:pt>
                <c:pt idx="72">
                  <c:v>38412</c:v>
                </c:pt>
                <c:pt idx="73">
                  <c:v>38443</c:v>
                </c:pt>
                <c:pt idx="74">
                  <c:v>38473</c:v>
                </c:pt>
                <c:pt idx="75">
                  <c:v>38504</c:v>
                </c:pt>
                <c:pt idx="76">
                  <c:v>38534</c:v>
                </c:pt>
                <c:pt idx="77">
                  <c:v>38565</c:v>
                </c:pt>
                <c:pt idx="78">
                  <c:v>38596</c:v>
                </c:pt>
                <c:pt idx="79">
                  <c:v>38626</c:v>
                </c:pt>
                <c:pt idx="80">
                  <c:v>38657</c:v>
                </c:pt>
                <c:pt idx="81">
                  <c:v>38687</c:v>
                </c:pt>
                <c:pt idx="82">
                  <c:v>38718</c:v>
                </c:pt>
                <c:pt idx="83">
                  <c:v>38749</c:v>
                </c:pt>
                <c:pt idx="84">
                  <c:v>38777</c:v>
                </c:pt>
                <c:pt idx="85">
                  <c:v>38808</c:v>
                </c:pt>
                <c:pt idx="86">
                  <c:v>38838</c:v>
                </c:pt>
                <c:pt idx="87">
                  <c:v>38869</c:v>
                </c:pt>
                <c:pt idx="88">
                  <c:v>38899</c:v>
                </c:pt>
                <c:pt idx="89">
                  <c:v>38930</c:v>
                </c:pt>
                <c:pt idx="90">
                  <c:v>38961</c:v>
                </c:pt>
                <c:pt idx="91">
                  <c:v>38991</c:v>
                </c:pt>
                <c:pt idx="92">
                  <c:v>39022</c:v>
                </c:pt>
                <c:pt idx="93">
                  <c:v>39052</c:v>
                </c:pt>
                <c:pt idx="94">
                  <c:v>39083</c:v>
                </c:pt>
                <c:pt idx="95">
                  <c:v>39114</c:v>
                </c:pt>
                <c:pt idx="96">
                  <c:v>39142</c:v>
                </c:pt>
                <c:pt idx="97">
                  <c:v>39173</c:v>
                </c:pt>
                <c:pt idx="98">
                  <c:v>39203</c:v>
                </c:pt>
                <c:pt idx="99">
                  <c:v>39234</c:v>
                </c:pt>
                <c:pt idx="100">
                  <c:v>39264</c:v>
                </c:pt>
                <c:pt idx="101">
                  <c:v>39295</c:v>
                </c:pt>
                <c:pt idx="102">
                  <c:v>39326</c:v>
                </c:pt>
                <c:pt idx="103">
                  <c:v>39356</c:v>
                </c:pt>
                <c:pt idx="104">
                  <c:v>39387</c:v>
                </c:pt>
                <c:pt idx="105">
                  <c:v>39417</c:v>
                </c:pt>
                <c:pt idx="106">
                  <c:v>39448</c:v>
                </c:pt>
                <c:pt idx="107">
                  <c:v>39479</c:v>
                </c:pt>
                <c:pt idx="108">
                  <c:v>39508</c:v>
                </c:pt>
                <c:pt idx="109">
                  <c:v>39539</c:v>
                </c:pt>
                <c:pt idx="110">
                  <c:v>39569</c:v>
                </c:pt>
                <c:pt idx="111">
                  <c:v>39600</c:v>
                </c:pt>
                <c:pt idx="112">
                  <c:v>39630</c:v>
                </c:pt>
                <c:pt idx="113">
                  <c:v>39661</c:v>
                </c:pt>
                <c:pt idx="114">
                  <c:v>39692</c:v>
                </c:pt>
                <c:pt idx="115">
                  <c:v>39722</c:v>
                </c:pt>
                <c:pt idx="116">
                  <c:v>39753</c:v>
                </c:pt>
                <c:pt idx="117">
                  <c:v>39783</c:v>
                </c:pt>
                <c:pt idx="118">
                  <c:v>39814</c:v>
                </c:pt>
                <c:pt idx="119">
                  <c:v>39845</c:v>
                </c:pt>
                <c:pt idx="120">
                  <c:v>39873</c:v>
                </c:pt>
                <c:pt idx="121">
                  <c:v>39904</c:v>
                </c:pt>
                <c:pt idx="122">
                  <c:v>39934</c:v>
                </c:pt>
                <c:pt idx="123">
                  <c:v>39965</c:v>
                </c:pt>
                <c:pt idx="124">
                  <c:v>39995</c:v>
                </c:pt>
                <c:pt idx="125">
                  <c:v>40026</c:v>
                </c:pt>
                <c:pt idx="126">
                  <c:v>40057</c:v>
                </c:pt>
                <c:pt idx="127">
                  <c:v>40087</c:v>
                </c:pt>
                <c:pt idx="128">
                  <c:v>40118</c:v>
                </c:pt>
                <c:pt idx="129">
                  <c:v>40148</c:v>
                </c:pt>
                <c:pt idx="130">
                  <c:v>40179</c:v>
                </c:pt>
                <c:pt idx="131">
                  <c:v>40210</c:v>
                </c:pt>
                <c:pt idx="132">
                  <c:v>40238</c:v>
                </c:pt>
                <c:pt idx="133">
                  <c:v>40269</c:v>
                </c:pt>
                <c:pt idx="134">
                  <c:v>40299</c:v>
                </c:pt>
                <c:pt idx="135">
                  <c:v>40330</c:v>
                </c:pt>
                <c:pt idx="136">
                  <c:v>40360</c:v>
                </c:pt>
                <c:pt idx="137">
                  <c:v>40391</c:v>
                </c:pt>
                <c:pt idx="138">
                  <c:v>40422</c:v>
                </c:pt>
                <c:pt idx="139">
                  <c:v>40452</c:v>
                </c:pt>
                <c:pt idx="140">
                  <c:v>40483</c:v>
                </c:pt>
                <c:pt idx="141">
                  <c:v>40513</c:v>
                </c:pt>
                <c:pt idx="142">
                  <c:v>40544</c:v>
                </c:pt>
                <c:pt idx="143">
                  <c:v>40575</c:v>
                </c:pt>
                <c:pt idx="144">
                  <c:v>40603</c:v>
                </c:pt>
                <c:pt idx="145">
                  <c:v>40634</c:v>
                </c:pt>
                <c:pt idx="146">
                  <c:v>40664</c:v>
                </c:pt>
                <c:pt idx="147">
                  <c:v>40695</c:v>
                </c:pt>
                <c:pt idx="148">
                  <c:v>40725</c:v>
                </c:pt>
                <c:pt idx="149">
                  <c:v>40756</c:v>
                </c:pt>
                <c:pt idx="150">
                  <c:v>40787</c:v>
                </c:pt>
                <c:pt idx="151">
                  <c:v>40817</c:v>
                </c:pt>
                <c:pt idx="152">
                  <c:v>40848</c:v>
                </c:pt>
                <c:pt idx="153">
                  <c:v>40878</c:v>
                </c:pt>
                <c:pt idx="154">
                  <c:v>40909</c:v>
                </c:pt>
                <c:pt idx="155">
                  <c:v>40940</c:v>
                </c:pt>
                <c:pt idx="156">
                  <c:v>40969</c:v>
                </c:pt>
                <c:pt idx="157">
                  <c:v>41000</c:v>
                </c:pt>
                <c:pt idx="158">
                  <c:v>41030</c:v>
                </c:pt>
                <c:pt idx="159">
                  <c:v>41061</c:v>
                </c:pt>
                <c:pt idx="160">
                  <c:v>41091</c:v>
                </c:pt>
                <c:pt idx="161">
                  <c:v>41122</c:v>
                </c:pt>
                <c:pt idx="162">
                  <c:v>41153</c:v>
                </c:pt>
                <c:pt idx="163">
                  <c:v>41183</c:v>
                </c:pt>
                <c:pt idx="164">
                  <c:v>41214</c:v>
                </c:pt>
                <c:pt idx="165">
                  <c:v>41244</c:v>
                </c:pt>
                <c:pt idx="166">
                  <c:v>41275</c:v>
                </c:pt>
                <c:pt idx="167">
                  <c:v>41306</c:v>
                </c:pt>
                <c:pt idx="168">
                  <c:v>41334</c:v>
                </c:pt>
                <c:pt idx="169">
                  <c:v>41365</c:v>
                </c:pt>
                <c:pt idx="170">
                  <c:v>41395</c:v>
                </c:pt>
                <c:pt idx="171">
                  <c:v>41426</c:v>
                </c:pt>
                <c:pt idx="172">
                  <c:v>41456</c:v>
                </c:pt>
                <c:pt idx="173">
                  <c:v>41487</c:v>
                </c:pt>
                <c:pt idx="174">
                  <c:v>41518</c:v>
                </c:pt>
                <c:pt idx="175">
                  <c:v>41548</c:v>
                </c:pt>
                <c:pt idx="176">
                  <c:v>41579</c:v>
                </c:pt>
                <c:pt idx="177">
                  <c:v>41609</c:v>
                </c:pt>
                <c:pt idx="178">
                  <c:v>41640</c:v>
                </c:pt>
                <c:pt idx="179">
                  <c:v>41671</c:v>
                </c:pt>
                <c:pt idx="180">
                  <c:v>41699</c:v>
                </c:pt>
                <c:pt idx="181">
                  <c:v>41730</c:v>
                </c:pt>
                <c:pt idx="182">
                  <c:v>41760</c:v>
                </c:pt>
                <c:pt idx="183">
                  <c:v>41791</c:v>
                </c:pt>
                <c:pt idx="184">
                  <c:v>41821</c:v>
                </c:pt>
                <c:pt idx="185">
                  <c:v>41852</c:v>
                </c:pt>
                <c:pt idx="186">
                  <c:v>41883</c:v>
                </c:pt>
                <c:pt idx="187">
                  <c:v>41913</c:v>
                </c:pt>
                <c:pt idx="188">
                  <c:v>41944</c:v>
                </c:pt>
                <c:pt idx="189">
                  <c:v>41974</c:v>
                </c:pt>
                <c:pt idx="190">
                  <c:v>42005</c:v>
                </c:pt>
                <c:pt idx="191">
                  <c:v>42036</c:v>
                </c:pt>
                <c:pt idx="192">
                  <c:v>42064</c:v>
                </c:pt>
                <c:pt idx="193">
                  <c:v>42095</c:v>
                </c:pt>
                <c:pt idx="194">
                  <c:v>42125</c:v>
                </c:pt>
                <c:pt idx="195">
                  <c:v>42156</c:v>
                </c:pt>
                <c:pt idx="196">
                  <c:v>42186</c:v>
                </c:pt>
                <c:pt idx="197">
                  <c:v>42217</c:v>
                </c:pt>
                <c:pt idx="198">
                  <c:v>42248</c:v>
                </c:pt>
                <c:pt idx="199">
                  <c:v>42278</c:v>
                </c:pt>
                <c:pt idx="200">
                  <c:v>42309</c:v>
                </c:pt>
                <c:pt idx="201">
                  <c:v>42339</c:v>
                </c:pt>
              </c:numCache>
            </c:numRef>
          </c:cat>
          <c:val>
            <c:numRef>
              <c:f>pct_dq_1!$B$2:$B$270</c:f>
              <c:numCache>
                <c:formatCode>General</c:formatCode>
                <c:ptCount val="269"/>
                <c:pt idx="0">
                  <c:v>0.26991859958170039</c:v>
                </c:pt>
                <c:pt idx="1">
                  <c:v>0.57780832373630631</c:v>
                </c:pt>
                <c:pt idx="2">
                  <c:v>0.71251658695109654</c:v>
                </c:pt>
                <c:pt idx="3">
                  <c:v>0.8474094581111018</c:v>
                </c:pt>
                <c:pt idx="4">
                  <c:v>0.8283545151732028</c:v>
                </c:pt>
                <c:pt idx="5">
                  <c:v>0.897096998116794</c:v>
                </c:pt>
                <c:pt idx="6">
                  <c:v>0.89119134180489823</c:v>
                </c:pt>
                <c:pt idx="7">
                  <c:v>1.0418020531119936</c:v>
                </c:pt>
                <c:pt idx="8">
                  <c:v>1.1939137237432931</c:v>
                </c:pt>
                <c:pt idx="9">
                  <c:v>1.3899367742998976</c:v>
                </c:pt>
                <c:pt idx="10">
                  <c:v>1.1816105960946004</c:v>
                </c:pt>
                <c:pt idx="11">
                  <c:v>1.3071394295528052</c:v>
                </c:pt>
                <c:pt idx="12">
                  <c:v>1.5217764966700003</c:v>
                </c:pt>
                <c:pt idx="13">
                  <c:v>1.3063696882903031</c:v>
                </c:pt>
                <c:pt idx="14">
                  <c:v>1.6016582155191941</c:v>
                </c:pt>
                <c:pt idx="15">
                  <c:v>1.5290877278806931</c:v>
                </c:pt>
                <c:pt idx="16">
                  <c:v>1.5935428773371001</c:v>
                </c:pt>
                <c:pt idx="17">
                  <c:v>1.7469145747647019</c:v>
                </c:pt>
                <c:pt idx="18">
                  <c:v>1.6622997527831984</c:v>
                </c:pt>
                <c:pt idx="19">
                  <c:v>1.9741986725182983</c:v>
                </c:pt>
                <c:pt idx="20">
                  <c:v>1.9816097675013964</c:v>
                </c:pt>
                <c:pt idx="21">
                  <c:v>2.1988527236570974</c:v>
                </c:pt>
                <c:pt idx="22">
                  <c:v>3.0608829010107002</c:v>
                </c:pt>
                <c:pt idx="23">
                  <c:v>3.977400001288899</c:v>
                </c:pt>
                <c:pt idx="24">
                  <c:v>4.8074916666152063</c:v>
                </c:pt>
                <c:pt idx="25">
                  <c:v>4.5485527362464069</c:v>
                </c:pt>
                <c:pt idx="26">
                  <c:v>4.3805334498067054</c:v>
                </c:pt>
                <c:pt idx="27">
                  <c:v>3.7621211460928947</c:v>
                </c:pt>
                <c:pt idx="28">
                  <c:v>3.6857350165159062</c:v>
                </c:pt>
                <c:pt idx="29">
                  <c:v>3.611336842276998</c:v>
                </c:pt>
                <c:pt idx="30">
                  <c:v>3.4503850142201031</c:v>
                </c:pt>
                <c:pt idx="31">
                  <c:v>5.0089763059063017</c:v>
                </c:pt>
                <c:pt idx="32">
                  <c:v>5.6098900809475936</c:v>
                </c:pt>
                <c:pt idx="33">
                  <c:v>6.0285561387604929</c:v>
                </c:pt>
                <c:pt idx="34">
                  <c:v>4.5685789369857019</c:v>
                </c:pt>
                <c:pt idx="35">
                  <c:v>3.7832607736589949</c:v>
                </c:pt>
                <c:pt idx="36">
                  <c:v>3.9637488088693971</c:v>
                </c:pt>
                <c:pt idx="37">
                  <c:v>3.3578458269909959</c:v>
                </c:pt>
                <c:pt idx="38">
                  <c:v>3.1913726266563032</c:v>
                </c:pt>
                <c:pt idx="39">
                  <c:v>3.0750290424360003</c:v>
                </c:pt>
                <c:pt idx="40">
                  <c:v>4.0526941373180989</c:v>
                </c:pt>
                <c:pt idx="41">
                  <c:v>4.945064362009802</c:v>
                </c:pt>
                <c:pt idx="42">
                  <c:v>5.7279433564140021</c:v>
                </c:pt>
                <c:pt idx="43">
                  <c:v>7.5955392081140047</c:v>
                </c:pt>
                <c:pt idx="44">
                  <c:v>7.2388896413959003</c:v>
                </c:pt>
                <c:pt idx="45">
                  <c:v>7.3417743156959006</c:v>
                </c:pt>
                <c:pt idx="46">
                  <c:v>6.7881160391130067</c:v>
                </c:pt>
                <c:pt idx="47">
                  <c:v>6.9470106738259005</c:v>
                </c:pt>
                <c:pt idx="48">
                  <c:v>7.6804422995565034</c:v>
                </c:pt>
                <c:pt idx="49">
                  <c:v>8.680528541276999</c:v>
                </c:pt>
                <c:pt idx="50">
                  <c:v>7.8478790188675021</c:v>
                </c:pt>
                <c:pt idx="51">
                  <c:v>8.7273663526461007</c:v>
                </c:pt>
                <c:pt idx="52">
                  <c:v>11.258106840160593</c:v>
                </c:pt>
                <c:pt idx="53">
                  <c:v>8.8870134294212022</c:v>
                </c:pt>
                <c:pt idx="54">
                  <c:v>6.1650245032611934</c:v>
                </c:pt>
                <c:pt idx="55">
                  <c:v>4.7436533865871979</c:v>
                </c:pt>
                <c:pt idx="56">
                  <c:v>3.9170919353734064</c:v>
                </c:pt>
                <c:pt idx="57">
                  <c:v>4.2097007208495967</c:v>
                </c:pt>
                <c:pt idx="58">
                  <c:v>3.5082015867350975</c:v>
                </c:pt>
                <c:pt idx="59">
                  <c:v>4.0799632123761</c:v>
                </c:pt>
                <c:pt idx="60">
                  <c:v>5.1027325982022944</c:v>
                </c:pt>
                <c:pt idx="61">
                  <c:v>5.3652438905745043</c:v>
                </c:pt>
                <c:pt idx="62">
                  <c:v>4.1808758615339059</c:v>
                </c:pt>
                <c:pt idx="63">
                  <c:v>3.8937190175903993</c:v>
                </c:pt>
                <c:pt idx="64">
                  <c:v>3.3284581291470943</c:v>
                </c:pt>
                <c:pt idx="65">
                  <c:v>3.3540769252993954</c:v>
                </c:pt>
                <c:pt idx="66">
                  <c:v>3.3591707746292059</c:v>
                </c:pt>
                <c:pt idx="67">
                  <c:v>3.555899028760706</c:v>
                </c:pt>
                <c:pt idx="68">
                  <c:v>3.7989079116615017</c:v>
                </c:pt>
                <c:pt idx="69">
                  <c:v>3.7778788406713062</c:v>
                </c:pt>
                <c:pt idx="70">
                  <c:v>3.1387483717683011</c:v>
                </c:pt>
                <c:pt idx="71">
                  <c:v>3.1676302462637977</c:v>
                </c:pt>
                <c:pt idx="72">
                  <c:v>4.010240252850295</c:v>
                </c:pt>
                <c:pt idx="73">
                  <c:v>3.0045432663403062</c:v>
                </c:pt>
                <c:pt idx="74">
                  <c:v>3.0422807348489016</c:v>
                </c:pt>
                <c:pt idx="75">
                  <c:v>3.3525324007083981</c:v>
                </c:pt>
                <c:pt idx="76">
                  <c:v>3.5055385054846937</c:v>
                </c:pt>
                <c:pt idx="77">
                  <c:v>3.7060941089720956</c:v>
                </c:pt>
                <c:pt idx="78">
                  <c:v>3.0445759480080028</c:v>
                </c:pt>
                <c:pt idx="79">
                  <c:v>3.1007391754380933</c:v>
                </c:pt>
                <c:pt idx="80">
                  <c:v>2.9253334316210982</c:v>
                </c:pt>
                <c:pt idx="81">
                  <c:v>2.8134498043530982</c:v>
                </c:pt>
                <c:pt idx="82">
                  <c:v>2.5477323127336007</c:v>
                </c:pt>
                <c:pt idx="83">
                  <c:v>2.4583419668256994</c:v>
                </c:pt>
                <c:pt idx="84">
                  <c:v>2.7136192520280957</c:v>
                </c:pt>
                <c:pt idx="85">
                  <c:v>2.1521915701306966</c:v>
                </c:pt>
                <c:pt idx="86">
                  <c:v>2.5399023097628941</c:v>
                </c:pt>
                <c:pt idx="87">
                  <c:v>2.3900297303457023</c:v>
                </c:pt>
                <c:pt idx="88">
                  <c:v>2.2698042896738997</c:v>
                </c:pt>
                <c:pt idx="89">
                  <c:v>2.4156510855486033</c:v>
                </c:pt>
                <c:pt idx="90">
                  <c:v>2.271035979129195</c:v>
                </c:pt>
                <c:pt idx="91">
                  <c:v>2.5511176448404029</c:v>
                </c:pt>
                <c:pt idx="92">
                  <c:v>2.4371602949356941</c:v>
                </c:pt>
                <c:pt idx="93">
                  <c:v>2.6164684259990025</c:v>
                </c:pt>
                <c:pt idx="94">
                  <c:v>2.7485195550618045</c:v>
                </c:pt>
                <c:pt idx="95">
                  <c:v>2.4289585967529064</c:v>
                </c:pt>
                <c:pt idx="96">
                  <c:v>2.7123483522019001</c:v>
                </c:pt>
                <c:pt idx="97">
                  <c:v>2.4172556747117966</c:v>
                </c:pt>
                <c:pt idx="98">
                  <c:v>2.5039517338313004</c:v>
                </c:pt>
                <c:pt idx="99">
                  <c:v>2.4654034344472961</c:v>
                </c:pt>
                <c:pt idx="100">
                  <c:v>2.5229104510834048</c:v>
                </c:pt>
                <c:pt idx="101">
                  <c:v>2.4618762374515057</c:v>
                </c:pt>
                <c:pt idx="102">
                  <c:v>2.2546895832326044</c:v>
                </c:pt>
                <c:pt idx="103">
                  <c:v>2.8749754999492012</c:v>
                </c:pt>
                <c:pt idx="104">
                  <c:v>2.6845436267148983</c:v>
                </c:pt>
                <c:pt idx="105">
                  <c:v>2.8503234166158933</c:v>
                </c:pt>
                <c:pt idx="106">
                  <c:v>3.1254706288142984</c:v>
                </c:pt>
                <c:pt idx="107">
                  <c:v>3.6909251946546959</c:v>
                </c:pt>
                <c:pt idx="108">
                  <c:v>3.5652416972565959</c:v>
                </c:pt>
                <c:pt idx="109">
                  <c:v>3.3003545162215033</c:v>
                </c:pt>
                <c:pt idx="110">
                  <c:v>3.1666810130766976</c:v>
                </c:pt>
                <c:pt idx="111">
                  <c:v>3.0052126141556954</c:v>
                </c:pt>
                <c:pt idx="112">
                  <c:v>3.1074367709556014</c:v>
                </c:pt>
                <c:pt idx="113">
                  <c:v>3.0602494052828035</c:v>
                </c:pt>
                <c:pt idx="114">
                  <c:v>3.4041736636895052</c:v>
                </c:pt>
                <c:pt idx="115">
                  <c:v>3.7102945259417055</c:v>
                </c:pt>
                <c:pt idx="116">
                  <c:v>3.6134296163751998</c:v>
                </c:pt>
                <c:pt idx="117">
                  <c:v>4.6129782215396062</c:v>
                </c:pt>
                <c:pt idx="118">
                  <c:v>5.5933353968254949</c:v>
                </c:pt>
                <c:pt idx="119">
                  <c:v>6.586371506769197</c:v>
                </c:pt>
                <c:pt idx="120">
                  <c:v>6.7325691041188946</c:v>
                </c:pt>
                <c:pt idx="121">
                  <c:v>6.5054759532527981</c:v>
                </c:pt>
                <c:pt idx="122">
                  <c:v>6.8321773360283942</c:v>
                </c:pt>
                <c:pt idx="123">
                  <c:v>7.1082491431554047</c:v>
                </c:pt>
                <c:pt idx="124">
                  <c:v>6.566930643768103</c:v>
                </c:pt>
                <c:pt idx="125">
                  <c:v>6.1201007044328009</c:v>
                </c:pt>
                <c:pt idx="126">
                  <c:v>6.864965251696006</c:v>
                </c:pt>
                <c:pt idx="127">
                  <c:v>7.0784361232507962</c:v>
                </c:pt>
                <c:pt idx="128">
                  <c:v>7.3327613587046017</c:v>
                </c:pt>
                <c:pt idx="129">
                  <c:v>7.8580171143835003</c:v>
                </c:pt>
                <c:pt idx="130">
                  <c:v>7.5681177917489038</c:v>
                </c:pt>
                <c:pt idx="131">
                  <c:v>7.5952468016291022</c:v>
                </c:pt>
                <c:pt idx="132">
                  <c:v>7.9041835552725956</c:v>
                </c:pt>
                <c:pt idx="133">
                  <c:v>7.215362295560098</c:v>
                </c:pt>
                <c:pt idx="134">
                  <c:v>6.9746270658551026</c:v>
                </c:pt>
                <c:pt idx="135">
                  <c:v>7.462625971432999</c:v>
                </c:pt>
                <c:pt idx="136">
                  <c:v>7.6439133986563945</c:v>
                </c:pt>
                <c:pt idx="137">
                  <c:v>8.2980131803244035</c:v>
                </c:pt>
                <c:pt idx="138">
                  <c:v>8.6561458220425038</c:v>
                </c:pt>
                <c:pt idx="139">
                  <c:v>8.8326102075319994</c:v>
                </c:pt>
                <c:pt idx="140">
                  <c:v>9.2589321838875946</c:v>
                </c:pt>
                <c:pt idx="141">
                  <c:v>8.9598647240762972</c:v>
                </c:pt>
                <c:pt idx="142">
                  <c:v>7.9920481078209065</c:v>
                </c:pt>
                <c:pt idx="143">
                  <c:v>7.4607651782923057</c:v>
                </c:pt>
                <c:pt idx="144">
                  <c:v>7.3043096314558937</c:v>
                </c:pt>
                <c:pt idx="145">
                  <c:v>6.5246270232371018</c:v>
                </c:pt>
                <c:pt idx="146">
                  <c:v>6.5287208142730009</c:v>
                </c:pt>
                <c:pt idx="147">
                  <c:v>6.7240297802689071</c:v>
                </c:pt>
                <c:pt idx="148">
                  <c:v>6.7751044472094009</c:v>
                </c:pt>
                <c:pt idx="149">
                  <c:v>7.1618947192862947</c:v>
                </c:pt>
                <c:pt idx="150">
                  <c:v>7.6787212588503024</c:v>
                </c:pt>
                <c:pt idx="151">
                  <c:v>8.0838687612224049</c:v>
                </c:pt>
                <c:pt idx="152">
                  <c:v>8.2744922639637934</c:v>
                </c:pt>
                <c:pt idx="153">
                  <c:v>8.0740862395849007</c:v>
                </c:pt>
                <c:pt idx="154">
                  <c:v>7.8447016217790946</c:v>
                </c:pt>
                <c:pt idx="155">
                  <c:v>8.1451348866105064</c:v>
                </c:pt>
                <c:pt idx="156">
                  <c:v>8.2592802169642994</c:v>
                </c:pt>
                <c:pt idx="157">
                  <c:v>7.7707679138096069</c:v>
                </c:pt>
                <c:pt idx="158">
                  <c:v>7.9132285430531937</c:v>
                </c:pt>
                <c:pt idx="159">
                  <c:v>7.9488756306089954</c:v>
                </c:pt>
                <c:pt idx="160">
                  <c:v>8.2647005571092933</c:v>
                </c:pt>
                <c:pt idx="161">
                  <c:v>8.6025838960738952</c:v>
                </c:pt>
                <c:pt idx="162">
                  <c:v>8.2240496268898937</c:v>
                </c:pt>
                <c:pt idx="163">
                  <c:v>8.9286479753072001</c:v>
                </c:pt>
                <c:pt idx="164">
                  <c:v>8.350082015527903</c:v>
                </c:pt>
                <c:pt idx="165">
                  <c:v>8.3847039482063934</c:v>
                </c:pt>
                <c:pt idx="166">
                  <c:v>8.3197831049061932</c:v>
                </c:pt>
                <c:pt idx="167">
                  <c:v>7.8457629257032977</c:v>
                </c:pt>
                <c:pt idx="168">
                  <c:v>7.7524996206961987</c:v>
                </c:pt>
                <c:pt idx="169">
                  <c:v>7.426703051748504</c:v>
                </c:pt>
                <c:pt idx="170">
                  <c:v>7.2215457358224029</c:v>
                </c:pt>
                <c:pt idx="171">
                  <c:v>6.791256372756294</c:v>
                </c:pt>
                <c:pt idx="172">
                  <c:v>6.7963320068255939</c:v>
                </c:pt>
                <c:pt idx="173">
                  <c:v>5.974942926031602</c:v>
                </c:pt>
                <c:pt idx="174">
                  <c:v>5.4809785388610948</c:v>
                </c:pt>
                <c:pt idx="175">
                  <c:v>5.333832717449198</c:v>
                </c:pt>
                <c:pt idx="176">
                  <c:v>5.0485156621054017</c:v>
                </c:pt>
                <c:pt idx="177">
                  <c:v>5.1588464573850956</c:v>
                </c:pt>
                <c:pt idx="178">
                  <c:v>4.8477662708864955</c:v>
                </c:pt>
                <c:pt idx="179">
                  <c:v>4.5697317987201984</c:v>
                </c:pt>
                <c:pt idx="180">
                  <c:v>4.6314652799154032</c:v>
                </c:pt>
                <c:pt idx="181">
                  <c:v>4.3883303815791947</c:v>
                </c:pt>
                <c:pt idx="182">
                  <c:v>4.3800305259371015</c:v>
                </c:pt>
                <c:pt idx="183">
                  <c:v>4.4262511232251001</c:v>
                </c:pt>
                <c:pt idx="184">
                  <c:v>4.4733716597279027</c:v>
                </c:pt>
                <c:pt idx="185">
                  <c:v>4.2911185632068936</c:v>
                </c:pt>
                <c:pt idx="186">
                  <c:v>4.3206349765444969</c:v>
                </c:pt>
                <c:pt idx="187">
                  <c:v>4.1662736655373038</c:v>
                </c:pt>
                <c:pt idx="188">
                  <c:v>4.0080823939021997</c:v>
                </c:pt>
                <c:pt idx="189">
                  <c:v>4.4167026317346938</c:v>
                </c:pt>
                <c:pt idx="190">
                  <c:v>3.9888393803092015</c:v>
                </c:pt>
                <c:pt idx="191">
                  <c:v>4.3475172449233952</c:v>
                </c:pt>
                <c:pt idx="192">
                  <c:v>4.7036941850130063</c:v>
                </c:pt>
                <c:pt idx="193">
                  <c:v>4.0279894449268028</c:v>
                </c:pt>
                <c:pt idx="194">
                  <c:v>3.8981897987165013</c:v>
                </c:pt>
                <c:pt idx="195">
                  <c:v>3.9234542046665979</c:v>
                </c:pt>
                <c:pt idx="196">
                  <c:v>3.6388772181691991</c:v>
                </c:pt>
                <c:pt idx="197">
                  <c:v>3.3310652721504965</c:v>
                </c:pt>
                <c:pt idx="198">
                  <c:v>3.392023903941606</c:v>
                </c:pt>
                <c:pt idx="199">
                  <c:v>3.4404063557327049</c:v>
                </c:pt>
                <c:pt idx="200">
                  <c:v>3.2568842653026024</c:v>
                </c:pt>
                <c:pt idx="201">
                  <c:v>3.4808239072930007</c:v>
                </c:pt>
              </c:numCache>
            </c:numRef>
          </c:val>
          <c:smooth val="0"/>
        </c:ser>
        <c:ser>
          <c:idx val="1"/>
          <c:order val="1"/>
          <c:tx>
            <c:strRef>
              <c:f>pct_dq_1!$C$1</c:f>
              <c:strCache>
                <c:ptCount val="1"/>
                <c:pt idx="0">
                  <c:v>FHL Pool Dist. Pct_DQ</c:v>
                </c:pt>
              </c:strCache>
            </c:strRef>
          </c:tx>
          <c:spPr>
            <a:ln>
              <a:solidFill>
                <a:srgbClr val="C00000"/>
              </a:solidFill>
            </a:ln>
          </c:spPr>
          <c:marker>
            <c:symbol val="none"/>
          </c:marker>
          <c:cat>
            <c:numRef>
              <c:f>pct_dq_1!$A$2:$A$270</c:f>
              <c:numCache>
                <c:formatCode>m/d/yyyy</c:formatCode>
                <c:ptCount val="269"/>
                <c:pt idx="0">
                  <c:v>36220</c:v>
                </c:pt>
                <c:pt idx="1">
                  <c:v>36251</c:v>
                </c:pt>
                <c:pt idx="2">
                  <c:v>36281</c:v>
                </c:pt>
                <c:pt idx="3">
                  <c:v>36312</c:v>
                </c:pt>
                <c:pt idx="4">
                  <c:v>36342</c:v>
                </c:pt>
                <c:pt idx="5">
                  <c:v>36373</c:v>
                </c:pt>
                <c:pt idx="6">
                  <c:v>36404</c:v>
                </c:pt>
                <c:pt idx="7">
                  <c:v>36434</c:v>
                </c:pt>
                <c:pt idx="8">
                  <c:v>36465</c:v>
                </c:pt>
                <c:pt idx="9">
                  <c:v>36495</c:v>
                </c:pt>
                <c:pt idx="10">
                  <c:v>36526</c:v>
                </c:pt>
                <c:pt idx="11">
                  <c:v>36557</c:v>
                </c:pt>
                <c:pt idx="12">
                  <c:v>36586</c:v>
                </c:pt>
                <c:pt idx="13">
                  <c:v>36617</c:v>
                </c:pt>
                <c:pt idx="14">
                  <c:v>36647</c:v>
                </c:pt>
                <c:pt idx="15">
                  <c:v>36678</c:v>
                </c:pt>
                <c:pt idx="16">
                  <c:v>36708</c:v>
                </c:pt>
                <c:pt idx="17">
                  <c:v>36739</c:v>
                </c:pt>
                <c:pt idx="18">
                  <c:v>36770</c:v>
                </c:pt>
                <c:pt idx="19">
                  <c:v>36800</c:v>
                </c:pt>
                <c:pt idx="20">
                  <c:v>36831</c:v>
                </c:pt>
                <c:pt idx="21">
                  <c:v>36861</c:v>
                </c:pt>
                <c:pt idx="22">
                  <c:v>36892</c:v>
                </c:pt>
                <c:pt idx="23">
                  <c:v>36923</c:v>
                </c:pt>
                <c:pt idx="24">
                  <c:v>36951</c:v>
                </c:pt>
                <c:pt idx="25">
                  <c:v>36982</c:v>
                </c:pt>
                <c:pt idx="26">
                  <c:v>37012</c:v>
                </c:pt>
                <c:pt idx="27">
                  <c:v>37043</c:v>
                </c:pt>
                <c:pt idx="28">
                  <c:v>37073</c:v>
                </c:pt>
                <c:pt idx="29">
                  <c:v>37104</c:v>
                </c:pt>
                <c:pt idx="30">
                  <c:v>37135</c:v>
                </c:pt>
                <c:pt idx="31">
                  <c:v>37165</c:v>
                </c:pt>
                <c:pt idx="32">
                  <c:v>37196</c:v>
                </c:pt>
                <c:pt idx="33">
                  <c:v>37226</c:v>
                </c:pt>
                <c:pt idx="34">
                  <c:v>37257</c:v>
                </c:pt>
                <c:pt idx="35">
                  <c:v>37288</c:v>
                </c:pt>
                <c:pt idx="36">
                  <c:v>37316</c:v>
                </c:pt>
                <c:pt idx="37">
                  <c:v>37347</c:v>
                </c:pt>
                <c:pt idx="38">
                  <c:v>37377</c:v>
                </c:pt>
                <c:pt idx="39">
                  <c:v>37408</c:v>
                </c:pt>
                <c:pt idx="40">
                  <c:v>37438</c:v>
                </c:pt>
                <c:pt idx="41">
                  <c:v>37469</c:v>
                </c:pt>
                <c:pt idx="42">
                  <c:v>37500</c:v>
                </c:pt>
                <c:pt idx="43">
                  <c:v>37530</c:v>
                </c:pt>
                <c:pt idx="44">
                  <c:v>37561</c:v>
                </c:pt>
                <c:pt idx="45">
                  <c:v>37591</c:v>
                </c:pt>
                <c:pt idx="46">
                  <c:v>37622</c:v>
                </c:pt>
                <c:pt idx="47">
                  <c:v>37653</c:v>
                </c:pt>
                <c:pt idx="48">
                  <c:v>37681</c:v>
                </c:pt>
                <c:pt idx="49">
                  <c:v>37712</c:v>
                </c:pt>
                <c:pt idx="50">
                  <c:v>37742</c:v>
                </c:pt>
                <c:pt idx="51">
                  <c:v>37773</c:v>
                </c:pt>
                <c:pt idx="52">
                  <c:v>37803</c:v>
                </c:pt>
                <c:pt idx="53">
                  <c:v>37834</c:v>
                </c:pt>
                <c:pt idx="54">
                  <c:v>37865</c:v>
                </c:pt>
                <c:pt idx="55">
                  <c:v>37895</c:v>
                </c:pt>
                <c:pt idx="56">
                  <c:v>37926</c:v>
                </c:pt>
                <c:pt idx="57">
                  <c:v>37956</c:v>
                </c:pt>
                <c:pt idx="58">
                  <c:v>37987</c:v>
                </c:pt>
                <c:pt idx="59">
                  <c:v>38018</c:v>
                </c:pt>
                <c:pt idx="60">
                  <c:v>38047</c:v>
                </c:pt>
                <c:pt idx="61">
                  <c:v>38078</c:v>
                </c:pt>
                <c:pt idx="62">
                  <c:v>38108</c:v>
                </c:pt>
                <c:pt idx="63">
                  <c:v>38139</c:v>
                </c:pt>
                <c:pt idx="64">
                  <c:v>38169</c:v>
                </c:pt>
                <c:pt idx="65">
                  <c:v>38200</c:v>
                </c:pt>
                <c:pt idx="66">
                  <c:v>38231</c:v>
                </c:pt>
                <c:pt idx="67">
                  <c:v>38261</c:v>
                </c:pt>
                <c:pt idx="68">
                  <c:v>38292</c:v>
                </c:pt>
                <c:pt idx="69">
                  <c:v>38322</c:v>
                </c:pt>
                <c:pt idx="70">
                  <c:v>38353</c:v>
                </c:pt>
                <c:pt idx="71">
                  <c:v>38384</c:v>
                </c:pt>
                <c:pt idx="72">
                  <c:v>38412</c:v>
                </c:pt>
                <c:pt idx="73">
                  <c:v>38443</c:v>
                </c:pt>
                <c:pt idx="74">
                  <c:v>38473</c:v>
                </c:pt>
                <c:pt idx="75">
                  <c:v>38504</c:v>
                </c:pt>
                <c:pt idx="76">
                  <c:v>38534</c:v>
                </c:pt>
                <c:pt idx="77">
                  <c:v>38565</c:v>
                </c:pt>
                <c:pt idx="78">
                  <c:v>38596</c:v>
                </c:pt>
                <c:pt idx="79">
                  <c:v>38626</c:v>
                </c:pt>
                <c:pt idx="80">
                  <c:v>38657</c:v>
                </c:pt>
                <c:pt idx="81">
                  <c:v>38687</c:v>
                </c:pt>
                <c:pt idx="82">
                  <c:v>38718</c:v>
                </c:pt>
                <c:pt idx="83">
                  <c:v>38749</c:v>
                </c:pt>
                <c:pt idx="84">
                  <c:v>38777</c:v>
                </c:pt>
                <c:pt idx="85">
                  <c:v>38808</c:v>
                </c:pt>
                <c:pt idx="86">
                  <c:v>38838</c:v>
                </c:pt>
                <c:pt idx="87">
                  <c:v>38869</c:v>
                </c:pt>
                <c:pt idx="88">
                  <c:v>38899</c:v>
                </c:pt>
                <c:pt idx="89">
                  <c:v>38930</c:v>
                </c:pt>
                <c:pt idx="90">
                  <c:v>38961</c:v>
                </c:pt>
                <c:pt idx="91">
                  <c:v>38991</c:v>
                </c:pt>
                <c:pt idx="92">
                  <c:v>39022</c:v>
                </c:pt>
                <c:pt idx="93">
                  <c:v>39052</c:v>
                </c:pt>
                <c:pt idx="94">
                  <c:v>39083</c:v>
                </c:pt>
                <c:pt idx="95">
                  <c:v>39114</c:v>
                </c:pt>
                <c:pt idx="96">
                  <c:v>39142</c:v>
                </c:pt>
                <c:pt idx="97">
                  <c:v>39173</c:v>
                </c:pt>
                <c:pt idx="98">
                  <c:v>39203</c:v>
                </c:pt>
                <c:pt idx="99">
                  <c:v>39234</c:v>
                </c:pt>
                <c:pt idx="100">
                  <c:v>39264</c:v>
                </c:pt>
                <c:pt idx="101">
                  <c:v>39295</c:v>
                </c:pt>
                <c:pt idx="102">
                  <c:v>39326</c:v>
                </c:pt>
                <c:pt idx="103">
                  <c:v>39356</c:v>
                </c:pt>
                <c:pt idx="104">
                  <c:v>39387</c:v>
                </c:pt>
                <c:pt idx="105">
                  <c:v>39417</c:v>
                </c:pt>
                <c:pt idx="106">
                  <c:v>39448</c:v>
                </c:pt>
                <c:pt idx="107">
                  <c:v>39479</c:v>
                </c:pt>
                <c:pt idx="108">
                  <c:v>39508</c:v>
                </c:pt>
                <c:pt idx="109">
                  <c:v>39539</c:v>
                </c:pt>
                <c:pt idx="110">
                  <c:v>39569</c:v>
                </c:pt>
                <c:pt idx="111">
                  <c:v>39600</c:v>
                </c:pt>
                <c:pt idx="112">
                  <c:v>39630</c:v>
                </c:pt>
                <c:pt idx="113">
                  <c:v>39661</c:v>
                </c:pt>
                <c:pt idx="114">
                  <c:v>39692</c:v>
                </c:pt>
                <c:pt idx="115">
                  <c:v>39722</c:v>
                </c:pt>
                <c:pt idx="116">
                  <c:v>39753</c:v>
                </c:pt>
                <c:pt idx="117">
                  <c:v>39783</c:v>
                </c:pt>
                <c:pt idx="118">
                  <c:v>39814</c:v>
                </c:pt>
                <c:pt idx="119">
                  <c:v>39845</c:v>
                </c:pt>
                <c:pt idx="120">
                  <c:v>39873</c:v>
                </c:pt>
                <c:pt idx="121">
                  <c:v>39904</c:v>
                </c:pt>
                <c:pt idx="122">
                  <c:v>39934</c:v>
                </c:pt>
                <c:pt idx="123">
                  <c:v>39965</c:v>
                </c:pt>
                <c:pt idx="124">
                  <c:v>39995</c:v>
                </c:pt>
                <c:pt idx="125">
                  <c:v>40026</c:v>
                </c:pt>
                <c:pt idx="126">
                  <c:v>40057</c:v>
                </c:pt>
                <c:pt idx="127">
                  <c:v>40087</c:v>
                </c:pt>
                <c:pt idx="128">
                  <c:v>40118</c:v>
                </c:pt>
                <c:pt idx="129">
                  <c:v>40148</c:v>
                </c:pt>
                <c:pt idx="130">
                  <c:v>40179</c:v>
                </c:pt>
                <c:pt idx="131">
                  <c:v>40210</c:v>
                </c:pt>
                <c:pt idx="132">
                  <c:v>40238</c:v>
                </c:pt>
                <c:pt idx="133">
                  <c:v>40269</c:v>
                </c:pt>
                <c:pt idx="134">
                  <c:v>40299</c:v>
                </c:pt>
                <c:pt idx="135">
                  <c:v>40330</c:v>
                </c:pt>
                <c:pt idx="136">
                  <c:v>40360</c:v>
                </c:pt>
                <c:pt idx="137">
                  <c:v>40391</c:v>
                </c:pt>
                <c:pt idx="138">
                  <c:v>40422</c:v>
                </c:pt>
                <c:pt idx="139">
                  <c:v>40452</c:v>
                </c:pt>
                <c:pt idx="140">
                  <c:v>40483</c:v>
                </c:pt>
                <c:pt idx="141">
                  <c:v>40513</c:v>
                </c:pt>
                <c:pt idx="142">
                  <c:v>40544</c:v>
                </c:pt>
                <c:pt idx="143">
                  <c:v>40575</c:v>
                </c:pt>
                <c:pt idx="144">
                  <c:v>40603</c:v>
                </c:pt>
                <c:pt idx="145">
                  <c:v>40634</c:v>
                </c:pt>
                <c:pt idx="146">
                  <c:v>40664</c:v>
                </c:pt>
                <c:pt idx="147">
                  <c:v>40695</c:v>
                </c:pt>
                <c:pt idx="148">
                  <c:v>40725</c:v>
                </c:pt>
                <c:pt idx="149">
                  <c:v>40756</c:v>
                </c:pt>
                <c:pt idx="150">
                  <c:v>40787</c:v>
                </c:pt>
                <c:pt idx="151">
                  <c:v>40817</c:v>
                </c:pt>
                <c:pt idx="152">
                  <c:v>40848</c:v>
                </c:pt>
                <c:pt idx="153">
                  <c:v>40878</c:v>
                </c:pt>
                <c:pt idx="154">
                  <c:v>40909</c:v>
                </c:pt>
                <c:pt idx="155">
                  <c:v>40940</c:v>
                </c:pt>
                <c:pt idx="156">
                  <c:v>40969</c:v>
                </c:pt>
                <c:pt idx="157">
                  <c:v>41000</c:v>
                </c:pt>
                <c:pt idx="158">
                  <c:v>41030</c:v>
                </c:pt>
                <c:pt idx="159">
                  <c:v>41061</c:v>
                </c:pt>
                <c:pt idx="160">
                  <c:v>41091</c:v>
                </c:pt>
                <c:pt idx="161">
                  <c:v>41122</c:v>
                </c:pt>
                <c:pt idx="162">
                  <c:v>41153</c:v>
                </c:pt>
                <c:pt idx="163">
                  <c:v>41183</c:v>
                </c:pt>
                <c:pt idx="164">
                  <c:v>41214</c:v>
                </c:pt>
                <c:pt idx="165">
                  <c:v>41244</c:v>
                </c:pt>
                <c:pt idx="166">
                  <c:v>41275</c:v>
                </c:pt>
                <c:pt idx="167">
                  <c:v>41306</c:v>
                </c:pt>
                <c:pt idx="168">
                  <c:v>41334</c:v>
                </c:pt>
                <c:pt idx="169">
                  <c:v>41365</c:v>
                </c:pt>
                <c:pt idx="170">
                  <c:v>41395</c:v>
                </c:pt>
                <c:pt idx="171">
                  <c:v>41426</c:v>
                </c:pt>
                <c:pt idx="172">
                  <c:v>41456</c:v>
                </c:pt>
                <c:pt idx="173">
                  <c:v>41487</c:v>
                </c:pt>
                <c:pt idx="174">
                  <c:v>41518</c:v>
                </c:pt>
                <c:pt idx="175">
                  <c:v>41548</c:v>
                </c:pt>
                <c:pt idx="176">
                  <c:v>41579</c:v>
                </c:pt>
                <c:pt idx="177">
                  <c:v>41609</c:v>
                </c:pt>
                <c:pt idx="178">
                  <c:v>41640</c:v>
                </c:pt>
                <c:pt idx="179">
                  <c:v>41671</c:v>
                </c:pt>
                <c:pt idx="180">
                  <c:v>41699</c:v>
                </c:pt>
                <c:pt idx="181">
                  <c:v>41730</c:v>
                </c:pt>
                <c:pt idx="182">
                  <c:v>41760</c:v>
                </c:pt>
                <c:pt idx="183">
                  <c:v>41791</c:v>
                </c:pt>
                <c:pt idx="184">
                  <c:v>41821</c:v>
                </c:pt>
                <c:pt idx="185">
                  <c:v>41852</c:v>
                </c:pt>
                <c:pt idx="186">
                  <c:v>41883</c:v>
                </c:pt>
                <c:pt idx="187">
                  <c:v>41913</c:v>
                </c:pt>
                <c:pt idx="188">
                  <c:v>41944</c:v>
                </c:pt>
                <c:pt idx="189">
                  <c:v>41974</c:v>
                </c:pt>
                <c:pt idx="190">
                  <c:v>42005</c:v>
                </c:pt>
                <c:pt idx="191">
                  <c:v>42036</c:v>
                </c:pt>
                <c:pt idx="192">
                  <c:v>42064</c:v>
                </c:pt>
                <c:pt idx="193">
                  <c:v>42095</c:v>
                </c:pt>
                <c:pt idx="194">
                  <c:v>42125</c:v>
                </c:pt>
                <c:pt idx="195">
                  <c:v>42156</c:v>
                </c:pt>
                <c:pt idx="196">
                  <c:v>42186</c:v>
                </c:pt>
                <c:pt idx="197">
                  <c:v>42217</c:v>
                </c:pt>
                <c:pt idx="198">
                  <c:v>42248</c:v>
                </c:pt>
                <c:pt idx="199">
                  <c:v>42278</c:v>
                </c:pt>
                <c:pt idx="200">
                  <c:v>42309</c:v>
                </c:pt>
                <c:pt idx="201">
                  <c:v>42339</c:v>
                </c:pt>
              </c:numCache>
            </c:numRef>
          </c:cat>
          <c:val>
            <c:numRef>
              <c:f>pct_dq_1!$C$2:$C$270</c:f>
              <c:numCache>
                <c:formatCode>General</c:formatCode>
                <c:ptCount val="26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3.0128214149222399</c:v>
                </c:pt>
                <c:pt idx="143">
                  <c:v>2.8732592398649799</c:v>
                </c:pt>
                <c:pt idx="144">
                  <c:v>2.87139212796541</c:v>
                </c:pt>
                <c:pt idx="145">
                  <c:v>2.8952651400608902</c:v>
                </c:pt>
                <c:pt idx="146">
                  <c:v>2.35413667861746</c:v>
                </c:pt>
                <c:pt idx="147">
                  <c:v>2.4356704551315</c:v>
                </c:pt>
                <c:pt idx="148">
                  <c:v>2.39255295925124</c:v>
                </c:pt>
                <c:pt idx="149">
                  <c:v>2.40899532556671</c:v>
                </c:pt>
                <c:pt idx="150">
                  <c:v>2.5900590071461198</c:v>
                </c:pt>
                <c:pt idx="151">
                  <c:v>2.44959400869344</c:v>
                </c:pt>
                <c:pt idx="152">
                  <c:v>2.4563279583331199</c:v>
                </c:pt>
                <c:pt idx="153">
                  <c:v>2.4778767161296198</c:v>
                </c:pt>
                <c:pt idx="154">
                  <c:v>2.5749062883292102</c:v>
                </c:pt>
                <c:pt idx="155">
                  <c:v>2.5166759914992598</c:v>
                </c:pt>
                <c:pt idx="156">
                  <c:v>2.3705864004062298</c:v>
                </c:pt>
                <c:pt idx="157">
                  <c:v>2.2749138907879098</c:v>
                </c:pt>
                <c:pt idx="158">
                  <c:v>2.04066650255524</c:v>
                </c:pt>
                <c:pt idx="159">
                  <c:v>2.0603766305512101</c:v>
                </c:pt>
                <c:pt idx="160">
                  <c:v>2.00922135819313</c:v>
                </c:pt>
                <c:pt idx="161">
                  <c:v>2.1460172786475198</c:v>
                </c:pt>
                <c:pt idx="162">
                  <c:v>2.0783503509330501</c:v>
                </c:pt>
                <c:pt idx="163">
                  <c:v>2.0109691894249901</c:v>
                </c:pt>
                <c:pt idx="164">
                  <c:v>2.3672934280610098</c:v>
                </c:pt>
                <c:pt idx="165">
                  <c:v>2.0653546775457698</c:v>
                </c:pt>
                <c:pt idx="166">
                  <c:v>2.1079589229110902</c:v>
                </c:pt>
                <c:pt idx="167">
                  <c:v>2.1485485221554499</c:v>
                </c:pt>
                <c:pt idx="168">
                  <c:v>2.0036161363179898</c:v>
                </c:pt>
                <c:pt idx="169">
                  <c:v>2.03406445706546</c:v>
                </c:pt>
                <c:pt idx="170">
                  <c:v>1.88033513718759</c:v>
                </c:pt>
                <c:pt idx="171">
                  <c:v>1.6717329476990499</c:v>
                </c:pt>
                <c:pt idx="172">
                  <c:v>1.5915210188325599</c:v>
                </c:pt>
                <c:pt idx="173">
                  <c:v>1.8841514332121201</c:v>
                </c:pt>
                <c:pt idx="174">
                  <c:v>1.63895052433215</c:v>
                </c:pt>
                <c:pt idx="175">
                  <c:v>1.65271978363117</c:v>
                </c:pt>
                <c:pt idx="176">
                  <c:v>1.66327234251663</c:v>
                </c:pt>
                <c:pt idx="177">
                  <c:v>1.5853188899985</c:v>
                </c:pt>
                <c:pt idx="178">
                  <c:v>1.7119188065019799</c:v>
                </c:pt>
                <c:pt idx="179">
                  <c:v>1.6438543955728</c:v>
                </c:pt>
                <c:pt idx="180">
                  <c:v>1.51238746812002</c:v>
                </c:pt>
                <c:pt idx="181">
                  <c:v>1.5288149835145299</c:v>
                </c:pt>
                <c:pt idx="182">
                  <c:v>1.3027888149607001</c:v>
                </c:pt>
                <c:pt idx="183">
                  <c:v>1.31424748645389</c:v>
                </c:pt>
                <c:pt idx="184">
                  <c:v>1.33066040773967</c:v>
                </c:pt>
                <c:pt idx="185">
                  <c:v>1.35212489056837</c:v>
                </c:pt>
                <c:pt idx="186">
                  <c:v>1.30313058694393</c:v>
                </c:pt>
                <c:pt idx="187">
                  <c:v>1.4456786996375901</c:v>
                </c:pt>
                <c:pt idx="188">
                  <c:v>1.3395199279427501</c:v>
                </c:pt>
                <c:pt idx="189">
                  <c:v>1.2258246131044399</c:v>
                </c:pt>
                <c:pt idx="190">
                  <c:v>1.5144279874604201</c:v>
                </c:pt>
                <c:pt idx="191">
                  <c:v>1.2723553859430501</c:v>
                </c:pt>
                <c:pt idx="192">
                  <c:v>1.2872405102917699</c:v>
                </c:pt>
                <c:pt idx="193">
                  <c:v>1.3278139986006401</c:v>
                </c:pt>
                <c:pt idx="194">
                  <c:v>1.05758195479616</c:v>
                </c:pt>
                <c:pt idx="195">
                  <c:v>1.05524255799977</c:v>
                </c:pt>
                <c:pt idx="196">
                  <c:v>1.17006134659616</c:v>
                </c:pt>
                <c:pt idx="197">
                  <c:v>1.0902832844094601</c:v>
                </c:pt>
                <c:pt idx="198">
                  <c:v>1.01211783279173</c:v>
                </c:pt>
                <c:pt idx="199">
                  <c:v>1.06228279207108</c:v>
                </c:pt>
                <c:pt idx="200">
                  <c:v>1.10089565983681</c:v>
                </c:pt>
                <c:pt idx="201">
                  <c:v>1.05842487762279</c:v>
                </c:pt>
              </c:numCache>
            </c:numRef>
          </c:val>
          <c:smooth val="0"/>
        </c:ser>
        <c:dLbls>
          <c:showLegendKey val="0"/>
          <c:showVal val="0"/>
          <c:showCatName val="0"/>
          <c:showSerName val="0"/>
          <c:showPercent val="0"/>
          <c:showBubbleSize val="0"/>
        </c:dLbls>
        <c:marker val="1"/>
        <c:smooth val="0"/>
        <c:axId val="159089792"/>
        <c:axId val="159466624"/>
      </c:lineChart>
      <c:dateAx>
        <c:axId val="159089792"/>
        <c:scaling>
          <c:orientation val="minMax"/>
        </c:scaling>
        <c:delete val="0"/>
        <c:axPos val="b"/>
        <c:numFmt formatCode="m/d/yyyy" sourceLinked="1"/>
        <c:majorTickMark val="out"/>
        <c:minorTickMark val="none"/>
        <c:tickLblPos val="nextTo"/>
        <c:crossAx val="159466624"/>
        <c:crosses val="autoZero"/>
        <c:auto val="1"/>
        <c:lblOffset val="100"/>
        <c:baseTimeUnit val="months"/>
        <c:majorUnit val="12"/>
        <c:majorTimeUnit val="months"/>
      </c:dateAx>
      <c:valAx>
        <c:axId val="159466624"/>
        <c:scaling>
          <c:orientation val="minMax"/>
        </c:scaling>
        <c:delete val="0"/>
        <c:axPos val="l"/>
        <c:numFmt formatCode="General" sourceLinked="1"/>
        <c:majorTickMark val="out"/>
        <c:minorTickMark val="none"/>
        <c:tickLblPos val="nextTo"/>
        <c:crossAx val="159089792"/>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pct_dq_1!$N$1</c:f>
              <c:strCache>
                <c:ptCount val="1"/>
                <c:pt idx="0">
                  <c:v>FHL Pool Dist. Pct_DQ</c:v>
                </c:pt>
              </c:strCache>
            </c:strRef>
          </c:tx>
          <c:marker>
            <c:symbol val="none"/>
          </c:marker>
          <c:cat>
            <c:numRef>
              <c:f>pct_dq_1!$M$2:$M$270</c:f>
              <c:numCache>
                <c:formatCode>m/d/yyyy</c:formatCode>
                <c:ptCount val="269"/>
                <c:pt idx="0">
                  <c:v>36220</c:v>
                </c:pt>
                <c:pt idx="1">
                  <c:v>36251</c:v>
                </c:pt>
                <c:pt idx="2">
                  <c:v>36281</c:v>
                </c:pt>
                <c:pt idx="3">
                  <c:v>36312</c:v>
                </c:pt>
                <c:pt idx="4">
                  <c:v>36342</c:v>
                </c:pt>
                <c:pt idx="5">
                  <c:v>36373</c:v>
                </c:pt>
                <c:pt idx="6">
                  <c:v>36404</c:v>
                </c:pt>
                <c:pt idx="7">
                  <c:v>36434</c:v>
                </c:pt>
                <c:pt idx="8">
                  <c:v>36465</c:v>
                </c:pt>
                <c:pt idx="9">
                  <c:v>36495</c:v>
                </c:pt>
                <c:pt idx="10">
                  <c:v>36526</c:v>
                </c:pt>
                <c:pt idx="11">
                  <c:v>36557</c:v>
                </c:pt>
                <c:pt idx="12">
                  <c:v>36586</c:v>
                </c:pt>
                <c:pt idx="13">
                  <c:v>36617</c:v>
                </c:pt>
                <c:pt idx="14">
                  <c:v>36647</c:v>
                </c:pt>
                <c:pt idx="15">
                  <c:v>36678</c:v>
                </c:pt>
                <c:pt idx="16">
                  <c:v>36708</c:v>
                </c:pt>
                <c:pt idx="17">
                  <c:v>36739</c:v>
                </c:pt>
                <c:pt idx="18">
                  <c:v>36770</c:v>
                </c:pt>
                <c:pt idx="19">
                  <c:v>36800</c:v>
                </c:pt>
                <c:pt idx="20">
                  <c:v>36831</c:v>
                </c:pt>
                <c:pt idx="21">
                  <c:v>36861</c:v>
                </c:pt>
                <c:pt idx="22">
                  <c:v>36892</c:v>
                </c:pt>
                <c:pt idx="23">
                  <c:v>36923</c:v>
                </c:pt>
                <c:pt idx="24">
                  <c:v>36951</c:v>
                </c:pt>
                <c:pt idx="25">
                  <c:v>36982</c:v>
                </c:pt>
                <c:pt idx="26">
                  <c:v>37012</c:v>
                </c:pt>
                <c:pt idx="27">
                  <c:v>37043</c:v>
                </c:pt>
                <c:pt idx="28">
                  <c:v>37073</c:v>
                </c:pt>
                <c:pt idx="29">
                  <c:v>37104</c:v>
                </c:pt>
                <c:pt idx="30">
                  <c:v>37135</c:v>
                </c:pt>
                <c:pt idx="31">
                  <c:v>37165</c:v>
                </c:pt>
                <c:pt idx="32">
                  <c:v>37196</c:v>
                </c:pt>
                <c:pt idx="33">
                  <c:v>37226</c:v>
                </c:pt>
                <c:pt idx="34">
                  <c:v>37257</c:v>
                </c:pt>
                <c:pt idx="35">
                  <c:v>37288</c:v>
                </c:pt>
                <c:pt idx="36">
                  <c:v>37316</c:v>
                </c:pt>
                <c:pt idx="37">
                  <c:v>37347</c:v>
                </c:pt>
                <c:pt idx="38">
                  <c:v>37377</c:v>
                </c:pt>
                <c:pt idx="39">
                  <c:v>37408</c:v>
                </c:pt>
                <c:pt idx="40">
                  <c:v>37438</c:v>
                </c:pt>
                <c:pt idx="41">
                  <c:v>37469</c:v>
                </c:pt>
                <c:pt idx="42">
                  <c:v>37500</c:v>
                </c:pt>
                <c:pt idx="43">
                  <c:v>37530</c:v>
                </c:pt>
                <c:pt idx="44">
                  <c:v>37561</c:v>
                </c:pt>
                <c:pt idx="45">
                  <c:v>37591</c:v>
                </c:pt>
                <c:pt idx="46">
                  <c:v>37622</c:v>
                </c:pt>
                <c:pt idx="47">
                  <c:v>37653</c:v>
                </c:pt>
                <c:pt idx="48">
                  <c:v>37681</c:v>
                </c:pt>
                <c:pt idx="49">
                  <c:v>37712</c:v>
                </c:pt>
                <c:pt idx="50">
                  <c:v>37742</c:v>
                </c:pt>
                <c:pt idx="51">
                  <c:v>37773</c:v>
                </c:pt>
                <c:pt idx="52">
                  <c:v>37803</c:v>
                </c:pt>
                <c:pt idx="53">
                  <c:v>37834</c:v>
                </c:pt>
                <c:pt idx="54">
                  <c:v>37865</c:v>
                </c:pt>
                <c:pt idx="55">
                  <c:v>37895</c:v>
                </c:pt>
                <c:pt idx="56">
                  <c:v>37926</c:v>
                </c:pt>
                <c:pt idx="57">
                  <c:v>37956</c:v>
                </c:pt>
                <c:pt idx="58">
                  <c:v>37987</c:v>
                </c:pt>
                <c:pt idx="59">
                  <c:v>38018</c:v>
                </c:pt>
                <c:pt idx="60">
                  <c:v>38047</c:v>
                </c:pt>
                <c:pt idx="61">
                  <c:v>38078</c:v>
                </c:pt>
                <c:pt idx="62">
                  <c:v>38108</c:v>
                </c:pt>
                <c:pt idx="63">
                  <c:v>38139</c:v>
                </c:pt>
                <c:pt idx="64">
                  <c:v>38169</c:v>
                </c:pt>
                <c:pt idx="65">
                  <c:v>38200</c:v>
                </c:pt>
                <c:pt idx="66">
                  <c:v>38231</c:v>
                </c:pt>
                <c:pt idx="67">
                  <c:v>38261</c:v>
                </c:pt>
                <c:pt idx="68">
                  <c:v>38292</c:v>
                </c:pt>
                <c:pt idx="69">
                  <c:v>38322</c:v>
                </c:pt>
                <c:pt idx="70">
                  <c:v>38353</c:v>
                </c:pt>
                <c:pt idx="71">
                  <c:v>38384</c:v>
                </c:pt>
                <c:pt idx="72">
                  <c:v>38412</c:v>
                </c:pt>
                <c:pt idx="73">
                  <c:v>38443</c:v>
                </c:pt>
                <c:pt idx="74">
                  <c:v>38473</c:v>
                </c:pt>
                <c:pt idx="75">
                  <c:v>38504</c:v>
                </c:pt>
                <c:pt idx="76">
                  <c:v>38534</c:v>
                </c:pt>
                <c:pt idx="77">
                  <c:v>38565</c:v>
                </c:pt>
                <c:pt idx="78">
                  <c:v>38596</c:v>
                </c:pt>
                <c:pt idx="79">
                  <c:v>38626</c:v>
                </c:pt>
                <c:pt idx="80">
                  <c:v>38657</c:v>
                </c:pt>
                <c:pt idx="81">
                  <c:v>38687</c:v>
                </c:pt>
                <c:pt idx="82">
                  <c:v>38718</c:v>
                </c:pt>
                <c:pt idx="83">
                  <c:v>38749</c:v>
                </c:pt>
                <c:pt idx="84">
                  <c:v>38777</c:v>
                </c:pt>
                <c:pt idx="85">
                  <c:v>38808</c:v>
                </c:pt>
                <c:pt idx="86">
                  <c:v>38838</c:v>
                </c:pt>
                <c:pt idx="87">
                  <c:v>38869</c:v>
                </c:pt>
                <c:pt idx="88">
                  <c:v>38899</c:v>
                </c:pt>
                <c:pt idx="89">
                  <c:v>38930</c:v>
                </c:pt>
                <c:pt idx="90">
                  <c:v>38961</c:v>
                </c:pt>
                <c:pt idx="91">
                  <c:v>38991</c:v>
                </c:pt>
                <c:pt idx="92">
                  <c:v>39022</c:v>
                </c:pt>
                <c:pt idx="93">
                  <c:v>39052</c:v>
                </c:pt>
                <c:pt idx="94">
                  <c:v>39083</c:v>
                </c:pt>
                <c:pt idx="95">
                  <c:v>39114</c:v>
                </c:pt>
                <c:pt idx="96">
                  <c:v>39142</c:v>
                </c:pt>
                <c:pt idx="97">
                  <c:v>39173</c:v>
                </c:pt>
                <c:pt idx="98">
                  <c:v>39203</c:v>
                </c:pt>
                <c:pt idx="99">
                  <c:v>39234</c:v>
                </c:pt>
                <c:pt idx="100">
                  <c:v>39264</c:v>
                </c:pt>
                <c:pt idx="101">
                  <c:v>39295</c:v>
                </c:pt>
                <c:pt idx="102">
                  <c:v>39326</c:v>
                </c:pt>
                <c:pt idx="103">
                  <c:v>39356</c:v>
                </c:pt>
                <c:pt idx="104">
                  <c:v>39387</c:v>
                </c:pt>
                <c:pt idx="105">
                  <c:v>39417</c:v>
                </c:pt>
                <c:pt idx="106">
                  <c:v>39448</c:v>
                </c:pt>
                <c:pt idx="107">
                  <c:v>39479</c:v>
                </c:pt>
                <c:pt idx="108">
                  <c:v>39508</c:v>
                </c:pt>
                <c:pt idx="109">
                  <c:v>39539</c:v>
                </c:pt>
                <c:pt idx="110">
                  <c:v>39569</c:v>
                </c:pt>
                <c:pt idx="111">
                  <c:v>39600</c:v>
                </c:pt>
                <c:pt idx="112">
                  <c:v>39630</c:v>
                </c:pt>
                <c:pt idx="113">
                  <c:v>39661</c:v>
                </c:pt>
                <c:pt idx="114">
                  <c:v>39692</c:v>
                </c:pt>
                <c:pt idx="115">
                  <c:v>39722</c:v>
                </c:pt>
                <c:pt idx="116">
                  <c:v>39753</c:v>
                </c:pt>
                <c:pt idx="117">
                  <c:v>39783</c:v>
                </c:pt>
                <c:pt idx="118">
                  <c:v>39814</c:v>
                </c:pt>
                <c:pt idx="119">
                  <c:v>39845</c:v>
                </c:pt>
                <c:pt idx="120">
                  <c:v>39873</c:v>
                </c:pt>
                <c:pt idx="121">
                  <c:v>39904</c:v>
                </c:pt>
                <c:pt idx="122">
                  <c:v>39934</c:v>
                </c:pt>
                <c:pt idx="123">
                  <c:v>39965</c:v>
                </c:pt>
                <c:pt idx="124">
                  <c:v>39995</c:v>
                </c:pt>
                <c:pt idx="125">
                  <c:v>40026</c:v>
                </c:pt>
                <c:pt idx="126">
                  <c:v>40057</c:v>
                </c:pt>
                <c:pt idx="127">
                  <c:v>40087</c:v>
                </c:pt>
                <c:pt idx="128">
                  <c:v>40118</c:v>
                </c:pt>
                <c:pt idx="129">
                  <c:v>40148</c:v>
                </c:pt>
                <c:pt idx="130">
                  <c:v>40179</c:v>
                </c:pt>
                <c:pt idx="131">
                  <c:v>40210</c:v>
                </c:pt>
                <c:pt idx="132">
                  <c:v>40238</c:v>
                </c:pt>
                <c:pt idx="133">
                  <c:v>40269</c:v>
                </c:pt>
                <c:pt idx="134">
                  <c:v>40299</c:v>
                </c:pt>
                <c:pt idx="135">
                  <c:v>40330</c:v>
                </c:pt>
                <c:pt idx="136">
                  <c:v>40360</c:v>
                </c:pt>
                <c:pt idx="137">
                  <c:v>40391</c:v>
                </c:pt>
                <c:pt idx="138">
                  <c:v>40422</c:v>
                </c:pt>
                <c:pt idx="139">
                  <c:v>40452</c:v>
                </c:pt>
                <c:pt idx="140">
                  <c:v>40483</c:v>
                </c:pt>
                <c:pt idx="141">
                  <c:v>40513</c:v>
                </c:pt>
                <c:pt idx="142">
                  <c:v>40544</c:v>
                </c:pt>
                <c:pt idx="143">
                  <c:v>40575</c:v>
                </c:pt>
                <c:pt idx="144">
                  <c:v>40603</c:v>
                </c:pt>
                <c:pt idx="145">
                  <c:v>40634</c:v>
                </c:pt>
                <c:pt idx="146">
                  <c:v>40664</c:v>
                </c:pt>
                <c:pt idx="147">
                  <c:v>40695</c:v>
                </c:pt>
                <c:pt idx="148">
                  <c:v>40725</c:v>
                </c:pt>
                <c:pt idx="149">
                  <c:v>40756</c:v>
                </c:pt>
                <c:pt idx="150">
                  <c:v>40787</c:v>
                </c:pt>
                <c:pt idx="151">
                  <c:v>40817</c:v>
                </c:pt>
                <c:pt idx="152">
                  <c:v>40848</c:v>
                </c:pt>
                <c:pt idx="153">
                  <c:v>40878</c:v>
                </c:pt>
                <c:pt idx="154">
                  <c:v>40909</c:v>
                </c:pt>
                <c:pt idx="155">
                  <c:v>40940</c:v>
                </c:pt>
                <c:pt idx="156">
                  <c:v>40969</c:v>
                </c:pt>
                <c:pt idx="157">
                  <c:v>41000</c:v>
                </c:pt>
                <c:pt idx="158">
                  <c:v>41030</c:v>
                </c:pt>
                <c:pt idx="159">
                  <c:v>41061</c:v>
                </c:pt>
                <c:pt idx="160">
                  <c:v>41091</c:v>
                </c:pt>
                <c:pt idx="161">
                  <c:v>41122</c:v>
                </c:pt>
                <c:pt idx="162">
                  <c:v>41153</c:v>
                </c:pt>
                <c:pt idx="163">
                  <c:v>41183</c:v>
                </c:pt>
                <c:pt idx="164">
                  <c:v>41214</c:v>
                </c:pt>
                <c:pt idx="165">
                  <c:v>41244</c:v>
                </c:pt>
                <c:pt idx="166">
                  <c:v>41275</c:v>
                </c:pt>
                <c:pt idx="167">
                  <c:v>41306</c:v>
                </c:pt>
                <c:pt idx="168">
                  <c:v>41334</c:v>
                </c:pt>
                <c:pt idx="169">
                  <c:v>41365</c:v>
                </c:pt>
                <c:pt idx="170">
                  <c:v>41395</c:v>
                </c:pt>
                <c:pt idx="171">
                  <c:v>41426</c:v>
                </c:pt>
                <c:pt idx="172">
                  <c:v>41456</c:v>
                </c:pt>
                <c:pt idx="173">
                  <c:v>41487</c:v>
                </c:pt>
                <c:pt idx="174">
                  <c:v>41518</c:v>
                </c:pt>
                <c:pt idx="175">
                  <c:v>41548</c:v>
                </c:pt>
                <c:pt idx="176">
                  <c:v>41579</c:v>
                </c:pt>
                <c:pt idx="177">
                  <c:v>41609</c:v>
                </c:pt>
                <c:pt idx="178">
                  <c:v>41640</c:v>
                </c:pt>
                <c:pt idx="179">
                  <c:v>41671</c:v>
                </c:pt>
                <c:pt idx="180">
                  <c:v>41699</c:v>
                </c:pt>
                <c:pt idx="181">
                  <c:v>41730</c:v>
                </c:pt>
                <c:pt idx="182">
                  <c:v>41760</c:v>
                </c:pt>
                <c:pt idx="183">
                  <c:v>41791</c:v>
                </c:pt>
                <c:pt idx="184">
                  <c:v>41821</c:v>
                </c:pt>
                <c:pt idx="185">
                  <c:v>41852</c:v>
                </c:pt>
                <c:pt idx="186">
                  <c:v>41883</c:v>
                </c:pt>
                <c:pt idx="187">
                  <c:v>41913</c:v>
                </c:pt>
                <c:pt idx="188">
                  <c:v>41944</c:v>
                </c:pt>
                <c:pt idx="189">
                  <c:v>41974</c:v>
                </c:pt>
                <c:pt idx="190">
                  <c:v>42005</c:v>
                </c:pt>
                <c:pt idx="191">
                  <c:v>42036</c:v>
                </c:pt>
                <c:pt idx="192">
                  <c:v>42064</c:v>
                </c:pt>
                <c:pt idx="193">
                  <c:v>42095</c:v>
                </c:pt>
                <c:pt idx="194">
                  <c:v>42125</c:v>
                </c:pt>
                <c:pt idx="195">
                  <c:v>42156</c:v>
                </c:pt>
                <c:pt idx="196">
                  <c:v>42186</c:v>
                </c:pt>
                <c:pt idx="197">
                  <c:v>42217</c:v>
                </c:pt>
                <c:pt idx="198">
                  <c:v>42248</c:v>
                </c:pt>
                <c:pt idx="199">
                  <c:v>42278</c:v>
                </c:pt>
                <c:pt idx="200">
                  <c:v>42309</c:v>
                </c:pt>
                <c:pt idx="201">
                  <c:v>42339</c:v>
                </c:pt>
              </c:numCache>
            </c:numRef>
          </c:cat>
          <c:val>
            <c:numRef>
              <c:f>pct_dq_1!$N$2:$N$270</c:f>
              <c:numCache>
                <c:formatCode>General</c:formatCode>
                <c:ptCount val="26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3.0128214149222399</c:v>
                </c:pt>
                <c:pt idx="143">
                  <c:v>2.8732592398649799</c:v>
                </c:pt>
                <c:pt idx="144">
                  <c:v>2.87139212796541</c:v>
                </c:pt>
                <c:pt idx="145">
                  <c:v>2.8952651400608902</c:v>
                </c:pt>
                <c:pt idx="146">
                  <c:v>2.35413667861746</c:v>
                </c:pt>
                <c:pt idx="147">
                  <c:v>2.4356704551315</c:v>
                </c:pt>
                <c:pt idx="148">
                  <c:v>2.39255295925124</c:v>
                </c:pt>
                <c:pt idx="149">
                  <c:v>2.40899532556671</c:v>
                </c:pt>
                <c:pt idx="150">
                  <c:v>2.5900590071461198</c:v>
                </c:pt>
                <c:pt idx="151">
                  <c:v>2.44959400869344</c:v>
                </c:pt>
                <c:pt idx="152">
                  <c:v>2.4563279583331199</c:v>
                </c:pt>
                <c:pt idx="153">
                  <c:v>2.4778767161296198</c:v>
                </c:pt>
                <c:pt idx="154">
                  <c:v>2.5749062883292102</c:v>
                </c:pt>
                <c:pt idx="155">
                  <c:v>2.5166759914992598</c:v>
                </c:pt>
                <c:pt idx="156">
                  <c:v>2.3705864004062298</c:v>
                </c:pt>
                <c:pt idx="157">
                  <c:v>2.2749138907879098</c:v>
                </c:pt>
                <c:pt idx="158">
                  <c:v>2.04066650255524</c:v>
                </c:pt>
                <c:pt idx="159">
                  <c:v>2.0603766305512101</c:v>
                </c:pt>
                <c:pt idx="160">
                  <c:v>2.00922135819313</c:v>
                </c:pt>
                <c:pt idx="161">
                  <c:v>2.1460172786475198</c:v>
                </c:pt>
                <c:pt idx="162">
                  <c:v>2.0783503509330501</c:v>
                </c:pt>
                <c:pt idx="163">
                  <c:v>2.0109691894249901</c:v>
                </c:pt>
                <c:pt idx="164">
                  <c:v>2.3672934280610098</c:v>
                </c:pt>
                <c:pt idx="165">
                  <c:v>2.0653546775457698</c:v>
                </c:pt>
                <c:pt idx="166">
                  <c:v>2.1079589229110902</c:v>
                </c:pt>
                <c:pt idx="167">
                  <c:v>2.1485485221554499</c:v>
                </c:pt>
                <c:pt idx="168">
                  <c:v>2.0036161363179898</c:v>
                </c:pt>
                <c:pt idx="169">
                  <c:v>2.03406445706546</c:v>
                </c:pt>
                <c:pt idx="170">
                  <c:v>1.88033513718759</c:v>
                </c:pt>
                <c:pt idx="171">
                  <c:v>1.6717329476990499</c:v>
                </c:pt>
                <c:pt idx="172">
                  <c:v>1.5915210188325599</c:v>
                </c:pt>
                <c:pt idx="173">
                  <c:v>1.8841514332121201</c:v>
                </c:pt>
                <c:pt idx="174">
                  <c:v>1.63895052433215</c:v>
                </c:pt>
                <c:pt idx="175">
                  <c:v>1.65271978363117</c:v>
                </c:pt>
                <c:pt idx="176">
                  <c:v>1.66327234251663</c:v>
                </c:pt>
                <c:pt idx="177">
                  <c:v>1.5853188899985</c:v>
                </c:pt>
                <c:pt idx="178">
                  <c:v>1.7119188065019799</c:v>
                </c:pt>
                <c:pt idx="179">
                  <c:v>1.6438543955728</c:v>
                </c:pt>
                <c:pt idx="180">
                  <c:v>1.51238746812002</c:v>
                </c:pt>
                <c:pt idx="181">
                  <c:v>1.5288149835145299</c:v>
                </c:pt>
                <c:pt idx="182">
                  <c:v>1.3027888149607001</c:v>
                </c:pt>
                <c:pt idx="183">
                  <c:v>1.31424748645389</c:v>
                </c:pt>
                <c:pt idx="184">
                  <c:v>1.33066040773967</c:v>
                </c:pt>
                <c:pt idx="185">
                  <c:v>1.35212489056837</c:v>
                </c:pt>
                <c:pt idx="186">
                  <c:v>1.30313058694393</c:v>
                </c:pt>
                <c:pt idx="187">
                  <c:v>1.4456786996375901</c:v>
                </c:pt>
                <c:pt idx="188">
                  <c:v>1.3395199279427501</c:v>
                </c:pt>
                <c:pt idx="189">
                  <c:v>1.2258246131044399</c:v>
                </c:pt>
                <c:pt idx="190">
                  <c:v>1.5144279874604201</c:v>
                </c:pt>
                <c:pt idx="191">
                  <c:v>1.2723553859430501</c:v>
                </c:pt>
                <c:pt idx="192">
                  <c:v>1.2872405102917699</c:v>
                </c:pt>
                <c:pt idx="193">
                  <c:v>1.3278139986006401</c:v>
                </c:pt>
                <c:pt idx="194">
                  <c:v>1.05758195479616</c:v>
                </c:pt>
                <c:pt idx="195">
                  <c:v>1.05524255799977</c:v>
                </c:pt>
                <c:pt idx="196">
                  <c:v>1.17006134659616</c:v>
                </c:pt>
                <c:pt idx="197">
                  <c:v>1.0902832844094601</c:v>
                </c:pt>
                <c:pt idx="198">
                  <c:v>1.01211783279173</c:v>
                </c:pt>
                <c:pt idx="199">
                  <c:v>1.06228279207108</c:v>
                </c:pt>
                <c:pt idx="200">
                  <c:v>1.10089565983681</c:v>
                </c:pt>
                <c:pt idx="201">
                  <c:v>1.05842487762279</c:v>
                </c:pt>
              </c:numCache>
            </c:numRef>
          </c:val>
          <c:smooth val="0"/>
        </c:ser>
        <c:ser>
          <c:idx val="1"/>
          <c:order val="1"/>
          <c:tx>
            <c:strRef>
              <c:f>pct_dq_1!$O$1</c:f>
              <c:strCache>
                <c:ptCount val="1"/>
                <c:pt idx="0">
                  <c:v>Credit Loan Pct_DQ</c:v>
                </c:pt>
              </c:strCache>
            </c:strRef>
          </c:tx>
          <c:spPr>
            <a:ln>
              <a:solidFill>
                <a:srgbClr val="C00000"/>
              </a:solidFill>
            </a:ln>
          </c:spPr>
          <c:marker>
            <c:symbol val="none"/>
          </c:marker>
          <c:cat>
            <c:numRef>
              <c:f>pct_dq_1!$M$2:$M$270</c:f>
              <c:numCache>
                <c:formatCode>m/d/yyyy</c:formatCode>
                <c:ptCount val="269"/>
                <c:pt idx="0">
                  <c:v>36220</c:v>
                </c:pt>
                <c:pt idx="1">
                  <c:v>36251</c:v>
                </c:pt>
                <c:pt idx="2">
                  <c:v>36281</c:v>
                </c:pt>
                <c:pt idx="3">
                  <c:v>36312</c:v>
                </c:pt>
                <c:pt idx="4">
                  <c:v>36342</c:v>
                </c:pt>
                <c:pt idx="5">
                  <c:v>36373</c:v>
                </c:pt>
                <c:pt idx="6">
                  <c:v>36404</c:v>
                </c:pt>
                <c:pt idx="7">
                  <c:v>36434</c:v>
                </c:pt>
                <c:pt idx="8">
                  <c:v>36465</c:v>
                </c:pt>
                <c:pt idx="9">
                  <c:v>36495</c:v>
                </c:pt>
                <c:pt idx="10">
                  <c:v>36526</c:v>
                </c:pt>
                <c:pt idx="11">
                  <c:v>36557</c:v>
                </c:pt>
                <c:pt idx="12">
                  <c:v>36586</c:v>
                </c:pt>
                <c:pt idx="13">
                  <c:v>36617</c:v>
                </c:pt>
                <c:pt idx="14">
                  <c:v>36647</c:v>
                </c:pt>
                <c:pt idx="15">
                  <c:v>36678</c:v>
                </c:pt>
                <c:pt idx="16">
                  <c:v>36708</c:v>
                </c:pt>
                <c:pt idx="17">
                  <c:v>36739</c:v>
                </c:pt>
                <c:pt idx="18">
                  <c:v>36770</c:v>
                </c:pt>
                <c:pt idx="19">
                  <c:v>36800</c:v>
                </c:pt>
                <c:pt idx="20">
                  <c:v>36831</c:v>
                </c:pt>
                <c:pt idx="21">
                  <c:v>36861</c:v>
                </c:pt>
                <c:pt idx="22">
                  <c:v>36892</c:v>
                </c:pt>
                <c:pt idx="23">
                  <c:v>36923</c:v>
                </c:pt>
                <c:pt idx="24">
                  <c:v>36951</c:v>
                </c:pt>
                <c:pt idx="25">
                  <c:v>36982</c:v>
                </c:pt>
                <c:pt idx="26">
                  <c:v>37012</c:v>
                </c:pt>
                <c:pt idx="27">
                  <c:v>37043</c:v>
                </c:pt>
                <c:pt idx="28">
                  <c:v>37073</c:v>
                </c:pt>
                <c:pt idx="29">
                  <c:v>37104</c:v>
                </c:pt>
                <c:pt idx="30">
                  <c:v>37135</c:v>
                </c:pt>
                <c:pt idx="31">
                  <c:v>37165</c:v>
                </c:pt>
                <c:pt idx="32">
                  <c:v>37196</c:v>
                </c:pt>
                <c:pt idx="33">
                  <c:v>37226</c:v>
                </c:pt>
                <c:pt idx="34">
                  <c:v>37257</c:v>
                </c:pt>
                <c:pt idx="35">
                  <c:v>37288</c:v>
                </c:pt>
                <c:pt idx="36">
                  <c:v>37316</c:v>
                </c:pt>
                <c:pt idx="37">
                  <c:v>37347</c:v>
                </c:pt>
                <c:pt idx="38">
                  <c:v>37377</c:v>
                </c:pt>
                <c:pt idx="39">
                  <c:v>37408</c:v>
                </c:pt>
                <c:pt idx="40">
                  <c:v>37438</c:v>
                </c:pt>
                <c:pt idx="41">
                  <c:v>37469</c:v>
                </c:pt>
                <c:pt idx="42">
                  <c:v>37500</c:v>
                </c:pt>
                <c:pt idx="43">
                  <c:v>37530</c:v>
                </c:pt>
                <c:pt idx="44">
                  <c:v>37561</c:v>
                </c:pt>
                <c:pt idx="45">
                  <c:v>37591</c:v>
                </c:pt>
                <c:pt idx="46">
                  <c:v>37622</c:v>
                </c:pt>
                <c:pt idx="47">
                  <c:v>37653</c:v>
                </c:pt>
                <c:pt idx="48">
                  <c:v>37681</c:v>
                </c:pt>
                <c:pt idx="49">
                  <c:v>37712</c:v>
                </c:pt>
                <c:pt idx="50">
                  <c:v>37742</c:v>
                </c:pt>
                <c:pt idx="51">
                  <c:v>37773</c:v>
                </c:pt>
                <c:pt idx="52">
                  <c:v>37803</c:v>
                </c:pt>
                <c:pt idx="53">
                  <c:v>37834</c:v>
                </c:pt>
                <c:pt idx="54">
                  <c:v>37865</c:v>
                </c:pt>
                <c:pt idx="55">
                  <c:v>37895</c:v>
                </c:pt>
                <c:pt idx="56">
                  <c:v>37926</c:v>
                </c:pt>
                <c:pt idx="57">
                  <c:v>37956</c:v>
                </c:pt>
                <c:pt idx="58">
                  <c:v>37987</c:v>
                </c:pt>
                <c:pt idx="59">
                  <c:v>38018</c:v>
                </c:pt>
                <c:pt idx="60">
                  <c:v>38047</c:v>
                </c:pt>
                <c:pt idx="61">
                  <c:v>38078</c:v>
                </c:pt>
                <c:pt idx="62">
                  <c:v>38108</c:v>
                </c:pt>
                <c:pt idx="63">
                  <c:v>38139</c:v>
                </c:pt>
                <c:pt idx="64">
                  <c:v>38169</c:v>
                </c:pt>
                <c:pt idx="65">
                  <c:v>38200</c:v>
                </c:pt>
                <c:pt idx="66">
                  <c:v>38231</c:v>
                </c:pt>
                <c:pt idx="67">
                  <c:v>38261</c:v>
                </c:pt>
                <c:pt idx="68">
                  <c:v>38292</c:v>
                </c:pt>
                <c:pt idx="69">
                  <c:v>38322</c:v>
                </c:pt>
                <c:pt idx="70">
                  <c:v>38353</c:v>
                </c:pt>
                <c:pt idx="71">
                  <c:v>38384</c:v>
                </c:pt>
                <c:pt idx="72">
                  <c:v>38412</c:v>
                </c:pt>
                <c:pt idx="73">
                  <c:v>38443</c:v>
                </c:pt>
                <c:pt idx="74">
                  <c:v>38473</c:v>
                </c:pt>
                <c:pt idx="75">
                  <c:v>38504</c:v>
                </c:pt>
                <c:pt idx="76">
                  <c:v>38534</c:v>
                </c:pt>
                <c:pt idx="77">
                  <c:v>38565</c:v>
                </c:pt>
                <c:pt idx="78">
                  <c:v>38596</c:v>
                </c:pt>
                <c:pt idx="79">
                  <c:v>38626</c:v>
                </c:pt>
                <c:pt idx="80">
                  <c:v>38657</c:v>
                </c:pt>
                <c:pt idx="81">
                  <c:v>38687</c:v>
                </c:pt>
                <c:pt idx="82">
                  <c:v>38718</c:v>
                </c:pt>
                <c:pt idx="83">
                  <c:v>38749</c:v>
                </c:pt>
                <c:pt idx="84">
                  <c:v>38777</c:v>
                </c:pt>
                <c:pt idx="85">
                  <c:v>38808</c:v>
                </c:pt>
                <c:pt idx="86">
                  <c:v>38838</c:v>
                </c:pt>
                <c:pt idx="87">
                  <c:v>38869</c:v>
                </c:pt>
                <c:pt idx="88">
                  <c:v>38899</c:v>
                </c:pt>
                <c:pt idx="89">
                  <c:v>38930</c:v>
                </c:pt>
                <c:pt idx="90">
                  <c:v>38961</c:v>
                </c:pt>
                <c:pt idx="91">
                  <c:v>38991</c:v>
                </c:pt>
                <c:pt idx="92">
                  <c:v>39022</c:v>
                </c:pt>
                <c:pt idx="93">
                  <c:v>39052</c:v>
                </c:pt>
                <c:pt idx="94">
                  <c:v>39083</c:v>
                </c:pt>
                <c:pt idx="95">
                  <c:v>39114</c:v>
                </c:pt>
                <c:pt idx="96">
                  <c:v>39142</c:v>
                </c:pt>
                <c:pt idx="97">
                  <c:v>39173</c:v>
                </c:pt>
                <c:pt idx="98">
                  <c:v>39203</c:v>
                </c:pt>
                <c:pt idx="99">
                  <c:v>39234</c:v>
                </c:pt>
                <c:pt idx="100">
                  <c:v>39264</c:v>
                </c:pt>
                <c:pt idx="101">
                  <c:v>39295</c:v>
                </c:pt>
                <c:pt idx="102">
                  <c:v>39326</c:v>
                </c:pt>
                <c:pt idx="103">
                  <c:v>39356</c:v>
                </c:pt>
                <c:pt idx="104">
                  <c:v>39387</c:v>
                </c:pt>
                <c:pt idx="105">
                  <c:v>39417</c:v>
                </c:pt>
                <c:pt idx="106">
                  <c:v>39448</c:v>
                </c:pt>
                <c:pt idx="107">
                  <c:v>39479</c:v>
                </c:pt>
                <c:pt idx="108">
                  <c:v>39508</c:v>
                </c:pt>
                <c:pt idx="109">
                  <c:v>39539</c:v>
                </c:pt>
                <c:pt idx="110">
                  <c:v>39569</c:v>
                </c:pt>
                <c:pt idx="111">
                  <c:v>39600</c:v>
                </c:pt>
                <c:pt idx="112">
                  <c:v>39630</c:v>
                </c:pt>
                <c:pt idx="113">
                  <c:v>39661</c:v>
                </c:pt>
                <c:pt idx="114">
                  <c:v>39692</c:v>
                </c:pt>
                <c:pt idx="115">
                  <c:v>39722</c:v>
                </c:pt>
                <c:pt idx="116">
                  <c:v>39753</c:v>
                </c:pt>
                <c:pt idx="117">
                  <c:v>39783</c:v>
                </c:pt>
                <c:pt idx="118">
                  <c:v>39814</c:v>
                </c:pt>
                <c:pt idx="119">
                  <c:v>39845</c:v>
                </c:pt>
                <c:pt idx="120">
                  <c:v>39873</c:v>
                </c:pt>
                <c:pt idx="121">
                  <c:v>39904</c:v>
                </c:pt>
                <c:pt idx="122">
                  <c:v>39934</c:v>
                </c:pt>
                <c:pt idx="123">
                  <c:v>39965</c:v>
                </c:pt>
                <c:pt idx="124">
                  <c:v>39995</c:v>
                </c:pt>
                <c:pt idx="125">
                  <c:v>40026</c:v>
                </c:pt>
                <c:pt idx="126">
                  <c:v>40057</c:v>
                </c:pt>
                <c:pt idx="127">
                  <c:v>40087</c:v>
                </c:pt>
                <c:pt idx="128">
                  <c:v>40118</c:v>
                </c:pt>
                <c:pt idx="129">
                  <c:v>40148</c:v>
                </c:pt>
                <c:pt idx="130">
                  <c:v>40179</c:v>
                </c:pt>
                <c:pt idx="131">
                  <c:v>40210</c:v>
                </c:pt>
                <c:pt idx="132">
                  <c:v>40238</c:v>
                </c:pt>
                <c:pt idx="133">
                  <c:v>40269</c:v>
                </c:pt>
                <c:pt idx="134">
                  <c:v>40299</c:v>
                </c:pt>
                <c:pt idx="135">
                  <c:v>40330</c:v>
                </c:pt>
                <c:pt idx="136">
                  <c:v>40360</c:v>
                </c:pt>
                <c:pt idx="137">
                  <c:v>40391</c:v>
                </c:pt>
                <c:pt idx="138">
                  <c:v>40422</c:v>
                </c:pt>
                <c:pt idx="139">
                  <c:v>40452</c:v>
                </c:pt>
                <c:pt idx="140">
                  <c:v>40483</c:v>
                </c:pt>
                <c:pt idx="141">
                  <c:v>40513</c:v>
                </c:pt>
                <c:pt idx="142">
                  <c:v>40544</c:v>
                </c:pt>
                <c:pt idx="143">
                  <c:v>40575</c:v>
                </c:pt>
                <c:pt idx="144">
                  <c:v>40603</c:v>
                </c:pt>
                <c:pt idx="145">
                  <c:v>40634</c:v>
                </c:pt>
                <c:pt idx="146">
                  <c:v>40664</c:v>
                </c:pt>
                <c:pt idx="147">
                  <c:v>40695</c:v>
                </c:pt>
                <c:pt idx="148">
                  <c:v>40725</c:v>
                </c:pt>
                <c:pt idx="149">
                  <c:v>40756</c:v>
                </c:pt>
                <c:pt idx="150">
                  <c:v>40787</c:v>
                </c:pt>
                <c:pt idx="151">
                  <c:v>40817</c:v>
                </c:pt>
                <c:pt idx="152">
                  <c:v>40848</c:v>
                </c:pt>
                <c:pt idx="153">
                  <c:v>40878</c:v>
                </c:pt>
                <c:pt idx="154">
                  <c:v>40909</c:v>
                </c:pt>
                <c:pt idx="155">
                  <c:v>40940</c:v>
                </c:pt>
                <c:pt idx="156">
                  <c:v>40969</c:v>
                </c:pt>
                <c:pt idx="157">
                  <c:v>41000</c:v>
                </c:pt>
                <c:pt idx="158">
                  <c:v>41030</c:v>
                </c:pt>
                <c:pt idx="159">
                  <c:v>41061</c:v>
                </c:pt>
                <c:pt idx="160">
                  <c:v>41091</c:v>
                </c:pt>
                <c:pt idx="161">
                  <c:v>41122</c:v>
                </c:pt>
                <c:pt idx="162">
                  <c:v>41153</c:v>
                </c:pt>
                <c:pt idx="163">
                  <c:v>41183</c:v>
                </c:pt>
                <c:pt idx="164">
                  <c:v>41214</c:v>
                </c:pt>
                <c:pt idx="165">
                  <c:v>41244</c:v>
                </c:pt>
                <c:pt idx="166">
                  <c:v>41275</c:v>
                </c:pt>
                <c:pt idx="167">
                  <c:v>41306</c:v>
                </c:pt>
                <c:pt idx="168">
                  <c:v>41334</c:v>
                </c:pt>
                <c:pt idx="169">
                  <c:v>41365</c:v>
                </c:pt>
                <c:pt idx="170">
                  <c:v>41395</c:v>
                </c:pt>
                <c:pt idx="171">
                  <c:v>41426</c:v>
                </c:pt>
                <c:pt idx="172">
                  <c:v>41456</c:v>
                </c:pt>
                <c:pt idx="173">
                  <c:v>41487</c:v>
                </c:pt>
                <c:pt idx="174">
                  <c:v>41518</c:v>
                </c:pt>
                <c:pt idx="175">
                  <c:v>41548</c:v>
                </c:pt>
                <c:pt idx="176">
                  <c:v>41579</c:v>
                </c:pt>
                <c:pt idx="177">
                  <c:v>41609</c:v>
                </c:pt>
                <c:pt idx="178">
                  <c:v>41640</c:v>
                </c:pt>
                <c:pt idx="179">
                  <c:v>41671</c:v>
                </c:pt>
                <c:pt idx="180">
                  <c:v>41699</c:v>
                </c:pt>
                <c:pt idx="181">
                  <c:v>41730</c:v>
                </c:pt>
                <c:pt idx="182">
                  <c:v>41760</c:v>
                </c:pt>
                <c:pt idx="183">
                  <c:v>41791</c:v>
                </c:pt>
                <c:pt idx="184">
                  <c:v>41821</c:v>
                </c:pt>
                <c:pt idx="185">
                  <c:v>41852</c:v>
                </c:pt>
                <c:pt idx="186">
                  <c:v>41883</c:v>
                </c:pt>
                <c:pt idx="187">
                  <c:v>41913</c:v>
                </c:pt>
                <c:pt idx="188">
                  <c:v>41944</c:v>
                </c:pt>
                <c:pt idx="189">
                  <c:v>41974</c:v>
                </c:pt>
                <c:pt idx="190">
                  <c:v>42005</c:v>
                </c:pt>
                <c:pt idx="191">
                  <c:v>42036</c:v>
                </c:pt>
                <c:pt idx="192">
                  <c:v>42064</c:v>
                </c:pt>
                <c:pt idx="193">
                  <c:v>42095</c:v>
                </c:pt>
                <c:pt idx="194">
                  <c:v>42125</c:v>
                </c:pt>
                <c:pt idx="195">
                  <c:v>42156</c:v>
                </c:pt>
                <c:pt idx="196">
                  <c:v>42186</c:v>
                </c:pt>
                <c:pt idx="197">
                  <c:v>42217</c:v>
                </c:pt>
                <c:pt idx="198">
                  <c:v>42248</c:v>
                </c:pt>
                <c:pt idx="199">
                  <c:v>42278</c:v>
                </c:pt>
                <c:pt idx="200">
                  <c:v>42309</c:v>
                </c:pt>
                <c:pt idx="201">
                  <c:v>42339</c:v>
                </c:pt>
              </c:numCache>
            </c:numRef>
          </c:cat>
          <c:val>
            <c:numRef>
              <c:f>pct_dq_1!$O$2:$O$270</c:f>
              <c:numCache>
                <c:formatCode>General</c:formatCode>
                <c:ptCount val="269"/>
                <c:pt idx="0">
                  <c:v>5.4640611950304674E-2</c:v>
                </c:pt>
                <c:pt idx="1">
                  <c:v>0.3334843001417056</c:v>
                </c:pt>
                <c:pt idx="2">
                  <c:v>0.42539556779409793</c:v>
                </c:pt>
                <c:pt idx="3">
                  <c:v>0.54261544473144008</c:v>
                </c:pt>
                <c:pt idx="4">
                  <c:v>0.53018708018351546</c:v>
                </c:pt>
                <c:pt idx="5">
                  <c:v>0.59484521294031067</c:v>
                </c:pt>
                <c:pt idx="6">
                  <c:v>0.62227446116289853</c:v>
                </c:pt>
                <c:pt idx="7">
                  <c:v>0.77149216286357558</c:v>
                </c:pt>
                <c:pt idx="8">
                  <c:v>0.89353623258786907</c:v>
                </c:pt>
                <c:pt idx="9">
                  <c:v>1.0143673516609026</c:v>
                </c:pt>
                <c:pt idx="10">
                  <c:v>0.91738157975294099</c:v>
                </c:pt>
                <c:pt idx="11">
                  <c:v>0.96555436038083298</c:v>
                </c:pt>
                <c:pt idx="12">
                  <c:v>1.0815322842163393</c:v>
                </c:pt>
                <c:pt idx="13">
                  <c:v>0.85346999750717922</c:v>
                </c:pt>
                <c:pt idx="14">
                  <c:v>1.0415377064161762</c:v>
                </c:pt>
                <c:pt idx="15">
                  <c:v>0.94545506533197321</c:v>
                </c:pt>
                <c:pt idx="16">
                  <c:v>1.0218632137214005</c:v>
                </c:pt>
                <c:pt idx="17">
                  <c:v>1.1054932238276718</c:v>
                </c:pt>
                <c:pt idx="18">
                  <c:v>1.0519268105512072</c:v>
                </c:pt>
                <c:pt idx="19">
                  <c:v>1.2582648938868701</c:v>
                </c:pt>
                <c:pt idx="20">
                  <c:v>1.2196781443619151</c:v>
                </c:pt>
                <c:pt idx="21">
                  <c:v>1.3623330852750317</c:v>
                </c:pt>
                <c:pt idx="22">
                  <c:v>1.6820273969499469</c:v>
                </c:pt>
                <c:pt idx="23">
                  <c:v>1.4530406347806324</c:v>
                </c:pt>
                <c:pt idx="24">
                  <c:v>1.6430142751388179</c:v>
                </c:pt>
                <c:pt idx="25">
                  <c:v>1.3589201505280699</c:v>
                </c:pt>
                <c:pt idx="26">
                  <c:v>1.3663621855551837</c:v>
                </c:pt>
                <c:pt idx="27">
                  <c:v>1.3482637119549363</c:v>
                </c:pt>
                <c:pt idx="28">
                  <c:v>1.5205060508367696</c:v>
                </c:pt>
                <c:pt idx="29">
                  <c:v>1.4506210794001586</c:v>
                </c:pt>
                <c:pt idx="30">
                  <c:v>1.4055672862776076</c:v>
                </c:pt>
                <c:pt idx="31">
                  <c:v>1.8387194693490327</c:v>
                </c:pt>
                <c:pt idx="32">
                  <c:v>1.6252035710144872</c:v>
                </c:pt>
                <c:pt idx="33">
                  <c:v>1.7418127899775742</c:v>
                </c:pt>
                <c:pt idx="34">
                  <c:v>1.8727883887877028</c:v>
                </c:pt>
                <c:pt idx="35">
                  <c:v>1.582401893340091</c:v>
                </c:pt>
                <c:pt idx="36">
                  <c:v>1.7323127901411697</c:v>
                </c:pt>
                <c:pt idx="37">
                  <c:v>1.525056224471957</c:v>
                </c:pt>
                <c:pt idx="38">
                  <c:v>1.3931869809929329</c:v>
                </c:pt>
                <c:pt idx="39">
                  <c:v>1.3573103473766417</c:v>
                </c:pt>
                <c:pt idx="40">
                  <c:v>1.6144328570361435</c:v>
                </c:pt>
                <c:pt idx="41">
                  <c:v>1.5029392108665411</c:v>
                </c:pt>
                <c:pt idx="42">
                  <c:v>1.568439683454776</c:v>
                </c:pt>
                <c:pt idx="43">
                  <c:v>1.7707488559922107</c:v>
                </c:pt>
                <c:pt idx="44">
                  <c:v>1.7344547737482237</c:v>
                </c:pt>
                <c:pt idx="45">
                  <c:v>1.942910625460333</c:v>
                </c:pt>
                <c:pt idx="46">
                  <c:v>1.9201736101369589</c:v>
                </c:pt>
                <c:pt idx="47">
                  <c:v>1.8481986562149892</c:v>
                </c:pt>
                <c:pt idx="48">
                  <c:v>2.0230038449271039</c:v>
                </c:pt>
                <c:pt idx="49">
                  <c:v>1.7314142827525338</c:v>
                </c:pt>
                <c:pt idx="50">
                  <c:v>1.7824982486719783</c:v>
                </c:pt>
                <c:pt idx="51">
                  <c:v>1.8660951455974222</c:v>
                </c:pt>
                <c:pt idx="52">
                  <c:v>1.8939245229476673</c:v>
                </c:pt>
                <c:pt idx="53">
                  <c:v>1.8042409369838222</c:v>
                </c:pt>
                <c:pt idx="54">
                  <c:v>1.8088629137887817</c:v>
                </c:pt>
                <c:pt idx="55">
                  <c:v>1.7178254711037722</c:v>
                </c:pt>
                <c:pt idx="56">
                  <c:v>1.5573822449254329</c:v>
                </c:pt>
                <c:pt idx="57">
                  <c:v>1.8972966318179052</c:v>
                </c:pt>
                <c:pt idx="58">
                  <c:v>1.6484139759046026</c:v>
                </c:pt>
                <c:pt idx="59">
                  <c:v>1.6274945418660232</c:v>
                </c:pt>
                <c:pt idx="60">
                  <c:v>1.7857936603337679</c:v>
                </c:pt>
                <c:pt idx="61">
                  <c:v>1.299285426448245</c:v>
                </c:pt>
                <c:pt idx="62">
                  <c:v>1.3196439668924964</c:v>
                </c:pt>
                <c:pt idx="63">
                  <c:v>1.6014772713962242</c:v>
                </c:pt>
                <c:pt idx="64">
                  <c:v>1.4844256130756579</c:v>
                </c:pt>
                <c:pt idx="65">
                  <c:v>1.4613752182960607</c:v>
                </c:pt>
                <c:pt idx="66">
                  <c:v>1.4558374057360339</c:v>
                </c:pt>
                <c:pt idx="67">
                  <c:v>1.5966091809131699</c:v>
                </c:pt>
                <c:pt idx="68">
                  <c:v>1.6848515145067573</c:v>
                </c:pt>
                <c:pt idx="69">
                  <c:v>1.6019023633719707</c:v>
                </c:pt>
                <c:pt idx="70">
                  <c:v>1.5431951859137119</c:v>
                </c:pt>
                <c:pt idx="71">
                  <c:v>1.4312586718995786</c:v>
                </c:pt>
                <c:pt idx="72">
                  <c:v>1.65135652103181</c:v>
                </c:pt>
                <c:pt idx="73">
                  <c:v>1.2006720702233864</c:v>
                </c:pt>
                <c:pt idx="74">
                  <c:v>1.2523243167532647</c:v>
                </c:pt>
                <c:pt idx="75">
                  <c:v>1.2386682024681277</c:v>
                </c:pt>
                <c:pt idx="76">
                  <c:v>1.2958303779922309</c:v>
                </c:pt>
                <c:pt idx="77">
                  <c:v>1.4065284917804743</c:v>
                </c:pt>
                <c:pt idx="78">
                  <c:v>1.2342376994727489</c:v>
                </c:pt>
                <c:pt idx="79">
                  <c:v>1.4128712663412901</c:v>
                </c:pt>
                <c:pt idx="80">
                  <c:v>1.4705190683109814</c:v>
                </c:pt>
                <c:pt idx="81">
                  <c:v>1.4727290484375959</c:v>
                </c:pt>
                <c:pt idx="82">
                  <c:v>1.4474194953975665</c:v>
                </c:pt>
                <c:pt idx="83">
                  <c:v>1.3043924091468606</c:v>
                </c:pt>
                <c:pt idx="84">
                  <c:v>1.389878068566248</c:v>
                </c:pt>
                <c:pt idx="85">
                  <c:v>1.0129381441475496</c:v>
                </c:pt>
                <c:pt idx="86">
                  <c:v>1.304484557873117</c:v>
                </c:pt>
                <c:pt idx="87">
                  <c:v>1.1740422191275397</c:v>
                </c:pt>
                <c:pt idx="88">
                  <c:v>1.1867823942437985</c:v>
                </c:pt>
                <c:pt idx="89">
                  <c:v>1.2497273454914115</c:v>
                </c:pt>
                <c:pt idx="90">
                  <c:v>1.2433639988716088</c:v>
                </c:pt>
                <c:pt idx="91">
                  <c:v>1.3881032968888869</c:v>
                </c:pt>
                <c:pt idx="92">
                  <c:v>1.309099605270271</c:v>
                </c:pt>
                <c:pt idx="93">
                  <c:v>1.4017904217203536</c:v>
                </c:pt>
                <c:pt idx="94">
                  <c:v>1.6059083291197573</c:v>
                </c:pt>
                <c:pt idx="95">
                  <c:v>1.3604111538657522</c:v>
                </c:pt>
                <c:pt idx="96">
                  <c:v>1.5027569581776443</c:v>
                </c:pt>
                <c:pt idx="97">
                  <c:v>1.2062635521570906</c:v>
                </c:pt>
                <c:pt idx="98">
                  <c:v>1.2626842658583091</c:v>
                </c:pt>
                <c:pt idx="99">
                  <c:v>1.3003406796608301</c:v>
                </c:pt>
                <c:pt idx="100">
                  <c:v>1.4259499256470862</c:v>
                </c:pt>
                <c:pt idx="101">
                  <c:v>1.3970772980649067</c:v>
                </c:pt>
                <c:pt idx="102">
                  <c:v>1.347069400123897</c:v>
                </c:pt>
                <c:pt idx="103">
                  <c:v>1.8298143511392848</c:v>
                </c:pt>
                <c:pt idx="104">
                  <c:v>1.6625110593171342</c:v>
                </c:pt>
                <c:pt idx="105">
                  <c:v>1.6518547588798134</c:v>
                </c:pt>
                <c:pt idx="106">
                  <c:v>1.8337101987537858</c:v>
                </c:pt>
                <c:pt idx="107">
                  <c:v>1.7408962448889669</c:v>
                </c:pt>
                <c:pt idx="108">
                  <c:v>1.6585415405501438</c:v>
                </c:pt>
                <c:pt idx="109">
                  <c:v>1.5493542664997291</c:v>
                </c:pt>
                <c:pt idx="110">
                  <c:v>1.6359048878573348</c:v>
                </c:pt>
                <c:pt idx="111">
                  <c:v>1.6010136048550776</c:v>
                </c:pt>
                <c:pt idx="112">
                  <c:v>1.7456391450229889</c:v>
                </c:pt>
                <c:pt idx="113">
                  <c:v>1.7691349736723778</c:v>
                </c:pt>
                <c:pt idx="114">
                  <c:v>2.0684517275758068</c:v>
                </c:pt>
                <c:pt idx="115">
                  <c:v>2.1207947465356347</c:v>
                </c:pt>
                <c:pt idx="116">
                  <c:v>2.1375642506431727</c:v>
                </c:pt>
                <c:pt idx="117">
                  <c:v>2.7028313363748815</c:v>
                </c:pt>
                <c:pt idx="118">
                  <c:v>2.6146414926981594</c:v>
                </c:pt>
                <c:pt idx="119">
                  <c:v>2.6750811938767427</c:v>
                </c:pt>
                <c:pt idx="120">
                  <c:v>2.6989930785576925</c:v>
                </c:pt>
                <c:pt idx="121">
                  <c:v>2.3567901969424399</c:v>
                </c:pt>
                <c:pt idx="122">
                  <c:v>2.4360980639401935</c:v>
                </c:pt>
                <c:pt idx="123">
                  <c:v>2.6421007337783977</c:v>
                </c:pt>
                <c:pt idx="124">
                  <c:v>2.5729762725256107</c:v>
                </c:pt>
                <c:pt idx="125">
                  <c:v>2.5077436434579958</c:v>
                </c:pt>
                <c:pt idx="126">
                  <c:v>3.2380393195740034</c:v>
                </c:pt>
                <c:pt idx="127">
                  <c:v>3.0909858344809904</c:v>
                </c:pt>
                <c:pt idx="128">
                  <c:v>2.9419733536924442</c:v>
                </c:pt>
                <c:pt idx="129">
                  <c:v>3.0812197025662798</c:v>
                </c:pt>
                <c:pt idx="130">
                  <c:v>2.9823730099361763</c:v>
                </c:pt>
                <c:pt idx="131">
                  <c:v>3.086877398305603</c:v>
                </c:pt>
                <c:pt idx="132">
                  <c:v>3.0743860626756572</c:v>
                </c:pt>
                <c:pt idx="133">
                  <c:v>2.4716962859788567</c:v>
                </c:pt>
                <c:pt idx="134">
                  <c:v>2.4036987194048187</c:v>
                </c:pt>
                <c:pt idx="135">
                  <c:v>2.5955554076721108</c:v>
                </c:pt>
                <c:pt idx="136">
                  <c:v>2.5463179375538605</c:v>
                </c:pt>
                <c:pt idx="137">
                  <c:v>2.5445137145142294</c:v>
                </c:pt>
                <c:pt idx="138">
                  <c:v>2.5949456370685686</c:v>
                </c:pt>
                <c:pt idx="139">
                  <c:v>2.6802471615585146</c:v>
                </c:pt>
                <c:pt idx="140">
                  <c:v>2.8172029980640447</c:v>
                </c:pt>
                <c:pt idx="141">
                  <c:v>2.7194506446018254</c:v>
                </c:pt>
                <c:pt idx="142">
                  <c:v>2.6257006976349793</c:v>
                </c:pt>
                <c:pt idx="143">
                  <c:v>2.64577018568782</c:v>
                </c:pt>
                <c:pt idx="144">
                  <c:v>2.6738883825068842</c:v>
                </c:pt>
                <c:pt idx="145">
                  <c:v>2.1900564331149042</c:v>
                </c:pt>
                <c:pt idx="146">
                  <c:v>2.298097946282633</c:v>
                </c:pt>
                <c:pt idx="147">
                  <c:v>2.299552821165225</c:v>
                </c:pt>
                <c:pt idx="148">
                  <c:v>2.3361136277984507</c:v>
                </c:pt>
                <c:pt idx="149">
                  <c:v>2.5210651138660252</c:v>
                </c:pt>
                <c:pt idx="150">
                  <c:v>2.4071042784978514</c:v>
                </c:pt>
                <c:pt idx="151">
                  <c:v>2.4143995346229277</c:v>
                </c:pt>
                <c:pt idx="152">
                  <c:v>2.4279973409482127</c:v>
                </c:pt>
                <c:pt idx="153">
                  <c:v>2.4854277569018759</c:v>
                </c:pt>
                <c:pt idx="154">
                  <c:v>2.4579287048816214</c:v>
                </c:pt>
                <c:pt idx="155">
                  <c:v>2.3410556895756125</c:v>
                </c:pt>
                <c:pt idx="156">
                  <c:v>2.2636772293906722</c:v>
                </c:pt>
                <c:pt idx="157">
                  <c:v>2.046861481070565</c:v>
                </c:pt>
                <c:pt idx="158">
                  <c:v>2.069879138130879</c:v>
                </c:pt>
                <c:pt idx="159">
                  <c:v>2.0845112986040641</c:v>
                </c:pt>
                <c:pt idx="160">
                  <c:v>2.2223013677406254</c:v>
                </c:pt>
                <c:pt idx="161">
                  <c:v>2.184686392617599</c:v>
                </c:pt>
                <c:pt idx="162">
                  <c:v>2.125410656822845</c:v>
                </c:pt>
                <c:pt idx="163">
                  <c:v>2.497812085102499</c:v>
                </c:pt>
                <c:pt idx="164">
                  <c:v>2.2301733904167893</c:v>
                </c:pt>
                <c:pt idx="165">
                  <c:v>2.2277194956907671</c:v>
                </c:pt>
                <c:pt idx="166">
                  <c:v>2.2937070308640304</c:v>
                </c:pt>
                <c:pt idx="167">
                  <c:v>2.1530531586717152</c:v>
                </c:pt>
                <c:pt idx="168">
                  <c:v>2.1914500108531234</c:v>
                </c:pt>
                <c:pt idx="169">
                  <c:v>2.052270361959879</c:v>
                </c:pt>
                <c:pt idx="170">
                  <c:v>1.8563396299703023</c:v>
                </c:pt>
                <c:pt idx="171">
                  <c:v>1.8060917752782903</c:v>
                </c:pt>
                <c:pt idx="172">
                  <c:v>2.0661376433301171</c:v>
                </c:pt>
                <c:pt idx="173">
                  <c:v>1.8460487874447198</c:v>
                </c:pt>
                <c:pt idx="174">
                  <c:v>1.8546401786640978</c:v>
                </c:pt>
                <c:pt idx="175">
                  <c:v>1.8522500043503609</c:v>
                </c:pt>
                <c:pt idx="176">
                  <c:v>1.7771023280282305</c:v>
                </c:pt>
                <c:pt idx="177">
                  <c:v>1.9163502017216505</c:v>
                </c:pt>
                <c:pt idx="178">
                  <c:v>1.8654021617970384</c:v>
                </c:pt>
                <c:pt idx="179">
                  <c:v>1.7262273543869484</c:v>
                </c:pt>
                <c:pt idx="180">
                  <c:v>1.7144479709733025</c:v>
                </c:pt>
                <c:pt idx="181">
                  <c:v>1.5100462637591832</c:v>
                </c:pt>
                <c:pt idx="182">
                  <c:v>1.5301598692857739</c:v>
                </c:pt>
                <c:pt idx="183">
                  <c:v>1.5580678700614694</c:v>
                </c:pt>
                <c:pt idx="184">
                  <c:v>1.5929175102042421</c:v>
                </c:pt>
                <c:pt idx="185">
                  <c:v>1.55558805614739</c:v>
                </c:pt>
                <c:pt idx="186">
                  <c:v>1.6938518235787638</c:v>
                </c:pt>
                <c:pt idx="187">
                  <c:v>1.5712531371326326</c:v>
                </c:pt>
                <c:pt idx="188">
                  <c:v>1.4569727914179316</c:v>
                </c:pt>
                <c:pt idx="189">
                  <c:v>1.741277757527433</c:v>
                </c:pt>
                <c:pt idx="190">
                  <c:v>1.5197095707968014</c:v>
                </c:pt>
                <c:pt idx="191">
                  <c:v>1.5286175169236325</c:v>
                </c:pt>
                <c:pt idx="192">
                  <c:v>1.5471706663482121</c:v>
                </c:pt>
                <c:pt idx="193">
                  <c:v>1.2836662042826907</c:v>
                </c:pt>
                <c:pt idx="194">
                  <c:v>1.2818771905780735</c:v>
                </c:pt>
                <c:pt idx="195">
                  <c:v>1.3926262302450192</c:v>
                </c:pt>
                <c:pt idx="196">
                  <c:v>1.3145690561166121</c:v>
                </c:pt>
                <c:pt idx="197">
                  <c:v>1.2285743478221864</c:v>
                </c:pt>
                <c:pt idx="198">
                  <c:v>1.3006228333585741</c:v>
                </c:pt>
                <c:pt idx="199">
                  <c:v>1.3634451089083734</c:v>
                </c:pt>
                <c:pt idx="200">
                  <c:v>1.3332671464733035</c:v>
                </c:pt>
                <c:pt idx="201">
                  <c:v>1.4115683476312777</c:v>
                </c:pt>
              </c:numCache>
            </c:numRef>
          </c:val>
          <c:smooth val="0"/>
        </c:ser>
        <c:dLbls>
          <c:showLegendKey val="0"/>
          <c:showVal val="0"/>
          <c:showCatName val="0"/>
          <c:showSerName val="0"/>
          <c:showPercent val="0"/>
          <c:showBubbleSize val="0"/>
        </c:dLbls>
        <c:marker val="1"/>
        <c:smooth val="0"/>
        <c:axId val="165244928"/>
        <c:axId val="165246848"/>
      </c:lineChart>
      <c:dateAx>
        <c:axId val="165244928"/>
        <c:scaling>
          <c:orientation val="minMax"/>
        </c:scaling>
        <c:delete val="0"/>
        <c:axPos val="b"/>
        <c:numFmt formatCode="m/d/yyyy" sourceLinked="1"/>
        <c:majorTickMark val="out"/>
        <c:minorTickMark val="none"/>
        <c:tickLblPos val="nextTo"/>
        <c:crossAx val="165246848"/>
        <c:crosses val="autoZero"/>
        <c:auto val="1"/>
        <c:lblOffset val="100"/>
        <c:baseTimeUnit val="months"/>
      </c:dateAx>
      <c:valAx>
        <c:axId val="165246848"/>
        <c:scaling>
          <c:orientation val="minMax"/>
        </c:scaling>
        <c:delete val="0"/>
        <c:axPos val="l"/>
        <c:numFmt formatCode="General" sourceLinked="1"/>
        <c:majorTickMark val="out"/>
        <c:minorTickMark val="none"/>
        <c:tickLblPos val="nextTo"/>
        <c:crossAx val="165244928"/>
        <c:crosses val="autoZero"/>
        <c:crossBetween val="between"/>
      </c:valAx>
    </c:plotArea>
    <c:legend>
      <c:legendPos val="t"/>
      <c:layout/>
      <c:overlay val="0"/>
    </c:legend>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title>
    <c:autoTitleDeleted val="0"/>
    <c:plotArea>
      <c:layout/>
      <c:lineChart>
        <c:grouping val="standard"/>
        <c:varyColors val="0"/>
        <c:ser>
          <c:idx val="0"/>
          <c:order val="0"/>
          <c:tx>
            <c:strRef>
              <c:f>Sheet1!$B$1</c:f>
              <c:strCache>
                <c:ptCount val="1"/>
                <c:pt idx="0">
                  <c:v>pct_dq before</c:v>
                </c:pt>
              </c:strCache>
            </c:strRef>
          </c:tx>
          <c:marker>
            <c:symbol val="none"/>
          </c:marker>
          <c:cat>
            <c:numRef>
              <c:f>Sheet1!$A$2:$A$267</c:f>
              <c:numCache>
                <c:formatCode>m/d/yyyy</c:formatCode>
                <c:ptCount val="266"/>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numCache>
            </c:numRef>
          </c:cat>
          <c:val>
            <c:numRef>
              <c:f>Sheet1!$B$2:$B$267</c:f>
              <c:numCache>
                <c:formatCode>General</c:formatCode>
                <c:ptCount val="26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0.47892613155292302</c:v>
                </c:pt>
                <c:pt idx="74">
                  <c:v>0.30341947532358998</c:v>
                </c:pt>
                <c:pt idx="75">
                  <c:v>0.202298643434067</c:v>
                </c:pt>
                <c:pt idx="76">
                  <c:v>0.29884290398073299</c:v>
                </c:pt>
                <c:pt idx="77">
                  <c:v>0.18014364414867301</c:v>
                </c:pt>
                <c:pt idx="78">
                  <c:v>0.30898376515249398</c:v>
                </c:pt>
                <c:pt idx="79">
                  <c:v>0.47236964286327598</c:v>
                </c:pt>
                <c:pt idx="80">
                  <c:v>0.41395664351355499</c:v>
                </c:pt>
                <c:pt idx="81">
                  <c:v>0.62507927021311105</c:v>
                </c:pt>
                <c:pt idx="82">
                  <c:v>0.63328883076756104</c:v>
                </c:pt>
                <c:pt idx="83">
                  <c:v>0.566037440018333</c:v>
                </c:pt>
                <c:pt idx="84">
                  <c:v>0.79513013268923804</c:v>
                </c:pt>
                <c:pt idx="85">
                  <c:v>0.44779406604462602</c:v>
                </c:pt>
                <c:pt idx="86">
                  <c:v>0.494819841568921</c:v>
                </c:pt>
                <c:pt idx="87">
                  <c:v>0.62338111208805302</c:v>
                </c:pt>
                <c:pt idx="88">
                  <c:v>0.60534569524473703</c:v>
                </c:pt>
                <c:pt idx="89">
                  <c:v>0.61495294978731896</c:v>
                </c:pt>
                <c:pt idx="90">
                  <c:v>0.55764003499024895</c:v>
                </c:pt>
                <c:pt idx="91">
                  <c:v>0.88657623905594396</c:v>
                </c:pt>
                <c:pt idx="92">
                  <c:v>0.84815936172039996</c:v>
                </c:pt>
                <c:pt idx="93">
                  <c:v>0.918034311742283</c:v>
                </c:pt>
                <c:pt idx="94">
                  <c:v>1.1862215934221201</c:v>
                </c:pt>
                <c:pt idx="95">
                  <c:v>0.81222995402016496</c:v>
                </c:pt>
                <c:pt idx="96">
                  <c:v>1.0070586918851501</c:v>
                </c:pt>
                <c:pt idx="97">
                  <c:v>0.83003150106994505</c:v>
                </c:pt>
                <c:pt idx="98">
                  <c:v>0.66964873034535499</c:v>
                </c:pt>
                <c:pt idx="99">
                  <c:v>0.70663569417683902</c:v>
                </c:pt>
                <c:pt idx="100">
                  <c:v>0.78845261606744999</c:v>
                </c:pt>
                <c:pt idx="101">
                  <c:v>0.76960638375614399</c:v>
                </c:pt>
                <c:pt idx="102">
                  <c:v>0.89926856096033203</c:v>
                </c:pt>
                <c:pt idx="103">
                  <c:v>1.0185338631004901</c:v>
                </c:pt>
                <c:pt idx="104">
                  <c:v>0.94993142030642297</c:v>
                </c:pt>
                <c:pt idx="105">
                  <c:v>1.28434579120032</c:v>
                </c:pt>
                <c:pt idx="106">
                  <c:v>1.1383105324148499</c:v>
                </c:pt>
                <c:pt idx="107">
                  <c:v>0.98429585324586999</c:v>
                </c:pt>
                <c:pt idx="108">
                  <c:v>1.1483667055339399</c:v>
                </c:pt>
                <c:pt idx="109">
                  <c:v>0.94134970687526398</c:v>
                </c:pt>
                <c:pt idx="110">
                  <c:v>0.95993731773535196</c:v>
                </c:pt>
                <c:pt idx="111">
                  <c:v>1.1017354678683899</c:v>
                </c:pt>
                <c:pt idx="112">
                  <c:v>1.2623901353051701</c:v>
                </c:pt>
                <c:pt idx="113">
                  <c:v>1.07328029028701</c:v>
                </c:pt>
                <c:pt idx="114">
                  <c:v>1.1552490437126399</c:v>
                </c:pt>
                <c:pt idx="115">
                  <c:v>1.08373679276098</c:v>
                </c:pt>
                <c:pt idx="116">
                  <c:v>0.95627237205840299</c:v>
                </c:pt>
                <c:pt idx="117">
                  <c:v>1.26854394205164</c:v>
                </c:pt>
                <c:pt idx="118">
                  <c:v>1.08248516512139</c:v>
                </c:pt>
                <c:pt idx="119">
                  <c:v>1.03178203866034</c:v>
                </c:pt>
                <c:pt idx="120">
                  <c:v>1.19699253819052</c:v>
                </c:pt>
                <c:pt idx="121">
                  <c:v>0.84476963970239904</c:v>
                </c:pt>
                <c:pt idx="122">
                  <c:v>0.90938815063523604</c:v>
                </c:pt>
                <c:pt idx="123">
                  <c:v>1.1396757969087801</c:v>
                </c:pt>
                <c:pt idx="124">
                  <c:v>1.06938385531825</c:v>
                </c:pt>
                <c:pt idx="125">
                  <c:v>1.0214591621820099</c:v>
                </c:pt>
                <c:pt idx="126">
                  <c:v>0.96714350397197801</c:v>
                </c:pt>
                <c:pt idx="127">
                  <c:v>1.0785636926282101</c:v>
                </c:pt>
                <c:pt idx="128">
                  <c:v>1.2140129464553</c:v>
                </c:pt>
                <c:pt idx="129">
                  <c:v>1.1251482867479501</c:v>
                </c:pt>
                <c:pt idx="130">
                  <c:v>1.0814939810319699</c:v>
                </c:pt>
                <c:pt idx="131">
                  <c:v>1.1237549555154001</c:v>
                </c:pt>
                <c:pt idx="132">
                  <c:v>1.26934152897255</c:v>
                </c:pt>
                <c:pt idx="133">
                  <c:v>0.85232500784374798</c:v>
                </c:pt>
                <c:pt idx="134">
                  <c:v>0.91302983111990799</c:v>
                </c:pt>
                <c:pt idx="135">
                  <c:v>0.87009782212310804</c:v>
                </c:pt>
                <c:pt idx="136">
                  <c:v>0.86816316649786895</c:v>
                </c:pt>
                <c:pt idx="137">
                  <c:v>1.01603765006515</c:v>
                </c:pt>
                <c:pt idx="138">
                  <c:v>0.91215366101842499</c:v>
                </c:pt>
                <c:pt idx="139">
                  <c:v>1.1485782355999199</c:v>
                </c:pt>
                <c:pt idx="140">
                  <c:v>1.06652485668346</c:v>
                </c:pt>
                <c:pt idx="141">
                  <c:v>1.09476410309272</c:v>
                </c:pt>
                <c:pt idx="142">
                  <c:v>1.12286420729765</c:v>
                </c:pt>
                <c:pt idx="143">
                  <c:v>1.0296132420828099</c:v>
                </c:pt>
                <c:pt idx="144">
                  <c:v>1.1511803998061301</c:v>
                </c:pt>
                <c:pt idx="145">
                  <c:v>0.80119981817721597</c:v>
                </c:pt>
                <c:pt idx="146">
                  <c:v>1.01312195092887</c:v>
                </c:pt>
                <c:pt idx="147">
                  <c:v>0.88465600638380903</c:v>
                </c:pt>
                <c:pt idx="148">
                  <c:v>0.85142405462231296</c:v>
                </c:pt>
                <c:pt idx="149">
                  <c:v>0.89143682454794404</c:v>
                </c:pt>
                <c:pt idx="150">
                  <c:v>0.88128803567425895</c:v>
                </c:pt>
                <c:pt idx="151">
                  <c:v>1.0584462661852101</c:v>
                </c:pt>
                <c:pt idx="152">
                  <c:v>0.97087322363304696</c:v>
                </c:pt>
                <c:pt idx="153">
                  <c:v>1.12217654740061</c:v>
                </c:pt>
                <c:pt idx="154">
                  <c:v>1.1666288955675099</c:v>
                </c:pt>
                <c:pt idx="155">
                  <c:v>1.0073043449990999</c:v>
                </c:pt>
                <c:pt idx="156">
                  <c:v>1.2230668307266299</c:v>
                </c:pt>
                <c:pt idx="157">
                  <c:v>0.88745761033941795</c:v>
                </c:pt>
                <c:pt idx="158">
                  <c:v>0.91153803785929599</c:v>
                </c:pt>
                <c:pt idx="159">
                  <c:v>0.90116242291806703</c:v>
                </c:pt>
                <c:pt idx="160">
                  <c:v>0.96855200083899395</c:v>
                </c:pt>
                <c:pt idx="161">
                  <c:v>0.96427721426142998</c:v>
                </c:pt>
                <c:pt idx="162">
                  <c:v>0.90385652720283505</c:v>
                </c:pt>
                <c:pt idx="163">
                  <c:v>1.2207735399938899</c:v>
                </c:pt>
                <c:pt idx="164">
                  <c:v>1.07102501449576</c:v>
                </c:pt>
                <c:pt idx="165">
                  <c:v>1.1414428891441599</c:v>
                </c:pt>
                <c:pt idx="166">
                  <c:v>1.30269572873338</c:v>
                </c:pt>
                <c:pt idx="167">
                  <c:v>1.20069967868941</c:v>
                </c:pt>
                <c:pt idx="168">
                  <c:v>1.2258773934703899</c:v>
                </c:pt>
                <c:pt idx="169">
                  <c:v>1.1293539597557101</c:v>
                </c:pt>
                <c:pt idx="170">
                  <c:v>1.2022426762790499</c:v>
                </c:pt>
                <c:pt idx="171">
                  <c:v>1.1644360949239001</c:v>
                </c:pt>
                <c:pt idx="172">
                  <c:v>1.2894154361613701</c:v>
                </c:pt>
                <c:pt idx="173">
                  <c:v>1.2677546942256299</c:v>
                </c:pt>
                <c:pt idx="174">
                  <c:v>1.4743949484615499</c:v>
                </c:pt>
                <c:pt idx="175">
                  <c:v>1.52776936121928</c:v>
                </c:pt>
                <c:pt idx="176">
                  <c:v>1.5600045171725201</c:v>
                </c:pt>
                <c:pt idx="177">
                  <c:v>2.0170459150031901</c:v>
                </c:pt>
                <c:pt idx="178">
                  <c:v>1.90819152477877</c:v>
                </c:pt>
                <c:pt idx="179">
                  <c:v>1.98558446537482</c:v>
                </c:pt>
                <c:pt idx="180">
                  <c:v>2.1420872359623702</c:v>
                </c:pt>
                <c:pt idx="181">
                  <c:v>1.9091721972091</c:v>
                </c:pt>
                <c:pt idx="182">
                  <c:v>1.9386879003686499</c:v>
                </c:pt>
                <c:pt idx="183">
                  <c:v>2.1237202804095001</c:v>
                </c:pt>
                <c:pt idx="184">
                  <c:v>2.0925633979470701</c:v>
                </c:pt>
                <c:pt idx="185">
                  <c:v>2.06448094878863</c:v>
                </c:pt>
                <c:pt idx="186">
                  <c:v>2.1272690715870302</c:v>
                </c:pt>
                <c:pt idx="187">
                  <c:v>2.1320846918649599</c:v>
                </c:pt>
                <c:pt idx="188">
                  <c:v>2.0815317399940798</c:v>
                </c:pt>
                <c:pt idx="189">
                  <c:v>2.2898694470072298</c:v>
                </c:pt>
                <c:pt idx="190">
                  <c:v>2.17814421552238</c:v>
                </c:pt>
                <c:pt idx="191">
                  <c:v>2.3195311595985402</c:v>
                </c:pt>
                <c:pt idx="192">
                  <c:v>2.4795627489971199</c:v>
                </c:pt>
                <c:pt idx="193">
                  <c:v>1.85714421303717</c:v>
                </c:pt>
                <c:pt idx="194">
                  <c:v>1.83571462897524</c:v>
                </c:pt>
                <c:pt idx="195">
                  <c:v>1.97277240167704</c:v>
                </c:pt>
                <c:pt idx="196">
                  <c:v>1.85187800607779</c:v>
                </c:pt>
                <c:pt idx="197">
                  <c:v>1.8220349299143801</c:v>
                </c:pt>
                <c:pt idx="198">
                  <c:v>1.86512678659563</c:v>
                </c:pt>
                <c:pt idx="199">
                  <c:v>1.98851073683045</c:v>
                </c:pt>
                <c:pt idx="200">
                  <c:v>2.08247159030857</c:v>
                </c:pt>
                <c:pt idx="201">
                  <c:v>2.0130950598285802</c:v>
                </c:pt>
                <c:pt idx="202">
                  <c:v>1.89445953676687</c:v>
                </c:pt>
                <c:pt idx="203">
                  <c:v>1.9211101702353</c:v>
                </c:pt>
                <c:pt idx="204">
                  <c:v>2.0227287093810502</c:v>
                </c:pt>
                <c:pt idx="205">
                  <c:v>1.6132048128412899</c:v>
                </c:pt>
                <c:pt idx="206">
                  <c:v>1.6600199361639301</c:v>
                </c:pt>
                <c:pt idx="207">
                  <c:v>1.69074126979911</c:v>
                </c:pt>
                <c:pt idx="208">
                  <c:v>1.7138306808544299</c:v>
                </c:pt>
                <c:pt idx="209">
                  <c:v>1.8297965266218901</c:v>
                </c:pt>
                <c:pt idx="210">
                  <c:v>1.73646933627656</c:v>
                </c:pt>
                <c:pt idx="211">
                  <c:v>1.7359468835267799</c:v>
                </c:pt>
                <c:pt idx="212">
                  <c:v>1.73503250340675</c:v>
                </c:pt>
                <c:pt idx="213">
                  <c:v>1.79084615022966</c:v>
                </c:pt>
                <c:pt idx="214">
                  <c:v>1.75922218260753</c:v>
                </c:pt>
                <c:pt idx="215">
                  <c:v>1.73780269605435</c:v>
                </c:pt>
                <c:pt idx="216">
                  <c:v>1.7249919068575199</c:v>
                </c:pt>
                <c:pt idx="217">
                  <c:v>1.48329152961114</c:v>
                </c:pt>
                <c:pt idx="218">
                  <c:v>1.52104440962636</c:v>
                </c:pt>
                <c:pt idx="219">
                  <c:v>1.51485049444813</c:v>
                </c:pt>
                <c:pt idx="220">
                  <c:v>1.5707108350749199</c:v>
                </c:pt>
                <c:pt idx="221">
                  <c:v>1.49978184104681</c:v>
                </c:pt>
                <c:pt idx="222">
                  <c:v>1.45955613287546</c:v>
                </c:pt>
                <c:pt idx="223">
                  <c:v>1.7439860985781901</c:v>
                </c:pt>
                <c:pt idx="224">
                  <c:v>1.52478443073166</c:v>
                </c:pt>
                <c:pt idx="225">
                  <c:v>1.5708062965894001</c:v>
                </c:pt>
                <c:pt idx="226">
                  <c:v>1.56826580410411</c:v>
                </c:pt>
                <c:pt idx="227">
                  <c:v>1.44650224611929</c:v>
                </c:pt>
                <c:pt idx="228">
                  <c:v>1.5974082305356601</c:v>
                </c:pt>
                <c:pt idx="229">
                  <c:v>1.3722010860163101</c:v>
                </c:pt>
                <c:pt idx="230">
                  <c:v>1.2657578731307999</c:v>
                </c:pt>
                <c:pt idx="231">
                  <c:v>1.1704014323476799</c:v>
                </c:pt>
                <c:pt idx="232">
                  <c:v>1.3819260140154499</c:v>
                </c:pt>
                <c:pt idx="233">
                  <c:v>1.2011547907828799</c:v>
                </c:pt>
                <c:pt idx="234">
                  <c:v>1.1607637659161201</c:v>
                </c:pt>
                <c:pt idx="235">
                  <c:v>1.1436275024390801</c:v>
                </c:pt>
                <c:pt idx="236">
                  <c:v>1.0505541538141301</c:v>
                </c:pt>
                <c:pt idx="237">
                  <c:v>1.1536762712933299</c:v>
                </c:pt>
                <c:pt idx="238">
                  <c:v>1.0935824474211999</c:v>
                </c:pt>
                <c:pt idx="239">
                  <c:v>0.99268741680613304</c:v>
                </c:pt>
                <c:pt idx="240">
                  <c:v>1.0701430264348999</c:v>
                </c:pt>
                <c:pt idx="241">
                  <c:v>0.92372148991733005</c:v>
                </c:pt>
                <c:pt idx="242">
                  <c:v>0.91791549554510699</c:v>
                </c:pt>
                <c:pt idx="243">
                  <c:v>0.93923274725055494</c:v>
                </c:pt>
                <c:pt idx="244">
                  <c:v>0.96067330925757</c:v>
                </c:pt>
                <c:pt idx="245">
                  <c:v>0.91274870901357597</c:v>
                </c:pt>
                <c:pt idx="246">
                  <c:v>1.0669427436124199</c:v>
                </c:pt>
                <c:pt idx="247">
                  <c:v>0.94052585146977696</c:v>
                </c:pt>
                <c:pt idx="248">
                  <c:v>0.862472398431674</c:v>
                </c:pt>
                <c:pt idx="249">
                  <c:v>1.0850792624211201</c:v>
                </c:pt>
                <c:pt idx="250">
                  <c:v>0.91920763749243595</c:v>
                </c:pt>
                <c:pt idx="251">
                  <c:v>0.94924907054619401</c:v>
                </c:pt>
                <c:pt idx="252">
                  <c:v>1.01559999126807</c:v>
                </c:pt>
                <c:pt idx="253">
                  <c:v>0.79884079981613998</c:v>
                </c:pt>
                <c:pt idx="254">
                  <c:v>0.82056183143516903</c:v>
                </c:pt>
                <c:pt idx="255">
                  <c:v>0.92710671678337497</c:v>
                </c:pt>
                <c:pt idx="256">
                  <c:v>0.845395724944775</c:v>
                </c:pt>
                <c:pt idx="257">
                  <c:v>0.78182414348615203</c:v>
                </c:pt>
                <c:pt idx="258">
                  <c:v>0.84180073976713798</c:v>
                </c:pt>
                <c:pt idx="259">
                  <c:v>0.89501400618670901</c:v>
                </c:pt>
                <c:pt idx="260">
                  <c:v>0.89634610622820199</c:v>
                </c:pt>
                <c:pt idx="261">
                  <c:v>0.98947861407726201</c:v>
                </c:pt>
                <c:pt idx="262">
                  <c:v>0.85989941075880405</c:v>
                </c:pt>
                <c:pt idx="263">
                  <c:v>1.0108311792936999</c:v>
                </c:pt>
                <c:pt idx="264">
                  <c:v>0.90276249724984903</c:v>
                </c:pt>
                <c:pt idx="265">
                  <c:v>0.74988259132911395</c:v>
                </c:pt>
              </c:numCache>
            </c:numRef>
          </c:val>
          <c:smooth val="0"/>
        </c:ser>
        <c:dLbls>
          <c:showLegendKey val="0"/>
          <c:showVal val="0"/>
          <c:showCatName val="0"/>
          <c:showSerName val="0"/>
          <c:showPercent val="0"/>
          <c:showBubbleSize val="0"/>
        </c:dLbls>
        <c:marker val="1"/>
        <c:smooth val="0"/>
        <c:axId val="5535232"/>
        <c:axId val="5567232"/>
      </c:lineChart>
      <c:dateAx>
        <c:axId val="5535232"/>
        <c:scaling>
          <c:orientation val="minMax"/>
        </c:scaling>
        <c:delete val="0"/>
        <c:axPos val="b"/>
        <c:numFmt formatCode="m/d/yyyy" sourceLinked="1"/>
        <c:majorTickMark val="out"/>
        <c:minorTickMark val="none"/>
        <c:tickLblPos val="nextTo"/>
        <c:crossAx val="5567232"/>
        <c:crosses val="autoZero"/>
        <c:auto val="1"/>
        <c:lblOffset val="100"/>
        <c:baseTimeUnit val="months"/>
        <c:majorUnit val="24"/>
        <c:majorTimeUnit val="months"/>
      </c:dateAx>
      <c:valAx>
        <c:axId val="5567232"/>
        <c:scaling>
          <c:orientation val="minMax"/>
        </c:scaling>
        <c:delete val="0"/>
        <c:axPos val="l"/>
        <c:numFmt formatCode="General" sourceLinked="1"/>
        <c:majorTickMark val="out"/>
        <c:minorTickMark val="none"/>
        <c:tickLblPos val="nextTo"/>
        <c:crossAx val="5535232"/>
        <c:crosses val="autoZero"/>
        <c:crossBetween val="between"/>
      </c:valAx>
    </c:plotArea>
    <c:plotVisOnly val="1"/>
    <c:dispBlanksAs val="gap"/>
    <c:showDLblsOverMax val="0"/>
  </c:chart>
  <c:txPr>
    <a:bodyPr/>
    <a:lstStyle/>
    <a:p>
      <a:pPr>
        <a:defRPr sz="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err="1" smtClean="0"/>
              <a:t>pct_dq</a:t>
            </a:r>
            <a:r>
              <a:rPr lang="en-US" dirty="0" smtClean="0"/>
              <a:t> after</a:t>
            </a:r>
            <a:endParaRPr lang="en-US" dirty="0"/>
          </a:p>
        </c:rich>
      </c:tx>
      <c:layout/>
      <c:overlay val="0"/>
    </c:title>
    <c:autoTitleDeleted val="0"/>
    <c:plotArea>
      <c:layout/>
      <c:lineChart>
        <c:grouping val="standard"/>
        <c:varyColors val="0"/>
        <c:ser>
          <c:idx val="0"/>
          <c:order val="0"/>
          <c:tx>
            <c:strRef>
              <c:f>Sheet1!$B$1</c:f>
              <c:strCache>
                <c:ptCount val="1"/>
                <c:pt idx="0">
                  <c:v>pct_dq before</c:v>
                </c:pt>
              </c:strCache>
            </c:strRef>
          </c:tx>
          <c:marker>
            <c:symbol val="none"/>
          </c:marker>
          <c:cat>
            <c:numRef>
              <c:f>Sheet1!$A$2:$A$267</c:f>
              <c:numCache>
                <c:formatCode>m/d/yyyy</c:formatCode>
                <c:ptCount val="266"/>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numCache>
            </c:numRef>
          </c:cat>
          <c:val>
            <c:numRef>
              <c:f>Sheet1!$B$2:$B$267</c:f>
              <c:numCache>
                <c:formatCode>General</c:formatCode>
                <c:ptCount val="26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0.47892613155292302</c:v>
                </c:pt>
                <c:pt idx="74">
                  <c:v>0.30341947532358998</c:v>
                </c:pt>
                <c:pt idx="75">
                  <c:v>0.202298643434067</c:v>
                </c:pt>
                <c:pt idx="76">
                  <c:v>0.29884290398073299</c:v>
                </c:pt>
                <c:pt idx="77">
                  <c:v>0.18014364414867301</c:v>
                </c:pt>
                <c:pt idx="78">
                  <c:v>0.30898376515249398</c:v>
                </c:pt>
                <c:pt idx="79">
                  <c:v>0.47236964286327598</c:v>
                </c:pt>
                <c:pt idx="80">
                  <c:v>0.41395664351355499</c:v>
                </c:pt>
                <c:pt idx="81">
                  <c:v>0.62507927021311105</c:v>
                </c:pt>
                <c:pt idx="82">
                  <c:v>0.63328883076756104</c:v>
                </c:pt>
                <c:pt idx="83">
                  <c:v>0.566037440018333</c:v>
                </c:pt>
                <c:pt idx="84">
                  <c:v>0.79513013268923804</c:v>
                </c:pt>
                <c:pt idx="85">
                  <c:v>0.44779406604462602</c:v>
                </c:pt>
                <c:pt idx="86">
                  <c:v>0.494819841568921</c:v>
                </c:pt>
                <c:pt idx="87">
                  <c:v>0.62338111208805302</c:v>
                </c:pt>
                <c:pt idx="88">
                  <c:v>0.60534569524473703</c:v>
                </c:pt>
                <c:pt idx="89">
                  <c:v>0.61495294978731896</c:v>
                </c:pt>
                <c:pt idx="90">
                  <c:v>0.55764003499024895</c:v>
                </c:pt>
                <c:pt idx="91">
                  <c:v>0.88657623905594396</c:v>
                </c:pt>
                <c:pt idx="92">
                  <c:v>0.84815936172039996</c:v>
                </c:pt>
                <c:pt idx="93">
                  <c:v>0.918034311742283</c:v>
                </c:pt>
                <c:pt idx="94">
                  <c:v>1.1862215934221201</c:v>
                </c:pt>
                <c:pt idx="95">
                  <c:v>0.81222995402016496</c:v>
                </c:pt>
                <c:pt idx="96">
                  <c:v>1.0070586918851501</c:v>
                </c:pt>
                <c:pt idx="97">
                  <c:v>0.83003150106994505</c:v>
                </c:pt>
                <c:pt idx="98">
                  <c:v>0.66964873034535499</c:v>
                </c:pt>
                <c:pt idx="99">
                  <c:v>0.70663569417683902</c:v>
                </c:pt>
                <c:pt idx="100">
                  <c:v>0.78845261606744999</c:v>
                </c:pt>
                <c:pt idx="101">
                  <c:v>0.76960638375614399</c:v>
                </c:pt>
                <c:pt idx="102">
                  <c:v>0.89926856096033203</c:v>
                </c:pt>
                <c:pt idx="103">
                  <c:v>1.0185338631004901</c:v>
                </c:pt>
                <c:pt idx="104">
                  <c:v>0.94993142030642297</c:v>
                </c:pt>
                <c:pt idx="105">
                  <c:v>1.28434579120032</c:v>
                </c:pt>
                <c:pt idx="106">
                  <c:v>1.1383105324148499</c:v>
                </c:pt>
                <c:pt idx="107">
                  <c:v>0.98429585324586999</c:v>
                </c:pt>
                <c:pt idx="108">
                  <c:v>1.1483667055339399</c:v>
                </c:pt>
                <c:pt idx="109">
                  <c:v>0.94134970687526398</c:v>
                </c:pt>
                <c:pt idx="110">
                  <c:v>0.95993731773535196</c:v>
                </c:pt>
                <c:pt idx="111">
                  <c:v>1.1017354678683899</c:v>
                </c:pt>
                <c:pt idx="112">
                  <c:v>1.2623901353051701</c:v>
                </c:pt>
                <c:pt idx="113">
                  <c:v>1.07328029028701</c:v>
                </c:pt>
                <c:pt idx="114">
                  <c:v>1.1552490437126399</c:v>
                </c:pt>
                <c:pt idx="115">
                  <c:v>1.08373679276098</c:v>
                </c:pt>
                <c:pt idx="116">
                  <c:v>0.95627237205840299</c:v>
                </c:pt>
                <c:pt idx="117">
                  <c:v>1.26854394205164</c:v>
                </c:pt>
                <c:pt idx="118">
                  <c:v>1.08248516512139</c:v>
                </c:pt>
                <c:pt idx="119">
                  <c:v>1.03178203866034</c:v>
                </c:pt>
                <c:pt idx="120">
                  <c:v>1.19699253819052</c:v>
                </c:pt>
                <c:pt idx="121">
                  <c:v>0.84476963970239904</c:v>
                </c:pt>
                <c:pt idx="122">
                  <c:v>0.90938815063523604</c:v>
                </c:pt>
                <c:pt idx="123">
                  <c:v>1.1396757969087801</c:v>
                </c:pt>
                <c:pt idx="124">
                  <c:v>1.06938385531825</c:v>
                </c:pt>
                <c:pt idx="125">
                  <c:v>1.0214591621820099</c:v>
                </c:pt>
                <c:pt idx="126">
                  <c:v>0.96714350397197801</c:v>
                </c:pt>
                <c:pt idx="127">
                  <c:v>1.0785636926282101</c:v>
                </c:pt>
                <c:pt idx="128">
                  <c:v>1.2140129464553</c:v>
                </c:pt>
                <c:pt idx="129">
                  <c:v>1.1251482867479501</c:v>
                </c:pt>
                <c:pt idx="130">
                  <c:v>1.0814939810319699</c:v>
                </c:pt>
                <c:pt idx="131">
                  <c:v>1.1237549555154001</c:v>
                </c:pt>
                <c:pt idx="132">
                  <c:v>1.26934152897255</c:v>
                </c:pt>
                <c:pt idx="133">
                  <c:v>0.85232500784374798</c:v>
                </c:pt>
                <c:pt idx="134">
                  <c:v>0.91302983111990799</c:v>
                </c:pt>
                <c:pt idx="135">
                  <c:v>0.87009782212310804</c:v>
                </c:pt>
                <c:pt idx="136">
                  <c:v>0.86816316649786895</c:v>
                </c:pt>
                <c:pt idx="137">
                  <c:v>1.01603765006515</c:v>
                </c:pt>
                <c:pt idx="138">
                  <c:v>0.91215366101842499</c:v>
                </c:pt>
                <c:pt idx="139">
                  <c:v>1.1485782355999199</c:v>
                </c:pt>
                <c:pt idx="140">
                  <c:v>1.06652485668346</c:v>
                </c:pt>
                <c:pt idx="141">
                  <c:v>1.09476410309272</c:v>
                </c:pt>
                <c:pt idx="142">
                  <c:v>1.12286420729765</c:v>
                </c:pt>
                <c:pt idx="143">
                  <c:v>1.0296132420828099</c:v>
                </c:pt>
                <c:pt idx="144">
                  <c:v>1.1511803998061301</c:v>
                </c:pt>
                <c:pt idx="145">
                  <c:v>0.80119981817721597</c:v>
                </c:pt>
                <c:pt idx="146">
                  <c:v>1.01312195092887</c:v>
                </c:pt>
                <c:pt idx="147">
                  <c:v>0.88465600638380903</c:v>
                </c:pt>
                <c:pt idx="148">
                  <c:v>0.85142405462231296</c:v>
                </c:pt>
                <c:pt idx="149">
                  <c:v>0.89143682454794404</c:v>
                </c:pt>
                <c:pt idx="150">
                  <c:v>0.88128803567425895</c:v>
                </c:pt>
                <c:pt idx="151">
                  <c:v>1.0584462661852101</c:v>
                </c:pt>
                <c:pt idx="152">
                  <c:v>0.97087322363304696</c:v>
                </c:pt>
                <c:pt idx="153">
                  <c:v>1.12217654740061</c:v>
                </c:pt>
                <c:pt idx="154">
                  <c:v>1.1666288955675099</c:v>
                </c:pt>
                <c:pt idx="155">
                  <c:v>1.0073043449990999</c:v>
                </c:pt>
                <c:pt idx="156">
                  <c:v>1.2230668307266299</c:v>
                </c:pt>
                <c:pt idx="157">
                  <c:v>0.88745761033941795</c:v>
                </c:pt>
                <c:pt idx="158">
                  <c:v>0.91153803785929599</c:v>
                </c:pt>
                <c:pt idx="159">
                  <c:v>0.90116242291806703</c:v>
                </c:pt>
                <c:pt idx="160">
                  <c:v>0.96855200083899395</c:v>
                </c:pt>
                <c:pt idx="161">
                  <c:v>0.96427721426142998</c:v>
                </c:pt>
                <c:pt idx="162">
                  <c:v>0.90385652720283505</c:v>
                </c:pt>
                <c:pt idx="163">
                  <c:v>1.2207735399938899</c:v>
                </c:pt>
                <c:pt idx="164">
                  <c:v>1.07102501449576</c:v>
                </c:pt>
                <c:pt idx="165">
                  <c:v>1.1414428891441599</c:v>
                </c:pt>
                <c:pt idx="166">
                  <c:v>1.30269572873338</c:v>
                </c:pt>
                <c:pt idx="167">
                  <c:v>1.20069967868941</c:v>
                </c:pt>
                <c:pt idx="168">
                  <c:v>1.2258773934703899</c:v>
                </c:pt>
                <c:pt idx="169">
                  <c:v>1.1293539597557101</c:v>
                </c:pt>
                <c:pt idx="170">
                  <c:v>1.2022426762790499</c:v>
                </c:pt>
                <c:pt idx="171">
                  <c:v>1.1644360949239001</c:v>
                </c:pt>
                <c:pt idx="172">
                  <c:v>1.2894154361613701</c:v>
                </c:pt>
                <c:pt idx="173">
                  <c:v>1.2677546942256299</c:v>
                </c:pt>
                <c:pt idx="174">
                  <c:v>1.4743949484615499</c:v>
                </c:pt>
                <c:pt idx="175">
                  <c:v>1.52776936121928</c:v>
                </c:pt>
                <c:pt idx="176">
                  <c:v>1.5600045171725201</c:v>
                </c:pt>
                <c:pt idx="177">
                  <c:v>2.0170459150031901</c:v>
                </c:pt>
                <c:pt idx="178">
                  <c:v>1.90819152477877</c:v>
                </c:pt>
                <c:pt idx="179">
                  <c:v>1.98558446537482</c:v>
                </c:pt>
                <c:pt idx="180">
                  <c:v>2.1420872359623702</c:v>
                </c:pt>
                <c:pt idx="181">
                  <c:v>1.9091721972091</c:v>
                </c:pt>
                <c:pt idx="182">
                  <c:v>1.9386879003686499</c:v>
                </c:pt>
                <c:pt idx="183">
                  <c:v>2.1237202804095001</c:v>
                </c:pt>
                <c:pt idx="184">
                  <c:v>2.0925633979470701</c:v>
                </c:pt>
                <c:pt idx="185">
                  <c:v>2.06448094878863</c:v>
                </c:pt>
                <c:pt idx="186">
                  <c:v>2.1272690715870302</c:v>
                </c:pt>
                <c:pt idx="187">
                  <c:v>2.1320846918649599</c:v>
                </c:pt>
                <c:pt idx="188">
                  <c:v>2.0815317399940798</c:v>
                </c:pt>
                <c:pt idx="189">
                  <c:v>2.2898694470072298</c:v>
                </c:pt>
                <c:pt idx="190">
                  <c:v>2.17814421552238</c:v>
                </c:pt>
                <c:pt idx="191">
                  <c:v>2.3195311595985402</c:v>
                </c:pt>
                <c:pt idx="192">
                  <c:v>2.4795627489971199</c:v>
                </c:pt>
                <c:pt idx="193">
                  <c:v>1.85714421303717</c:v>
                </c:pt>
                <c:pt idx="194">
                  <c:v>1.83571462897524</c:v>
                </c:pt>
                <c:pt idx="195">
                  <c:v>1.97277240167704</c:v>
                </c:pt>
                <c:pt idx="196">
                  <c:v>1.85187800607779</c:v>
                </c:pt>
                <c:pt idx="197">
                  <c:v>1.8220349299143801</c:v>
                </c:pt>
                <c:pt idx="198">
                  <c:v>1.86512678659563</c:v>
                </c:pt>
                <c:pt idx="199">
                  <c:v>1.98851073683045</c:v>
                </c:pt>
                <c:pt idx="200">
                  <c:v>2.08247159030857</c:v>
                </c:pt>
                <c:pt idx="201">
                  <c:v>2.0130950598285802</c:v>
                </c:pt>
                <c:pt idx="202">
                  <c:v>1.89445953676687</c:v>
                </c:pt>
                <c:pt idx="203">
                  <c:v>1.9211101702353</c:v>
                </c:pt>
                <c:pt idx="204">
                  <c:v>2.0227287093810502</c:v>
                </c:pt>
                <c:pt idx="205">
                  <c:v>1.6132048128412899</c:v>
                </c:pt>
                <c:pt idx="206">
                  <c:v>1.6600199361639301</c:v>
                </c:pt>
                <c:pt idx="207">
                  <c:v>1.69074126979911</c:v>
                </c:pt>
                <c:pt idx="208">
                  <c:v>1.7138306808544299</c:v>
                </c:pt>
                <c:pt idx="209">
                  <c:v>1.8297965266218901</c:v>
                </c:pt>
                <c:pt idx="210">
                  <c:v>1.73646933627656</c:v>
                </c:pt>
                <c:pt idx="211">
                  <c:v>1.7359468835267799</c:v>
                </c:pt>
                <c:pt idx="212">
                  <c:v>1.73503250340675</c:v>
                </c:pt>
                <c:pt idx="213">
                  <c:v>1.79084615022966</c:v>
                </c:pt>
                <c:pt idx="214">
                  <c:v>1.75922218260753</c:v>
                </c:pt>
                <c:pt idx="215">
                  <c:v>1.73780269605435</c:v>
                </c:pt>
                <c:pt idx="216">
                  <c:v>1.7249919068575199</c:v>
                </c:pt>
                <c:pt idx="217">
                  <c:v>1.48329152961114</c:v>
                </c:pt>
                <c:pt idx="218">
                  <c:v>1.52104440962636</c:v>
                </c:pt>
                <c:pt idx="219">
                  <c:v>1.51485049444813</c:v>
                </c:pt>
                <c:pt idx="220">
                  <c:v>1.5707108350749199</c:v>
                </c:pt>
                <c:pt idx="221">
                  <c:v>1.49978184104681</c:v>
                </c:pt>
                <c:pt idx="222">
                  <c:v>1.45955613287546</c:v>
                </c:pt>
                <c:pt idx="223">
                  <c:v>1.7439860985781901</c:v>
                </c:pt>
                <c:pt idx="224">
                  <c:v>1.52478443073166</c:v>
                </c:pt>
                <c:pt idx="225">
                  <c:v>1.5708062965894001</c:v>
                </c:pt>
                <c:pt idx="226">
                  <c:v>1.56826580410411</c:v>
                </c:pt>
                <c:pt idx="227">
                  <c:v>1.44650224611929</c:v>
                </c:pt>
                <c:pt idx="228">
                  <c:v>1.5974082305356601</c:v>
                </c:pt>
                <c:pt idx="229">
                  <c:v>1.3722010860163101</c:v>
                </c:pt>
                <c:pt idx="230">
                  <c:v>1.2657578731307999</c:v>
                </c:pt>
                <c:pt idx="231">
                  <c:v>1.1704014323476799</c:v>
                </c:pt>
                <c:pt idx="232">
                  <c:v>1.3819260140154499</c:v>
                </c:pt>
                <c:pt idx="233">
                  <c:v>1.2011547907828799</c:v>
                </c:pt>
                <c:pt idx="234">
                  <c:v>1.1607637659161201</c:v>
                </c:pt>
                <c:pt idx="235">
                  <c:v>1.1436275024390801</c:v>
                </c:pt>
                <c:pt idx="236">
                  <c:v>1.0505541538141301</c:v>
                </c:pt>
                <c:pt idx="237">
                  <c:v>1.1536762712933299</c:v>
                </c:pt>
                <c:pt idx="238">
                  <c:v>1.0935824474211999</c:v>
                </c:pt>
                <c:pt idx="239">
                  <c:v>0.99268741680613304</c:v>
                </c:pt>
                <c:pt idx="240">
                  <c:v>1.0701430264348999</c:v>
                </c:pt>
                <c:pt idx="241">
                  <c:v>0.92372148991733005</c:v>
                </c:pt>
                <c:pt idx="242">
                  <c:v>0.91791549554510699</c:v>
                </c:pt>
                <c:pt idx="243">
                  <c:v>0.93923274725055494</c:v>
                </c:pt>
                <c:pt idx="244">
                  <c:v>0.96067330925757</c:v>
                </c:pt>
                <c:pt idx="245">
                  <c:v>0.91274870901357597</c:v>
                </c:pt>
                <c:pt idx="246">
                  <c:v>1.0669427436124199</c:v>
                </c:pt>
                <c:pt idx="247">
                  <c:v>0.94052585146977696</c:v>
                </c:pt>
                <c:pt idx="248">
                  <c:v>0.862472398431674</c:v>
                </c:pt>
                <c:pt idx="249">
                  <c:v>1.0850792624211201</c:v>
                </c:pt>
                <c:pt idx="250">
                  <c:v>0.91920763749243595</c:v>
                </c:pt>
                <c:pt idx="251">
                  <c:v>0.94924907054619401</c:v>
                </c:pt>
                <c:pt idx="252">
                  <c:v>1.01559999126807</c:v>
                </c:pt>
                <c:pt idx="253">
                  <c:v>0.79884079981613998</c:v>
                </c:pt>
                <c:pt idx="254">
                  <c:v>0.82056183143516903</c:v>
                </c:pt>
                <c:pt idx="255">
                  <c:v>0.92710671678337497</c:v>
                </c:pt>
                <c:pt idx="256">
                  <c:v>0.845395724944775</c:v>
                </c:pt>
                <c:pt idx="257">
                  <c:v>0.78182414348615203</c:v>
                </c:pt>
                <c:pt idx="258">
                  <c:v>0.84180073976713798</c:v>
                </c:pt>
                <c:pt idx="259">
                  <c:v>0.89501400618670901</c:v>
                </c:pt>
                <c:pt idx="260">
                  <c:v>0.89634610622820199</c:v>
                </c:pt>
                <c:pt idx="261">
                  <c:v>0.98947861407726201</c:v>
                </c:pt>
                <c:pt idx="262">
                  <c:v>0.85989941075880405</c:v>
                </c:pt>
                <c:pt idx="263">
                  <c:v>1.0108311792936999</c:v>
                </c:pt>
                <c:pt idx="264">
                  <c:v>0.90276249724984903</c:v>
                </c:pt>
                <c:pt idx="265">
                  <c:v>0.74988259132911395</c:v>
                </c:pt>
              </c:numCache>
            </c:numRef>
          </c:val>
          <c:smooth val="0"/>
        </c:ser>
        <c:ser>
          <c:idx val="1"/>
          <c:order val="1"/>
          <c:tx>
            <c:strRef>
              <c:f>Sheet1!$C$1</c:f>
              <c:strCache>
                <c:ptCount val="1"/>
                <c:pt idx="0">
                  <c:v>pct_dq after</c:v>
                </c:pt>
              </c:strCache>
            </c:strRef>
          </c:tx>
          <c:spPr>
            <a:ln>
              <a:solidFill>
                <a:srgbClr val="C00000"/>
              </a:solidFill>
            </a:ln>
          </c:spPr>
          <c:marker>
            <c:symbol val="none"/>
          </c:marker>
          <c:cat>
            <c:numRef>
              <c:f>Sheet1!$A$2:$A$267</c:f>
              <c:numCache>
                <c:formatCode>m/d/yyyy</c:formatCode>
                <c:ptCount val="266"/>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numCache>
            </c:numRef>
          </c:cat>
          <c:val>
            <c:numRef>
              <c:f>Sheet1!$C$2:$C$267</c:f>
              <c:numCache>
                <c:formatCode>General</c:formatCode>
                <c:ptCount val="266"/>
                <c:pt idx="0">
                  <c:v>1.2239310111574599</c:v>
                </c:pt>
                <c:pt idx="1">
                  <c:v>1.2085665854171199</c:v>
                </c:pt>
                <c:pt idx="2">
                  <c:v>1.20944056130515</c:v>
                </c:pt>
                <c:pt idx="3">
                  <c:v>1.2035318123279</c:v>
                </c:pt>
                <c:pt idx="4">
                  <c:v>1.2030176583369301</c:v>
                </c:pt>
                <c:pt idx="5">
                  <c:v>1.2131021301409</c:v>
                </c:pt>
                <c:pt idx="6">
                  <c:v>1.2144602469271</c:v>
                </c:pt>
                <c:pt idx="7">
                  <c:v>1.22124135041126</c:v>
                </c:pt>
                <c:pt idx="8">
                  <c:v>1.23245749103266</c:v>
                </c:pt>
                <c:pt idx="9">
                  <c:v>1.25352748275646</c:v>
                </c:pt>
                <c:pt idx="10">
                  <c:v>1.2562336100490701</c:v>
                </c:pt>
                <c:pt idx="11">
                  <c:v>1.2613354978685001</c:v>
                </c:pt>
                <c:pt idx="12">
                  <c:v>1.2753707228847599</c:v>
                </c:pt>
                <c:pt idx="13">
                  <c:v>1.2854322327574501</c:v>
                </c:pt>
                <c:pt idx="14">
                  <c:v>1.2903967506909499</c:v>
                </c:pt>
                <c:pt idx="15">
                  <c:v>1.2930311446207401</c:v>
                </c:pt>
                <c:pt idx="16">
                  <c:v>1.2943992514529501</c:v>
                </c:pt>
                <c:pt idx="17">
                  <c:v>1.2948875573852301</c:v>
                </c:pt>
                <c:pt idx="18">
                  <c:v>1.28776944054408</c:v>
                </c:pt>
                <c:pt idx="19">
                  <c:v>1.2765297380651801</c:v>
                </c:pt>
                <c:pt idx="20">
                  <c:v>1.2838420966533199</c:v>
                </c:pt>
                <c:pt idx="21">
                  <c:v>1.29376325149801</c:v>
                </c:pt>
                <c:pt idx="22">
                  <c:v>1.29880025182568</c:v>
                </c:pt>
                <c:pt idx="23">
                  <c:v>1.304758338466</c:v>
                </c:pt>
                <c:pt idx="24">
                  <c:v>1.30771124177422</c:v>
                </c:pt>
                <c:pt idx="25">
                  <c:v>1.3096328044018799</c:v>
                </c:pt>
                <c:pt idx="26">
                  <c:v>1.31651631922527</c:v>
                </c:pt>
                <c:pt idx="27">
                  <c:v>1.3227720935459999</c:v>
                </c:pt>
                <c:pt idx="28">
                  <c:v>1.34687926648971</c:v>
                </c:pt>
                <c:pt idx="29">
                  <c:v>1.36005414532713</c:v>
                </c:pt>
                <c:pt idx="30">
                  <c:v>1.3728612879166699</c:v>
                </c:pt>
                <c:pt idx="31">
                  <c:v>1.38393324167484</c:v>
                </c:pt>
                <c:pt idx="32">
                  <c:v>1.39196348945212</c:v>
                </c:pt>
                <c:pt idx="33">
                  <c:v>1.40489017482083</c:v>
                </c:pt>
                <c:pt idx="34">
                  <c:v>1.4193013236782299</c:v>
                </c:pt>
                <c:pt idx="35">
                  <c:v>1.43758338839244</c:v>
                </c:pt>
                <c:pt idx="36">
                  <c:v>1.4489211275516001</c:v>
                </c:pt>
                <c:pt idx="37">
                  <c:v>1.47365796577826</c:v>
                </c:pt>
                <c:pt idx="38">
                  <c:v>1.4980351129393701</c:v>
                </c:pt>
                <c:pt idx="39">
                  <c:v>1.5113466799209201</c:v>
                </c:pt>
                <c:pt idx="40">
                  <c:v>1.5242328147962201</c:v>
                </c:pt>
                <c:pt idx="41">
                  <c:v>1.5318300812281</c:v>
                </c:pt>
                <c:pt idx="42">
                  <c:v>1.5356161186977699</c:v>
                </c:pt>
                <c:pt idx="43">
                  <c:v>1.54110003246905</c:v>
                </c:pt>
                <c:pt idx="44">
                  <c:v>1.5505191996496599</c:v>
                </c:pt>
                <c:pt idx="45">
                  <c:v>1.5530718434911299</c:v>
                </c:pt>
                <c:pt idx="46">
                  <c:v>1.5539505607151001</c:v>
                </c:pt>
                <c:pt idx="47">
                  <c:v>1.56038511342751</c:v>
                </c:pt>
                <c:pt idx="48">
                  <c:v>1.5518476146719999</c:v>
                </c:pt>
                <c:pt idx="49">
                  <c:v>1.5590874373749</c:v>
                </c:pt>
                <c:pt idx="50">
                  <c:v>1.55959397593041</c:v>
                </c:pt>
                <c:pt idx="51">
                  <c:v>1.5539263311746101</c:v>
                </c:pt>
                <c:pt idx="52">
                  <c:v>1.5456409104978099</c:v>
                </c:pt>
                <c:pt idx="53">
                  <c:v>1.5302013842359099</c:v>
                </c:pt>
                <c:pt idx="54">
                  <c:v>1.51176460535727</c:v>
                </c:pt>
                <c:pt idx="55">
                  <c:v>1.4977852638150899</c:v>
                </c:pt>
                <c:pt idx="56">
                  <c:v>1.4807439098935899</c:v>
                </c:pt>
                <c:pt idx="57">
                  <c:v>1.4666336654637699</c:v>
                </c:pt>
                <c:pt idx="58">
                  <c:v>1.4455046894166801</c:v>
                </c:pt>
                <c:pt idx="59">
                  <c:v>1.41373117967421</c:v>
                </c:pt>
                <c:pt idx="60">
                  <c:v>1.38935343362631</c:v>
                </c:pt>
                <c:pt idx="61">
                  <c:v>1.3764654591988399</c:v>
                </c:pt>
                <c:pt idx="62">
                  <c:v>1.3648825439538299</c:v>
                </c:pt>
                <c:pt idx="63">
                  <c:v>1.3604487915232499</c:v>
                </c:pt>
                <c:pt idx="64">
                  <c:v>1.3546522794156399</c:v>
                </c:pt>
                <c:pt idx="65">
                  <c:v>1.35306952866821</c:v>
                </c:pt>
                <c:pt idx="66">
                  <c:v>1.35087422941031</c:v>
                </c:pt>
                <c:pt idx="67">
                  <c:v>1.3509458526020699</c:v>
                </c:pt>
                <c:pt idx="68">
                  <c:v>1.35353680069685</c:v>
                </c:pt>
                <c:pt idx="69">
                  <c:v>1.3638929639428099</c:v>
                </c:pt>
                <c:pt idx="70">
                  <c:v>1.3749596388198999</c:v>
                </c:pt>
                <c:pt idx="71">
                  <c:v>1.3784996063625701</c:v>
                </c:pt>
                <c:pt idx="72">
                  <c:v>1.38738393108839</c:v>
                </c:pt>
                <c:pt idx="73">
                  <c:v>1.4813792451813601</c:v>
                </c:pt>
                <c:pt idx="74">
                  <c:v>1.3377960481021101</c:v>
                </c:pt>
                <c:pt idx="75">
                  <c:v>1.2651791257345699</c:v>
                </c:pt>
                <c:pt idx="76">
                  <c:v>1.3862481862356499</c:v>
                </c:pt>
                <c:pt idx="77">
                  <c:v>1.2902823785525299</c:v>
                </c:pt>
                <c:pt idx="78">
                  <c:v>1.43987580790475</c:v>
                </c:pt>
                <c:pt idx="79">
                  <c:v>1.6132301842418699</c:v>
                </c:pt>
                <c:pt idx="80">
                  <c:v>1.4812859820962601</c:v>
                </c:pt>
                <c:pt idx="81">
                  <c:v>1.3740838040279</c:v>
                </c:pt>
                <c:pt idx="82">
                  <c:v>1.4235241509615599</c:v>
                </c:pt>
                <c:pt idx="83">
                  <c:v>1.3641738483557999</c:v>
                </c:pt>
                <c:pt idx="84">
                  <c:v>1.5959480126711501</c:v>
                </c:pt>
                <c:pt idx="85">
                  <c:v>1.2608470876956801</c:v>
                </c:pt>
                <c:pt idx="86">
                  <c:v>1.3106984089201199</c:v>
                </c:pt>
                <c:pt idx="87">
                  <c:v>1.4432617758795401</c:v>
                </c:pt>
                <c:pt idx="88">
                  <c:v>1.4269068941431899</c:v>
                </c:pt>
                <c:pt idx="89">
                  <c:v>1.42947906286733</c:v>
                </c:pt>
                <c:pt idx="90">
                  <c:v>1.17831713192258</c:v>
                </c:pt>
                <c:pt idx="91">
                  <c:v>1.4249988439391701</c:v>
                </c:pt>
                <c:pt idx="92">
                  <c:v>1.39186423839079</c:v>
                </c:pt>
                <c:pt idx="93">
                  <c:v>1.4697217144949799</c:v>
                </c:pt>
                <c:pt idx="94">
                  <c:v>1.73582715963044</c:v>
                </c:pt>
                <c:pt idx="95">
                  <c:v>1.3615964632019999</c:v>
                </c:pt>
                <c:pt idx="96">
                  <c:v>1.5522051076937999</c:v>
                </c:pt>
                <c:pt idx="97">
                  <c:v>1.37813745427495</c:v>
                </c:pt>
                <c:pt idx="98">
                  <c:v>1.22236925568765</c:v>
                </c:pt>
                <c:pt idx="99">
                  <c:v>1.2632172943817599</c:v>
                </c:pt>
                <c:pt idx="100">
                  <c:v>1.2038946528239201</c:v>
                </c:pt>
                <c:pt idx="101">
                  <c:v>1.1251422070519901</c:v>
                </c:pt>
                <c:pt idx="102">
                  <c:v>1.2590351732898699</c:v>
                </c:pt>
                <c:pt idx="103">
                  <c:v>1.37420748149036</c:v>
                </c:pt>
                <c:pt idx="104">
                  <c:v>1.3037443401261599</c:v>
                </c:pt>
                <c:pt idx="105">
                  <c:v>1.63206147084872</c:v>
                </c:pt>
                <c:pt idx="106">
                  <c:v>1.4769304044901299</c:v>
                </c:pt>
                <c:pt idx="107">
                  <c:v>1.31888934268955</c:v>
                </c:pt>
                <c:pt idx="108">
                  <c:v>1.4738894274276899</c:v>
                </c:pt>
                <c:pt idx="109">
                  <c:v>1.2599728996689901</c:v>
                </c:pt>
                <c:pt idx="110">
                  <c:v>1.2209934647079199</c:v>
                </c:pt>
                <c:pt idx="111">
                  <c:v>1.2895920250111601</c:v>
                </c:pt>
                <c:pt idx="112">
                  <c:v>1.4549688637028999</c:v>
                </c:pt>
                <c:pt idx="113">
                  <c:v>1.25078918698932</c:v>
                </c:pt>
                <c:pt idx="114">
                  <c:v>1.32593932166912</c:v>
                </c:pt>
                <c:pt idx="115">
                  <c:v>1.2497094490637599</c:v>
                </c:pt>
                <c:pt idx="116">
                  <c:v>1.1145367557513099</c:v>
                </c:pt>
                <c:pt idx="117">
                  <c:v>1.42139442092197</c:v>
                </c:pt>
                <c:pt idx="118">
                  <c:v>1.2339745801652899</c:v>
                </c:pt>
                <c:pt idx="119">
                  <c:v>1.1818630194916799</c:v>
                </c:pt>
                <c:pt idx="120">
                  <c:v>1.3458038154701</c:v>
                </c:pt>
                <c:pt idx="121">
                  <c:v>0.94090424515724302</c:v>
                </c:pt>
                <c:pt idx="122">
                  <c:v>1.0054420728275899</c:v>
                </c:pt>
                <c:pt idx="123">
                  <c:v>1.23465686814344</c:v>
                </c:pt>
                <c:pt idx="124">
                  <c:v>1.1648301524011599</c:v>
                </c:pt>
                <c:pt idx="125">
                  <c:v>1.11706750365106</c:v>
                </c:pt>
                <c:pt idx="126">
                  <c:v>1.0629668065448601</c:v>
                </c:pt>
                <c:pt idx="127">
                  <c:v>1.17667001054871</c:v>
                </c:pt>
                <c:pt idx="128">
                  <c:v>1.3149675645518699</c:v>
                </c:pt>
                <c:pt idx="129">
                  <c:v>1.22796646425989</c:v>
                </c:pt>
                <c:pt idx="130">
                  <c:v>1.18350588814642</c:v>
                </c:pt>
                <c:pt idx="131">
                  <c:v>1.18994816882778</c:v>
                </c:pt>
                <c:pt idx="132">
                  <c:v>1.3357285050141201</c:v>
                </c:pt>
                <c:pt idx="133">
                  <c:v>0.91941369162186903</c:v>
                </c:pt>
                <c:pt idx="134">
                  <c:v>0.97438941423340597</c:v>
                </c:pt>
                <c:pt idx="135">
                  <c:v>0.93226386549307105</c:v>
                </c:pt>
                <c:pt idx="136">
                  <c:v>0.93095608981447098</c:v>
                </c:pt>
                <c:pt idx="137">
                  <c:v>1.0876512575100099</c:v>
                </c:pt>
                <c:pt idx="138">
                  <c:v>0.98530701083849903</c:v>
                </c:pt>
                <c:pt idx="139">
                  <c:v>1.22242887657921</c:v>
                </c:pt>
                <c:pt idx="140">
                  <c:v>1.13968227909338</c:v>
                </c:pt>
                <c:pt idx="141">
                  <c:v>1.14105676708277</c:v>
                </c:pt>
                <c:pt idx="142">
                  <c:v>1.16930823872116</c:v>
                </c:pt>
                <c:pt idx="143">
                  <c:v>1.0762171861291301</c:v>
                </c:pt>
                <c:pt idx="144">
                  <c:v>1.19821862439524</c:v>
                </c:pt>
                <c:pt idx="145">
                  <c:v>0.84927448664070504</c:v>
                </c:pt>
                <c:pt idx="146">
                  <c:v>1.06208688831099</c:v>
                </c:pt>
                <c:pt idx="147">
                  <c:v>0.93543850346016599</c:v>
                </c:pt>
                <c:pt idx="148">
                  <c:v>0.90393253992487199</c:v>
                </c:pt>
                <c:pt idx="149">
                  <c:v>0.94549650480167302</c:v>
                </c:pt>
                <c:pt idx="150">
                  <c:v>0.93633703682575797</c:v>
                </c:pt>
                <c:pt idx="151">
                  <c:v>1.0934754609381101</c:v>
                </c:pt>
                <c:pt idx="152">
                  <c:v>1.00583858056258</c:v>
                </c:pt>
                <c:pt idx="153">
                  <c:v>1.1576628251391801</c:v>
                </c:pt>
                <c:pt idx="154">
                  <c:v>1.2031955768259699</c:v>
                </c:pt>
                <c:pt idx="155">
                  <c:v>1.0444925056493399</c:v>
                </c:pt>
                <c:pt idx="156">
                  <c:v>1.2609213634229599</c:v>
                </c:pt>
                <c:pt idx="157">
                  <c:v>0.92701631859377898</c:v>
                </c:pt>
                <c:pt idx="158">
                  <c:v>0.95271152645572599</c:v>
                </c:pt>
                <c:pt idx="159">
                  <c:v>0.94369612830164695</c:v>
                </c:pt>
                <c:pt idx="160">
                  <c:v>1.0106844989938499</c:v>
                </c:pt>
                <c:pt idx="161">
                  <c:v>0.99077387271434902</c:v>
                </c:pt>
                <c:pt idx="162">
                  <c:v>0.93027303240048498</c:v>
                </c:pt>
                <c:pt idx="163">
                  <c:v>1.24741698903381</c:v>
                </c:pt>
                <c:pt idx="164">
                  <c:v>1.0982247165717101</c:v>
                </c:pt>
                <c:pt idx="165">
                  <c:v>1.1693955509613001</c:v>
                </c:pt>
                <c:pt idx="166">
                  <c:v>1.3312828683343501</c:v>
                </c:pt>
                <c:pt idx="167">
                  <c:v>1.2306734634894101</c:v>
                </c:pt>
                <c:pt idx="168">
                  <c:v>1.2575816166604601</c:v>
                </c:pt>
                <c:pt idx="169">
                  <c:v>1.1623299286339599</c:v>
                </c:pt>
                <c:pt idx="170">
                  <c:v>1.2349769485602</c:v>
                </c:pt>
                <c:pt idx="171">
                  <c:v>1.18472272405283</c:v>
                </c:pt>
                <c:pt idx="172">
                  <c:v>1.3095297633545899</c:v>
                </c:pt>
                <c:pt idx="173">
                  <c:v>1.28831512572486</c:v>
                </c:pt>
                <c:pt idx="174">
                  <c:v>1.4957879145666499</c:v>
                </c:pt>
                <c:pt idx="175">
                  <c:v>1.55022719574637</c:v>
                </c:pt>
                <c:pt idx="176">
                  <c:v>1.5833137766763701</c:v>
                </c:pt>
                <c:pt idx="177">
                  <c:v>2.0421670658101001</c:v>
                </c:pt>
                <c:pt idx="178">
                  <c:v>1.9354767627681</c:v>
                </c:pt>
                <c:pt idx="179">
                  <c:v>2.0142395363886698</c:v>
                </c:pt>
                <c:pt idx="180">
                  <c:v>2.1700225238516699</c:v>
                </c:pt>
                <c:pt idx="181">
                  <c:v>1.92723593214732</c:v>
                </c:pt>
                <c:pt idx="182">
                  <c:v>1.95607985297655</c:v>
                </c:pt>
                <c:pt idx="183">
                  <c:v>2.14176252348856</c:v>
                </c:pt>
                <c:pt idx="184">
                  <c:v>2.1106727073496701</c:v>
                </c:pt>
                <c:pt idx="185">
                  <c:v>2.0830303653950302</c:v>
                </c:pt>
                <c:pt idx="186">
                  <c:v>2.14654210392629</c:v>
                </c:pt>
                <c:pt idx="187">
                  <c:v>2.1526712288811898</c:v>
                </c:pt>
                <c:pt idx="188">
                  <c:v>2.1033833629818601</c:v>
                </c:pt>
                <c:pt idx="189">
                  <c:v>2.3130602182316502</c:v>
                </c:pt>
                <c:pt idx="190">
                  <c:v>2.2007758540237798</c:v>
                </c:pt>
                <c:pt idx="191">
                  <c:v>2.3360304852939602</c:v>
                </c:pt>
                <c:pt idx="192">
                  <c:v>2.49434309181113</c:v>
                </c:pt>
                <c:pt idx="193">
                  <c:v>1.8726108600066</c:v>
                </c:pt>
                <c:pt idx="194">
                  <c:v>1.85167964308255</c:v>
                </c:pt>
                <c:pt idx="195">
                  <c:v>1.9892611935687099</c:v>
                </c:pt>
                <c:pt idx="196">
                  <c:v>1.8693430961601001</c:v>
                </c:pt>
                <c:pt idx="197">
                  <c:v>1.8412804921700101</c:v>
                </c:pt>
                <c:pt idx="198">
                  <c:v>1.8860388135155</c:v>
                </c:pt>
                <c:pt idx="199">
                  <c:v>2.01103999465515</c:v>
                </c:pt>
                <c:pt idx="200">
                  <c:v>2.1047705648220298</c:v>
                </c:pt>
                <c:pt idx="201">
                  <c:v>2.0305362620871601</c:v>
                </c:pt>
                <c:pt idx="202">
                  <c:v>1.9097294273463501</c:v>
                </c:pt>
                <c:pt idx="203">
                  <c:v>1.93695536143321</c:v>
                </c:pt>
                <c:pt idx="204">
                  <c:v>2.03912034067843</c:v>
                </c:pt>
                <c:pt idx="205">
                  <c:v>1.6307693430115999</c:v>
                </c:pt>
                <c:pt idx="206">
                  <c:v>1.6783111943034701</c:v>
                </c:pt>
                <c:pt idx="207">
                  <c:v>1.71032453730973</c:v>
                </c:pt>
                <c:pt idx="208">
                  <c:v>1.7347524866981401</c:v>
                </c:pt>
                <c:pt idx="209">
                  <c:v>1.85183753300261</c:v>
                </c:pt>
                <c:pt idx="210">
                  <c:v>1.7581161739923299</c:v>
                </c:pt>
                <c:pt idx="211">
                  <c:v>1.75260798674803</c:v>
                </c:pt>
                <c:pt idx="212">
                  <c:v>1.7494435439382301</c:v>
                </c:pt>
                <c:pt idx="213">
                  <c:v>1.8058595520571801</c:v>
                </c:pt>
                <c:pt idx="214">
                  <c:v>1.77498589529522</c:v>
                </c:pt>
                <c:pt idx="215">
                  <c:v>1.75393359810663</c:v>
                </c:pt>
                <c:pt idx="216">
                  <c:v>1.7418153126213001</c:v>
                </c:pt>
                <c:pt idx="217">
                  <c:v>1.5011395540096</c:v>
                </c:pt>
                <c:pt idx="218">
                  <c:v>1.53973715475924</c:v>
                </c:pt>
                <c:pt idx="219">
                  <c:v>1.5346124616524399</c:v>
                </c:pt>
                <c:pt idx="220">
                  <c:v>1.59022838392724</c:v>
                </c:pt>
                <c:pt idx="221">
                  <c:v>1.51450246991949</c:v>
                </c:pt>
                <c:pt idx="222">
                  <c:v>1.4724906281640699</c:v>
                </c:pt>
                <c:pt idx="223">
                  <c:v>1.75759007665987</c:v>
                </c:pt>
                <c:pt idx="224">
                  <c:v>1.5394942723223799</c:v>
                </c:pt>
                <c:pt idx="225">
                  <c:v>1.5864460320698199</c:v>
                </c:pt>
                <c:pt idx="226">
                  <c:v>1.5826434317313101</c:v>
                </c:pt>
                <c:pt idx="227">
                  <c:v>1.4647899392741901</c:v>
                </c:pt>
                <c:pt idx="228">
                  <c:v>1.6166358550445299</c:v>
                </c:pt>
                <c:pt idx="229">
                  <c:v>1.3922579862164901</c:v>
                </c:pt>
                <c:pt idx="230">
                  <c:v>1.2841250638298101</c:v>
                </c:pt>
                <c:pt idx="231">
                  <c:v>1.1823703647845101</c:v>
                </c:pt>
                <c:pt idx="232">
                  <c:v>1.39192102181225</c:v>
                </c:pt>
                <c:pt idx="233">
                  <c:v>1.21162325148457</c:v>
                </c:pt>
                <c:pt idx="234">
                  <c:v>1.1706211761798699</c:v>
                </c:pt>
                <c:pt idx="235">
                  <c:v>1.15375433297356</c:v>
                </c:pt>
                <c:pt idx="236">
                  <c:v>1.0613294250118299</c:v>
                </c:pt>
                <c:pt idx="237">
                  <c:v>1.1659681399102499</c:v>
                </c:pt>
                <c:pt idx="238">
                  <c:v>1.1060751050422299</c:v>
                </c:pt>
                <c:pt idx="239">
                  <c:v>1.0064676228826599</c:v>
                </c:pt>
                <c:pt idx="240">
                  <c:v>1.08414758014366</c:v>
                </c:pt>
                <c:pt idx="241">
                  <c:v>0.93251223686261597</c:v>
                </c:pt>
                <c:pt idx="242">
                  <c:v>0.92598441998861802</c:v>
                </c:pt>
                <c:pt idx="243">
                  <c:v>0.94672916662031703</c:v>
                </c:pt>
                <c:pt idx="244">
                  <c:v>0.96813825738905701</c:v>
                </c:pt>
                <c:pt idx="245">
                  <c:v>0.92052186906279299</c:v>
                </c:pt>
                <c:pt idx="246">
                  <c:v>1.07519591382869</c:v>
                </c:pt>
                <c:pt idx="247">
                  <c:v>0.94940996588037496</c:v>
                </c:pt>
                <c:pt idx="248">
                  <c:v>0.87195045375981495</c:v>
                </c:pt>
                <c:pt idx="249">
                  <c:v>1.0949295221562401</c:v>
                </c:pt>
                <c:pt idx="250">
                  <c:v>0.92931401365425004</c:v>
                </c:pt>
                <c:pt idx="251">
                  <c:v>0.95484270665650595</c:v>
                </c:pt>
                <c:pt idx="252">
                  <c:v>1.01857534754769</c:v>
                </c:pt>
                <c:pt idx="253">
                  <c:v>0.80003353909590302</c:v>
                </c:pt>
                <c:pt idx="254">
                  <c:v>0.82111779036338095</c:v>
                </c:pt>
                <c:pt idx="255">
                  <c:v>0.92742713691902301</c:v>
                </c:pt>
                <c:pt idx="256">
                  <c:v>0.845562510642481</c:v>
                </c:pt>
                <c:pt idx="257">
                  <c:v>0.78198990142557201</c:v>
                </c:pt>
                <c:pt idx="258">
                  <c:v>0.84195596081683299</c:v>
                </c:pt>
                <c:pt idx="259">
                  <c:v>0.89521005190421099</c:v>
                </c:pt>
                <c:pt idx="260">
                  <c:v>0.90269539819325195</c:v>
                </c:pt>
                <c:pt idx="261">
                  <c:v>1.00241987282613</c:v>
                </c:pt>
                <c:pt idx="262">
                  <c:v>0.87684616904297497</c:v>
                </c:pt>
                <c:pt idx="263">
                  <c:v>1.03431777707058</c:v>
                </c:pt>
                <c:pt idx="264">
                  <c:v>0.93272995555376004</c:v>
                </c:pt>
                <c:pt idx="265">
                  <c:v>0.77730898066494802</c:v>
                </c:pt>
              </c:numCache>
            </c:numRef>
          </c:val>
          <c:smooth val="0"/>
        </c:ser>
        <c:dLbls>
          <c:showLegendKey val="0"/>
          <c:showVal val="0"/>
          <c:showCatName val="0"/>
          <c:showSerName val="0"/>
          <c:showPercent val="0"/>
          <c:showBubbleSize val="0"/>
        </c:dLbls>
        <c:marker val="1"/>
        <c:smooth val="0"/>
        <c:axId val="204333440"/>
        <c:axId val="204335360"/>
      </c:lineChart>
      <c:dateAx>
        <c:axId val="204333440"/>
        <c:scaling>
          <c:orientation val="minMax"/>
        </c:scaling>
        <c:delete val="0"/>
        <c:axPos val="b"/>
        <c:numFmt formatCode="m/d/yyyy" sourceLinked="1"/>
        <c:majorTickMark val="out"/>
        <c:minorTickMark val="none"/>
        <c:tickLblPos val="nextTo"/>
        <c:crossAx val="204335360"/>
        <c:crosses val="autoZero"/>
        <c:auto val="1"/>
        <c:lblOffset val="100"/>
        <c:baseTimeUnit val="months"/>
        <c:majorUnit val="24"/>
        <c:majorTimeUnit val="months"/>
      </c:dateAx>
      <c:valAx>
        <c:axId val="204335360"/>
        <c:scaling>
          <c:orientation val="minMax"/>
        </c:scaling>
        <c:delete val="0"/>
        <c:axPos val="l"/>
        <c:numFmt formatCode="General" sourceLinked="1"/>
        <c:majorTickMark val="out"/>
        <c:minorTickMark val="none"/>
        <c:tickLblPos val="nextTo"/>
        <c:crossAx val="204333440"/>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U9</c:v>
                </c:pt>
              </c:strCache>
            </c:strRef>
          </c:tx>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Sheet1!$B$2:$B$53</c:f>
              <c:numCache>
                <c:formatCode>General</c:formatCode>
                <c:ptCount val="52"/>
                <c:pt idx="0">
                  <c:v>0</c:v>
                </c:pt>
                <c:pt idx="1">
                  <c:v>0.31392039500000002</c:v>
                </c:pt>
                <c:pt idx="2">
                  <c:v>0.40890506300000001</c:v>
                </c:pt>
                <c:pt idx="3">
                  <c:v>0.58536896400000005</c:v>
                </c:pt>
                <c:pt idx="4">
                  <c:v>0.82653423800000003</c:v>
                </c:pt>
                <c:pt idx="5">
                  <c:v>0.70376014799999997</c:v>
                </c:pt>
                <c:pt idx="6">
                  <c:v>0.80155529999999997</c:v>
                </c:pt>
                <c:pt idx="7">
                  <c:v>0.957028133</c:v>
                </c:pt>
                <c:pt idx="8">
                  <c:v>0.90245776300000002</c:v>
                </c:pt>
                <c:pt idx="9">
                  <c:v>1.021944755</c:v>
                </c:pt>
                <c:pt idx="10">
                  <c:v>0.92023602500000001</c:v>
                </c:pt>
                <c:pt idx="11">
                  <c:v>0.92256043799999998</c:v>
                </c:pt>
                <c:pt idx="12">
                  <c:v>0.94919339599999997</c:v>
                </c:pt>
                <c:pt idx="13">
                  <c:v>1.143100295</c:v>
                </c:pt>
                <c:pt idx="14">
                  <c:v>1.0216870149999999</c:v>
                </c:pt>
                <c:pt idx="15">
                  <c:v>1.015378718</c:v>
                </c:pt>
                <c:pt idx="16">
                  <c:v>1.1844656469999999</c:v>
                </c:pt>
                <c:pt idx="17">
                  <c:v>1.2224583410000001</c:v>
                </c:pt>
                <c:pt idx="18">
                  <c:v>1.314948816</c:v>
                </c:pt>
                <c:pt idx="19">
                  <c:v>1.2816804260000001</c:v>
                </c:pt>
                <c:pt idx="20">
                  <c:v>1.2453127150000001</c:v>
                </c:pt>
                <c:pt idx="21">
                  <c:v>1.329982242</c:v>
                </c:pt>
                <c:pt idx="22">
                  <c:v>1.139396369</c:v>
                </c:pt>
                <c:pt idx="23">
                  <c:v>1.1827637879999999</c:v>
                </c:pt>
                <c:pt idx="24">
                  <c:v>1.2322483799999999</c:v>
                </c:pt>
                <c:pt idx="25">
                  <c:v>1.307799095</c:v>
                </c:pt>
                <c:pt idx="26">
                  <c:v>1.3033485300000001</c:v>
                </c:pt>
                <c:pt idx="27">
                  <c:v>1.5123219080000001</c:v>
                </c:pt>
                <c:pt idx="28">
                  <c:v>1.4298675620000001</c:v>
                </c:pt>
                <c:pt idx="29">
                  <c:v>1.376167403</c:v>
                </c:pt>
                <c:pt idx="30">
                  <c:v>1.715381483</c:v>
                </c:pt>
                <c:pt idx="31">
                  <c:v>1.4678190069999999</c:v>
                </c:pt>
                <c:pt idx="32">
                  <c:v>1.8430664329999999</c:v>
                </c:pt>
                <c:pt idx="33">
                  <c:v>1.569149361</c:v>
                </c:pt>
                <c:pt idx="34">
                  <c:v>1.231292627</c:v>
                </c:pt>
                <c:pt idx="35">
                  <c:v>1.2524844930000001</c:v>
                </c:pt>
                <c:pt idx="36">
                  <c:v>1.3978619889999999</c:v>
                </c:pt>
                <c:pt idx="37">
                  <c:v>1.411533632</c:v>
                </c:pt>
                <c:pt idx="38">
                  <c:v>1.3990905730000001</c:v>
                </c:pt>
                <c:pt idx="39">
                  <c:v>1.4027503240000001</c:v>
                </c:pt>
                <c:pt idx="40">
                  <c:v>1.5130564040000001</c:v>
                </c:pt>
                <c:pt idx="41">
                  <c:v>1.4463534419999999</c:v>
                </c:pt>
                <c:pt idx="42">
                  <c:v>1.517569306</c:v>
                </c:pt>
                <c:pt idx="43">
                  <c:v>1.4007713690000001</c:v>
                </c:pt>
                <c:pt idx="44">
                  <c:v>1.5675106990000001</c:v>
                </c:pt>
                <c:pt idx="45">
                  <c:v>1.462416004</c:v>
                </c:pt>
                <c:pt idx="46">
                  <c:v>1.2616138779999999</c:v>
                </c:pt>
                <c:pt idx="47">
                  <c:v>1.329550813</c:v>
                </c:pt>
                <c:pt idx="48">
                  <c:v>1.3442504479999999</c:v>
                </c:pt>
                <c:pt idx="49">
                  <c:v>1.379044484</c:v>
                </c:pt>
                <c:pt idx="50">
                  <c:v>1.4890648360000001</c:v>
                </c:pt>
                <c:pt idx="51">
                  <c:v>1.3634181489999999</c:v>
                </c:pt>
              </c:numCache>
            </c:numRef>
          </c:val>
          <c:smooth val="0"/>
        </c:ser>
        <c:ser>
          <c:idx val="1"/>
          <c:order val="1"/>
          <c:tx>
            <c:strRef>
              <c:f>Sheet1!$C$1</c:f>
              <c:strCache>
                <c:ptCount val="1"/>
                <c:pt idx="0">
                  <c:v>CR  est.</c:v>
                </c:pt>
              </c:strCache>
            </c:strRef>
          </c:tx>
          <c:spPr>
            <a:ln>
              <a:solidFill>
                <a:srgbClr val="C00000"/>
              </a:solidFill>
            </a:ln>
          </c:spPr>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Sheet1!$C$2:$C$53</c:f>
              <c:numCache>
                <c:formatCode>General</c:formatCode>
                <c:ptCount val="52"/>
                <c:pt idx="0">
                  <c:v>0.56651419841866002</c:v>
                </c:pt>
                <c:pt idx="1">
                  <c:v>0.80462923178294699</c:v>
                </c:pt>
                <c:pt idx="2">
                  <c:v>0.66656191796396103</c:v>
                </c:pt>
                <c:pt idx="3">
                  <c:v>0.67829768030231996</c:v>
                </c:pt>
                <c:pt idx="4">
                  <c:v>1.6300853182291599</c:v>
                </c:pt>
                <c:pt idx="5">
                  <c:v>2.1476901382360198</c:v>
                </c:pt>
                <c:pt idx="6">
                  <c:v>3.0345348753288199</c:v>
                </c:pt>
                <c:pt idx="7">
                  <c:v>3.9344482302555699</c:v>
                </c:pt>
                <c:pt idx="8">
                  <c:v>6.0049268589981102</c:v>
                </c:pt>
                <c:pt idx="9">
                  <c:v>7.3264826744997</c:v>
                </c:pt>
                <c:pt idx="10">
                  <c:v>6.5447537517376402</c:v>
                </c:pt>
                <c:pt idx="11">
                  <c:v>9.0907852885786795</c:v>
                </c:pt>
                <c:pt idx="12">
                  <c:v>11.6702456612511</c:v>
                </c:pt>
                <c:pt idx="13">
                  <c:v>12.3081942258308</c:v>
                </c:pt>
                <c:pt idx="14">
                  <c:v>12.651198468880001</c:v>
                </c:pt>
                <c:pt idx="15">
                  <c:v>13.1948675362776</c:v>
                </c:pt>
                <c:pt idx="16">
                  <c:v>13.923001795360101</c:v>
                </c:pt>
                <c:pt idx="17">
                  <c:v>14.969497377461099</c:v>
                </c:pt>
                <c:pt idx="18">
                  <c:v>15.691399115009901</c:v>
                </c:pt>
                <c:pt idx="19">
                  <c:v>16.5339008882051</c:v>
                </c:pt>
                <c:pt idx="20">
                  <c:v>17.081536506452601</c:v>
                </c:pt>
                <c:pt idx="21">
                  <c:v>17.083900058987599</c:v>
                </c:pt>
                <c:pt idx="22">
                  <c:v>17.0194702349084</c:v>
                </c:pt>
                <c:pt idx="23">
                  <c:v>16.7404471459215</c:v>
                </c:pt>
                <c:pt idx="24">
                  <c:v>16.962687029999302</c:v>
                </c:pt>
                <c:pt idx="25">
                  <c:v>16.795162877294501</c:v>
                </c:pt>
                <c:pt idx="26">
                  <c:v>16.587964235337498</c:v>
                </c:pt>
                <c:pt idx="27">
                  <c:v>16.657001489906001</c:v>
                </c:pt>
                <c:pt idx="28">
                  <c:v>16.8655011168151</c:v>
                </c:pt>
                <c:pt idx="29">
                  <c:v>16.947576651874002</c:v>
                </c:pt>
                <c:pt idx="30">
                  <c:v>17.045771686474101</c:v>
                </c:pt>
                <c:pt idx="31">
                  <c:v>16.285698027354002</c:v>
                </c:pt>
                <c:pt idx="32">
                  <c:v>16.14727804951</c:v>
                </c:pt>
                <c:pt idx="33">
                  <c:v>15.8151931588851</c:v>
                </c:pt>
                <c:pt idx="34">
                  <c:v>15.270848585243099</c:v>
                </c:pt>
                <c:pt idx="35">
                  <c:v>14.7931239432003</c:v>
                </c:pt>
                <c:pt idx="36">
                  <c:v>15.139631647561901</c:v>
                </c:pt>
                <c:pt idx="37">
                  <c:v>14.4319111835445</c:v>
                </c:pt>
                <c:pt idx="38">
                  <c:v>12.439120816505399</c:v>
                </c:pt>
                <c:pt idx="39">
                  <c:v>13.279694683076899</c:v>
                </c:pt>
                <c:pt idx="40">
                  <c:v>10.7518337707195</c:v>
                </c:pt>
                <c:pt idx="41">
                  <c:v>11.5533403941863</c:v>
                </c:pt>
                <c:pt idx="42">
                  <c:v>14.563745562479401</c:v>
                </c:pt>
                <c:pt idx="43">
                  <c:v>14.2525283588764</c:v>
                </c:pt>
                <c:pt idx="44">
                  <c:v>13.4089607324384</c:v>
                </c:pt>
                <c:pt idx="45">
                  <c:v>12.7492599016293</c:v>
                </c:pt>
                <c:pt idx="46">
                  <c:v>12.856337513999099</c:v>
                </c:pt>
                <c:pt idx="47">
                  <c:v>12.4557587863293</c:v>
                </c:pt>
                <c:pt idx="48">
                  <c:v>12.241939037183</c:v>
                </c:pt>
                <c:pt idx="49">
                  <c:v>10.927705652971699</c:v>
                </c:pt>
                <c:pt idx="50">
                  <c:v>11.0530459403391</c:v>
                </c:pt>
                <c:pt idx="51">
                  <c:v>11.1595817177064</c:v>
                </c:pt>
              </c:numCache>
            </c:numRef>
          </c:val>
          <c:smooth val="0"/>
        </c:ser>
        <c:dLbls>
          <c:showLegendKey val="0"/>
          <c:showVal val="0"/>
          <c:showCatName val="0"/>
          <c:showSerName val="0"/>
          <c:showPercent val="0"/>
          <c:showBubbleSize val="0"/>
        </c:dLbls>
        <c:marker val="1"/>
        <c:smooth val="0"/>
        <c:axId val="208023936"/>
        <c:axId val="218074112"/>
      </c:lineChart>
      <c:dateAx>
        <c:axId val="208023936"/>
        <c:scaling>
          <c:orientation val="minMax"/>
        </c:scaling>
        <c:delete val="0"/>
        <c:axPos val="b"/>
        <c:numFmt formatCode="m/d/yyyy" sourceLinked="1"/>
        <c:majorTickMark val="out"/>
        <c:minorTickMark val="none"/>
        <c:tickLblPos val="nextTo"/>
        <c:crossAx val="218074112"/>
        <c:crosses val="autoZero"/>
        <c:auto val="1"/>
        <c:lblOffset val="100"/>
        <c:baseTimeUnit val="months"/>
      </c:dateAx>
      <c:valAx>
        <c:axId val="218074112"/>
        <c:scaling>
          <c:orientation val="minMax"/>
        </c:scaling>
        <c:delete val="0"/>
        <c:axPos val="l"/>
        <c:numFmt formatCode="General" sourceLinked="1"/>
        <c:majorTickMark val="out"/>
        <c:minorTickMark val="none"/>
        <c:tickLblPos val="nextTo"/>
        <c:crossAx val="208023936"/>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U9</c:v>
                </c:pt>
              </c:strCache>
            </c:strRef>
          </c:tx>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Sheet1!$B$2:$B$53</c:f>
              <c:numCache>
                <c:formatCode>General</c:formatCode>
                <c:ptCount val="52"/>
                <c:pt idx="0">
                  <c:v>0</c:v>
                </c:pt>
                <c:pt idx="1">
                  <c:v>0.31392039500000002</c:v>
                </c:pt>
                <c:pt idx="2">
                  <c:v>0.40890506300000001</c:v>
                </c:pt>
                <c:pt idx="3">
                  <c:v>0.58536896400000005</c:v>
                </c:pt>
                <c:pt idx="4">
                  <c:v>0.82653423800000003</c:v>
                </c:pt>
                <c:pt idx="5">
                  <c:v>0.70376014799999997</c:v>
                </c:pt>
                <c:pt idx="6">
                  <c:v>0.80155529999999997</c:v>
                </c:pt>
                <c:pt idx="7">
                  <c:v>0.957028133</c:v>
                </c:pt>
                <c:pt idx="8">
                  <c:v>0.90245776300000002</c:v>
                </c:pt>
                <c:pt idx="9">
                  <c:v>1.021944755</c:v>
                </c:pt>
                <c:pt idx="10">
                  <c:v>0.92023602500000001</c:v>
                </c:pt>
                <c:pt idx="11">
                  <c:v>0.92256043799999998</c:v>
                </c:pt>
                <c:pt idx="12">
                  <c:v>0.94919339599999997</c:v>
                </c:pt>
                <c:pt idx="13">
                  <c:v>1.143100295</c:v>
                </c:pt>
                <c:pt idx="14">
                  <c:v>1.0216870149999999</c:v>
                </c:pt>
                <c:pt idx="15">
                  <c:v>1.015378718</c:v>
                </c:pt>
                <c:pt idx="16">
                  <c:v>1.1844656469999999</c:v>
                </c:pt>
                <c:pt idx="17">
                  <c:v>1.2224583410000001</c:v>
                </c:pt>
                <c:pt idx="18">
                  <c:v>1.314948816</c:v>
                </c:pt>
                <c:pt idx="19">
                  <c:v>1.2816804260000001</c:v>
                </c:pt>
                <c:pt idx="20">
                  <c:v>1.2453127150000001</c:v>
                </c:pt>
                <c:pt idx="21">
                  <c:v>1.329982242</c:v>
                </c:pt>
                <c:pt idx="22">
                  <c:v>1.139396369</c:v>
                </c:pt>
                <c:pt idx="23">
                  <c:v>1.1827637879999999</c:v>
                </c:pt>
                <c:pt idx="24">
                  <c:v>1.2322483799999999</c:v>
                </c:pt>
                <c:pt idx="25">
                  <c:v>1.307799095</c:v>
                </c:pt>
                <c:pt idx="26">
                  <c:v>1.3033485300000001</c:v>
                </c:pt>
                <c:pt idx="27">
                  <c:v>1.5123219080000001</c:v>
                </c:pt>
                <c:pt idx="28">
                  <c:v>1.4298675620000001</c:v>
                </c:pt>
                <c:pt idx="29">
                  <c:v>1.376167403</c:v>
                </c:pt>
                <c:pt idx="30">
                  <c:v>1.715381483</c:v>
                </c:pt>
                <c:pt idx="31">
                  <c:v>1.4678190069999999</c:v>
                </c:pt>
                <c:pt idx="32">
                  <c:v>1.8430664329999999</c:v>
                </c:pt>
                <c:pt idx="33">
                  <c:v>1.569149361</c:v>
                </c:pt>
                <c:pt idx="34">
                  <c:v>1.231292627</c:v>
                </c:pt>
                <c:pt idx="35">
                  <c:v>1.2524844930000001</c:v>
                </c:pt>
                <c:pt idx="36">
                  <c:v>1.3978619889999999</c:v>
                </c:pt>
                <c:pt idx="37">
                  <c:v>1.411533632</c:v>
                </c:pt>
                <c:pt idx="38">
                  <c:v>1.3990905730000001</c:v>
                </c:pt>
                <c:pt idx="39">
                  <c:v>1.4027503240000001</c:v>
                </c:pt>
                <c:pt idx="40">
                  <c:v>1.5130564040000001</c:v>
                </c:pt>
                <c:pt idx="41">
                  <c:v>1.4463534419999999</c:v>
                </c:pt>
                <c:pt idx="42">
                  <c:v>1.517569306</c:v>
                </c:pt>
                <c:pt idx="43">
                  <c:v>1.4007713690000001</c:v>
                </c:pt>
                <c:pt idx="44">
                  <c:v>1.5675106990000001</c:v>
                </c:pt>
                <c:pt idx="45">
                  <c:v>1.462416004</c:v>
                </c:pt>
                <c:pt idx="46">
                  <c:v>1.2616138779999999</c:v>
                </c:pt>
                <c:pt idx="47">
                  <c:v>1.329550813</c:v>
                </c:pt>
                <c:pt idx="48">
                  <c:v>1.3442504479999999</c:v>
                </c:pt>
                <c:pt idx="49">
                  <c:v>1.379044484</c:v>
                </c:pt>
                <c:pt idx="50">
                  <c:v>1.4890648360000001</c:v>
                </c:pt>
                <c:pt idx="51">
                  <c:v>1.3634181489999999</c:v>
                </c:pt>
              </c:numCache>
            </c:numRef>
          </c:val>
          <c:smooth val="0"/>
        </c:ser>
        <c:ser>
          <c:idx val="1"/>
          <c:order val="1"/>
          <c:tx>
            <c:strRef>
              <c:f>Sheet1!$C$1</c:f>
              <c:strCache>
                <c:ptCount val="1"/>
                <c:pt idx="0">
                  <c:v>CR est.</c:v>
                </c:pt>
              </c:strCache>
            </c:strRef>
          </c:tx>
          <c:spPr>
            <a:ln>
              <a:solidFill>
                <a:srgbClr val="C00000"/>
              </a:solidFill>
            </a:ln>
          </c:spPr>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Sheet1!$C$2:$C$53</c:f>
              <c:numCache>
                <c:formatCode>General</c:formatCode>
                <c:ptCount val="52"/>
                <c:pt idx="0">
                  <c:v>2.9158500000000002E-4</c:v>
                </c:pt>
                <c:pt idx="1">
                  <c:v>0.19605218099999999</c:v>
                </c:pt>
                <c:pt idx="2">
                  <c:v>0.37737798500000003</c:v>
                </c:pt>
                <c:pt idx="3">
                  <c:v>0.50249758700000002</c:v>
                </c:pt>
                <c:pt idx="4">
                  <c:v>0.71900021800000002</c:v>
                </c:pt>
                <c:pt idx="5">
                  <c:v>0.60121382599999995</c:v>
                </c:pt>
                <c:pt idx="6">
                  <c:v>0.70694230800000002</c:v>
                </c:pt>
                <c:pt idx="7">
                  <c:v>0.83005153300000001</c:v>
                </c:pt>
                <c:pt idx="8">
                  <c:v>0.80985118499999997</c:v>
                </c:pt>
                <c:pt idx="9">
                  <c:v>0.97258500800000003</c:v>
                </c:pt>
                <c:pt idx="10">
                  <c:v>0.89743249999999997</c:v>
                </c:pt>
                <c:pt idx="11">
                  <c:v>0.91017023900000005</c:v>
                </c:pt>
                <c:pt idx="12">
                  <c:v>0.93834835299999997</c:v>
                </c:pt>
                <c:pt idx="13">
                  <c:v>1.1805144270000001</c:v>
                </c:pt>
                <c:pt idx="14">
                  <c:v>1.0325886150000001</c:v>
                </c:pt>
                <c:pt idx="15">
                  <c:v>1.0693453159999999</c:v>
                </c:pt>
                <c:pt idx="16">
                  <c:v>1.3241860640000001</c:v>
                </c:pt>
                <c:pt idx="17">
                  <c:v>1.3035329870000001</c:v>
                </c:pt>
                <c:pt idx="18">
                  <c:v>1.3088565860000001</c:v>
                </c:pt>
                <c:pt idx="19">
                  <c:v>1.2934714380000001</c:v>
                </c:pt>
                <c:pt idx="20">
                  <c:v>1.2468028339999999</c:v>
                </c:pt>
                <c:pt idx="21">
                  <c:v>1.3593124459999999</c:v>
                </c:pt>
                <c:pt idx="22">
                  <c:v>1.18504126</c:v>
                </c:pt>
                <c:pt idx="23">
                  <c:v>1.2964834460000001</c:v>
                </c:pt>
                <c:pt idx="24">
                  <c:v>1.317700858</c:v>
                </c:pt>
                <c:pt idx="25">
                  <c:v>1.3857670390000001</c:v>
                </c:pt>
                <c:pt idx="26">
                  <c:v>1.408698615</c:v>
                </c:pt>
                <c:pt idx="27">
                  <c:v>1.6206730869999999</c:v>
                </c:pt>
                <c:pt idx="28">
                  <c:v>1.6075124970000001</c:v>
                </c:pt>
                <c:pt idx="29">
                  <c:v>1.4747131739999999</c:v>
                </c:pt>
                <c:pt idx="30">
                  <c:v>1.873536834</c:v>
                </c:pt>
                <c:pt idx="31">
                  <c:v>1.6759662369999999</c:v>
                </c:pt>
                <c:pt idx="32">
                  <c:v>2.1599306519999999</c:v>
                </c:pt>
                <c:pt idx="33">
                  <c:v>1.7156951810000001</c:v>
                </c:pt>
                <c:pt idx="34">
                  <c:v>1.3565079369999999</c:v>
                </c:pt>
                <c:pt idx="35">
                  <c:v>1.3654453719999999</c:v>
                </c:pt>
                <c:pt idx="36">
                  <c:v>1.596493918</c:v>
                </c:pt>
                <c:pt idx="37">
                  <c:v>1.6009080929999999</c:v>
                </c:pt>
                <c:pt idx="38">
                  <c:v>1.5671152779999999</c:v>
                </c:pt>
                <c:pt idx="39">
                  <c:v>1.5476096109999999</c:v>
                </c:pt>
                <c:pt idx="40">
                  <c:v>1.6715602030000001</c:v>
                </c:pt>
                <c:pt idx="41">
                  <c:v>1.6435235180000001</c:v>
                </c:pt>
                <c:pt idx="42">
                  <c:v>1.6800726070000001</c:v>
                </c:pt>
                <c:pt idx="43">
                  <c:v>1.5734368759999999</c:v>
                </c:pt>
                <c:pt idx="44">
                  <c:v>1.702487919</c:v>
                </c:pt>
                <c:pt idx="45">
                  <c:v>1.5388534039999999</c:v>
                </c:pt>
                <c:pt idx="46">
                  <c:v>1.4022251290000001</c:v>
                </c:pt>
                <c:pt idx="47">
                  <c:v>1.4534936009999999</c:v>
                </c:pt>
                <c:pt idx="48">
                  <c:v>1.4795479069999999</c:v>
                </c:pt>
                <c:pt idx="49">
                  <c:v>1.486497628</c:v>
                </c:pt>
                <c:pt idx="50">
                  <c:v>1.574108098</c:v>
                </c:pt>
                <c:pt idx="51">
                  <c:v>1.5085676130000001</c:v>
                </c:pt>
              </c:numCache>
            </c:numRef>
          </c:val>
          <c:smooth val="0"/>
        </c:ser>
        <c:dLbls>
          <c:showLegendKey val="0"/>
          <c:showVal val="0"/>
          <c:showCatName val="0"/>
          <c:showSerName val="0"/>
          <c:showPercent val="0"/>
          <c:showBubbleSize val="0"/>
        </c:dLbls>
        <c:marker val="1"/>
        <c:smooth val="0"/>
        <c:axId val="219464832"/>
        <c:axId val="219466752"/>
      </c:lineChart>
      <c:dateAx>
        <c:axId val="219464832"/>
        <c:scaling>
          <c:orientation val="minMax"/>
        </c:scaling>
        <c:delete val="0"/>
        <c:axPos val="b"/>
        <c:numFmt formatCode="m/d/yyyy" sourceLinked="1"/>
        <c:majorTickMark val="out"/>
        <c:minorTickMark val="none"/>
        <c:tickLblPos val="nextTo"/>
        <c:crossAx val="219466752"/>
        <c:crosses val="autoZero"/>
        <c:auto val="1"/>
        <c:lblOffset val="100"/>
        <c:baseTimeUnit val="months"/>
      </c:dateAx>
      <c:valAx>
        <c:axId val="219466752"/>
        <c:scaling>
          <c:orientation val="minMax"/>
          <c:max val="18"/>
        </c:scaling>
        <c:delete val="0"/>
        <c:axPos val="l"/>
        <c:numFmt formatCode="General" sourceLinked="1"/>
        <c:majorTickMark val="out"/>
        <c:minorTickMark val="none"/>
        <c:tickLblPos val="nextTo"/>
        <c:crossAx val="219464832"/>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U6</c:v>
                </c:pt>
              </c:strCache>
            </c:strRef>
          </c:tx>
          <c:marker>
            <c:symbol val="none"/>
          </c:marker>
          <c:cat>
            <c:numRef>
              <c:f>Sheet1!$A$2:$A$84</c:f>
              <c:numCache>
                <c:formatCode>m/d/yyyy</c:formatCode>
                <c:ptCount val="83"/>
                <c:pt idx="0">
                  <c:v>40148</c:v>
                </c:pt>
                <c:pt idx="1">
                  <c:v>40179</c:v>
                </c:pt>
                <c:pt idx="2">
                  <c:v>40210</c:v>
                </c:pt>
                <c:pt idx="3">
                  <c:v>40238</c:v>
                </c:pt>
                <c:pt idx="4">
                  <c:v>40269</c:v>
                </c:pt>
                <c:pt idx="5">
                  <c:v>40299</c:v>
                </c:pt>
                <c:pt idx="6">
                  <c:v>40330</c:v>
                </c:pt>
                <c:pt idx="7">
                  <c:v>40360</c:v>
                </c:pt>
                <c:pt idx="8">
                  <c:v>40391</c:v>
                </c:pt>
                <c:pt idx="9">
                  <c:v>40422</c:v>
                </c:pt>
                <c:pt idx="10">
                  <c:v>40452</c:v>
                </c:pt>
                <c:pt idx="11">
                  <c:v>40483</c:v>
                </c:pt>
                <c:pt idx="12">
                  <c:v>40513</c:v>
                </c:pt>
                <c:pt idx="13">
                  <c:v>40544</c:v>
                </c:pt>
                <c:pt idx="14">
                  <c:v>40575</c:v>
                </c:pt>
                <c:pt idx="15">
                  <c:v>40603</c:v>
                </c:pt>
                <c:pt idx="16">
                  <c:v>40634</c:v>
                </c:pt>
                <c:pt idx="17">
                  <c:v>40664</c:v>
                </c:pt>
                <c:pt idx="18">
                  <c:v>40695</c:v>
                </c:pt>
                <c:pt idx="19">
                  <c:v>40725</c:v>
                </c:pt>
                <c:pt idx="20">
                  <c:v>40756</c:v>
                </c:pt>
                <c:pt idx="21">
                  <c:v>40787</c:v>
                </c:pt>
                <c:pt idx="22">
                  <c:v>40817</c:v>
                </c:pt>
                <c:pt idx="23">
                  <c:v>40848</c:v>
                </c:pt>
                <c:pt idx="24">
                  <c:v>40878</c:v>
                </c:pt>
                <c:pt idx="25">
                  <c:v>40909</c:v>
                </c:pt>
                <c:pt idx="26">
                  <c:v>40940</c:v>
                </c:pt>
                <c:pt idx="27">
                  <c:v>40969</c:v>
                </c:pt>
                <c:pt idx="28">
                  <c:v>41000</c:v>
                </c:pt>
                <c:pt idx="29">
                  <c:v>41030</c:v>
                </c:pt>
                <c:pt idx="30">
                  <c:v>41061</c:v>
                </c:pt>
                <c:pt idx="31">
                  <c:v>41091</c:v>
                </c:pt>
                <c:pt idx="32">
                  <c:v>41122</c:v>
                </c:pt>
                <c:pt idx="33">
                  <c:v>41153</c:v>
                </c:pt>
                <c:pt idx="34">
                  <c:v>41183</c:v>
                </c:pt>
                <c:pt idx="35">
                  <c:v>41214</c:v>
                </c:pt>
                <c:pt idx="36">
                  <c:v>41244</c:v>
                </c:pt>
                <c:pt idx="37">
                  <c:v>41275</c:v>
                </c:pt>
                <c:pt idx="38">
                  <c:v>41306</c:v>
                </c:pt>
                <c:pt idx="39">
                  <c:v>41334</c:v>
                </c:pt>
                <c:pt idx="40">
                  <c:v>41365</c:v>
                </c:pt>
                <c:pt idx="41">
                  <c:v>41395</c:v>
                </c:pt>
                <c:pt idx="42">
                  <c:v>41426</c:v>
                </c:pt>
                <c:pt idx="43">
                  <c:v>41456</c:v>
                </c:pt>
                <c:pt idx="44">
                  <c:v>41487</c:v>
                </c:pt>
                <c:pt idx="45">
                  <c:v>41518</c:v>
                </c:pt>
                <c:pt idx="46">
                  <c:v>41548</c:v>
                </c:pt>
                <c:pt idx="47">
                  <c:v>41579</c:v>
                </c:pt>
                <c:pt idx="48">
                  <c:v>41609</c:v>
                </c:pt>
                <c:pt idx="49">
                  <c:v>41640</c:v>
                </c:pt>
                <c:pt idx="50">
                  <c:v>41671</c:v>
                </c:pt>
                <c:pt idx="51">
                  <c:v>41699</c:v>
                </c:pt>
                <c:pt idx="52">
                  <c:v>41730</c:v>
                </c:pt>
                <c:pt idx="53">
                  <c:v>41760</c:v>
                </c:pt>
                <c:pt idx="54">
                  <c:v>41791</c:v>
                </c:pt>
                <c:pt idx="55">
                  <c:v>41821</c:v>
                </c:pt>
                <c:pt idx="56">
                  <c:v>41852</c:v>
                </c:pt>
                <c:pt idx="57">
                  <c:v>41883</c:v>
                </c:pt>
                <c:pt idx="58">
                  <c:v>41913</c:v>
                </c:pt>
                <c:pt idx="59">
                  <c:v>41944</c:v>
                </c:pt>
                <c:pt idx="60">
                  <c:v>41974</c:v>
                </c:pt>
                <c:pt idx="61">
                  <c:v>42005</c:v>
                </c:pt>
                <c:pt idx="62">
                  <c:v>42036</c:v>
                </c:pt>
                <c:pt idx="63">
                  <c:v>42064</c:v>
                </c:pt>
                <c:pt idx="64">
                  <c:v>42095</c:v>
                </c:pt>
                <c:pt idx="65">
                  <c:v>42125</c:v>
                </c:pt>
                <c:pt idx="66">
                  <c:v>42156</c:v>
                </c:pt>
                <c:pt idx="67">
                  <c:v>42186</c:v>
                </c:pt>
                <c:pt idx="68">
                  <c:v>42217</c:v>
                </c:pt>
                <c:pt idx="69">
                  <c:v>42248</c:v>
                </c:pt>
                <c:pt idx="70">
                  <c:v>42278</c:v>
                </c:pt>
                <c:pt idx="71">
                  <c:v>42309</c:v>
                </c:pt>
                <c:pt idx="72">
                  <c:v>42339</c:v>
                </c:pt>
                <c:pt idx="73">
                  <c:v>42370</c:v>
                </c:pt>
                <c:pt idx="74">
                  <c:v>42401</c:v>
                </c:pt>
                <c:pt idx="75">
                  <c:v>42430</c:v>
                </c:pt>
                <c:pt idx="76">
                  <c:v>42461</c:v>
                </c:pt>
                <c:pt idx="77">
                  <c:v>42491</c:v>
                </c:pt>
                <c:pt idx="78">
                  <c:v>42522</c:v>
                </c:pt>
                <c:pt idx="79">
                  <c:v>42552</c:v>
                </c:pt>
                <c:pt idx="80">
                  <c:v>42583</c:v>
                </c:pt>
                <c:pt idx="81">
                  <c:v>42614</c:v>
                </c:pt>
                <c:pt idx="82">
                  <c:v>42644</c:v>
                </c:pt>
              </c:numCache>
            </c:numRef>
          </c:cat>
          <c:val>
            <c:numRef>
              <c:f>Sheet1!$B$2:$B$84</c:f>
              <c:numCache>
                <c:formatCode>General</c:formatCode>
                <c:ptCount val="83"/>
                <c:pt idx="1">
                  <c:v>1.072395982</c:v>
                </c:pt>
                <c:pt idx="2">
                  <c:v>1.559469899</c:v>
                </c:pt>
                <c:pt idx="3">
                  <c:v>2.0646679259999998</c:v>
                </c:pt>
                <c:pt idx="4">
                  <c:v>3.2863843789999998</c:v>
                </c:pt>
                <c:pt idx="5">
                  <c:v>3.538093758</c:v>
                </c:pt>
                <c:pt idx="6">
                  <c:v>3.727932139</c:v>
                </c:pt>
                <c:pt idx="7">
                  <c:v>3.9957114009999999</c:v>
                </c:pt>
                <c:pt idx="8">
                  <c:v>4.1616349259999996</c:v>
                </c:pt>
                <c:pt idx="9">
                  <c:v>4.4169271200000004</c:v>
                </c:pt>
                <c:pt idx="10">
                  <c:v>3.8809267699999999</c:v>
                </c:pt>
                <c:pt idx="11">
                  <c:v>3.9904454810000001</c:v>
                </c:pt>
                <c:pt idx="12">
                  <c:v>4.2915665609999998</c:v>
                </c:pt>
                <c:pt idx="13">
                  <c:v>1.297711466</c:v>
                </c:pt>
                <c:pt idx="14">
                  <c:v>1.1253532209999999</c:v>
                </c:pt>
                <c:pt idx="15">
                  <c:v>1.2332999010000001</c:v>
                </c:pt>
                <c:pt idx="16">
                  <c:v>1.2958709500000001</c:v>
                </c:pt>
                <c:pt idx="17">
                  <c:v>1.291153829</c:v>
                </c:pt>
                <c:pt idx="18">
                  <c:v>1.360654088</c:v>
                </c:pt>
                <c:pt idx="19">
                  <c:v>1.2995191719999999</c:v>
                </c:pt>
                <c:pt idx="20">
                  <c:v>1.2715729060000001</c:v>
                </c:pt>
                <c:pt idx="21">
                  <c:v>1.5519742599999999</c:v>
                </c:pt>
                <c:pt idx="22">
                  <c:v>1.5323896779999999</c:v>
                </c:pt>
                <c:pt idx="23">
                  <c:v>1.7277715010000001</c:v>
                </c:pt>
                <c:pt idx="24">
                  <c:v>1.748777984</c:v>
                </c:pt>
                <c:pt idx="25">
                  <c:v>1.8987179059999999</c:v>
                </c:pt>
                <c:pt idx="26">
                  <c:v>1.749282805</c:v>
                </c:pt>
                <c:pt idx="27">
                  <c:v>1.6662053619999999</c:v>
                </c:pt>
                <c:pt idx="28">
                  <c:v>1.5336643860000001</c:v>
                </c:pt>
                <c:pt idx="29">
                  <c:v>1.4429447989999999</c:v>
                </c:pt>
                <c:pt idx="30">
                  <c:v>1.3982868310000001</c:v>
                </c:pt>
                <c:pt idx="31">
                  <c:v>1.292776146</c:v>
                </c:pt>
                <c:pt idx="32">
                  <c:v>1.4269182920000001</c:v>
                </c:pt>
                <c:pt idx="33">
                  <c:v>1.4279674120000001</c:v>
                </c:pt>
                <c:pt idx="34">
                  <c:v>1.3672837609999999</c:v>
                </c:pt>
                <c:pt idx="35">
                  <c:v>1.5790457389999999</c:v>
                </c:pt>
                <c:pt idx="36">
                  <c:v>1.2899579720000001</c:v>
                </c:pt>
                <c:pt idx="37">
                  <c:v>1.4007988709999999</c:v>
                </c:pt>
                <c:pt idx="38">
                  <c:v>1.4001987140000001</c:v>
                </c:pt>
                <c:pt idx="39">
                  <c:v>1.317706161</c:v>
                </c:pt>
                <c:pt idx="40">
                  <c:v>1.361277418</c:v>
                </c:pt>
                <c:pt idx="41">
                  <c:v>1.20355788</c:v>
                </c:pt>
                <c:pt idx="42">
                  <c:v>1.1123414949999999</c:v>
                </c:pt>
                <c:pt idx="43">
                  <c:v>1.1063458239999999</c:v>
                </c:pt>
                <c:pt idx="44">
                  <c:v>1.3800979799999999</c:v>
                </c:pt>
                <c:pt idx="45">
                  <c:v>1.19290786</c:v>
                </c:pt>
                <c:pt idx="46">
                  <c:v>1.266196705</c:v>
                </c:pt>
                <c:pt idx="47">
                  <c:v>1.3364644160000001</c:v>
                </c:pt>
                <c:pt idx="48">
                  <c:v>1.3195831339999999</c:v>
                </c:pt>
                <c:pt idx="49">
                  <c:v>1.436541804</c:v>
                </c:pt>
                <c:pt idx="50">
                  <c:v>1.4094352269999999</c:v>
                </c:pt>
                <c:pt idx="51">
                  <c:v>1.2910794299999999</c:v>
                </c:pt>
                <c:pt idx="52">
                  <c:v>1.374940912</c:v>
                </c:pt>
                <c:pt idx="53">
                  <c:v>1.1629515960000001</c:v>
                </c:pt>
                <c:pt idx="54">
                  <c:v>1.205671079</c:v>
                </c:pt>
                <c:pt idx="55">
                  <c:v>1.2512759280000001</c:v>
                </c:pt>
                <c:pt idx="56">
                  <c:v>1.3748903050000001</c:v>
                </c:pt>
                <c:pt idx="57">
                  <c:v>1.3725434780000001</c:v>
                </c:pt>
                <c:pt idx="58">
                  <c:v>1.515670874</c:v>
                </c:pt>
                <c:pt idx="59">
                  <c:v>1.4726434340000001</c:v>
                </c:pt>
                <c:pt idx="60">
                  <c:v>1.3873770270000001</c:v>
                </c:pt>
                <c:pt idx="61">
                  <c:v>1.7261370680000001</c:v>
                </c:pt>
                <c:pt idx="62">
                  <c:v>1.492534791</c:v>
                </c:pt>
                <c:pt idx="63">
                  <c:v>1.736817032</c:v>
                </c:pt>
                <c:pt idx="64">
                  <c:v>1.5938870759999999</c:v>
                </c:pt>
                <c:pt idx="65">
                  <c:v>1.2770978989999999</c:v>
                </c:pt>
                <c:pt idx="66">
                  <c:v>1.2787072779999999</c:v>
                </c:pt>
                <c:pt idx="67">
                  <c:v>1.442228598</c:v>
                </c:pt>
                <c:pt idx="68">
                  <c:v>1.4364963079999999</c:v>
                </c:pt>
                <c:pt idx="69">
                  <c:v>1.379844337</c:v>
                </c:pt>
                <c:pt idx="70">
                  <c:v>1.4857239090000001</c:v>
                </c:pt>
                <c:pt idx="71">
                  <c:v>1.557588728</c:v>
                </c:pt>
                <c:pt idx="72">
                  <c:v>1.5100496940000001</c:v>
                </c:pt>
                <c:pt idx="73">
                  <c:v>1.59387726</c:v>
                </c:pt>
                <c:pt idx="74">
                  <c:v>1.5195484130000001</c:v>
                </c:pt>
                <c:pt idx="75">
                  <c:v>1.7337087149999999</c:v>
                </c:pt>
                <c:pt idx="76">
                  <c:v>1.5291872630000001</c:v>
                </c:pt>
                <c:pt idx="77">
                  <c:v>1.266338411</c:v>
                </c:pt>
                <c:pt idx="78">
                  <c:v>1.417222545</c:v>
                </c:pt>
                <c:pt idx="79">
                  <c:v>1.4159271529999999</c:v>
                </c:pt>
                <c:pt idx="80">
                  <c:v>1.4406213889999999</c:v>
                </c:pt>
                <c:pt idx="81">
                  <c:v>1.643894561</c:v>
                </c:pt>
                <c:pt idx="82">
                  <c:v>1.494000642</c:v>
                </c:pt>
              </c:numCache>
            </c:numRef>
          </c:val>
          <c:smooth val="0"/>
        </c:ser>
        <c:ser>
          <c:idx val="1"/>
          <c:order val="1"/>
          <c:tx>
            <c:strRef>
              <c:f>Sheet1!$C$1</c:f>
              <c:strCache>
                <c:ptCount val="1"/>
                <c:pt idx="0">
                  <c:v>CQ old est.</c:v>
                </c:pt>
              </c:strCache>
            </c:strRef>
          </c:tx>
          <c:spPr>
            <a:ln>
              <a:solidFill>
                <a:srgbClr val="C00000"/>
              </a:solidFill>
            </a:ln>
          </c:spPr>
          <c:marker>
            <c:symbol val="none"/>
          </c:marker>
          <c:cat>
            <c:numRef>
              <c:f>Sheet1!$A$2:$A$84</c:f>
              <c:numCache>
                <c:formatCode>m/d/yyyy</c:formatCode>
                <c:ptCount val="83"/>
                <c:pt idx="0">
                  <c:v>40148</c:v>
                </c:pt>
                <c:pt idx="1">
                  <c:v>40179</c:v>
                </c:pt>
                <c:pt idx="2">
                  <c:v>40210</c:v>
                </c:pt>
                <c:pt idx="3">
                  <c:v>40238</c:v>
                </c:pt>
                <c:pt idx="4">
                  <c:v>40269</c:v>
                </c:pt>
                <c:pt idx="5">
                  <c:v>40299</c:v>
                </c:pt>
                <c:pt idx="6">
                  <c:v>40330</c:v>
                </c:pt>
                <c:pt idx="7">
                  <c:v>40360</c:v>
                </c:pt>
                <c:pt idx="8">
                  <c:v>40391</c:v>
                </c:pt>
                <c:pt idx="9">
                  <c:v>40422</c:v>
                </c:pt>
                <c:pt idx="10">
                  <c:v>40452</c:v>
                </c:pt>
                <c:pt idx="11">
                  <c:v>40483</c:v>
                </c:pt>
                <c:pt idx="12">
                  <c:v>40513</c:v>
                </c:pt>
                <c:pt idx="13">
                  <c:v>40544</c:v>
                </c:pt>
                <c:pt idx="14">
                  <c:v>40575</c:v>
                </c:pt>
                <c:pt idx="15">
                  <c:v>40603</c:v>
                </c:pt>
                <c:pt idx="16">
                  <c:v>40634</c:v>
                </c:pt>
                <c:pt idx="17">
                  <c:v>40664</c:v>
                </c:pt>
                <c:pt idx="18">
                  <c:v>40695</c:v>
                </c:pt>
                <c:pt idx="19">
                  <c:v>40725</c:v>
                </c:pt>
                <c:pt idx="20">
                  <c:v>40756</c:v>
                </c:pt>
                <c:pt idx="21">
                  <c:v>40787</c:v>
                </c:pt>
                <c:pt idx="22">
                  <c:v>40817</c:v>
                </c:pt>
                <c:pt idx="23">
                  <c:v>40848</c:v>
                </c:pt>
                <c:pt idx="24">
                  <c:v>40878</c:v>
                </c:pt>
                <c:pt idx="25">
                  <c:v>40909</c:v>
                </c:pt>
                <c:pt idx="26">
                  <c:v>40940</c:v>
                </c:pt>
                <c:pt idx="27">
                  <c:v>40969</c:v>
                </c:pt>
                <c:pt idx="28">
                  <c:v>41000</c:v>
                </c:pt>
                <c:pt idx="29">
                  <c:v>41030</c:v>
                </c:pt>
                <c:pt idx="30">
                  <c:v>41061</c:v>
                </c:pt>
                <c:pt idx="31">
                  <c:v>41091</c:v>
                </c:pt>
                <c:pt idx="32">
                  <c:v>41122</c:v>
                </c:pt>
                <c:pt idx="33">
                  <c:v>41153</c:v>
                </c:pt>
                <c:pt idx="34">
                  <c:v>41183</c:v>
                </c:pt>
                <c:pt idx="35">
                  <c:v>41214</c:v>
                </c:pt>
                <c:pt idx="36">
                  <c:v>41244</c:v>
                </c:pt>
                <c:pt idx="37">
                  <c:v>41275</c:v>
                </c:pt>
                <c:pt idx="38">
                  <c:v>41306</c:v>
                </c:pt>
                <c:pt idx="39">
                  <c:v>41334</c:v>
                </c:pt>
                <c:pt idx="40">
                  <c:v>41365</c:v>
                </c:pt>
                <c:pt idx="41">
                  <c:v>41395</c:v>
                </c:pt>
                <c:pt idx="42">
                  <c:v>41426</c:v>
                </c:pt>
                <c:pt idx="43">
                  <c:v>41456</c:v>
                </c:pt>
                <c:pt idx="44">
                  <c:v>41487</c:v>
                </c:pt>
                <c:pt idx="45">
                  <c:v>41518</c:v>
                </c:pt>
                <c:pt idx="46">
                  <c:v>41548</c:v>
                </c:pt>
                <c:pt idx="47">
                  <c:v>41579</c:v>
                </c:pt>
                <c:pt idx="48">
                  <c:v>41609</c:v>
                </c:pt>
                <c:pt idx="49">
                  <c:v>41640</c:v>
                </c:pt>
                <c:pt idx="50">
                  <c:v>41671</c:v>
                </c:pt>
                <c:pt idx="51">
                  <c:v>41699</c:v>
                </c:pt>
                <c:pt idx="52">
                  <c:v>41730</c:v>
                </c:pt>
                <c:pt idx="53">
                  <c:v>41760</c:v>
                </c:pt>
                <c:pt idx="54">
                  <c:v>41791</c:v>
                </c:pt>
                <c:pt idx="55">
                  <c:v>41821</c:v>
                </c:pt>
                <c:pt idx="56">
                  <c:v>41852</c:v>
                </c:pt>
                <c:pt idx="57">
                  <c:v>41883</c:v>
                </c:pt>
                <c:pt idx="58">
                  <c:v>41913</c:v>
                </c:pt>
                <c:pt idx="59">
                  <c:v>41944</c:v>
                </c:pt>
                <c:pt idx="60">
                  <c:v>41974</c:v>
                </c:pt>
                <c:pt idx="61">
                  <c:v>42005</c:v>
                </c:pt>
                <c:pt idx="62">
                  <c:v>42036</c:v>
                </c:pt>
                <c:pt idx="63">
                  <c:v>42064</c:v>
                </c:pt>
                <c:pt idx="64">
                  <c:v>42095</c:v>
                </c:pt>
                <c:pt idx="65">
                  <c:v>42125</c:v>
                </c:pt>
                <c:pt idx="66">
                  <c:v>42156</c:v>
                </c:pt>
                <c:pt idx="67">
                  <c:v>42186</c:v>
                </c:pt>
                <c:pt idx="68">
                  <c:v>42217</c:v>
                </c:pt>
                <c:pt idx="69">
                  <c:v>42248</c:v>
                </c:pt>
                <c:pt idx="70">
                  <c:v>42278</c:v>
                </c:pt>
                <c:pt idx="71">
                  <c:v>42309</c:v>
                </c:pt>
                <c:pt idx="72">
                  <c:v>42339</c:v>
                </c:pt>
                <c:pt idx="73">
                  <c:v>42370</c:v>
                </c:pt>
                <c:pt idx="74">
                  <c:v>42401</c:v>
                </c:pt>
                <c:pt idx="75">
                  <c:v>42430</c:v>
                </c:pt>
                <c:pt idx="76">
                  <c:v>42461</c:v>
                </c:pt>
                <c:pt idx="77">
                  <c:v>42491</c:v>
                </c:pt>
                <c:pt idx="78">
                  <c:v>42522</c:v>
                </c:pt>
                <c:pt idx="79">
                  <c:v>42552</c:v>
                </c:pt>
                <c:pt idx="80">
                  <c:v>42583</c:v>
                </c:pt>
                <c:pt idx="81">
                  <c:v>42614</c:v>
                </c:pt>
                <c:pt idx="82">
                  <c:v>42644</c:v>
                </c:pt>
              </c:numCache>
            </c:numRef>
          </c:cat>
          <c:val>
            <c:numRef>
              <c:f>Sheet1!$C$2:$C$84</c:f>
              <c:numCache>
                <c:formatCode>General</c:formatCode>
                <c:ptCount val="83"/>
                <c:pt idx="0">
                  <c:v>0.60521043600000002</c:v>
                </c:pt>
                <c:pt idx="1">
                  <c:v>0.74886416499999997</c:v>
                </c:pt>
                <c:pt idx="2">
                  <c:v>1.6570439130000001</c:v>
                </c:pt>
                <c:pt idx="3">
                  <c:v>2.0629902609999999</c:v>
                </c:pt>
                <c:pt idx="4">
                  <c:v>2.6197298349999998</c:v>
                </c:pt>
                <c:pt idx="5">
                  <c:v>3.0200034759999999</c:v>
                </c:pt>
                <c:pt idx="6">
                  <c:v>3.1104726290000002</c:v>
                </c:pt>
                <c:pt idx="7">
                  <c:v>3.7385802400000001</c:v>
                </c:pt>
                <c:pt idx="8">
                  <c:v>3.8532168919999998</c:v>
                </c:pt>
                <c:pt idx="9">
                  <c:v>3.9643930709999999</c:v>
                </c:pt>
                <c:pt idx="10">
                  <c:v>3.5859844870000002</c:v>
                </c:pt>
                <c:pt idx="11">
                  <c:v>3.232446119</c:v>
                </c:pt>
                <c:pt idx="12">
                  <c:v>4.6304717719999999</c:v>
                </c:pt>
                <c:pt idx="13">
                  <c:v>1.1844181979999999</c:v>
                </c:pt>
                <c:pt idx="14">
                  <c:v>1.127701616</c:v>
                </c:pt>
                <c:pt idx="15">
                  <c:v>1.035080545</c:v>
                </c:pt>
                <c:pt idx="16">
                  <c:v>1.26925277</c:v>
                </c:pt>
                <c:pt idx="17">
                  <c:v>1.349959331</c:v>
                </c:pt>
                <c:pt idx="18">
                  <c:v>1.3692173809999999</c:v>
                </c:pt>
                <c:pt idx="19">
                  <c:v>1.2253509490000001</c:v>
                </c:pt>
                <c:pt idx="20">
                  <c:v>1.183341518</c:v>
                </c:pt>
                <c:pt idx="21">
                  <c:v>1.3334262349999999</c:v>
                </c:pt>
                <c:pt idx="22">
                  <c:v>1.223543466</c:v>
                </c:pt>
                <c:pt idx="23">
                  <c:v>1.4425547970000001</c:v>
                </c:pt>
                <c:pt idx="24">
                  <c:v>1.4337456989999999</c:v>
                </c:pt>
                <c:pt idx="25">
                  <c:v>1.547891712</c:v>
                </c:pt>
                <c:pt idx="26">
                  <c:v>1.4240458739999999</c:v>
                </c:pt>
                <c:pt idx="27">
                  <c:v>1.3087748939999999</c:v>
                </c:pt>
                <c:pt idx="28">
                  <c:v>1.2514479060000001</c:v>
                </c:pt>
                <c:pt idx="29">
                  <c:v>1.1012699969999999</c:v>
                </c:pt>
                <c:pt idx="30">
                  <c:v>1.090684486</c:v>
                </c:pt>
                <c:pt idx="31">
                  <c:v>0.95682773300000001</c:v>
                </c:pt>
                <c:pt idx="32">
                  <c:v>1.1058869739999999</c:v>
                </c:pt>
                <c:pt idx="33">
                  <c:v>1.0278429259999999</c:v>
                </c:pt>
                <c:pt idx="34">
                  <c:v>0.97710039599999998</c:v>
                </c:pt>
                <c:pt idx="35">
                  <c:v>1.1423796989999999</c:v>
                </c:pt>
                <c:pt idx="36">
                  <c:v>0.93774480400000004</c:v>
                </c:pt>
                <c:pt idx="37">
                  <c:v>1.0500007200000001</c:v>
                </c:pt>
                <c:pt idx="38">
                  <c:v>1.0714709069999999</c:v>
                </c:pt>
                <c:pt idx="39">
                  <c:v>1.033804792</c:v>
                </c:pt>
                <c:pt idx="40">
                  <c:v>1.1073859349999999</c:v>
                </c:pt>
                <c:pt idx="41">
                  <c:v>0.967822297</c:v>
                </c:pt>
                <c:pt idx="42">
                  <c:v>0.92589054699999995</c:v>
                </c:pt>
                <c:pt idx="43">
                  <c:v>0.90676286100000003</c:v>
                </c:pt>
                <c:pt idx="44">
                  <c:v>1.150460166</c:v>
                </c:pt>
                <c:pt idx="45">
                  <c:v>0.98516528000000003</c:v>
                </c:pt>
                <c:pt idx="46">
                  <c:v>1.091935418</c:v>
                </c:pt>
                <c:pt idx="47">
                  <c:v>1.158774245</c:v>
                </c:pt>
                <c:pt idx="48">
                  <c:v>1.1469068650000001</c:v>
                </c:pt>
                <c:pt idx="49">
                  <c:v>1.288983019</c:v>
                </c:pt>
                <c:pt idx="50">
                  <c:v>1.3317508950000001</c:v>
                </c:pt>
                <c:pt idx="51">
                  <c:v>1.215927271</c:v>
                </c:pt>
                <c:pt idx="52">
                  <c:v>1.300556767</c:v>
                </c:pt>
                <c:pt idx="53">
                  <c:v>1.1009795099999999</c:v>
                </c:pt>
                <c:pt idx="54">
                  <c:v>1.144567447</c:v>
                </c:pt>
                <c:pt idx="55">
                  <c:v>1.2166897270000001</c:v>
                </c:pt>
                <c:pt idx="56">
                  <c:v>1.3570718580000001</c:v>
                </c:pt>
                <c:pt idx="57">
                  <c:v>1.365607735</c:v>
                </c:pt>
                <c:pt idx="58">
                  <c:v>1.4374604390000001</c:v>
                </c:pt>
                <c:pt idx="59">
                  <c:v>1.4069218219999999</c:v>
                </c:pt>
                <c:pt idx="60">
                  <c:v>1.356026468</c:v>
                </c:pt>
                <c:pt idx="61">
                  <c:v>1.6816348189999999</c:v>
                </c:pt>
                <c:pt idx="62">
                  <c:v>1.4714492400000001</c:v>
                </c:pt>
                <c:pt idx="63">
                  <c:v>1.7165187500000001</c:v>
                </c:pt>
                <c:pt idx="64">
                  <c:v>1.539563829</c:v>
                </c:pt>
                <c:pt idx="65">
                  <c:v>1.1915785210000001</c:v>
                </c:pt>
                <c:pt idx="66">
                  <c:v>1.257963435</c:v>
                </c:pt>
                <c:pt idx="67">
                  <c:v>1.3780135600000001</c:v>
                </c:pt>
                <c:pt idx="68">
                  <c:v>1.415790146</c:v>
                </c:pt>
                <c:pt idx="69">
                  <c:v>1.3815644659999999</c:v>
                </c:pt>
                <c:pt idx="70">
                  <c:v>1.4773004729999999</c:v>
                </c:pt>
                <c:pt idx="71">
                  <c:v>1.5121530459999999</c:v>
                </c:pt>
                <c:pt idx="72">
                  <c:v>1.4696950310000001</c:v>
                </c:pt>
                <c:pt idx="73">
                  <c:v>1.5697133169999999</c:v>
                </c:pt>
                <c:pt idx="74">
                  <c:v>1.500494548</c:v>
                </c:pt>
                <c:pt idx="75">
                  <c:v>1.722217439</c:v>
                </c:pt>
                <c:pt idx="76">
                  <c:v>1.520630846</c:v>
                </c:pt>
                <c:pt idx="77">
                  <c:v>1.2554520650000001</c:v>
                </c:pt>
                <c:pt idx="78">
                  <c:v>1.418739309</c:v>
                </c:pt>
                <c:pt idx="79">
                  <c:v>1.4165376380000001</c:v>
                </c:pt>
                <c:pt idx="80">
                  <c:v>1.4423953570000001</c:v>
                </c:pt>
                <c:pt idx="81">
                  <c:v>1.613436128</c:v>
                </c:pt>
                <c:pt idx="82">
                  <c:v>1.4883220269999999</c:v>
                </c:pt>
              </c:numCache>
            </c:numRef>
          </c:val>
          <c:smooth val="0"/>
        </c:ser>
        <c:dLbls>
          <c:showLegendKey val="0"/>
          <c:showVal val="0"/>
          <c:showCatName val="0"/>
          <c:showSerName val="0"/>
          <c:showPercent val="0"/>
          <c:showBubbleSize val="0"/>
        </c:dLbls>
        <c:marker val="1"/>
        <c:smooth val="0"/>
        <c:axId val="228486528"/>
        <c:axId val="228590720"/>
      </c:lineChart>
      <c:dateAx>
        <c:axId val="228486528"/>
        <c:scaling>
          <c:orientation val="minMax"/>
        </c:scaling>
        <c:delete val="0"/>
        <c:axPos val="b"/>
        <c:numFmt formatCode="m/d/yyyy" sourceLinked="1"/>
        <c:majorTickMark val="out"/>
        <c:minorTickMark val="none"/>
        <c:tickLblPos val="nextTo"/>
        <c:crossAx val="228590720"/>
        <c:crosses val="autoZero"/>
        <c:auto val="1"/>
        <c:lblOffset val="100"/>
        <c:baseTimeUnit val="months"/>
      </c:dateAx>
      <c:valAx>
        <c:axId val="228590720"/>
        <c:scaling>
          <c:orientation val="minMax"/>
        </c:scaling>
        <c:delete val="0"/>
        <c:axPos val="l"/>
        <c:numFmt formatCode="General" sourceLinked="1"/>
        <c:majorTickMark val="out"/>
        <c:minorTickMark val="none"/>
        <c:tickLblPos val="nextTo"/>
        <c:crossAx val="228486528"/>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CQ old est.</c:v>
                </c:pt>
              </c:strCache>
            </c:strRef>
          </c:tx>
          <c:marker>
            <c:symbol val="none"/>
          </c:marker>
          <c:cat>
            <c:numRef>
              <c:f>Sheet1!$A$2:$A$84</c:f>
              <c:numCache>
                <c:formatCode>m/d/yyyy</c:formatCode>
                <c:ptCount val="83"/>
                <c:pt idx="0">
                  <c:v>40148</c:v>
                </c:pt>
                <c:pt idx="1">
                  <c:v>40179</c:v>
                </c:pt>
                <c:pt idx="2">
                  <c:v>40210</c:v>
                </c:pt>
                <c:pt idx="3">
                  <c:v>40238</c:v>
                </c:pt>
                <c:pt idx="4">
                  <c:v>40269</c:v>
                </c:pt>
                <c:pt idx="5">
                  <c:v>40299</c:v>
                </c:pt>
                <c:pt idx="6">
                  <c:v>40330</c:v>
                </c:pt>
                <c:pt idx="7">
                  <c:v>40360</c:v>
                </c:pt>
                <c:pt idx="8">
                  <c:v>40391</c:v>
                </c:pt>
                <c:pt idx="9">
                  <c:v>40422</c:v>
                </c:pt>
                <c:pt idx="10">
                  <c:v>40452</c:v>
                </c:pt>
                <c:pt idx="11">
                  <c:v>40483</c:v>
                </c:pt>
                <c:pt idx="12">
                  <c:v>40513</c:v>
                </c:pt>
                <c:pt idx="13">
                  <c:v>40544</c:v>
                </c:pt>
                <c:pt idx="14">
                  <c:v>40575</c:v>
                </c:pt>
                <c:pt idx="15">
                  <c:v>40603</c:v>
                </c:pt>
                <c:pt idx="16">
                  <c:v>40634</c:v>
                </c:pt>
                <c:pt idx="17">
                  <c:v>40664</c:v>
                </c:pt>
                <c:pt idx="18">
                  <c:v>40695</c:v>
                </c:pt>
                <c:pt idx="19">
                  <c:v>40725</c:v>
                </c:pt>
                <c:pt idx="20">
                  <c:v>40756</c:v>
                </c:pt>
                <c:pt idx="21">
                  <c:v>40787</c:v>
                </c:pt>
                <c:pt idx="22">
                  <c:v>40817</c:v>
                </c:pt>
                <c:pt idx="23">
                  <c:v>40848</c:v>
                </c:pt>
                <c:pt idx="24">
                  <c:v>40878</c:v>
                </c:pt>
                <c:pt idx="25">
                  <c:v>40909</c:v>
                </c:pt>
                <c:pt idx="26">
                  <c:v>40940</c:v>
                </c:pt>
                <c:pt idx="27">
                  <c:v>40969</c:v>
                </c:pt>
                <c:pt idx="28">
                  <c:v>41000</c:v>
                </c:pt>
                <c:pt idx="29">
                  <c:v>41030</c:v>
                </c:pt>
                <c:pt idx="30">
                  <c:v>41061</c:v>
                </c:pt>
                <c:pt idx="31">
                  <c:v>41091</c:v>
                </c:pt>
                <c:pt idx="32">
                  <c:v>41122</c:v>
                </c:pt>
                <c:pt idx="33">
                  <c:v>41153</c:v>
                </c:pt>
                <c:pt idx="34">
                  <c:v>41183</c:v>
                </c:pt>
                <c:pt idx="35">
                  <c:v>41214</c:v>
                </c:pt>
                <c:pt idx="36">
                  <c:v>41244</c:v>
                </c:pt>
                <c:pt idx="37">
                  <c:v>41275</c:v>
                </c:pt>
                <c:pt idx="38">
                  <c:v>41306</c:v>
                </c:pt>
                <c:pt idx="39">
                  <c:v>41334</c:v>
                </c:pt>
                <c:pt idx="40">
                  <c:v>41365</c:v>
                </c:pt>
                <c:pt idx="41">
                  <c:v>41395</c:v>
                </c:pt>
                <c:pt idx="42">
                  <c:v>41426</c:v>
                </c:pt>
                <c:pt idx="43">
                  <c:v>41456</c:v>
                </c:pt>
                <c:pt idx="44">
                  <c:v>41487</c:v>
                </c:pt>
                <c:pt idx="45">
                  <c:v>41518</c:v>
                </c:pt>
                <c:pt idx="46">
                  <c:v>41548</c:v>
                </c:pt>
                <c:pt idx="47">
                  <c:v>41579</c:v>
                </c:pt>
                <c:pt idx="48">
                  <c:v>41609</c:v>
                </c:pt>
                <c:pt idx="49">
                  <c:v>41640</c:v>
                </c:pt>
                <c:pt idx="50">
                  <c:v>41671</c:v>
                </c:pt>
                <c:pt idx="51">
                  <c:v>41699</c:v>
                </c:pt>
                <c:pt idx="52">
                  <c:v>41730</c:v>
                </c:pt>
                <c:pt idx="53">
                  <c:v>41760</c:v>
                </c:pt>
                <c:pt idx="54">
                  <c:v>41791</c:v>
                </c:pt>
                <c:pt idx="55">
                  <c:v>41821</c:v>
                </c:pt>
                <c:pt idx="56">
                  <c:v>41852</c:v>
                </c:pt>
                <c:pt idx="57">
                  <c:v>41883</c:v>
                </c:pt>
                <c:pt idx="58">
                  <c:v>41913</c:v>
                </c:pt>
                <c:pt idx="59">
                  <c:v>41944</c:v>
                </c:pt>
                <c:pt idx="60">
                  <c:v>41974</c:v>
                </c:pt>
                <c:pt idx="61">
                  <c:v>42005</c:v>
                </c:pt>
                <c:pt idx="62">
                  <c:v>42036</c:v>
                </c:pt>
                <c:pt idx="63">
                  <c:v>42064</c:v>
                </c:pt>
                <c:pt idx="64">
                  <c:v>42095</c:v>
                </c:pt>
                <c:pt idx="65">
                  <c:v>42125</c:v>
                </c:pt>
                <c:pt idx="66">
                  <c:v>42156</c:v>
                </c:pt>
                <c:pt idx="67">
                  <c:v>42186</c:v>
                </c:pt>
                <c:pt idx="68">
                  <c:v>42217</c:v>
                </c:pt>
                <c:pt idx="69">
                  <c:v>42248</c:v>
                </c:pt>
                <c:pt idx="70">
                  <c:v>42278</c:v>
                </c:pt>
                <c:pt idx="71">
                  <c:v>42309</c:v>
                </c:pt>
                <c:pt idx="72">
                  <c:v>42339</c:v>
                </c:pt>
                <c:pt idx="73">
                  <c:v>42370</c:v>
                </c:pt>
                <c:pt idx="74">
                  <c:v>42401</c:v>
                </c:pt>
                <c:pt idx="75">
                  <c:v>42430</c:v>
                </c:pt>
                <c:pt idx="76">
                  <c:v>42461</c:v>
                </c:pt>
                <c:pt idx="77">
                  <c:v>42491</c:v>
                </c:pt>
                <c:pt idx="78">
                  <c:v>42522</c:v>
                </c:pt>
                <c:pt idx="79">
                  <c:v>42552</c:v>
                </c:pt>
                <c:pt idx="80">
                  <c:v>42583</c:v>
                </c:pt>
                <c:pt idx="81">
                  <c:v>42614</c:v>
                </c:pt>
                <c:pt idx="82">
                  <c:v>42644</c:v>
                </c:pt>
              </c:numCache>
            </c:numRef>
          </c:cat>
          <c:val>
            <c:numRef>
              <c:f>Sheet1!$B$2:$B$84</c:f>
              <c:numCache>
                <c:formatCode>General</c:formatCode>
                <c:ptCount val="83"/>
                <c:pt idx="0">
                  <c:v>0.60521043600000002</c:v>
                </c:pt>
                <c:pt idx="1">
                  <c:v>0.74886416499999997</c:v>
                </c:pt>
                <c:pt idx="2">
                  <c:v>1.6570439130000001</c:v>
                </c:pt>
                <c:pt idx="3">
                  <c:v>2.0629902609999999</c:v>
                </c:pt>
                <c:pt idx="4">
                  <c:v>2.6197298349999998</c:v>
                </c:pt>
                <c:pt idx="5">
                  <c:v>3.0200034759999999</c:v>
                </c:pt>
                <c:pt idx="6">
                  <c:v>3.1104726290000002</c:v>
                </c:pt>
                <c:pt idx="7">
                  <c:v>3.7385802400000001</c:v>
                </c:pt>
                <c:pt idx="8">
                  <c:v>3.8532168919999998</c:v>
                </c:pt>
                <c:pt idx="9">
                  <c:v>3.9643930709999999</c:v>
                </c:pt>
                <c:pt idx="10">
                  <c:v>3.5859844870000002</c:v>
                </c:pt>
                <c:pt idx="11">
                  <c:v>3.232446119</c:v>
                </c:pt>
                <c:pt idx="12">
                  <c:v>4.6304717719999999</c:v>
                </c:pt>
                <c:pt idx="13">
                  <c:v>1.1844181979999999</c:v>
                </c:pt>
                <c:pt idx="14">
                  <c:v>1.127701616</c:v>
                </c:pt>
                <c:pt idx="15">
                  <c:v>1.035080545</c:v>
                </c:pt>
                <c:pt idx="16">
                  <c:v>1.26925277</c:v>
                </c:pt>
                <c:pt idx="17">
                  <c:v>1.349959331</c:v>
                </c:pt>
                <c:pt idx="18">
                  <c:v>1.3692173809999999</c:v>
                </c:pt>
                <c:pt idx="19">
                  <c:v>1.2253509490000001</c:v>
                </c:pt>
                <c:pt idx="20">
                  <c:v>1.183341518</c:v>
                </c:pt>
                <c:pt idx="21">
                  <c:v>1.3334262349999999</c:v>
                </c:pt>
                <c:pt idx="22">
                  <c:v>1.223543466</c:v>
                </c:pt>
                <c:pt idx="23">
                  <c:v>1.4425547970000001</c:v>
                </c:pt>
                <c:pt idx="24">
                  <c:v>1.4337456989999999</c:v>
                </c:pt>
                <c:pt idx="25">
                  <c:v>1.547891712</c:v>
                </c:pt>
                <c:pt idx="26">
                  <c:v>1.4240458739999999</c:v>
                </c:pt>
                <c:pt idx="27">
                  <c:v>1.3087748939999999</c:v>
                </c:pt>
                <c:pt idx="28">
                  <c:v>1.2514479060000001</c:v>
                </c:pt>
                <c:pt idx="29">
                  <c:v>1.1012699969999999</c:v>
                </c:pt>
                <c:pt idx="30">
                  <c:v>1.090684486</c:v>
                </c:pt>
                <c:pt idx="31">
                  <c:v>0.95682773300000001</c:v>
                </c:pt>
                <c:pt idx="32">
                  <c:v>1.1058869739999999</c:v>
                </c:pt>
                <c:pt idx="33">
                  <c:v>1.0278429259999999</c:v>
                </c:pt>
                <c:pt idx="34">
                  <c:v>0.97710039599999998</c:v>
                </c:pt>
                <c:pt idx="35">
                  <c:v>1.1423796989999999</c:v>
                </c:pt>
                <c:pt idx="36">
                  <c:v>0.93774480400000004</c:v>
                </c:pt>
                <c:pt idx="37">
                  <c:v>1.0500007200000001</c:v>
                </c:pt>
                <c:pt idx="38">
                  <c:v>1.0714709069999999</c:v>
                </c:pt>
                <c:pt idx="39">
                  <c:v>1.033804792</c:v>
                </c:pt>
                <c:pt idx="40">
                  <c:v>1.1073859349999999</c:v>
                </c:pt>
                <c:pt idx="41">
                  <c:v>0.967822297</c:v>
                </c:pt>
                <c:pt idx="42">
                  <c:v>0.92589054699999995</c:v>
                </c:pt>
                <c:pt idx="43">
                  <c:v>0.90676286100000003</c:v>
                </c:pt>
                <c:pt idx="44">
                  <c:v>1.150460166</c:v>
                </c:pt>
                <c:pt idx="45">
                  <c:v>0.98516528000000003</c:v>
                </c:pt>
                <c:pt idx="46">
                  <c:v>1.091935418</c:v>
                </c:pt>
                <c:pt idx="47">
                  <c:v>1.158774245</c:v>
                </c:pt>
                <c:pt idx="48">
                  <c:v>1.1469068650000001</c:v>
                </c:pt>
                <c:pt idx="49">
                  <c:v>1.288983019</c:v>
                </c:pt>
                <c:pt idx="50">
                  <c:v>1.3317508950000001</c:v>
                </c:pt>
                <c:pt idx="51">
                  <c:v>1.215927271</c:v>
                </c:pt>
                <c:pt idx="52">
                  <c:v>1.300556767</c:v>
                </c:pt>
                <c:pt idx="53">
                  <c:v>1.1009795099999999</c:v>
                </c:pt>
                <c:pt idx="54">
                  <c:v>1.144567447</c:v>
                </c:pt>
                <c:pt idx="55">
                  <c:v>1.2166897270000001</c:v>
                </c:pt>
                <c:pt idx="56">
                  <c:v>1.3570718580000001</c:v>
                </c:pt>
                <c:pt idx="57">
                  <c:v>1.365607735</c:v>
                </c:pt>
                <c:pt idx="58">
                  <c:v>1.4374604390000001</c:v>
                </c:pt>
                <c:pt idx="59">
                  <c:v>1.4069218219999999</c:v>
                </c:pt>
                <c:pt idx="60">
                  <c:v>1.356026468</c:v>
                </c:pt>
                <c:pt idx="61">
                  <c:v>1.6816348189999999</c:v>
                </c:pt>
                <c:pt idx="62">
                  <c:v>1.4714492400000001</c:v>
                </c:pt>
                <c:pt idx="63">
                  <c:v>1.7165187500000001</c:v>
                </c:pt>
                <c:pt idx="64">
                  <c:v>1.539563829</c:v>
                </c:pt>
                <c:pt idx="65">
                  <c:v>1.1915785210000001</c:v>
                </c:pt>
                <c:pt idx="66">
                  <c:v>1.257963435</c:v>
                </c:pt>
                <c:pt idx="67">
                  <c:v>1.3780135600000001</c:v>
                </c:pt>
                <c:pt idx="68">
                  <c:v>1.415790146</c:v>
                </c:pt>
                <c:pt idx="69">
                  <c:v>1.3815644659999999</c:v>
                </c:pt>
                <c:pt idx="70">
                  <c:v>1.4773004729999999</c:v>
                </c:pt>
                <c:pt idx="71">
                  <c:v>1.5121530459999999</c:v>
                </c:pt>
                <c:pt idx="72">
                  <c:v>1.4696950310000001</c:v>
                </c:pt>
                <c:pt idx="73">
                  <c:v>1.5697133169999999</c:v>
                </c:pt>
                <c:pt idx="74">
                  <c:v>1.500494548</c:v>
                </c:pt>
                <c:pt idx="75">
                  <c:v>1.722217439</c:v>
                </c:pt>
                <c:pt idx="76">
                  <c:v>1.520630846</c:v>
                </c:pt>
                <c:pt idx="77">
                  <c:v>1.2554520650000001</c:v>
                </c:pt>
                <c:pt idx="78">
                  <c:v>1.418739309</c:v>
                </c:pt>
                <c:pt idx="79">
                  <c:v>1.4165376380000001</c:v>
                </c:pt>
                <c:pt idx="80">
                  <c:v>1.4423953570000001</c:v>
                </c:pt>
                <c:pt idx="81">
                  <c:v>1.613436128</c:v>
                </c:pt>
                <c:pt idx="82">
                  <c:v>1.4883220269999999</c:v>
                </c:pt>
              </c:numCache>
            </c:numRef>
          </c:val>
          <c:smooth val="0"/>
        </c:ser>
        <c:ser>
          <c:idx val="1"/>
          <c:order val="1"/>
          <c:tx>
            <c:strRef>
              <c:f>Sheet1!$C$1</c:f>
              <c:strCache>
                <c:ptCount val="1"/>
                <c:pt idx="0">
                  <c:v>CQ new est.</c:v>
                </c:pt>
              </c:strCache>
            </c:strRef>
          </c:tx>
          <c:spPr>
            <a:ln>
              <a:solidFill>
                <a:srgbClr val="C00000"/>
              </a:solidFill>
            </a:ln>
          </c:spPr>
          <c:marker>
            <c:symbol val="none"/>
          </c:marker>
          <c:cat>
            <c:numRef>
              <c:f>Sheet1!$A$2:$A$84</c:f>
              <c:numCache>
                <c:formatCode>m/d/yyyy</c:formatCode>
                <c:ptCount val="83"/>
                <c:pt idx="0">
                  <c:v>40148</c:v>
                </c:pt>
                <c:pt idx="1">
                  <c:v>40179</c:v>
                </c:pt>
                <c:pt idx="2">
                  <c:v>40210</c:v>
                </c:pt>
                <c:pt idx="3">
                  <c:v>40238</c:v>
                </c:pt>
                <c:pt idx="4">
                  <c:v>40269</c:v>
                </c:pt>
                <c:pt idx="5">
                  <c:v>40299</c:v>
                </c:pt>
                <c:pt idx="6">
                  <c:v>40330</c:v>
                </c:pt>
                <c:pt idx="7">
                  <c:v>40360</c:v>
                </c:pt>
                <c:pt idx="8">
                  <c:v>40391</c:v>
                </c:pt>
                <c:pt idx="9">
                  <c:v>40422</c:v>
                </c:pt>
                <c:pt idx="10">
                  <c:v>40452</c:v>
                </c:pt>
                <c:pt idx="11">
                  <c:v>40483</c:v>
                </c:pt>
                <c:pt idx="12">
                  <c:v>40513</c:v>
                </c:pt>
                <c:pt idx="13">
                  <c:v>40544</c:v>
                </c:pt>
                <c:pt idx="14">
                  <c:v>40575</c:v>
                </c:pt>
                <c:pt idx="15">
                  <c:v>40603</c:v>
                </c:pt>
                <c:pt idx="16">
                  <c:v>40634</c:v>
                </c:pt>
                <c:pt idx="17">
                  <c:v>40664</c:v>
                </c:pt>
                <c:pt idx="18">
                  <c:v>40695</c:v>
                </c:pt>
                <c:pt idx="19">
                  <c:v>40725</c:v>
                </c:pt>
                <c:pt idx="20">
                  <c:v>40756</c:v>
                </c:pt>
                <c:pt idx="21">
                  <c:v>40787</c:v>
                </c:pt>
                <c:pt idx="22">
                  <c:v>40817</c:v>
                </c:pt>
                <c:pt idx="23">
                  <c:v>40848</c:v>
                </c:pt>
                <c:pt idx="24">
                  <c:v>40878</c:v>
                </c:pt>
                <c:pt idx="25">
                  <c:v>40909</c:v>
                </c:pt>
                <c:pt idx="26">
                  <c:v>40940</c:v>
                </c:pt>
                <c:pt idx="27">
                  <c:v>40969</c:v>
                </c:pt>
                <c:pt idx="28">
                  <c:v>41000</c:v>
                </c:pt>
                <c:pt idx="29">
                  <c:v>41030</c:v>
                </c:pt>
                <c:pt idx="30">
                  <c:v>41061</c:v>
                </c:pt>
                <c:pt idx="31">
                  <c:v>41091</c:v>
                </c:pt>
                <c:pt idx="32">
                  <c:v>41122</c:v>
                </c:pt>
                <c:pt idx="33">
                  <c:v>41153</c:v>
                </c:pt>
                <c:pt idx="34">
                  <c:v>41183</c:v>
                </c:pt>
                <c:pt idx="35">
                  <c:v>41214</c:v>
                </c:pt>
                <c:pt idx="36">
                  <c:v>41244</c:v>
                </c:pt>
                <c:pt idx="37">
                  <c:v>41275</c:v>
                </c:pt>
                <c:pt idx="38">
                  <c:v>41306</c:v>
                </c:pt>
                <c:pt idx="39">
                  <c:v>41334</c:v>
                </c:pt>
                <c:pt idx="40">
                  <c:v>41365</c:v>
                </c:pt>
                <c:pt idx="41">
                  <c:v>41395</c:v>
                </c:pt>
                <c:pt idx="42">
                  <c:v>41426</c:v>
                </c:pt>
                <c:pt idx="43">
                  <c:v>41456</c:v>
                </c:pt>
                <c:pt idx="44">
                  <c:v>41487</c:v>
                </c:pt>
                <c:pt idx="45">
                  <c:v>41518</c:v>
                </c:pt>
                <c:pt idx="46">
                  <c:v>41548</c:v>
                </c:pt>
                <c:pt idx="47">
                  <c:v>41579</c:v>
                </c:pt>
                <c:pt idx="48">
                  <c:v>41609</c:v>
                </c:pt>
                <c:pt idx="49">
                  <c:v>41640</c:v>
                </c:pt>
                <c:pt idx="50">
                  <c:v>41671</c:v>
                </c:pt>
                <c:pt idx="51">
                  <c:v>41699</c:v>
                </c:pt>
                <c:pt idx="52">
                  <c:v>41730</c:v>
                </c:pt>
                <c:pt idx="53">
                  <c:v>41760</c:v>
                </c:pt>
                <c:pt idx="54">
                  <c:v>41791</c:v>
                </c:pt>
                <c:pt idx="55">
                  <c:v>41821</c:v>
                </c:pt>
                <c:pt idx="56">
                  <c:v>41852</c:v>
                </c:pt>
                <c:pt idx="57">
                  <c:v>41883</c:v>
                </c:pt>
                <c:pt idx="58">
                  <c:v>41913</c:v>
                </c:pt>
                <c:pt idx="59">
                  <c:v>41944</c:v>
                </c:pt>
                <c:pt idx="60">
                  <c:v>41974</c:v>
                </c:pt>
                <c:pt idx="61">
                  <c:v>42005</c:v>
                </c:pt>
                <c:pt idx="62">
                  <c:v>42036</c:v>
                </c:pt>
                <c:pt idx="63">
                  <c:v>42064</c:v>
                </c:pt>
                <c:pt idx="64">
                  <c:v>42095</c:v>
                </c:pt>
                <c:pt idx="65">
                  <c:v>42125</c:v>
                </c:pt>
                <c:pt idx="66">
                  <c:v>42156</c:v>
                </c:pt>
                <c:pt idx="67">
                  <c:v>42186</c:v>
                </c:pt>
                <c:pt idx="68">
                  <c:v>42217</c:v>
                </c:pt>
                <c:pt idx="69">
                  <c:v>42248</c:v>
                </c:pt>
                <c:pt idx="70">
                  <c:v>42278</c:v>
                </c:pt>
                <c:pt idx="71">
                  <c:v>42309</c:v>
                </c:pt>
                <c:pt idx="72">
                  <c:v>42339</c:v>
                </c:pt>
                <c:pt idx="73">
                  <c:v>42370</c:v>
                </c:pt>
                <c:pt idx="74">
                  <c:v>42401</c:v>
                </c:pt>
                <c:pt idx="75">
                  <c:v>42430</c:v>
                </c:pt>
                <c:pt idx="76">
                  <c:v>42461</c:v>
                </c:pt>
                <c:pt idx="77">
                  <c:v>42491</c:v>
                </c:pt>
                <c:pt idx="78">
                  <c:v>42522</c:v>
                </c:pt>
                <c:pt idx="79">
                  <c:v>42552</c:v>
                </c:pt>
                <c:pt idx="80">
                  <c:v>42583</c:v>
                </c:pt>
                <c:pt idx="81">
                  <c:v>42614</c:v>
                </c:pt>
                <c:pt idx="82">
                  <c:v>42644</c:v>
                </c:pt>
              </c:numCache>
            </c:numRef>
          </c:cat>
          <c:val>
            <c:numRef>
              <c:f>Sheet1!$C$2:$C$84</c:f>
              <c:numCache>
                <c:formatCode>General</c:formatCode>
                <c:ptCount val="83"/>
                <c:pt idx="0">
                  <c:v>0.1755627799344</c:v>
                </c:pt>
                <c:pt idx="1">
                  <c:v>0.51829352981601595</c:v>
                </c:pt>
                <c:pt idx="2">
                  <c:v>0.44855863528195999</c:v>
                </c:pt>
                <c:pt idx="3">
                  <c:v>0.48066148768135297</c:v>
                </c:pt>
                <c:pt idx="4">
                  <c:v>0.50096280845297703</c:v>
                </c:pt>
                <c:pt idx="5">
                  <c:v>0.63515104348144102</c:v>
                </c:pt>
                <c:pt idx="6">
                  <c:v>0.65354186875546805</c:v>
                </c:pt>
                <c:pt idx="7">
                  <c:v>0.68321913446920601</c:v>
                </c:pt>
                <c:pt idx="8">
                  <c:v>0.78817255187642599</c:v>
                </c:pt>
                <c:pt idx="9">
                  <c:v>0.83258313291859398</c:v>
                </c:pt>
                <c:pt idx="10">
                  <c:v>0.82405934292638905</c:v>
                </c:pt>
                <c:pt idx="11">
                  <c:v>0.93289929951517803</c:v>
                </c:pt>
                <c:pt idx="12">
                  <c:v>0.92269594463374205</c:v>
                </c:pt>
                <c:pt idx="13">
                  <c:v>1.1855711044775199</c:v>
                </c:pt>
                <c:pt idx="14">
                  <c:v>1.0110520677921</c:v>
                </c:pt>
                <c:pt idx="15">
                  <c:v>1.03888917607655</c:v>
                </c:pt>
                <c:pt idx="16">
                  <c:v>1.2711993146484399</c:v>
                </c:pt>
                <c:pt idx="17">
                  <c:v>1.3531196805769601</c:v>
                </c:pt>
                <c:pt idx="18">
                  <c:v>1.37243254932005</c:v>
                </c:pt>
                <c:pt idx="19">
                  <c:v>1.22729760368508</c:v>
                </c:pt>
                <c:pt idx="20">
                  <c:v>1.1866957158229601</c:v>
                </c:pt>
                <c:pt idx="21">
                  <c:v>1.33656198621058</c:v>
                </c:pt>
                <c:pt idx="22">
                  <c:v>1.2265829907288801</c:v>
                </c:pt>
                <c:pt idx="23">
                  <c:v>1.44226277968417</c:v>
                </c:pt>
                <c:pt idx="24">
                  <c:v>1.4375531706016</c:v>
                </c:pt>
                <c:pt idx="25">
                  <c:v>1.55310250328479</c:v>
                </c:pt>
                <c:pt idx="26">
                  <c:v>1.42456418438535</c:v>
                </c:pt>
                <c:pt idx="27">
                  <c:v>1.3125884284623299</c:v>
                </c:pt>
                <c:pt idx="28">
                  <c:v>1.2550372227970701</c:v>
                </c:pt>
                <c:pt idx="29">
                  <c:v>1.1052816844280999</c:v>
                </c:pt>
                <c:pt idx="30">
                  <c:v>1.09472447426991</c:v>
                </c:pt>
                <c:pt idx="31">
                  <c:v>0.96032741987144898</c:v>
                </c:pt>
                <c:pt idx="32">
                  <c:v>1.1094616319513</c:v>
                </c:pt>
                <c:pt idx="33">
                  <c:v>1.03173981812657</c:v>
                </c:pt>
                <c:pt idx="34">
                  <c:v>0.980155770406958</c:v>
                </c:pt>
                <c:pt idx="35">
                  <c:v>1.1456643775375099</c:v>
                </c:pt>
                <c:pt idx="36">
                  <c:v>0.94168763555572299</c:v>
                </c:pt>
                <c:pt idx="37">
                  <c:v>1.0537934580467601</c:v>
                </c:pt>
                <c:pt idx="38">
                  <c:v>1.0753888226968999</c:v>
                </c:pt>
                <c:pt idx="39">
                  <c:v>1.0385786042063501</c:v>
                </c:pt>
                <c:pt idx="40">
                  <c:v>1.11039256713873</c:v>
                </c:pt>
                <c:pt idx="41">
                  <c:v>0.97321120283658702</c:v>
                </c:pt>
                <c:pt idx="42">
                  <c:v>0.92949498682639897</c:v>
                </c:pt>
                <c:pt idx="43">
                  <c:v>0.91030280103810401</c:v>
                </c:pt>
                <c:pt idx="44">
                  <c:v>1.15502352558266</c:v>
                </c:pt>
                <c:pt idx="45">
                  <c:v>0.98833133080962599</c:v>
                </c:pt>
                <c:pt idx="46">
                  <c:v>1.0960579131133501</c:v>
                </c:pt>
                <c:pt idx="47">
                  <c:v>1.1619714268877599</c:v>
                </c:pt>
                <c:pt idx="48">
                  <c:v>1.15227619766643</c:v>
                </c:pt>
                <c:pt idx="49">
                  <c:v>1.29354582258956</c:v>
                </c:pt>
                <c:pt idx="50">
                  <c:v>1.3365443369246801</c:v>
                </c:pt>
                <c:pt idx="51">
                  <c:v>1.2196665744211701</c:v>
                </c:pt>
                <c:pt idx="52">
                  <c:v>1.3049729247519799</c:v>
                </c:pt>
                <c:pt idx="53">
                  <c:v>1.10609881799803</c:v>
                </c:pt>
                <c:pt idx="54">
                  <c:v>1.1495315075428301</c:v>
                </c:pt>
                <c:pt idx="55">
                  <c:v>1.22052104295473</c:v>
                </c:pt>
                <c:pt idx="56">
                  <c:v>1.3609492652920101</c:v>
                </c:pt>
                <c:pt idx="57">
                  <c:v>1.3692818608909101</c:v>
                </c:pt>
                <c:pt idx="58">
                  <c:v>1.4415474995325099</c:v>
                </c:pt>
                <c:pt idx="59">
                  <c:v>1.4122685588556101</c:v>
                </c:pt>
                <c:pt idx="60">
                  <c:v>1.36100891118121</c:v>
                </c:pt>
                <c:pt idx="61">
                  <c:v>1.68566401172178</c:v>
                </c:pt>
                <c:pt idx="62">
                  <c:v>1.4762431756949701</c:v>
                </c:pt>
                <c:pt idx="63">
                  <c:v>1.72052291853246</c:v>
                </c:pt>
                <c:pt idx="64">
                  <c:v>1.54227425054385</c:v>
                </c:pt>
                <c:pt idx="65">
                  <c:v>1.1951195222228499</c:v>
                </c:pt>
                <c:pt idx="66">
                  <c:v>1.2633299700747</c:v>
                </c:pt>
                <c:pt idx="67">
                  <c:v>1.38188755371961</c:v>
                </c:pt>
                <c:pt idx="68">
                  <c:v>1.42032688919978</c:v>
                </c:pt>
                <c:pt idx="69">
                  <c:v>1.3862737582140201</c:v>
                </c:pt>
                <c:pt idx="70">
                  <c:v>1.48129766940388</c:v>
                </c:pt>
                <c:pt idx="71">
                  <c:v>1.5155554608108699</c:v>
                </c:pt>
                <c:pt idx="72">
                  <c:v>1.4734930474052601</c:v>
                </c:pt>
                <c:pt idx="73">
                  <c:v>1.57434276439403</c:v>
                </c:pt>
                <c:pt idx="74">
                  <c:v>1.50474095800501</c:v>
                </c:pt>
                <c:pt idx="75">
                  <c:v>1.72618347750745</c:v>
                </c:pt>
                <c:pt idx="76">
                  <c:v>1.52565932198875</c:v>
                </c:pt>
                <c:pt idx="77">
                  <c:v>1.26100942919588</c:v>
                </c:pt>
                <c:pt idx="78">
                  <c:v>1.4235787460501399</c:v>
                </c:pt>
                <c:pt idx="79">
                  <c:v>1.42156799491325</c:v>
                </c:pt>
                <c:pt idx="80">
                  <c:v>1.4477301421351501</c:v>
                </c:pt>
                <c:pt idx="81">
                  <c:v>1.61853456574238</c:v>
                </c:pt>
                <c:pt idx="82">
                  <c:v>1.4920089952942801</c:v>
                </c:pt>
              </c:numCache>
            </c:numRef>
          </c:val>
          <c:smooth val="0"/>
        </c:ser>
        <c:dLbls>
          <c:showLegendKey val="0"/>
          <c:showVal val="0"/>
          <c:showCatName val="0"/>
          <c:showSerName val="0"/>
          <c:showPercent val="0"/>
          <c:showBubbleSize val="0"/>
        </c:dLbls>
        <c:marker val="1"/>
        <c:smooth val="0"/>
        <c:axId val="230096896"/>
        <c:axId val="230098816"/>
      </c:lineChart>
      <c:dateAx>
        <c:axId val="230096896"/>
        <c:scaling>
          <c:orientation val="minMax"/>
        </c:scaling>
        <c:delete val="0"/>
        <c:axPos val="b"/>
        <c:numFmt formatCode="m/d/yyyy" sourceLinked="1"/>
        <c:majorTickMark val="out"/>
        <c:minorTickMark val="none"/>
        <c:tickLblPos val="nextTo"/>
        <c:crossAx val="230098816"/>
        <c:crosses val="autoZero"/>
        <c:auto val="1"/>
        <c:lblOffset val="100"/>
        <c:baseTimeUnit val="months"/>
      </c:dateAx>
      <c:valAx>
        <c:axId val="230098816"/>
        <c:scaling>
          <c:orientation val="minMax"/>
        </c:scaling>
        <c:delete val="0"/>
        <c:axPos val="l"/>
        <c:numFmt formatCode="General" sourceLinked="1"/>
        <c:majorTickMark val="out"/>
        <c:minorTickMark val="none"/>
        <c:tickLblPos val="nextTo"/>
        <c:crossAx val="230096896"/>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FGLMC</c:v>
                </c:pt>
              </c:strCache>
            </c:strRef>
          </c:tx>
          <c:marker>
            <c:symbol val="none"/>
          </c:marker>
          <c:cat>
            <c:numRef>
              <c:f>Sheet1!$A$2:$A$274</c:f>
              <c:numCache>
                <c:formatCode>m/d/yyyy</c:formatCode>
                <c:ptCount val="273"/>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Sheet1!$B$2:$B$274</c:f>
              <c:numCache>
                <c:formatCode>General</c:formatCode>
                <c:ptCount val="273"/>
                <c:pt idx="0">
                  <c:v>0</c:v>
                </c:pt>
                <c:pt idx="1">
                  <c:v>0</c:v>
                </c:pt>
                <c:pt idx="2">
                  <c:v>0</c:v>
                </c:pt>
                <c:pt idx="3">
                  <c:v>#N/A</c:v>
                </c:pt>
                <c:pt idx="4">
                  <c:v>#N/A</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#N/A</c:v>
                </c:pt>
                <c:pt idx="36">
                  <c:v>#N/A</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4.3724688015578696E-3</c:v>
                </c:pt>
                <c:pt idx="184">
                  <c:v>0.1117702316609</c:v>
                </c:pt>
                <c:pt idx="185">
                  <c:v>0.36010302026259999</c:v>
                </c:pt>
                <c:pt idx="186">
                  <c:v>0.75919860116201598</c:v>
                </c:pt>
                <c:pt idx="187">
                  <c:v>1.18225837232194</c:v>
                </c:pt>
                <c:pt idx="188">
                  <c:v>1.45178827088372</c:v>
                </c:pt>
                <c:pt idx="189">
                  <c:v>1.64250465139039</c:v>
                </c:pt>
                <c:pt idx="190">
                  <c:v>1.90852286182822</c:v>
                </c:pt>
                <c:pt idx="191">
                  <c:v>2.3292818569979699</c:v>
                </c:pt>
                <c:pt idx="192">
                  <c:v>2.7384140628854201</c:v>
                </c:pt>
                <c:pt idx="193">
                  <c:v>3.1635287372385599</c:v>
                </c:pt>
                <c:pt idx="194">
                  <c:v>3.61323460867616</c:v>
                </c:pt>
                <c:pt idx="195">
                  <c:v>3.9756133950003099</c:v>
                </c:pt>
                <c:pt idx="196">
                  <c:v>4.2806282965524201</c:v>
                </c:pt>
                <c:pt idx="197">
                  <c:v>4.5961752339089701</c:v>
                </c:pt>
                <c:pt idx="198">
                  <c:v>4.9212860111908103</c:v>
                </c:pt>
                <c:pt idx="199">
                  <c:v>5.3033626487619498</c:v>
                </c:pt>
                <c:pt idx="200">
                  <c:v>5.9894872732756097</c:v>
                </c:pt>
                <c:pt idx="201">
                  <c:v>6.6505194844568898</c:v>
                </c:pt>
                <c:pt idx="202">
                  <c:v>7.3563821923873798</c:v>
                </c:pt>
                <c:pt idx="203">
                  <c:v>8.1546792347169106</c:v>
                </c:pt>
                <c:pt idx="204">
                  <c:v>8.7081057062140808</c:v>
                </c:pt>
                <c:pt idx="205">
                  <c:v>9.2921790345858692</c:v>
                </c:pt>
                <c:pt idx="206">
                  <c:v>9.6512122501901008</c:v>
                </c:pt>
                <c:pt idx="207">
                  <c:v>9.9688022745529796</c:v>
                </c:pt>
                <c:pt idx="208">
                  <c:v>10.1848976643859</c:v>
                </c:pt>
                <c:pt idx="209">
                  <c:v>10.378614298256201</c:v>
                </c:pt>
                <c:pt idx="210">
                  <c:v>10.576461857388701</c:v>
                </c:pt>
                <c:pt idx="211">
                  <c:v>10.7825156981747</c:v>
                </c:pt>
                <c:pt idx="212">
                  <c:v>11.059355181190799</c:v>
                </c:pt>
                <c:pt idx="213">
                  <c:v>11.3551518824305</c:v>
                </c:pt>
                <c:pt idx="214">
                  <c:v>11.706891270756101</c:v>
                </c:pt>
                <c:pt idx="215">
                  <c:v>12.080723839891601</c:v>
                </c:pt>
                <c:pt idx="216">
                  <c:v>12.4774772550726</c:v>
                </c:pt>
                <c:pt idx="217">
                  <c:v>12.7502610969401</c:v>
                </c:pt>
                <c:pt idx="218">
                  <c:v>13.2422149566736</c:v>
                </c:pt>
                <c:pt idx="219">
                  <c:v>13.596894500023</c:v>
                </c:pt>
                <c:pt idx="220">
                  <c:v>14.018088342841001</c:v>
                </c:pt>
                <c:pt idx="221">
                  <c:v>14.3928632477747</c:v>
                </c:pt>
                <c:pt idx="222">
                  <c:v>14.8227443221221</c:v>
                </c:pt>
                <c:pt idx="223">
                  <c:v>15.229578845828</c:v>
                </c:pt>
                <c:pt idx="224">
                  <c:v>15.607738199242799</c:v>
                </c:pt>
                <c:pt idx="225">
                  <c:v>15.911903667797899</c:v>
                </c:pt>
                <c:pt idx="226">
                  <c:v>16.345666619773301</c:v>
                </c:pt>
                <c:pt idx="227">
                  <c:v>16.667311483000301</c:v>
                </c:pt>
                <c:pt idx="228">
                  <c:v>17.103672428538498</c:v>
                </c:pt>
                <c:pt idx="229">
                  <c:v>17.467219191664501</c:v>
                </c:pt>
                <c:pt idx="230">
                  <c:v>17.762681749074702</c:v>
                </c:pt>
                <c:pt idx="231">
                  <c:v>18.095106137263599</c:v>
                </c:pt>
                <c:pt idx="232">
                  <c:v>18.457413709825101</c:v>
                </c:pt>
                <c:pt idx="233">
                  <c:v>18.7203902184322</c:v>
                </c:pt>
                <c:pt idx="234">
                  <c:v>18.866618493976301</c:v>
                </c:pt>
                <c:pt idx="235">
                  <c:v>18.928318560939001</c:v>
                </c:pt>
                <c:pt idx="236">
                  <c:v>19.0378276671516</c:v>
                </c:pt>
                <c:pt idx="237">
                  <c:v>19.129248591913701</c:v>
                </c:pt>
                <c:pt idx="238">
                  <c:v>19.133063814983601</c:v>
                </c:pt>
                <c:pt idx="239">
                  <c:v>19.070569251571101</c:v>
                </c:pt>
                <c:pt idx="240">
                  <c:v>19.0646023337153</c:v>
                </c:pt>
                <c:pt idx="241">
                  <c:v>19.054847978061499</c:v>
                </c:pt>
                <c:pt idx="242">
                  <c:v>19.0326921488317</c:v>
                </c:pt>
                <c:pt idx="243">
                  <c:v>18.967354289476901</c:v>
                </c:pt>
                <c:pt idx="244">
                  <c:v>18.8736757733082</c:v>
                </c:pt>
                <c:pt idx="245">
                  <c:v>18.748744374392999</c:v>
                </c:pt>
                <c:pt idx="246">
                  <c:v>18.579414460563701</c:v>
                </c:pt>
                <c:pt idx="247">
                  <c:v>18.296541316259201</c:v>
                </c:pt>
                <c:pt idx="248">
                  <c:v>18.091989508544899</c:v>
                </c:pt>
                <c:pt idx="249">
                  <c:v>17.887319125486901</c:v>
                </c:pt>
                <c:pt idx="250">
                  <c:v>17.700627619119899</c:v>
                </c:pt>
                <c:pt idx="251">
                  <c:v>17.579499467679099</c:v>
                </c:pt>
                <c:pt idx="252">
                  <c:v>17.428730086706601</c:v>
                </c:pt>
                <c:pt idx="253">
                  <c:v>17.209471720209201</c:v>
                </c:pt>
                <c:pt idx="254">
                  <c:v>17.096935666001599</c:v>
                </c:pt>
                <c:pt idx="255">
                  <c:v>16.875907753064901</c:v>
                </c:pt>
                <c:pt idx="256">
                  <c:v>16.636547635528199</c:v>
                </c:pt>
                <c:pt idx="257">
                  <c:v>16.430435696951498</c:v>
                </c:pt>
                <c:pt idx="258">
                  <c:v>16.247933115572</c:v>
                </c:pt>
                <c:pt idx="259">
                  <c:v>16.082798219956999</c:v>
                </c:pt>
                <c:pt idx="260">
                  <c:v>15.9017181948032</c:v>
                </c:pt>
                <c:pt idx="261">
                  <c:v>15.7323647074966</c:v>
                </c:pt>
                <c:pt idx="262">
                  <c:v>15.6162777641518</c:v>
                </c:pt>
                <c:pt idx="263">
                  <c:v>15.514907063727</c:v>
                </c:pt>
                <c:pt idx="264">
                  <c:v>15.413193005821499</c:v>
                </c:pt>
                <c:pt idx="265">
                  <c:v>15.324000912880599</c:v>
                </c:pt>
                <c:pt idx="266">
                  <c:v>15.241958447494699</c:v>
                </c:pt>
                <c:pt idx="267">
                  <c:v>15.1921991003911</c:v>
                </c:pt>
                <c:pt idx="268">
                  <c:v>15.0991687273054</c:v>
                </c:pt>
                <c:pt idx="269">
                  <c:v>14.979776269249999</c:v>
                </c:pt>
                <c:pt idx="270">
                  <c:v>14.812919504005601</c:v>
                </c:pt>
                <c:pt idx="271">
                  <c:v>14.6647653880212</c:v>
                </c:pt>
                <c:pt idx="272">
                  <c:v>14.5702417170525</c:v>
                </c:pt>
              </c:numCache>
            </c:numRef>
          </c:val>
          <c:smooth val="0"/>
        </c:ser>
        <c:ser>
          <c:idx val="1"/>
          <c:order val="1"/>
          <c:tx>
            <c:strRef>
              <c:f>Sheet1!$C$1</c:f>
              <c:strCache>
                <c:ptCount val="1"/>
                <c:pt idx="0">
                  <c:v>FNCL old</c:v>
                </c:pt>
              </c:strCache>
            </c:strRef>
          </c:tx>
          <c:spPr>
            <a:ln>
              <a:solidFill>
                <a:srgbClr val="C00000"/>
              </a:solidFill>
            </a:ln>
          </c:spPr>
          <c:marker>
            <c:symbol val="none"/>
          </c:marker>
          <c:cat>
            <c:numRef>
              <c:f>Sheet1!$A$2:$A$274</c:f>
              <c:numCache>
                <c:formatCode>m/d/yyyy</c:formatCode>
                <c:ptCount val="273"/>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Sheet1!$C$2:$C$274</c:f>
              <c:numCache>
                <c:formatCode>General</c:formatCode>
                <c:ptCount val="27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14.7866784243492</c:v>
                </c:pt>
                <c:pt idx="240">
                  <c:v>22.187288000141699</c:v>
                </c:pt>
                <c:pt idx="241">
                  <c:v>22.287683731265201</c:v>
                </c:pt>
                <c:pt idx="242">
                  <c:v>22.3507444329321</c:v>
                </c:pt>
                <c:pt idx="243">
                  <c:v>22.3893391900205</c:v>
                </c:pt>
                <c:pt idx="244">
                  <c:v>22.398911517312701</c:v>
                </c:pt>
                <c:pt idx="245">
                  <c:v>22.382178506822999</c:v>
                </c:pt>
                <c:pt idx="246">
                  <c:v>22.332892978424798</c:v>
                </c:pt>
                <c:pt idx="247">
                  <c:v>22.286777504112798</c:v>
                </c:pt>
                <c:pt idx="248">
                  <c:v>22.241927354373701</c:v>
                </c:pt>
                <c:pt idx="249">
                  <c:v>22.192853178681101</c:v>
                </c:pt>
                <c:pt idx="250">
                  <c:v>22.2177173345451</c:v>
                </c:pt>
                <c:pt idx="251">
                  <c:v>22.223355686788999</c:v>
                </c:pt>
                <c:pt idx="252">
                  <c:v>22.242759932229099</c:v>
                </c:pt>
                <c:pt idx="253">
                  <c:v>22.2754794554724</c:v>
                </c:pt>
                <c:pt idx="254">
                  <c:v>22.361382167519199</c:v>
                </c:pt>
                <c:pt idx="255">
                  <c:v>22.457990578130399</c:v>
                </c:pt>
                <c:pt idx="256">
                  <c:v>22.535057273432599</c:v>
                </c:pt>
                <c:pt idx="257">
                  <c:v>22.729325302676301</c:v>
                </c:pt>
                <c:pt idx="258">
                  <c:v>22.925697694180698</c:v>
                </c:pt>
                <c:pt idx="259">
                  <c:v>23.094332827803299</c:v>
                </c:pt>
                <c:pt idx="260">
                  <c:v>23.2005365939029</c:v>
                </c:pt>
                <c:pt idx="261">
                  <c:v>23.332916893657099</c:v>
                </c:pt>
                <c:pt idx="262">
                  <c:v>23.4801023348043</c:v>
                </c:pt>
                <c:pt idx="263">
                  <c:v>23.657160347352701</c:v>
                </c:pt>
                <c:pt idx="264">
                  <c:v>23.813850218465099</c:v>
                </c:pt>
                <c:pt idx="265">
                  <c:v>23.964317278093901</c:v>
                </c:pt>
                <c:pt idx="266">
                  <c:v>24.176367808546502</c:v>
                </c:pt>
                <c:pt idx="267">
                  <c:v>24.459981585583499</c:v>
                </c:pt>
                <c:pt idx="268">
                  <c:v>24.666210099910899</c:v>
                </c:pt>
                <c:pt idx="269">
                  <c:v>24.835637511418401</c:v>
                </c:pt>
                <c:pt idx="270">
                  <c:v>24.9424982707936</c:v>
                </c:pt>
                <c:pt idx="271">
                  <c:v>25.1006524377134</c:v>
                </c:pt>
                <c:pt idx="272">
                  <c:v>25.400047759763801</c:v>
                </c:pt>
              </c:numCache>
            </c:numRef>
          </c:val>
          <c:smooth val="0"/>
        </c:ser>
        <c:dLbls>
          <c:showLegendKey val="0"/>
          <c:showVal val="0"/>
          <c:showCatName val="0"/>
          <c:showSerName val="0"/>
          <c:showPercent val="0"/>
          <c:showBubbleSize val="0"/>
        </c:dLbls>
        <c:marker val="1"/>
        <c:smooth val="0"/>
        <c:axId val="126876288"/>
        <c:axId val="153027328"/>
      </c:lineChart>
      <c:dateAx>
        <c:axId val="126876288"/>
        <c:scaling>
          <c:orientation val="minMax"/>
        </c:scaling>
        <c:delete val="0"/>
        <c:axPos val="b"/>
        <c:numFmt formatCode="m/d/yyyy" sourceLinked="1"/>
        <c:majorTickMark val="out"/>
        <c:minorTickMark val="none"/>
        <c:tickLblPos val="nextTo"/>
        <c:crossAx val="153027328"/>
        <c:crosses val="autoZero"/>
        <c:auto val="1"/>
        <c:lblOffset val="100"/>
        <c:baseTimeUnit val="months"/>
      </c:dateAx>
      <c:valAx>
        <c:axId val="153027328"/>
        <c:scaling>
          <c:orientation val="minMax"/>
        </c:scaling>
        <c:delete val="0"/>
        <c:axPos val="l"/>
        <c:numFmt formatCode="General" sourceLinked="1"/>
        <c:majorTickMark val="out"/>
        <c:minorTickMark val="none"/>
        <c:tickLblPos val="nextTo"/>
        <c:crossAx val="126876288"/>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FGLMC</c:v>
                </c:pt>
              </c:strCache>
            </c:strRef>
          </c:tx>
          <c:marker>
            <c:symbol val="none"/>
          </c:marker>
          <c:cat>
            <c:numRef>
              <c:f>Sheet1!$A$2:$A$274</c:f>
              <c:numCache>
                <c:formatCode>m/d/yyyy</c:formatCode>
                <c:ptCount val="273"/>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Sheet1!$B$2:$B$274</c:f>
              <c:numCache>
                <c:formatCode>General</c:formatCode>
                <c:ptCount val="273"/>
                <c:pt idx="0">
                  <c:v>0</c:v>
                </c:pt>
                <c:pt idx="1">
                  <c:v>0</c:v>
                </c:pt>
                <c:pt idx="2">
                  <c:v>0</c:v>
                </c:pt>
                <c:pt idx="3">
                  <c:v>#N/A</c:v>
                </c:pt>
                <c:pt idx="4">
                  <c:v>#N/A</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#N/A</c:v>
                </c:pt>
                <c:pt idx="36">
                  <c:v>#N/A</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4.3724688015578696E-3</c:v>
                </c:pt>
                <c:pt idx="184">
                  <c:v>0.1117702316609</c:v>
                </c:pt>
                <c:pt idx="185">
                  <c:v>0.36010302026259999</c:v>
                </c:pt>
                <c:pt idx="186">
                  <c:v>0.75919860116201598</c:v>
                </c:pt>
                <c:pt idx="187">
                  <c:v>1.18225837232194</c:v>
                </c:pt>
                <c:pt idx="188">
                  <c:v>1.45178827088372</c:v>
                </c:pt>
                <c:pt idx="189">
                  <c:v>1.64250465139039</c:v>
                </c:pt>
                <c:pt idx="190">
                  <c:v>1.90852286182822</c:v>
                </c:pt>
                <c:pt idx="191">
                  <c:v>2.3292818569979699</c:v>
                </c:pt>
                <c:pt idx="192">
                  <c:v>2.7384140628854201</c:v>
                </c:pt>
                <c:pt idx="193">
                  <c:v>3.1635287372385599</c:v>
                </c:pt>
                <c:pt idx="194">
                  <c:v>3.61323460867616</c:v>
                </c:pt>
                <c:pt idx="195">
                  <c:v>3.9756133950003099</c:v>
                </c:pt>
                <c:pt idx="196">
                  <c:v>4.2806282965524201</c:v>
                </c:pt>
                <c:pt idx="197">
                  <c:v>4.5961752339089701</c:v>
                </c:pt>
                <c:pt idx="198">
                  <c:v>4.9212860111908103</c:v>
                </c:pt>
                <c:pt idx="199">
                  <c:v>5.3033626487619498</c:v>
                </c:pt>
                <c:pt idx="200">
                  <c:v>5.9894872732756097</c:v>
                </c:pt>
                <c:pt idx="201">
                  <c:v>6.6505194844568898</c:v>
                </c:pt>
                <c:pt idx="202">
                  <c:v>7.3563821923873798</c:v>
                </c:pt>
                <c:pt idx="203">
                  <c:v>8.1546792347169106</c:v>
                </c:pt>
                <c:pt idx="204">
                  <c:v>8.7081057062140808</c:v>
                </c:pt>
                <c:pt idx="205">
                  <c:v>9.2921790345858692</c:v>
                </c:pt>
                <c:pt idx="206">
                  <c:v>9.6512122501901008</c:v>
                </c:pt>
                <c:pt idx="207">
                  <c:v>9.9688022745529796</c:v>
                </c:pt>
                <c:pt idx="208">
                  <c:v>10.1848976643859</c:v>
                </c:pt>
                <c:pt idx="209">
                  <c:v>10.378614298256201</c:v>
                </c:pt>
                <c:pt idx="210">
                  <c:v>10.576461857388701</c:v>
                </c:pt>
                <c:pt idx="211">
                  <c:v>10.7825156981747</c:v>
                </c:pt>
                <c:pt idx="212">
                  <c:v>11.059355181190799</c:v>
                </c:pt>
                <c:pt idx="213">
                  <c:v>11.3551518824305</c:v>
                </c:pt>
                <c:pt idx="214">
                  <c:v>11.706891270756101</c:v>
                </c:pt>
                <c:pt idx="215">
                  <c:v>12.080723839891601</c:v>
                </c:pt>
                <c:pt idx="216">
                  <c:v>12.4774772550726</c:v>
                </c:pt>
                <c:pt idx="217">
                  <c:v>12.7502610969401</c:v>
                </c:pt>
                <c:pt idx="218">
                  <c:v>13.2422149566736</c:v>
                </c:pt>
                <c:pt idx="219">
                  <c:v>13.596894500023</c:v>
                </c:pt>
                <c:pt idx="220">
                  <c:v>14.018088342841001</c:v>
                </c:pt>
                <c:pt idx="221">
                  <c:v>14.3928632477747</c:v>
                </c:pt>
                <c:pt idx="222">
                  <c:v>14.8227443221221</c:v>
                </c:pt>
                <c:pt idx="223">
                  <c:v>15.229578845828</c:v>
                </c:pt>
                <c:pt idx="224">
                  <c:v>15.607738199242799</c:v>
                </c:pt>
                <c:pt idx="225">
                  <c:v>15.911903667797899</c:v>
                </c:pt>
                <c:pt idx="226">
                  <c:v>16.345666619773301</c:v>
                </c:pt>
                <c:pt idx="227">
                  <c:v>16.667311483000301</c:v>
                </c:pt>
                <c:pt idx="228">
                  <c:v>17.103672428538498</c:v>
                </c:pt>
                <c:pt idx="229">
                  <c:v>17.467219191664501</c:v>
                </c:pt>
                <c:pt idx="230">
                  <c:v>17.762681749074702</c:v>
                </c:pt>
                <c:pt idx="231">
                  <c:v>18.095106137263599</c:v>
                </c:pt>
                <c:pt idx="232">
                  <c:v>18.457413709825101</c:v>
                </c:pt>
                <c:pt idx="233">
                  <c:v>18.7203902184322</c:v>
                </c:pt>
                <c:pt idx="234">
                  <c:v>18.866618493976301</c:v>
                </c:pt>
                <c:pt idx="235">
                  <c:v>18.928318560939001</c:v>
                </c:pt>
                <c:pt idx="236">
                  <c:v>19.0378276671516</c:v>
                </c:pt>
                <c:pt idx="237">
                  <c:v>19.129248591913701</c:v>
                </c:pt>
                <c:pt idx="238">
                  <c:v>19.133063814983601</c:v>
                </c:pt>
                <c:pt idx="239">
                  <c:v>19.070569251571101</c:v>
                </c:pt>
                <c:pt idx="240">
                  <c:v>19.0646023337153</c:v>
                </c:pt>
                <c:pt idx="241">
                  <c:v>19.054847978061499</c:v>
                </c:pt>
                <c:pt idx="242">
                  <c:v>19.0326921488317</c:v>
                </c:pt>
                <c:pt idx="243">
                  <c:v>18.967354289476901</c:v>
                </c:pt>
                <c:pt idx="244">
                  <c:v>18.8736757733082</c:v>
                </c:pt>
                <c:pt idx="245">
                  <c:v>18.748744374392999</c:v>
                </c:pt>
                <c:pt idx="246">
                  <c:v>18.579414460563701</c:v>
                </c:pt>
                <c:pt idx="247">
                  <c:v>18.296541316259201</c:v>
                </c:pt>
                <c:pt idx="248">
                  <c:v>18.091989508544899</c:v>
                </c:pt>
                <c:pt idx="249">
                  <c:v>17.887319125486901</c:v>
                </c:pt>
                <c:pt idx="250">
                  <c:v>17.700627619119899</c:v>
                </c:pt>
                <c:pt idx="251">
                  <c:v>17.579499467679099</c:v>
                </c:pt>
                <c:pt idx="252">
                  <c:v>17.428730086706601</c:v>
                </c:pt>
                <c:pt idx="253">
                  <c:v>17.209471720209201</c:v>
                </c:pt>
                <c:pt idx="254">
                  <c:v>17.096935666001599</c:v>
                </c:pt>
                <c:pt idx="255">
                  <c:v>16.875907753064901</c:v>
                </c:pt>
                <c:pt idx="256">
                  <c:v>16.636547635528199</c:v>
                </c:pt>
                <c:pt idx="257">
                  <c:v>16.430435696951498</c:v>
                </c:pt>
                <c:pt idx="258">
                  <c:v>16.247933115572</c:v>
                </c:pt>
                <c:pt idx="259">
                  <c:v>16.082798219956999</c:v>
                </c:pt>
                <c:pt idx="260">
                  <c:v>15.9017181948032</c:v>
                </c:pt>
                <c:pt idx="261">
                  <c:v>15.7323647074966</c:v>
                </c:pt>
                <c:pt idx="262">
                  <c:v>15.6162777641518</c:v>
                </c:pt>
                <c:pt idx="263">
                  <c:v>15.514907063727</c:v>
                </c:pt>
                <c:pt idx="264">
                  <c:v>15.413193005821499</c:v>
                </c:pt>
                <c:pt idx="265">
                  <c:v>15.324000912880599</c:v>
                </c:pt>
                <c:pt idx="266">
                  <c:v>15.241958447494699</c:v>
                </c:pt>
                <c:pt idx="267">
                  <c:v>15.1921991003911</c:v>
                </c:pt>
                <c:pt idx="268">
                  <c:v>15.0991687273054</c:v>
                </c:pt>
                <c:pt idx="269">
                  <c:v>14.979776269249999</c:v>
                </c:pt>
                <c:pt idx="270">
                  <c:v>14.812919504005601</c:v>
                </c:pt>
                <c:pt idx="271">
                  <c:v>14.6647653880212</c:v>
                </c:pt>
                <c:pt idx="272">
                  <c:v>14.5702417170525</c:v>
                </c:pt>
              </c:numCache>
            </c:numRef>
          </c:val>
          <c:smooth val="0"/>
        </c:ser>
        <c:ser>
          <c:idx val="1"/>
          <c:order val="1"/>
          <c:tx>
            <c:strRef>
              <c:f>Sheet1!$C$1</c:f>
              <c:strCache>
                <c:ptCount val="1"/>
                <c:pt idx="0">
                  <c:v>FNCL new</c:v>
                </c:pt>
              </c:strCache>
            </c:strRef>
          </c:tx>
          <c:spPr>
            <a:ln>
              <a:solidFill>
                <a:srgbClr val="C00000"/>
              </a:solidFill>
            </a:ln>
          </c:spPr>
          <c:marker>
            <c:symbol val="none"/>
          </c:marker>
          <c:cat>
            <c:numRef>
              <c:f>Sheet1!$A$2:$A$274</c:f>
              <c:numCache>
                <c:formatCode>m/d/yyyy</c:formatCode>
                <c:ptCount val="273"/>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Sheet1!$C$2:$C$274</c:f>
              <c:numCache>
                <c:formatCode>General</c:formatCode>
                <c:ptCount val="27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0.165244377250962</c:v>
                </c:pt>
                <c:pt idx="186">
                  <c:v>0.43695517802658002</c:v>
                </c:pt>
                <c:pt idx="187">
                  <c:v>0.77471654419301905</c:v>
                </c:pt>
                <c:pt idx="188">
                  <c:v>0.99182767308873798</c:v>
                </c:pt>
                <c:pt idx="189">
                  <c:v>1.1211085543772901</c:v>
                </c:pt>
                <c:pt idx="190">
                  <c:v>1.27555241931759</c:v>
                </c:pt>
                <c:pt idx="191">
                  <c:v>1.5386604065285501</c:v>
                </c:pt>
                <c:pt idx="192">
                  <c:v>1.8705996320354801</c:v>
                </c:pt>
                <c:pt idx="193">
                  <c:v>2.2693605188782802</c:v>
                </c:pt>
                <c:pt idx="194">
                  <c:v>2.4470482720989599</c:v>
                </c:pt>
                <c:pt idx="195">
                  <c:v>2.7007589901395499</c:v>
                </c:pt>
                <c:pt idx="196">
                  <c:v>2.9656426055392</c:v>
                </c:pt>
                <c:pt idx="197">
                  <c:v>3.1634785584949201</c:v>
                </c:pt>
                <c:pt idx="198">
                  <c:v>3.4949973537411201</c:v>
                </c:pt>
                <c:pt idx="199">
                  <c:v>3.9559657389217899</c:v>
                </c:pt>
                <c:pt idx="200">
                  <c:v>4.7102469128670599</c:v>
                </c:pt>
                <c:pt idx="201">
                  <c:v>5.4878873860927699</c:v>
                </c:pt>
                <c:pt idx="202">
                  <c:v>6.4727036476268296</c:v>
                </c:pt>
                <c:pt idx="203">
                  <c:v>7.6435597844914502</c:v>
                </c:pt>
                <c:pt idx="204">
                  <c:v>7.9120498984762699</c:v>
                </c:pt>
                <c:pt idx="205">
                  <c:v>8.2589625721354807</c:v>
                </c:pt>
                <c:pt idx="206">
                  <c:v>8.6901128155017506</c:v>
                </c:pt>
                <c:pt idx="207">
                  <c:v>8.9013942120198095</c:v>
                </c:pt>
                <c:pt idx="208">
                  <c:v>9.1407593660504993</c:v>
                </c:pt>
                <c:pt idx="209">
                  <c:v>9.4013037761779401</c:v>
                </c:pt>
                <c:pt idx="210">
                  <c:v>9.6115368670786392</c:v>
                </c:pt>
                <c:pt idx="211">
                  <c:v>10.0315341902519</c:v>
                </c:pt>
                <c:pt idx="212">
                  <c:v>10.530643337055199</c:v>
                </c:pt>
                <c:pt idx="213">
                  <c:v>11.0039360015958</c:v>
                </c:pt>
                <c:pt idx="214">
                  <c:v>11.245780890908099</c:v>
                </c:pt>
                <c:pt idx="215">
                  <c:v>11.7546570644999</c:v>
                </c:pt>
                <c:pt idx="216">
                  <c:v>12.0729509578963</c:v>
                </c:pt>
                <c:pt idx="217">
                  <c:v>12.4682997692363</c:v>
                </c:pt>
                <c:pt idx="218">
                  <c:v>13.052093081918001</c:v>
                </c:pt>
                <c:pt idx="219">
                  <c:v>13.247459402174099</c:v>
                </c:pt>
                <c:pt idx="220">
                  <c:v>13.6743074407509</c:v>
                </c:pt>
                <c:pt idx="221">
                  <c:v>14.052766226334599</c:v>
                </c:pt>
                <c:pt idx="222">
                  <c:v>14.5561317751028</c:v>
                </c:pt>
                <c:pt idx="223">
                  <c:v>15.112228516546001</c:v>
                </c:pt>
                <c:pt idx="224">
                  <c:v>15.4546759485319</c:v>
                </c:pt>
                <c:pt idx="225">
                  <c:v>15.724005692072801</c:v>
                </c:pt>
                <c:pt idx="226">
                  <c:v>16.150651709733399</c:v>
                </c:pt>
                <c:pt idx="227">
                  <c:v>16.5836558557594</c:v>
                </c:pt>
                <c:pt idx="228">
                  <c:v>17.005888286434299</c:v>
                </c:pt>
                <c:pt idx="229">
                  <c:v>17.345375216995802</c:v>
                </c:pt>
                <c:pt idx="230">
                  <c:v>17.669095252391902</c:v>
                </c:pt>
                <c:pt idx="231">
                  <c:v>18.097272452200698</c:v>
                </c:pt>
                <c:pt idx="232">
                  <c:v>18.4651945896786</c:v>
                </c:pt>
                <c:pt idx="233">
                  <c:v>18.806864383377199</c:v>
                </c:pt>
                <c:pt idx="234">
                  <c:v>18.956457849194599</c:v>
                </c:pt>
                <c:pt idx="235">
                  <c:v>18.856533856471302</c:v>
                </c:pt>
                <c:pt idx="236">
                  <c:v>18.997101024568199</c:v>
                </c:pt>
                <c:pt idx="237">
                  <c:v>19.063636879053501</c:v>
                </c:pt>
                <c:pt idx="238">
                  <c:v>19.153231921273999</c:v>
                </c:pt>
                <c:pt idx="239">
                  <c:v>20.9360785474069</c:v>
                </c:pt>
                <c:pt idx="240">
                  <c:v>22.184145770330399</c:v>
                </c:pt>
                <c:pt idx="241">
                  <c:v>22.2845849464799</c:v>
                </c:pt>
                <c:pt idx="242">
                  <c:v>22.347599055892299</c:v>
                </c:pt>
                <c:pt idx="243">
                  <c:v>22.386191699002499</c:v>
                </c:pt>
                <c:pt idx="244">
                  <c:v>22.395700475413602</c:v>
                </c:pt>
                <c:pt idx="245">
                  <c:v>22.3789321917187</c:v>
                </c:pt>
                <c:pt idx="246">
                  <c:v>22.329697367352299</c:v>
                </c:pt>
                <c:pt idx="247">
                  <c:v>22.283460984549599</c:v>
                </c:pt>
                <c:pt idx="248">
                  <c:v>22.238614299743102</c:v>
                </c:pt>
                <c:pt idx="249">
                  <c:v>22.189547079906198</c:v>
                </c:pt>
                <c:pt idx="250">
                  <c:v>22.214370906215301</c:v>
                </c:pt>
                <c:pt idx="251">
                  <c:v>22.219924032240801</c:v>
                </c:pt>
                <c:pt idx="252">
                  <c:v>22.239319948263699</c:v>
                </c:pt>
                <c:pt idx="253">
                  <c:v>22.272059748174701</c:v>
                </c:pt>
                <c:pt idx="254">
                  <c:v>22.357890693479799</c:v>
                </c:pt>
                <c:pt idx="255">
                  <c:v>22.454507063344501</c:v>
                </c:pt>
                <c:pt idx="256">
                  <c:v>22.531537684336001</c:v>
                </c:pt>
                <c:pt idx="257">
                  <c:v>22.7257723303834</c:v>
                </c:pt>
                <c:pt idx="258">
                  <c:v>22.922134185035102</c:v>
                </c:pt>
                <c:pt idx="259">
                  <c:v>23.090777799829901</c:v>
                </c:pt>
                <c:pt idx="260">
                  <c:v>23.196942429879201</c:v>
                </c:pt>
                <c:pt idx="261">
                  <c:v>23.329295797995101</c:v>
                </c:pt>
                <c:pt idx="262">
                  <c:v>23.476479309281402</c:v>
                </c:pt>
                <c:pt idx="263">
                  <c:v>23.653463344977599</c:v>
                </c:pt>
                <c:pt idx="264">
                  <c:v>23.8101582022204</c:v>
                </c:pt>
                <c:pt idx="265">
                  <c:v>23.960668578393701</c:v>
                </c:pt>
                <c:pt idx="266">
                  <c:v>24.172655144425299</c:v>
                </c:pt>
                <c:pt idx="267">
                  <c:v>24.456257987910199</c:v>
                </c:pt>
                <c:pt idx="268">
                  <c:v>24.662504305974799</c:v>
                </c:pt>
                <c:pt idx="269">
                  <c:v>24.8318912592818</c:v>
                </c:pt>
                <c:pt idx="270">
                  <c:v>24.938768209542499</c:v>
                </c:pt>
                <c:pt idx="271">
                  <c:v>25.096930994229499</c:v>
                </c:pt>
                <c:pt idx="272">
                  <c:v>25.396295474928301</c:v>
                </c:pt>
              </c:numCache>
            </c:numRef>
          </c:val>
          <c:smooth val="0"/>
        </c:ser>
        <c:dLbls>
          <c:showLegendKey val="0"/>
          <c:showVal val="0"/>
          <c:showCatName val="0"/>
          <c:showSerName val="0"/>
          <c:showPercent val="0"/>
          <c:showBubbleSize val="0"/>
        </c:dLbls>
        <c:marker val="1"/>
        <c:smooth val="0"/>
        <c:axId val="196654592"/>
        <c:axId val="196656128"/>
      </c:lineChart>
      <c:dateAx>
        <c:axId val="196654592"/>
        <c:scaling>
          <c:orientation val="minMax"/>
        </c:scaling>
        <c:delete val="0"/>
        <c:axPos val="b"/>
        <c:numFmt formatCode="m/d/yyyy" sourceLinked="1"/>
        <c:majorTickMark val="out"/>
        <c:minorTickMark val="none"/>
        <c:tickLblPos val="nextTo"/>
        <c:crossAx val="196656128"/>
        <c:crosses val="autoZero"/>
        <c:auto val="1"/>
        <c:lblOffset val="100"/>
        <c:baseTimeUnit val="months"/>
      </c:dateAx>
      <c:valAx>
        <c:axId val="196656128"/>
        <c:scaling>
          <c:orientation val="minMax"/>
        </c:scaling>
        <c:delete val="0"/>
        <c:axPos val="l"/>
        <c:numFmt formatCode="General" sourceLinked="1"/>
        <c:majorTickMark val="out"/>
        <c:minorTickMark val="none"/>
        <c:tickLblPos val="nextTo"/>
        <c:crossAx val="196654592"/>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FGLMC</c:v>
                </c:pt>
              </c:strCache>
            </c:strRef>
          </c:tx>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Sheet1!$B$2:$B$496</c:f>
              <c:numCache>
                <c:formatCode>General</c:formatCode>
                <c:ptCount val="495"/>
                <c:pt idx="0">
                  <c:v>99.042895214577996</c:v>
                </c:pt>
                <c:pt idx="1">
                  <c:v>98.728419570533603</c:v>
                </c:pt>
                <c:pt idx="2">
                  <c:v>98.420927368044502</c:v>
                </c:pt>
                <c:pt idx="3">
                  <c:v>#N/A</c:v>
                </c:pt>
                <c:pt idx="4">
                  <c:v>#N/A</c:v>
                </c:pt>
                <c:pt idx="5">
                  <c:v>97.681204158137106</c:v>
                </c:pt>
                <c:pt idx="6">
                  <c:v>97.503899032269402</c:v>
                </c:pt>
                <c:pt idx="7">
                  <c:v>97.356954680509801</c:v>
                </c:pt>
                <c:pt idx="8">
                  <c:v>97.202262614290007</c:v>
                </c:pt>
                <c:pt idx="9">
                  <c:v>97.077694471307694</c:v>
                </c:pt>
                <c:pt idx="10">
                  <c:v>96.978984565132095</c:v>
                </c:pt>
                <c:pt idx="11">
                  <c:v>96.901214384948005</c:v>
                </c:pt>
                <c:pt idx="12">
                  <c:v>96.797930004529704</c:v>
                </c:pt>
                <c:pt idx="13">
                  <c:v>96.704603715331203</c:v>
                </c:pt>
                <c:pt idx="14">
                  <c:v>96.580893265796803</c:v>
                </c:pt>
                <c:pt idx="15">
                  <c:v>96.415450831963796</c:v>
                </c:pt>
                <c:pt idx="16">
                  <c:v>96.289993664180201</c:v>
                </c:pt>
                <c:pt idx="17">
                  <c:v>96.140167177683495</c:v>
                </c:pt>
                <c:pt idx="18">
                  <c:v>96.0699306058102</c:v>
                </c:pt>
                <c:pt idx="19">
                  <c:v>95.970004992844295</c:v>
                </c:pt>
                <c:pt idx="20">
                  <c:v>95.719948288162598</c:v>
                </c:pt>
                <c:pt idx="21">
                  <c:v>95.454564179037803</c:v>
                </c:pt>
                <c:pt idx="22">
                  <c:v>95.309097276227803</c:v>
                </c:pt>
                <c:pt idx="23">
                  <c:v>95.207580805184193</c:v>
                </c:pt>
                <c:pt idx="24">
                  <c:v>95.068968282893394</c:v>
                </c:pt>
                <c:pt idx="25">
                  <c:v>94.9282536272312</c:v>
                </c:pt>
                <c:pt idx="26">
                  <c:v>94.718777649845606</c:v>
                </c:pt>
                <c:pt idx="27">
                  <c:v>94.517617836355498</c:v>
                </c:pt>
                <c:pt idx="28">
                  <c:v>94.433956535743107</c:v>
                </c:pt>
                <c:pt idx="29">
                  <c:v>94.279860937165907</c:v>
                </c:pt>
                <c:pt idx="30">
                  <c:v>94.046836234387399</c:v>
                </c:pt>
                <c:pt idx="31">
                  <c:v>93.902239936808499</c:v>
                </c:pt>
                <c:pt idx="32">
                  <c:v>93.747279131194702</c:v>
                </c:pt>
                <c:pt idx="33">
                  <c:v>93.619053387659307</c:v>
                </c:pt>
                <c:pt idx="34">
                  <c:v>93.540671648384404</c:v>
                </c:pt>
                <c:pt idx="35">
                  <c:v>#N/A</c:v>
                </c:pt>
                <c:pt idx="36">
                  <c:v>#N/A</c:v>
                </c:pt>
                <c:pt idx="37">
                  <c:v>92.993150188481806</c:v>
                </c:pt>
                <c:pt idx="38">
                  <c:v>92.902874572158197</c:v>
                </c:pt>
                <c:pt idx="39">
                  <c:v>92.824520228906394</c:v>
                </c:pt>
                <c:pt idx="40">
                  <c:v>92.753503587986103</c:v>
                </c:pt>
                <c:pt idx="41">
                  <c:v>92.644354738794206</c:v>
                </c:pt>
                <c:pt idx="42">
                  <c:v>92.511880458717599</c:v>
                </c:pt>
                <c:pt idx="43">
                  <c:v>92.416946943406799</c:v>
                </c:pt>
                <c:pt idx="44">
                  <c:v>92.332196161286404</c:v>
                </c:pt>
                <c:pt idx="45">
                  <c:v>92.248022386213506</c:v>
                </c:pt>
                <c:pt idx="46">
                  <c:v>92.112657381390605</c:v>
                </c:pt>
                <c:pt idx="47">
                  <c:v>92.025928040633204</c:v>
                </c:pt>
                <c:pt idx="48">
                  <c:v>92.053310665430601</c:v>
                </c:pt>
                <c:pt idx="49">
                  <c:v>92.022991506954199</c:v>
                </c:pt>
                <c:pt idx="50">
                  <c:v>91.853457612590503</c:v>
                </c:pt>
                <c:pt idx="51">
                  <c:v>91.768115515667404</c:v>
                </c:pt>
                <c:pt idx="52">
                  <c:v>91.673935599984702</c:v>
                </c:pt>
                <c:pt idx="53">
                  <c:v>91.570922345367805</c:v>
                </c:pt>
                <c:pt idx="54">
                  <c:v>91.517389801174403</c:v>
                </c:pt>
                <c:pt idx="55">
                  <c:v>91.533661788427906</c:v>
                </c:pt>
                <c:pt idx="56">
                  <c:v>91.556802230438095</c:v>
                </c:pt>
                <c:pt idx="57">
                  <c:v>91.394038464355305</c:v>
                </c:pt>
                <c:pt idx="58">
                  <c:v>91.248054735348205</c:v>
                </c:pt>
                <c:pt idx="59">
                  <c:v>91.173404727319095</c:v>
                </c:pt>
                <c:pt idx="60">
                  <c:v>91.060510110117306</c:v>
                </c:pt>
                <c:pt idx="61">
                  <c:v>91.029735352678102</c:v>
                </c:pt>
                <c:pt idx="62">
                  <c:v>90.935961074470796</c:v>
                </c:pt>
                <c:pt idx="63">
                  <c:v>90.868151897523106</c:v>
                </c:pt>
                <c:pt idx="64">
                  <c:v>90.754331103109195</c:v>
                </c:pt>
                <c:pt idx="65">
                  <c:v>90.676781769290997</c:v>
                </c:pt>
                <c:pt idx="66">
                  <c:v>90.592704865297094</c:v>
                </c:pt>
                <c:pt idx="67">
                  <c:v>90.543650668260398</c:v>
                </c:pt>
                <c:pt idx="68">
                  <c:v>90.473341946825997</c:v>
                </c:pt>
                <c:pt idx="69">
                  <c:v>90.423566343701395</c:v>
                </c:pt>
                <c:pt idx="70">
                  <c:v>90.377949021028996</c:v>
                </c:pt>
                <c:pt idx="71">
                  <c:v>90.341587928600504</c:v>
                </c:pt>
                <c:pt idx="72">
                  <c:v>90.2613194844985</c:v>
                </c:pt>
                <c:pt idx="73">
                  <c:v>90.239260897534606</c:v>
                </c:pt>
                <c:pt idx="74">
                  <c:v>90.216704589250398</c:v>
                </c:pt>
                <c:pt idx="75">
                  <c:v>90.1989728595277</c:v>
                </c:pt>
                <c:pt idx="76">
                  <c:v>90.135844691138104</c:v>
                </c:pt>
                <c:pt idx="77">
                  <c:v>90.0693507160873</c:v>
                </c:pt>
                <c:pt idx="78">
                  <c:v>90.038224217183696</c:v>
                </c:pt>
                <c:pt idx="79">
                  <c:v>89.960264842197205</c:v>
                </c:pt>
                <c:pt idx="80">
                  <c:v>89.896320553078198</c:v>
                </c:pt>
                <c:pt idx="81">
                  <c:v>89.815054683417799</c:v>
                </c:pt>
                <c:pt idx="82">
                  <c:v>89.729976201419205</c:v>
                </c:pt>
                <c:pt idx="83">
                  <c:v>89.657215563622103</c:v>
                </c:pt>
                <c:pt idx="84">
                  <c:v>89.581547750311501</c:v>
                </c:pt>
                <c:pt idx="85">
                  <c:v>89.512842821269302</c:v>
                </c:pt>
                <c:pt idx="86">
                  <c:v>89.472957018569602</c:v>
                </c:pt>
                <c:pt idx="87">
                  <c:v>89.407079481689493</c:v>
                </c:pt>
                <c:pt idx="88">
                  <c:v>89.316474945363396</c:v>
                </c:pt>
                <c:pt idx="89">
                  <c:v>89.195932581922193</c:v>
                </c:pt>
                <c:pt idx="90">
                  <c:v>89.046337871782796</c:v>
                </c:pt>
                <c:pt idx="91">
                  <c:v>88.943319036077895</c:v>
                </c:pt>
                <c:pt idx="92">
                  <c:v>88.838842962308107</c:v>
                </c:pt>
                <c:pt idx="93">
                  <c:v>88.759627121752104</c:v>
                </c:pt>
                <c:pt idx="94">
                  <c:v>88.672003146288404</c:v>
                </c:pt>
                <c:pt idx="95">
                  <c:v>88.573531157356697</c:v>
                </c:pt>
                <c:pt idx="96">
                  <c:v>88.466004535635307</c:v>
                </c:pt>
                <c:pt idx="97">
                  <c:v>88.306155213092495</c:v>
                </c:pt>
                <c:pt idx="98">
                  <c:v>88.165854670543595</c:v>
                </c:pt>
                <c:pt idx="99">
                  <c:v>88.038684248769897</c:v>
                </c:pt>
                <c:pt idx="100">
                  <c:v>87.917018505683401</c:v>
                </c:pt>
                <c:pt idx="101">
                  <c:v>87.796318491509297</c:v>
                </c:pt>
                <c:pt idx="102">
                  <c:v>87.677245123366006</c:v>
                </c:pt>
                <c:pt idx="103">
                  <c:v>87.582967421811901</c:v>
                </c:pt>
                <c:pt idx="104">
                  <c:v>87.512331924893999</c:v>
                </c:pt>
                <c:pt idx="105">
                  <c:v>87.485744139592001</c:v>
                </c:pt>
                <c:pt idx="106">
                  <c:v>87.445232638571099</c:v>
                </c:pt>
                <c:pt idx="107">
                  <c:v>87.370538177379203</c:v>
                </c:pt>
                <c:pt idx="108">
                  <c:v>87.3587896847515</c:v>
                </c:pt>
                <c:pt idx="109">
                  <c:v>87.366862250795293</c:v>
                </c:pt>
                <c:pt idx="110">
                  <c:v>87.3665003726084</c:v>
                </c:pt>
                <c:pt idx="111">
                  <c:v>87.440175577590793</c:v>
                </c:pt>
                <c:pt idx="112">
                  <c:v>87.534653803241099</c:v>
                </c:pt>
                <c:pt idx="113">
                  <c:v>87.5949123058287</c:v>
                </c:pt>
                <c:pt idx="114">
                  <c:v>87.705258310248198</c:v>
                </c:pt>
                <c:pt idx="115">
                  <c:v>87.755743416356694</c:v>
                </c:pt>
                <c:pt idx="116">
                  <c:v>87.868978262737997</c:v>
                </c:pt>
                <c:pt idx="117">
                  <c:v>87.942381246075001</c:v>
                </c:pt>
                <c:pt idx="118">
                  <c:v>88.050881062194804</c:v>
                </c:pt>
                <c:pt idx="119">
                  <c:v>88.084074147928803</c:v>
                </c:pt>
                <c:pt idx="120">
                  <c:v>88.105767536891705</c:v>
                </c:pt>
                <c:pt idx="121">
                  <c:v>88.134375617136001</c:v>
                </c:pt>
                <c:pt idx="122">
                  <c:v>88.221138612025896</c:v>
                </c:pt>
                <c:pt idx="123">
                  <c:v>88.2796976810329</c:v>
                </c:pt>
                <c:pt idx="124">
                  <c:v>88.359195659260095</c:v>
                </c:pt>
                <c:pt idx="125">
                  <c:v>88.386130968417604</c:v>
                </c:pt>
                <c:pt idx="126">
                  <c:v>88.444880925534704</c:v>
                </c:pt>
                <c:pt idx="127">
                  <c:v>88.531840576166104</c:v>
                </c:pt>
                <c:pt idx="128">
                  <c:v>88.591423485742794</c:v>
                </c:pt>
                <c:pt idx="129">
                  <c:v>88.652693025769906</c:v>
                </c:pt>
                <c:pt idx="130">
                  <c:v>88.723270104119905</c:v>
                </c:pt>
                <c:pt idx="131">
                  <c:v>88.829845686075501</c:v>
                </c:pt>
                <c:pt idx="132">
                  <c:v>88.875416801239993</c:v>
                </c:pt>
                <c:pt idx="133">
                  <c:v>88.930022726333107</c:v>
                </c:pt>
                <c:pt idx="134">
                  <c:v>89.072123444957199</c:v>
                </c:pt>
                <c:pt idx="135">
                  <c:v>89.125361401376196</c:v>
                </c:pt>
                <c:pt idx="136">
                  <c:v>89.198205762551396</c:v>
                </c:pt>
                <c:pt idx="137">
                  <c:v>89.254039252913302</c:v>
                </c:pt>
                <c:pt idx="138">
                  <c:v>89.285574490843004</c:v>
                </c:pt>
                <c:pt idx="139">
                  <c:v>89.348688696911395</c:v>
                </c:pt>
                <c:pt idx="140">
                  <c:v>89.338391137991394</c:v>
                </c:pt>
                <c:pt idx="141">
                  <c:v>89.370147218990098</c:v>
                </c:pt>
                <c:pt idx="142">
                  <c:v>89.395771016600804</c:v>
                </c:pt>
                <c:pt idx="143">
                  <c:v>89.406108931294</c:v>
                </c:pt>
                <c:pt idx="144">
                  <c:v>89.475207292258503</c:v>
                </c:pt>
                <c:pt idx="145">
                  <c:v>89.538278655785604</c:v>
                </c:pt>
                <c:pt idx="146">
                  <c:v>89.622606212205895</c:v>
                </c:pt>
                <c:pt idx="147">
                  <c:v>89.707410139325304</c:v>
                </c:pt>
                <c:pt idx="148">
                  <c:v>89.775199167466297</c:v>
                </c:pt>
                <c:pt idx="149">
                  <c:v>89.784352669818205</c:v>
                </c:pt>
                <c:pt idx="150">
                  <c:v>89.808847866585197</c:v>
                </c:pt>
                <c:pt idx="151">
                  <c:v>88.564265133633199</c:v>
                </c:pt>
                <c:pt idx="152">
                  <c:v>88.718118200961499</c:v>
                </c:pt>
                <c:pt idx="153">
                  <c:v>89.030330750412503</c:v>
                </c:pt>
                <c:pt idx="154">
                  <c:v>89.182762274168795</c:v>
                </c:pt>
                <c:pt idx="155">
                  <c:v>88.634563936587895</c:v>
                </c:pt>
                <c:pt idx="156">
                  <c:v>88.964771030614202</c:v>
                </c:pt>
                <c:pt idx="157">
                  <c:v>88.573890165799995</c:v>
                </c:pt>
                <c:pt idx="158">
                  <c:v>88.946012579693601</c:v>
                </c:pt>
                <c:pt idx="159">
                  <c:v>89.210969925319404</c:v>
                </c:pt>
                <c:pt idx="160">
                  <c:v>89.130691751235801</c:v>
                </c:pt>
                <c:pt idx="161">
                  <c:v>89.148915748873307</c:v>
                </c:pt>
                <c:pt idx="162">
                  <c:v>89.2053193621758</c:v>
                </c:pt>
                <c:pt idx="163">
                  <c:v>88.788227667979001</c:v>
                </c:pt>
                <c:pt idx="164">
                  <c:v>88.179894004947499</c:v>
                </c:pt>
                <c:pt idx="165">
                  <c:v>88.304705206090802</c:v>
                </c:pt>
                <c:pt idx="166">
                  <c:v>87.372890547298596</c:v>
                </c:pt>
                <c:pt idx="167">
                  <c:v>86.832632177839699</c:v>
                </c:pt>
                <c:pt idx="168">
                  <c:v>85.933940565323198</c:v>
                </c:pt>
                <c:pt idx="169">
                  <c:v>84.496594313225401</c:v>
                </c:pt>
                <c:pt idx="170">
                  <c:v>83.974665526216796</c:v>
                </c:pt>
                <c:pt idx="171">
                  <c:v>83.610002496999201</c:v>
                </c:pt>
                <c:pt idx="172">
                  <c:v>83.097793218180598</c:v>
                </c:pt>
                <c:pt idx="173">
                  <c:v>82.942590170169595</c:v>
                </c:pt>
                <c:pt idx="174">
                  <c:v>83.144668466178601</c:v>
                </c:pt>
                <c:pt idx="175">
                  <c:v>82.566955120590407</c:v>
                </c:pt>
                <c:pt idx="176">
                  <c:v>81.530228230536295</c:v>
                </c:pt>
                <c:pt idx="177">
                  <c:v>80.856974699732703</c:v>
                </c:pt>
                <c:pt idx="178">
                  <c:v>79.525922663337795</c:v>
                </c:pt>
                <c:pt idx="179">
                  <c:v>79.398809719351206</c:v>
                </c:pt>
                <c:pt idx="180">
                  <c:v>79.286047607884299</c:v>
                </c:pt>
                <c:pt idx="181">
                  <c:v>78.1909227294354</c:v>
                </c:pt>
                <c:pt idx="182">
                  <c:v>77.135811256494094</c:v>
                </c:pt>
                <c:pt idx="183">
                  <c:v>81.529181186328401</c:v>
                </c:pt>
                <c:pt idx="184">
                  <c:v>81.829110816029598</c:v>
                </c:pt>
                <c:pt idx="185">
                  <c:v>82.089385010872107</c:v>
                </c:pt>
                <c:pt idx="186">
                  <c:v>80.710360837649702</c:v>
                </c:pt>
                <c:pt idx="187">
                  <c:v>80.355194371457799</c:v>
                </c:pt>
                <c:pt idx="188">
                  <c:v>81.121073009494395</c:v>
                </c:pt>
                <c:pt idx="189">
                  <c:v>81.405729345510593</c:v>
                </c:pt>
                <c:pt idx="190">
                  <c:v>81.256492700093105</c:v>
                </c:pt>
                <c:pt idx="191">
                  <c:v>80.607655597803699</c:v>
                </c:pt>
                <c:pt idx="192">
                  <c:v>80.858173325298793</c:v>
                </c:pt>
                <c:pt idx="193">
                  <c:v>80.688325183506706</c:v>
                </c:pt>
                <c:pt idx="194">
                  <c:v>82.712785590828005</c:v>
                </c:pt>
                <c:pt idx="195">
                  <c:v>83.669291888756803</c:v>
                </c:pt>
                <c:pt idx="196">
                  <c:v>84.256320909696697</c:v>
                </c:pt>
                <c:pt idx="197">
                  <c:v>84.2012687282716</c:v>
                </c:pt>
                <c:pt idx="198">
                  <c:v>85.217780490202998</c:v>
                </c:pt>
                <c:pt idx="199">
                  <c:v>84.960859500027794</c:v>
                </c:pt>
                <c:pt idx="200">
                  <c:v>84.494608585388306</c:v>
                </c:pt>
                <c:pt idx="201">
                  <c:v>83.969399568588898</c:v>
                </c:pt>
                <c:pt idx="202">
                  <c:v>83.401335674412394</c:v>
                </c:pt>
                <c:pt idx="203">
                  <c:v>82.546708914877399</c:v>
                </c:pt>
                <c:pt idx="204">
                  <c:v>81.626731721387301</c:v>
                </c:pt>
                <c:pt idx="205">
                  <c:v>80.591345183582206</c:v>
                </c:pt>
                <c:pt idx="206">
                  <c:v>81.383451680802295</c:v>
                </c:pt>
                <c:pt idx="207">
                  <c:v>82.112441943039499</c:v>
                </c:pt>
                <c:pt idx="208">
                  <c:v>82.773563669638705</c:v>
                </c:pt>
                <c:pt idx="209">
                  <c:v>83.256781286364301</c:v>
                </c:pt>
                <c:pt idx="210">
                  <c:v>81.746691137754596</c:v>
                </c:pt>
                <c:pt idx="211">
                  <c:v>82.2390613467539</c:v>
                </c:pt>
                <c:pt idx="212">
                  <c:v>82.080864733743397</c:v>
                </c:pt>
                <c:pt idx="213">
                  <c:v>81.852423434348395</c:v>
                </c:pt>
                <c:pt idx="214">
                  <c:v>81.548157829458106</c:v>
                </c:pt>
                <c:pt idx="215">
                  <c:v>81.498799908147802</c:v>
                </c:pt>
                <c:pt idx="216">
                  <c:v>81.497876487721797</c:v>
                </c:pt>
                <c:pt idx="217">
                  <c:v>83.555137426507002</c:v>
                </c:pt>
                <c:pt idx="218">
                  <c:v>85.274448613203703</c:v>
                </c:pt>
                <c:pt idx="219">
                  <c:v>86.899179529213797</c:v>
                </c:pt>
                <c:pt idx="220">
                  <c:v>88.358118430418102</c:v>
                </c:pt>
                <c:pt idx="221">
                  <c:v>89.075442212496498</c:v>
                </c:pt>
                <c:pt idx="222">
                  <c:v>89.648544080684104</c:v>
                </c:pt>
                <c:pt idx="223">
                  <c:v>90.203891343680894</c:v>
                </c:pt>
                <c:pt idx="224">
                  <c:v>90.464662328033796</c:v>
                </c:pt>
                <c:pt idx="225">
                  <c:v>90.760062693991202</c:v>
                </c:pt>
                <c:pt idx="226">
                  <c:v>90.930084526706196</c:v>
                </c:pt>
                <c:pt idx="227">
                  <c:v>91.4027863902608</c:v>
                </c:pt>
                <c:pt idx="228">
                  <c:v>91.794949555672005</c:v>
                </c:pt>
                <c:pt idx="229">
                  <c:v>92.152731135910003</c:v>
                </c:pt>
                <c:pt idx="230">
                  <c:v>93.148803996602297</c:v>
                </c:pt>
                <c:pt idx="231">
                  <c:v>94.001875479032904</c:v>
                </c:pt>
                <c:pt idx="232">
                  <c:v>94.681483937041904</c:v>
                </c:pt>
                <c:pt idx="233">
                  <c:v>94.998094867418104</c:v>
                </c:pt>
                <c:pt idx="234">
                  <c:v>95.421835011427206</c:v>
                </c:pt>
                <c:pt idx="235">
                  <c:v>95.705986953763102</c:v>
                </c:pt>
                <c:pt idx="236">
                  <c:v>95.754656189581098</c:v>
                </c:pt>
                <c:pt idx="237">
                  <c:v>95.768588634014506</c:v>
                </c:pt>
                <c:pt idx="238">
                  <c:v>95.789714767199797</c:v>
                </c:pt>
                <c:pt idx="239">
                  <c:v>95.890659660073794</c:v>
                </c:pt>
                <c:pt idx="240">
                  <c:v>95.955284016383601</c:v>
                </c:pt>
                <c:pt idx="241">
                  <c:v>96.013424182271393</c:v>
                </c:pt>
                <c:pt idx="242">
                  <c:v>96.395536887807793</c:v>
                </c:pt>
                <c:pt idx="243">
                  <c:v>96.712625289075504</c:v>
                </c:pt>
                <c:pt idx="244">
                  <c:v>96.972864504413906</c:v>
                </c:pt>
                <c:pt idx="245">
                  <c:v>97.070316869230595</c:v>
                </c:pt>
                <c:pt idx="246">
                  <c:v>97.162631168494798</c:v>
                </c:pt>
                <c:pt idx="247">
                  <c:v>97.260917064417598</c:v>
                </c:pt>
                <c:pt idx="248">
                  <c:v>97.313079385708704</c:v>
                </c:pt>
                <c:pt idx="249">
                  <c:v>97.362800299053504</c:v>
                </c:pt>
                <c:pt idx="250">
                  <c:v>97.4069476351807</c:v>
                </c:pt>
                <c:pt idx="251">
                  <c:v>97.459263236000496</c:v>
                </c:pt>
                <c:pt idx="252">
                  <c:v>97.508340981836298</c:v>
                </c:pt>
                <c:pt idx="253">
                  <c:v>97.557577733267294</c:v>
                </c:pt>
                <c:pt idx="254">
                  <c:v>97.717907648615196</c:v>
                </c:pt>
                <c:pt idx="255">
                  <c:v>97.839102148951895</c:v>
                </c:pt>
                <c:pt idx="256">
                  <c:v>97.949432118323799</c:v>
                </c:pt>
                <c:pt idx="257">
                  <c:v>98.012457331367401</c:v>
                </c:pt>
                <c:pt idx="258">
                  <c:v>98.069886492152705</c:v>
                </c:pt>
                <c:pt idx="259">
                  <c:v>98.116112407945494</c:v>
                </c:pt>
                <c:pt idx="260">
                  <c:v>98.136100837653004</c:v>
                </c:pt>
                <c:pt idx="261">
                  <c:v>98.148635600370397</c:v>
                </c:pt>
                <c:pt idx="262">
                  <c:v>98.155106018828604</c:v>
                </c:pt>
                <c:pt idx="263">
                  <c:v>98.190860334399801</c:v>
                </c:pt>
                <c:pt idx="264">
                  <c:v>98.217212301027104</c:v>
                </c:pt>
                <c:pt idx="265">
                  <c:v>98.238521837558693</c:v>
                </c:pt>
                <c:pt idx="266">
                  <c:v>98.339157457570707</c:v>
                </c:pt>
                <c:pt idx="267">
                  <c:v>98.408884157195104</c:v>
                </c:pt>
                <c:pt idx="268">
                  <c:v>98.466552861347594</c:v>
                </c:pt>
                <c:pt idx="269">
                  <c:v>98.478279535481093</c:v>
                </c:pt>
                <c:pt idx="270">
                  <c:v>98.488463016285905</c:v>
                </c:pt>
                <c:pt idx="271">
                  <c:v>98.500416951640702</c:v>
                </c:pt>
                <c:pt idx="272">
                  <c:v>98.5077209696301</c:v>
                </c:pt>
                <c:pt idx="273" formatCode="m/d/yyyy">
                  <c:v>0</c:v>
                </c:pt>
              </c:numCache>
            </c:numRef>
          </c:val>
          <c:smooth val="0"/>
        </c:ser>
        <c:ser>
          <c:idx val="1"/>
          <c:order val="1"/>
          <c:tx>
            <c:strRef>
              <c:f>Sheet1!$C$1</c:f>
              <c:strCache>
                <c:ptCount val="1"/>
                <c:pt idx="0">
                  <c:v>FNCL-old</c:v>
                </c:pt>
              </c:strCache>
            </c:strRef>
          </c:tx>
          <c:spPr>
            <a:ln>
              <a:solidFill>
                <a:srgbClr val="C00000"/>
              </a:solidFill>
            </a:ln>
          </c:spPr>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Sheet1!$C$2:$C$496</c:f>
              <c:numCache>
                <c:formatCode>General</c:formatCode>
                <c:ptCount val="495"/>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23.9040337806804</c:v>
                </c:pt>
                <c:pt idx="24">
                  <c:v>24.1377362792234</c:v>
                </c:pt>
                <c:pt idx="25">
                  <c:v>24.2468457926296</c:v>
                </c:pt>
                <c:pt idx="26">
                  <c:v>24.264011179889302</c:v>
                </c:pt>
                <c:pt idx="27">
                  <c:v>24.276981894699802</c:v>
                </c:pt>
                <c:pt idx="28">
                  <c:v>24.249599072896402</c:v>
                </c:pt>
                <c:pt idx="29">
                  <c:v>24.232831860734301</c:v>
                </c:pt>
                <c:pt idx="30">
                  <c:v>24.241661598891099</c:v>
                </c:pt>
                <c:pt idx="31">
                  <c:v>24.315494830336998</c:v>
                </c:pt>
                <c:pt idx="32">
                  <c:v>24.366078209419399</c:v>
                </c:pt>
                <c:pt idx="33">
                  <c:v>24.4214435912955</c:v>
                </c:pt>
                <c:pt idx="34">
                  <c:v>24.5409886947002</c:v>
                </c:pt>
                <c:pt idx="35">
                  <c:v>25.5759162958479</c:v>
                </c:pt>
                <c:pt idx="36">
                  <c:v>25.594344150942799</c:v>
                </c:pt>
                <c:pt idx="37">
                  <c:v>25.628449813680199</c:v>
                </c:pt>
                <c:pt idx="38">
                  <c:v>25.602052686198</c:v>
                </c:pt>
                <c:pt idx="39">
                  <c:v>25.654788681013599</c:v>
                </c:pt>
                <c:pt idx="40">
                  <c:v>25.7004559306001</c:v>
                </c:pt>
                <c:pt idx="41">
                  <c:v>25.779795489019801</c:v>
                </c:pt>
                <c:pt idx="42">
                  <c:v>25.879236352383799</c:v>
                </c:pt>
                <c:pt idx="43">
                  <c:v>25.839700524105901</c:v>
                </c:pt>
                <c:pt idx="44">
                  <c:v>25.892714667461298</c:v>
                </c:pt>
                <c:pt idx="45">
                  <c:v>25.918734491286401</c:v>
                </c:pt>
                <c:pt idx="46">
                  <c:v>25.8684727523957</c:v>
                </c:pt>
                <c:pt idx="47">
                  <c:v>23.4019153504663</c:v>
                </c:pt>
                <c:pt idx="48">
                  <c:v>23.430173551169499</c:v>
                </c:pt>
                <c:pt idx="49">
                  <c:v>23.480647018681399</c:v>
                </c:pt>
                <c:pt idx="50">
                  <c:v>23.571062098696899</c:v>
                </c:pt>
                <c:pt idx="51">
                  <c:v>23.516082028561399</c:v>
                </c:pt>
                <c:pt idx="52">
                  <c:v>23.517902337879399</c:v>
                </c:pt>
                <c:pt idx="53">
                  <c:v>23.534384688912599</c:v>
                </c:pt>
                <c:pt idx="54">
                  <c:v>23.450623678978602</c:v>
                </c:pt>
                <c:pt idx="55">
                  <c:v>23.465814470552999</c:v>
                </c:pt>
                <c:pt idx="56">
                  <c:v>23.505330083208101</c:v>
                </c:pt>
                <c:pt idx="57">
                  <c:v>23.4553603093931</c:v>
                </c:pt>
                <c:pt idx="58">
                  <c:v>23.457832225765301</c:v>
                </c:pt>
                <c:pt idx="59">
                  <c:v>22.859773088248701</c:v>
                </c:pt>
                <c:pt idx="60">
                  <c:v>22.8647134525621</c:v>
                </c:pt>
                <c:pt idx="61">
                  <c:v>22.8846012847089</c:v>
                </c:pt>
                <c:pt idx="62">
                  <c:v>22.942006592345301</c:v>
                </c:pt>
                <c:pt idx="63">
                  <c:v>23.003063729522299</c:v>
                </c:pt>
                <c:pt idx="64">
                  <c:v>23.136635542313901</c:v>
                </c:pt>
                <c:pt idx="65">
                  <c:v>23.258250195434801</c:v>
                </c:pt>
                <c:pt idx="66">
                  <c:v>23.406705263677502</c:v>
                </c:pt>
                <c:pt idx="67">
                  <c:v>23.584999679202902</c:v>
                </c:pt>
                <c:pt idx="68">
                  <c:v>23.836196796233502</c:v>
                </c:pt>
                <c:pt idx="69">
                  <c:v>23.960501905306099</c:v>
                </c:pt>
                <c:pt idx="70">
                  <c:v>24.1511939597363</c:v>
                </c:pt>
                <c:pt idx="71">
                  <c:v>23.9569807903029</c:v>
                </c:pt>
                <c:pt idx="72">
                  <c:v>24.132556362769002</c:v>
                </c:pt>
                <c:pt idx="73">
                  <c:v>24.220089336597901</c:v>
                </c:pt>
                <c:pt idx="74">
                  <c:v>24.371443077002301</c:v>
                </c:pt>
                <c:pt idx="75">
                  <c:v>24.5660130506622</c:v>
                </c:pt>
                <c:pt idx="76">
                  <c:v>24.759377424572701</c:v>
                </c:pt>
                <c:pt idx="77">
                  <c:v>25.014631288793499</c:v>
                </c:pt>
                <c:pt idx="78">
                  <c:v>25.302403828018701</c:v>
                </c:pt>
                <c:pt idx="79">
                  <c:v>25.578896569007799</c:v>
                </c:pt>
                <c:pt idx="80">
                  <c:v>25.75168433883</c:v>
                </c:pt>
                <c:pt idx="81">
                  <c:v>25.965688275597</c:v>
                </c:pt>
                <c:pt idx="82">
                  <c:v>26.084698277235201</c:v>
                </c:pt>
                <c:pt idx="83">
                  <c:v>24.869792938541298</c:v>
                </c:pt>
                <c:pt idx="84">
                  <c:v>24.940877683184802</c:v>
                </c:pt>
                <c:pt idx="85">
                  <c:v>24.979186789700901</c:v>
                </c:pt>
                <c:pt idx="86">
                  <c:v>24.762891418315</c:v>
                </c:pt>
                <c:pt idx="87">
                  <c:v>24.408407919627798</c:v>
                </c:pt>
                <c:pt idx="88">
                  <c:v>24.114759182766601</c:v>
                </c:pt>
                <c:pt idx="89">
                  <c:v>23.723726843129398</c:v>
                </c:pt>
                <c:pt idx="90">
                  <c:v>23.3948622273473</c:v>
                </c:pt>
                <c:pt idx="91">
                  <c:v>23.153475809562199</c:v>
                </c:pt>
                <c:pt idx="92">
                  <c:v>22.803888421185999</c:v>
                </c:pt>
                <c:pt idx="93">
                  <c:v>22.425302448481599</c:v>
                </c:pt>
                <c:pt idx="94">
                  <c:v>21.978756017775201</c:v>
                </c:pt>
                <c:pt idx="95">
                  <c:v>21.259699842792099</c:v>
                </c:pt>
                <c:pt idx="96">
                  <c:v>20.780934690909099</c:v>
                </c:pt>
                <c:pt idx="97">
                  <c:v>20.473315161029198</c:v>
                </c:pt>
                <c:pt idx="98">
                  <c:v>20.161805833904399</c:v>
                </c:pt>
                <c:pt idx="99">
                  <c:v>19.7723024133706</c:v>
                </c:pt>
                <c:pt idx="100">
                  <c:v>19.422776608062499</c:v>
                </c:pt>
                <c:pt idx="101">
                  <c:v>19.140262564632</c:v>
                </c:pt>
                <c:pt idx="102">
                  <c:v>18.832170637243902</c:v>
                </c:pt>
                <c:pt idx="103">
                  <c:v>18.503879820902601</c:v>
                </c:pt>
                <c:pt idx="104">
                  <c:v>18.117689806171001</c:v>
                </c:pt>
                <c:pt idx="105">
                  <c:v>17.510332276808001</c:v>
                </c:pt>
                <c:pt idx="106">
                  <c:v>16.914919850637599</c:v>
                </c:pt>
                <c:pt idx="107">
                  <c:v>16.315177485432901</c:v>
                </c:pt>
                <c:pt idx="108">
                  <c:v>15.6896265498711</c:v>
                </c:pt>
                <c:pt idx="109">
                  <c:v>15.153973556269399</c:v>
                </c:pt>
                <c:pt idx="110">
                  <c:v>14.647521295140701</c:v>
                </c:pt>
                <c:pt idx="111">
                  <c:v>14.1500870310718</c:v>
                </c:pt>
                <c:pt idx="112">
                  <c:v>13.8993751674187</c:v>
                </c:pt>
                <c:pt idx="113">
                  <c:v>14.392143484176801</c:v>
                </c:pt>
                <c:pt idx="114">
                  <c:v>15.0511352239203</c:v>
                </c:pt>
                <c:pt idx="115">
                  <c:v>15.4388178387363</c:v>
                </c:pt>
                <c:pt idx="116">
                  <c:v>15.712538869975001</c:v>
                </c:pt>
                <c:pt idx="117">
                  <c:v>15.7367836343841</c:v>
                </c:pt>
                <c:pt idx="118">
                  <c:v>15.6078351372489</c:v>
                </c:pt>
                <c:pt idx="119">
                  <c:v>15.632002137203299</c:v>
                </c:pt>
                <c:pt idx="120">
                  <c:v>15.6991634367233</c:v>
                </c:pt>
                <c:pt idx="121">
                  <c:v>15.7541313694003</c:v>
                </c:pt>
                <c:pt idx="122">
                  <c:v>15.935376975898899</c:v>
                </c:pt>
                <c:pt idx="123">
                  <c:v>16.152149923341899</c:v>
                </c:pt>
                <c:pt idx="124">
                  <c:v>16.253329516238299</c:v>
                </c:pt>
                <c:pt idx="125">
                  <c:v>16.407424120837401</c:v>
                </c:pt>
                <c:pt idx="126">
                  <c:v>16.6026934019865</c:v>
                </c:pt>
                <c:pt idx="127">
                  <c:v>16.734934455602001</c:v>
                </c:pt>
                <c:pt idx="128">
                  <c:v>16.910177197623</c:v>
                </c:pt>
                <c:pt idx="129">
                  <c:v>17.103542773184898</c:v>
                </c:pt>
                <c:pt idx="130">
                  <c:v>17.321215293521</c:v>
                </c:pt>
                <c:pt idx="131">
                  <c:v>17.576631455242701</c:v>
                </c:pt>
                <c:pt idx="132">
                  <c:v>17.690183783761601</c:v>
                </c:pt>
                <c:pt idx="133">
                  <c:v>17.9380464244949</c:v>
                </c:pt>
                <c:pt idx="134">
                  <c:v>15.217267334447699</c:v>
                </c:pt>
                <c:pt idx="135">
                  <c:v>15.3209729937092</c:v>
                </c:pt>
                <c:pt idx="136">
                  <c:v>15.407947488</c:v>
                </c:pt>
                <c:pt idx="137">
                  <c:v>18.4636805417645</c:v>
                </c:pt>
                <c:pt idx="138">
                  <c:v>18.656002221477902</c:v>
                </c:pt>
                <c:pt idx="139">
                  <c:v>18.955787144097901</c:v>
                </c:pt>
                <c:pt idx="140">
                  <c:v>19.147463437467501</c:v>
                </c:pt>
                <c:pt idx="141">
                  <c:v>19.351711971212598</c:v>
                </c:pt>
                <c:pt idx="142">
                  <c:v>19.388590947095</c:v>
                </c:pt>
                <c:pt idx="143">
                  <c:v>19.621624068600301</c:v>
                </c:pt>
                <c:pt idx="144">
                  <c:v>19.7527965231486</c:v>
                </c:pt>
                <c:pt idx="145">
                  <c:v>19.9893848782813</c:v>
                </c:pt>
                <c:pt idx="146">
                  <c:v>20.134828364334201</c:v>
                </c:pt>
                <c:pt idx="147">
                  <c:v>20.2937457805462</c:v>
                </c:pt>
                <c:pt idx="148">
                  <c:v>20.313213395218</c:v>
                </c:pt>
                <c:pt idx="149">
                  <c:v>20.275300139940899</c:v>
                </c:pt>
                <c:pt idx="150">
                  <c:v>20.271480961853499</c:v>
                </c:pt>
                <c:pt idx="151">
                  <c:v>20.2195203451585</c:v>
                </c:pt>
                <c:pt idx="152">
                  <c:v>20.190238445827401</c:v>
                </c:pt>
                <c:pt idx="153">
                  <c:v>20.097366027350098</c:v>
                </c:pt>
                <c:pt idx="154">
                  <c:v>20.054032617926101</c:v>
                </c:pt>
                <c:pt idx="155">
                  <c:v>20.021928971829301</c:v>
                </c:pt>
                <c:pt idx="156">
                  <c:v>19.981894696635301</c:v>
                </c:pt>
                <c:pt idx="157">
                  <c:v>20.033413413481199</c:v>
                </c:pt>
                <c:pt idx="158">
                  <c:v>20.0065591444652</c:v>
                </c:pt>
                <c:pt idx="159">
                  <c:v>19.994139302062099</c:v>
                </c:pt>
                <c:pt idx="160">
                  <c:v>19.991168318051699</c:v>
                </c:pt>
                <c:pt idx="161">
                  <c:v>19.8040452527868</c:v>
                </c:pt>
                <c:pt idx="162">
                  <c:v>19.8230717211365</c:v>
                </c:pt>
                <c:pt idx="163">
                  <c:v>19.757166953734401</c:v>
                </c:pt>
                <c:pt idx="164">
                  <c:v>19.470007229199901</c:v>
                </c:pt>
                <c:pt idx="165">
                  <c:v>19.190160090800202</c:v>
                </c:pt>
                <c:pt idx="166">
                  <c:v>18.848461028118201</c:v>
                </c:pt>
                <c:pt idx="167">
                  <c:v>18.559699687475302</c:v>
                </c:pt>
                <c:pt idx="168">
                  <c:v>18.2620717884874</c:v>
                </c:pt>
                <c:pt idx="169">
                  <c:v>18.0338363373913</c:v>
                </c:pt>
                <c:pt idx="170">
                  <c:v>17.9733906693798</c:v>
                </c:pt>
                <c:pt idx="171">
                  <c:v>17.8877952256803</c:v>
                </c:pt>
                <c:pt idx="172">
                  <c:v>18.050740292528602</c:v>
                </c:pt>
                <c:pt idx="173">
                  <c:v>18.158329864500999</c:v>
                </c:pt>
                <c:pt idx="174">
                  <c:v>18.175177167928599</c:v>
                </c:pt>
                <c:pt idx="175">
                  <c:v>18.1116989790692</c:v>
                </c:pt>
                <c:pt idx="176">
                  <c:v>17.947216184410099</c:v>
                </c:pt>
                <c:pt idx="177">
                  <c:v>17.7739165148956</c:v>
                </c:pt>
                <c:pt idx="178">
                  <c:v>17.6772094379834</c:v>
                </c:pt>
                <c:pt idx="179">
                  <c:v>17.876036115989699</c:v>
                </c:pt>
                <c:pt idx="180">
                  <c:v>17.970776019752901</c:v>
                </c:pt>
                <c:pt idx="181">
                  <c:v>18.156749921141699</c:v>
                </c:pt>
                <c:pt idx="182">
                  <c:v>18.7978712660653</c:v>
                </c:pt>
                <c:pt idx="183">
                  <c:v>19.331783614157398</c:v>
                </c:pt>
                <c:pt idx="184">
                  <c:v>19.559587332612601</c:v>
                </c:pt>
                <c:pt idx="185">
                  <c:v>20.122303454843699</c:v>
                </c:pt>
                <c:pt idx="186">
                  <c:v>20.887860532312299</c:v>
                </c:pt>
                <c:pt idx="187">
                  <c:v>21.166289495229801</c:v>
                </c:pt>
                <c:pt idx="188">
                  <c:v>21.389357643231499</c:v>
                </c:pt>
                <c:pt idx="189">
                  <c:v>21.632780952057999</c:v>
                </c:pt>
                <c:pt idx="190">
                  <c:v>21.7390151154177</c:v>
                </c:pt>
                <c:pt idx="191">
                  <c:v>21.893798263131</c:v>
                </c:pt>
                <c:pt idx="192">
                  <c:v>22.0515850600585</c:v>
                </c:pt>
                <c:pt idx="193">
                  <c:v>22.157977961681201</c:v>
                </c:pt>
                <c:pt idx="194">
                  <c:v>22.769215809280499</c:v>
                </c:pt>
                <c:pt idx="195">
                  <c:v>23.467879612931501</c:v>
                </c:pt>
                <c:pt idx="196">
                  <c:v>24.296061738777301</c:v>
                </c:pt>
                <c:pt idx="197">
                  <c:v>24.679231553656599</c:v>
                </c:pt>
                <c:pt idx="198">
                  <c:v>25.074806388667099</c:v>
                </c:pt>
                <c:pt idx="199">
                  <c:v>25.479164948948501</c:v>
                </c:pt>
                <c:pt idx="200">
                  <c:v>26.254151150396599</c:v>
                </c:pt>
                <c:pt idx="201">
                  <c:v>26.919084340095601</c:v>
                </c:pt>
                <c:pt idx="202">
                  <c:v>27.561355875409902</c:v>
                </c:pt>
                <c:pt idx="203">
                  <c:v>28.114059016780899</c:v>
                </c:pt>
                <c:pt idx="204">
                  <c:v>28.4827066461051</c:v>
                </c:pt>
                <c:pt idx="205">
                  <c:v>28.698769715346401</c:v>
                </c:pt>
                <c:pt idx="206">
                  <c:v>29.493983639499898</c:v>
                </c:pt>
                <c:pt idx="207">
                  <c:v>30.230464357825301</c:v>
                </c:pt>
                <c:pt idx="208">
                  <c:v>30.833870224867901</c:v>
                </c:pt>
                <c:pt idx="209">
                  <c:v>31.3769351322135</c:v>
                </c:pt>
                <c:pt idx="210">
                  <c:v>32.020227802674</c:v>
                </c:pt>
                <c:pt idx="211">
                  <c:v>32.764034340849499</c:v>
                </c:pt>
                <c:pt idx="212">
                  <c:v>33.3142618399052</c:v>
                </c:pt>
                <c:pt idx="213">
                  <c:v>33.857405249820197</c:v>
                </c:pt>
                <c:pt idx="214">
                  <c:v>34.479220645670502</c:v>
                </c:pt>
                <c:pt idx="215">
                  <c:v>35.260333102000203</c:v>
                </c:pt>
                <c:pt idx="216">
                  <c:v>35.859227713706403</c:v>
                </c:pt>
                <c:pt idx="217">
                  <c:v>36.476579772451899</c:v>
                </c:pt>
                <c:pt idx="218">
                  <c:v>37.768925971632299</c:v>
                </c:pt>
                <c:pt idx="219">
                  <c:v>38.913633204536097</c:v>
                </c:pt>
                <c:pt idx="220">
                  <c:v>39.879421249693401</c:v>
                </c:pt>
                <c:pt idx="221">
                  <c:v>40.895726492699801</c:v>
                </c:pt>
                <c:pt idx="222">
                  <c:v>41.967628869863503</c:v>
                </c:pt>
                <c:pt idx="223">
                  <c:v>43.013764711682398</c:v>
                </c:pt>
                <c:pt idx="224">
                  <c:v>44.115106090754999</c:v>
                </c:pt>
                <c:pt idx="225">
                  <c:v>44.964628282645997</c:v>
                </c:pt>
                <c:pt idx="226">
                  <c:v>46.152031785063897</c:v>
                </c:pt>
                <c:pt idx="227">
                  <c:v>46.931075904828099</c:v>
                </c:pt>
                <c:pt idx="228">
                  <c:v>46.011159321965799</c:v>
                </c:pt>
                <c:pt idx="229">
                  <c:v>45.048120682990202</c:v>
                </c:pt>
                <c:pt idx="230">
                  <c:v>44.488422647869101</c:v>
                </c:pt>
                <c:pt idx="231">
                  <c:v>43.763809562722599</c:v>
                </c:pt>
                <c:pt idx="232">
                  <c:v>42.861924668996899</c:v>
                </c:pt>
                <c:pt idx="233">
                  <c:v>41.9460692805077</c:v>
                </c:pt>
                <c:pt idx="234">
                  <c:v>40.914936341350703</c:v>
                </c:pt>
                <c:pt idx="235">
                  <c:v>40.063351774054603</c:v>
                </c:pt>
                <c:pt idx="236">
                  <c:v>39.368113116509498</c:v>
                </c:pt>
                <c:pt idx="237">
                  <c:v>38.745289380312897</c:v>
                </c:pt>
                <c:pt idx="238">
                  <c:v>38.313655040066202</c:v>
                </c:pt>
                <c:pt idx="239">
                  <c:v>64.5410801708923</c:v>
                </c:pt>
                <c:pt idx="240">
                  <c:v>65.1529561913744</c:v>
                </c:pt>
                <c:pt idx="241">
                  <c:v>65.698548727677107</c:v>
                </c:pt>
                <c:pt idx="242">
                  <c:v>66.226575915065396</c:v>
                </c:pt>
                <c:pt idx="243">
                  <c:v>66.793099752939199</c:v>
                </c:pt>
                <c:pt idx="244">
                  <c:v>67.369973739029504</c:v>
                </c:pt>
                <c:pt idx="245">
                  <c:v>67.985172384694295</c:v>
                </c:pt>
                <c:pt idx="246">
                  <c:v>68.670091266985494</c:v>
                </c:pt>
                <c:pt idx="247">
                  <c:v>69.286293806997094</c:v>
                </c:pt>
                <c:pt idx="248">
                  <c:v>69.969237534556797</c:v>
                </c:pt>
                <c:pt idx="249">
                  <c:v>70.684647527310801</c:v>
                </c:pt>
                <c:pt idx="250">
                  <c:v>71.328493353395004</c:v>
                </c:pt>
                <c:pt idx="251">
                  <c:v>72.007485194197201</c:v>
                </c:pt>
                <c:pt idx="252">
                  <c:v>72.555987703310095</c:v>
                </c:pt>
                <c:pt idx="253">
                  <c:v>73.045635510559904</c:v>
                </c:pt>
                <c:pt idx="254">
                  <c:v>73.616152819916806</c:v>
                </c:pt>
                <c:pt idx="255">
                  <c:v>74.248964262480101</c:v>
                </c:pt>
                <c:pt idx="256">
                  <c:v>74.888798378427694</c:v>
                </c:pt>
                <c:pt idx="257">
                  <c:v>75.490144388644794</c:v>
                </c:pt>
                <c:pt idx="258">
                  <c:v>76.145670945880596</c:v>
                </c:pt>
                <c:pt idx="259">
                  <c:v>76.694797636807607</c:v>
                </c:pt>
                <c:pt idx="260">
                  <c:v>77.286756458319601</c:v>
                </c:pt>
                <c:pt idx="261">
                  <c:v>77.809977180303306</c:v>
                </c:pt>
                <c:pt idx="262">
                  <c:v>78.223861507295794</c:v>
                </c:pt>
                <c:pt idx="263">
                  <c:v>78.698575103590102</c:v>
                </c:pt>
                <c:pt idx="264">
                  <c:v>79.139613750983898</c:v>
                </c:pt>
                <c:pt idx="265">
                  <c:v>79.537146474007699</c:v>
                </c:pt>
                <c:pt idx="266">
                  <c:v>79.976392216874601</c:v>
                </c:pt>
                <c:pt idx="267">
                  <c:v>80.4145498233582</c:v>
                </c:pt>
                <c:pt idx="268">
                  <c:v>80.844711587004198</c:v>
                </c:pt>
                <c:pt idx="269">
                  <c:v>81.316631050407196</c:v>
                </c:pt>
                <c:pt idx="270">
                  <c:v>81.746914203326497</c:v>
                </c:pt>
                <c:pt idx="271">
                  <c:v>82.263256847061498</c:v>
                </c:pt>
                <c:pt idx="272">
                  <c:v>82.742465754093104</c:v>
                </c:pt>
              </c:numCache>
            </c:numRef>
          </c:val>
          <c:smooth val="0"/>
        </c:ser>
        <c:dLbls>
          <c:showLegendKey val="0"/>
          <c:showVal val="0"/>
          <c:showCatName val="0"/>
          <c:showSerName val="0"/>
          <c:showPercent val="0"/>
          <c:showBubbleSize val="0"/>
        </c:dLbls>
        <c:marker val="1"/>
        <c:smooth val="0"/>
        <c:axId val="204241536"/>
        <c:axId val="204246400"/>
      </c:lineChart>
      <c:dateAx>
        <c:axId val="204241536"/>
        <c:scaling>
          <c:orientation val="minMax"/>
        </c:scaling>
        <c:delete val="0"/>
        <c:axPos val="b"/>
        <c:numFmt formatCode="m/d/yyyy" sourceLinked="1"/>
        <c:majorTickMark val="out"/>
        <c:minorTickMark val="none"/>
        <c:tickLblPos val="nextTo"/>
        <c:crossAx val="204246400"/>
        <c:crosses val="autoZero"/>
        <c:auto val="1"/>
        <c:lblOffset val="100"/>
        <c:baseTimeUnit val="months"/>
      </c:dateAx>
      <c:valAx>
        <c:axId val="204246400"/>
        <c:scaling>
          <c:orientation val="minMax"/>
        </c:scaling>
        <c:delete val="0"/>
        <c:axPos val="l"/>
        <c:numFmt formatCode="General" sourceLinked="1"/>
        <c:majorTickMark val="out"/>
        <c:minorTickMark val="none"/>
        <c:tickLblPos val="nextTo"/>
        <c:crossAx val="204241536"/>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FGLMC</c:v>
                </c:pt>
              </c:strCache>
            </c:strRef>
          </c:tx>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Sheet1!$B$2:$B$496</c:f>
              <c:numCache>
                <c:formatCode>General</c:formatCode>
                <c:ptCount val="495"/>
                <c:pt idx="0">
                  <c:v>99.042895214577996</c:v>
                </c:pt>
                <c:pt idx="1">
                  <c:v>98.728419570533603</c:v>
                </c:pt>
                <c:pt idx="2">
                  <c:v>98.420927368044502</c:v>
                </c:pt>
                <c:pt idx="3">
                  <c:v>#N/A</c:v>
                </c:pt>
                <c:pt idx="4">
                  <c:v>#N/A</c:v>
                </c:pt>
                <c:pt idx="5">
                  <c:v>97.681204158137106</c:v>
                </c:pt>
                <c:pt idx="6">
                  <c:v>97.503899032269402</c:v>
                </c:pt>
                <c:pt idx="7">
                  <c:v>97.356954680509801</c:v>
                </c:pt>
                <c:pt idx="8">
                  <c:v>97.202262614290007</c:v>
                </c:pt>
                <c:pt idx="9">
                  <c:v>97.077694471307694</c:v>
                </c:pt>
                <c:pt idx="10">
                  <c:v>96.978984565132095</c:v>
                </c:pt>
                <c:pt idx="11">
                  <c:v>96.901214384948005</c:v>
                </c:pt>
                <c:pt idx="12">
                  <c:v>96.797930004529704</c:v>
                </c:pt>
                <c:pt idx="13">
                  <c:v>96.704603715331203</c:v>
                </c:pt>
                <c:pt idx="14">
                  <c:v>96.580893265796803</c:v>
                </c:pt>
                <c:pt idx="15">
                  <c:v>96.415450831963796</c:v>
                </c:pt>
                <c:pt idx="16">
                  <c:v>96.289993664180201</c:v>
                </c:pt>
                <c:pt idx="17">
                  <c:v>96.140167177683495</c:v>
                </c:pt>
                <c:pt idx="18">
                  <c:v>96.0699306058102</c:v>
                </c:pt>
                <c:pt idx="19">
                  <c:v>95.970004992844295</c:v>
                </c:pt>
                <c:pt idx="20">
                  <c:v>95.719948288162598</c:v>
                </c:pt>
                <c:pt idx="21">
                  <c:v>95.454564179037803</c:v>
                </c:pt>
                <c:pt idx="22">
                  <c:v>95.309097276227803</c:v>
                </c:pt>
                <c:pt idx="23">
                  <c:v>95.207580805184193</c:v>
                </c:pt>
                <c:pt idx="24">
                  <c:v>95.068968282893394</c:v>
                </c:pt>
                <c:pt idx="25">
                  <c:v>94.9282536272312</c:v>
                </c:pt>
                <c:pt idx="26">
                  <c:v>94.718777649845606</c:v>
                </c:pt>
                <c:pt idx="27">
                  <c:v>94.517617836355498</c:v>
                </c:pt>
                <c:pt idx="28">
                  <c:v>94.433956535743107</c:v>
                </c:pt>
                <c:pt idx="29">
                  <c:v>94.279860937165907</c:v>
                </c:pt>
                <c:pt idx="30">
                  <c:v>94.046836234387399</c:v>
                </c:pt>
                <c:pt idx="31">
                  <c:v>93.902239936808499</c:v>
                </c:pt>
                <c:pt idx="32">
                  <c:v>93.747279131194702</c:v>
                </c:pt>
                <c:pt idx="33">
                  <c:v>93.619053387659307</c:v>
                </c:pt>
                <c:pt idx="34">
                  <c:v>93.540671648384404</c:v>
                </c:pt>
                <c:pt idx="35">
                  <c:v>#N/A</c:v>
                </c:pt>
                <c:pt idx="36">
                  <c:v>#N/A</c:v>
                </c:pt>
                <c:pt idx="37">
                  <c:v>92.993150188481806</c:v>
                </c:pt>
                <c:pt idx="38">
                  <c:v>92.902874572158197</c:v>
                </c:pt>
                <c:pt idx="39">
                  <c:v>92.824520228906394</c:v>
                </c:pt>
                <c:pt idx="40">
                  <c:v>92.753503587986103</c:v>
                </c:pt>
                <c:pt idx="41">
                  <c:v>92.644354738794206</c:v>
                </c:pt>
                <c:pt idx="42">
                  <c:v>92.511880458717599</c:v>
                </c:pt>
                <c:pt idx="43">
                  <c:v>92.416946943406799</c:v>
                </c:pt>
                <c:pt idx="44">
                  <c:v>92.332196161286404</c:v>
                </c:pt>
                <c:pt idx="45">
                  <c:v>92.248022386213506</c:v>
                </c:pt>
                <c:pt idx="46">
                  <c:v>92.112657381390605</c:v>
                </c:pt>
                <c:pt idx="47">
                  <c:v>92.025928040633204</c:v>
                </c:pt>
                <c:pt idx="48">
                  <c:v>92.053310665430601</c:v>
                </c:pt>
                <c:pt idx="49">
                  <c:v>92.022991506954199</c:v>
                </c:pt>
                <c:pt idx="50">
                  <c:v>91.853457612590503</c:v>
                </c:pt>
                <c:pt idx="51">
                  <c:v>91.768115515667404</c:v>
                </c:pt>
                <c:pt idx="52">
                  <c:v>91.673935599984702</c:v>
                </c:pt>
                <c:pt idx="53">
                  <c:v>91.570922345367805</c:v>
                </c:pt>
                <c:pt idx="54">
                  <c:v>91.517389801174403</c:v>
                </c:pt>
                <c:pt idx="55">
                  <c:v>91.533661788427906</c:v>
                </c:pt>
                <c:pt idx="56">
                  <c:v>91.556802230438095</c:v>
                </c:pt>
                <c:pt idx="57">
                  <c:v>91.394038464355305</c:v>
                </c:pt>
                <c:pt idx="58">
                  <c:v>91.248054735348205</c:v>
                </c:pt>
                <c:pt idx="59">
                  <c:v>91.173404727319095</c:v>
                </c:pt>
                <c:pt idx="60">
                  <c:v>91.060510110117306</c:v>
                </c:pt>
                <c:pt idx="61">
                  <c:v>91.029735352678102</c:v>
                </c:pt>
                <c:pt idx="62">
                  <c:v>90.935961074470796</c:v>
                </c:pt>
                <c:pt idx="63">
                  <c:v>90.868151897523106</c:v>
                </c:pt>
                <c:pt idx="64">
                  <c:v>90.754331103109195</c:v>
                </c:pt>
                <c:pt idx="65">
                  <c:v>90.676781769290997</c:v>
                </c:pt>
                <c:pt idx="66">
                  <c:v>90.592704865297094</c:v>
                </c:pt>
                <c:pt idx="67">
                  <c:v>90.543650668260398</c:v>
                </c:pt>
                <c:pt idx="68">
                  <c:v>90.473341946825997</c:v>
                </c:pt>
                <c:pt idx="69">
                  <c:v>90.423566343701395</c:v>
                </c:pt>
                <c:pt idx="70">
                  <c:v>90.377949021028996</c:v>
                </c:pt>
                <c:pt idx="71">
                  <c:v>90.341587928600504</c:v>
                </c:pt>
                <c:pt idx="72">
                  <c:v>90.2613194844985</c:v>
                </c:pt>
                <c:pt idx="73">
                  <c:v>90.239260897534606</c:v>
                </c:pt>
                <c:pt idx="74">
                  <c:v>90.216704589250398</c:v>
                </c:pt>
                <c:pt idx="75">
                  <c:v>90.1989728595277</c:v>
                </c:pt>
                <c:pt idx="76">
                  <c:v>90.135844691138104</c:v>
                </c:pt>
                <c:pt idx="77">
                  <c:v>90.0693507160873</c:v>
                </c:pt>
                <c:pt idx="78">
                  <c:v>90.038224217183696</c:v>
                </c:pt>
                <c:pt idx="79">
                  <c:v>89.960264842197205</c:v>
                </c:pt>
                <c:pt idx="80">
                  <c:v>89.896320553078198</c:v>
                </c:pt>
                <c:pt idx="81">
                  <c:v>89.815054683417799</c:v>
                </c:pt>
                <c:pt idx="82">
                  <c:v>89.729976201419205</c:v>
                </c:pt>
                <c:pt idx="83">
                  <c:v>89.657215563622103</c:v>
                </c:pt>
                <c:pt idx="84">
                  <c:v>89.581547750311501</c:v>
                </c:pt>
                <c:pt idx="85">
                  <c:v>89.512842821269302</c:v>
                </c:pt>
                <c:pt idx="86">
                  <c:v>89.472957018569602</c:v>
                </c:pt>
                <c:pt idx="87">
                  <c:v>89.407079481689493</c:v>
                </c:pt>
                <c:pt idx="88">
                  <c:v>89.316474945363396</c:v>
                </c:pt>
                <c:pt idx="89">
                  <c:v>89.195932581922193</c:v>
                </c:pt>
                <c:pt idx="90">
                  <c:v>89.046337871782796</c:v>
                </c:pt>
                <c:pt idx="91">
                  <c:v>88.943319036077895</c:v>
                </c:pt>
                <c:pt idx="92">
                  <c:v>88.838842962308107</c:v>
                </c:pt>
                <c:pt idx="93">
                  <c:v>88.759627121752104</c:v>
                </c:pt>
                <c:pt idx="94">
                  <c:v>88.672003146288404</c:v>
                </c:pt>
                <c:pt idx="95">
                  <c:v>88.573531157356697</c:v>
                </c:pt>
                <c:pt idx="96">
                  <c:v>88.466004535635307</c:v>
                </c:pt>
                <c:pt idx="97">
                  <c:v>88.306155213092495</c:v>
                </c:pt>
                <c:pt idx="98">
                  <c:v>88.165854670543595</c:v>
                </c:pt>
                <c:pt idx="99">
                  <c:v>88.038684248769897</c:v>
                </c:pt>
                <c:pt idx="100">
                  <c:v>87.917018505683401</c:v>
                </c:pt>
                <c:pt idx="101">
                  <c:v>87.796318491509297</c:v>
                </c:pt>
                <c:pt idx="102">
                  <c:v>87.677245123366006</c:v>
                </c:pt>
                <c:pt idx="103">
                  <c:v>87.582967421811901</c:v>
                </c:pt>
                <c:pt idx="104">
                  <c:v>87.512331924893999</c:v>
                </c:pt>
                <c:pt idx="105">
                  <c:v>87.485744139592001</c:v>
                </c:pt>
                <c:pt idx="106">
                  <c:v>87.445232638571099</c:v>
                </c:pt>
                <c:pt idx="107">
                  <c:v>87.370538177379203</c:v>
                </c:pt>
                <c:pt idx="108">
                  <c:v>87.3587896847515</c:v>
                </c:pt>
                <c:pt idx="109">
                  <c:v>87.366862250795293</c:v>
                </c:pt>
                <c:pt idx="110">
                  <c:v>87.3665003726084</c:v>
                </c:pt>
                <c:pt idx="111">
                  <c:v>87.440175577590793</c:v>
                </c:pt>
                <c:pt idx="112">
                  <c:v>87.534653803241099</c:v>
                </c:pt>
                <c:pt idx="113">
                  <c:v>87.5949123058287</c:v>
                </c:pt>
                <c:pt idx="114">
                  <c:v>87.705258310248198</c:v>
                </c:pt>
                <c:pt idx="115">
                  <c:v>87.755743416356694</c:v>
                </c:pt>
                <c:pt idx="116">
                  <c:v>87.868978262737997</c:v>
                </c:pt>
                <c:pt idx="117">
                  <c:v>87.942381246075001</c:v>
                </c:pt>
                <c:pt idx="118">
                  <c:v>88.050881062194804</c:v>
                </c:pt>
                <c:pt idx="119">
                  <c:v>88.084074147928803</c:v>
                </c:pt>
                <c:pt idx="120">
                  <c:v>88.105767536891705</c:v>
                </c:pt>
                <c:pt idx="121">
                  <c:v>88.134375617136001</c:v>
                </c:pt>
                <c:pt idx="122">
                  <c:v>88.221138612025896</c:v>
                </c:pt>
                <c:pt idx="123">
                  <c:v>88.2796976810329</c:v>
                </c:pt>
                <c:pt idx="124">
                  <c:v>88.359195659260095</c:v>
                </c:pt>
                <c:pt idx="125">
                  <c:v>88.386130968417604</c:v>
                </c:pt>
                <c:pt idx="126">
                  <c:v>88.444880925534704</c:v>
                </c:pt>
                <c:pt idx="127">
                  <c:v>88.531840576166104</c:v>
                </c:pt>
                <c:pt idx="128">
                  <c:v>88.591423485742794</c:v>
                </c:pt>
                <c:pt idx="129">
                  <c:v>88.652693025769906</c:v>
                </c:pt>
                <c:pt idx="130">
                  <c:v>88.723270104119905</c:v>
                </c:pt>
                <c:pt idx="131">
                  <c:v>88.829845686075501</c:v>
                </c:pt>
                <c:pt idx="132">
                  <c:v>88.875416801239993</c:v>
                </c:pt>
                <c:pt idx="133">
                  <c:v>88.930022726333107</c:v>
                </c:pt>
                <c:pt idx="134">
                  <c:v>89.072123444957199</c:v>
                </c:pt>
                <c:pt idx="135">
                  <c:v>89.125361401376196</c:v>
                </c:pt>
                <c:pt idx="136">
                  <c:v>89.198205762551396</c:v>
                </c:pt>
                <c:pt idx="137">
                  <c:v>89.254039252913302</c:v>
                </c:pt>
                <c:pt idx="138">
                  <c:v>89.285574490843004</c:v>
                </c:pt>
                <c:pt idx="139">
                  <c:v>89.348688696911395</c:v>
                </c:pt>
                <c:pt idx="140">
                  <c:v>89.338391137991394</c:v>
                </c:pt>
                <c:pt idx="141">
                  <c:v>89.370147218990098</c:v>
                </c:pt>
                <c:pt idx="142">
                  <c:v>89.395771016600804</c:v>
                </c:pt>
                <c:pt idx="143">
                  <c:v>89.406108931294</c:v>
                </c:pt>
                <c:pt idx="144">
                  <c:v>89.475207292258503</c:v>
                </c:pt>
                <c:pt idx="145">
                  <c:v>89.538278655785604</c:v>
                </c:pt>
                <c:pt idx="146">
                  <c:v>89.622606212205895</c:v>
                </c:pt>
                <c:pt idx="147">
                  <c:v>89.707410139325304</c:v>
                </c:pt>
                <c:pt idx="148">
                  <c:v>89.775199167466297</c:v>
                </c:pt>
                <c:pt idx="149">
                  <c:v>89.784352669818205</c:v>
                </c:pt>
                <c:pt idx="150">
                  <c:v>89.808847866585197</c:v>
                </c:pt>
                <c:pt idx="151">
                  <c:v>88.564265133633199</c:v>
                </c:pt>
                <c:pt idx="152">
                  <c:v>88.718118200961499</c:v>
                </c:pt>
                <c:pt idx="153">
                  <c:v>89.030330750412503</c:v>
                </c:pt>
                <c:pt idx="154">
                  <c:v>89.182762274168795</c:v>
                </c:pt>
                <c:pt idx="155">
                  <c:v>88.634563936587895</c:v>
                </c:pt>
                <c:pt idx="156">
                  <c:v>88.964771030614202</c:v>
                </c:pt>
                <c:pt idx="157">
                  <c:v>88.573890165799995</c:v>
                </c:pt>
                <c:pt idx="158">
                  <c:v>88.946012579693601</c:v>
                </c:pt>
                <c:pt idx="159">
                  <c:v>89.210969925319404</c:v>
                </c:pt>
                <c:pt idx="160">
                  <c:v>89.130691751235801</c:v>
                </c:pt>
                <c:pt idx="161">
                  <c:v>89.148915748873307</c:v>
                </c:pt>
                <c:pt idx="162">
                  <c:v>89.2053193621758</c:v>
                </c:pt>
                <c:pt idx="163">
                  <c:v>88.788227667979001</c:v>
                </c:pt>
                <c:pt idx="164">
                  <c:v>88.179894004947499</c:v>
                </c:pt>
                <c:pt idx="165">
                  <c:v>88.304705206090802</c:v>
                </c:pt>
                <c:pt idx="166">
                  <c:v>87.372890547298596</c:v>
                </c:pt>
                <c:pt idx="167">
                  <c:v>86.832632177839699</c:v>
                </c:pt>
                <c:pt idx="168">
                  <c:v>85.933940565323198</c:v>
                </c:pt>
                <c:pt idx="169">
                  <c:v>84.496594313225401</c:v>
                </c:pt>
                <c:pt idx="170">
                  <c:v>83.974665526216796</c:v>
                </c:pt>
                <c:pt idx="171">
                  <c:v>83.610002496999201</c:v>
                </c:pt>
                <c:pt idx="172">
                  <c:v>83.097793218180598</c:v>
                </c:pt>
                <c:pt idx="173">
                  <c:v>82.942590170169595</c:v>
                </c:pt>
                <c:pt idx="174">
                  <c:v>83.144668466178601</c:v>
                </c:pt>
                <c:pt idx="175">
                  <c:v>82.566955120590407</c:v>
                </c:pt>
                <c:pt idx="176">
                  <c:v>81.530228230536295</c:v>
                </c:pt>
                <c:pt idx="177">
                  <c:v>80.856974699732703</c:v>
                </c:pt>
                <c:pt idx="178">
                  <c:v>79.525922663337795</c:v>
                </c:pt>
                <c:pt idx="179">
                  <c:v>79.398809719351206</c:v>
                </c:pt>
                <c:pt idx="180">
                  <c:v>79.286047607884299</c:v>
                </c:pt>
                <c:pt idx="181">
                  <c:v>78.1909227294354</c:v>
                </c:pt>
                <c:pt idx="182">
                  <c:v>77.135811256494094</c:v>
                </c:pt>
                <c:pt idx="183">
                  <c:v>81.529181186328401</c:v>
                </c:pt>
                <c:pt idx="184">
                  <c:v>81.829110816029598</c:v>
                </c:pt>
                <c:pt idx="185">
                  <c:v>82.089385010872107</c:v>
                </c:pt>
                <c:pt idx="186">
                  <c:v>80.710360837649702</c:v>
                </c:pt>
                <c:pt idx="187">
                  <c:v>80.355194371457799</c:v>
                </c:pt>
                <c:pt idx="188">
                  <c:v>81.121073009494395</c:v>
                </c:pt>
                <c:pt idx="189">
                  <c:v>81.405729345510593</c:v>
                </c:pt>
                <c:pt idx="190">
                  <c:v>81.256492700093105</c:v>
                </c:pt>
                <c:pt idx="191">
                  <c:v>80.607655597803699</c:v>
                </c:pt>
                <c:pt idx="192">
                  <c:v>80.858173325298793</c:v>
                </c:pt>
                <c:pt idx="193">
                  <c:v>80.688325183506706</c:v>
                </c:pt>
                <c:pt idx="194">
                  <c:v>82.712785590828005</c:v>
                </c:pt>
                <c:pt idx="195">
                  <c:v>83.669291888756803</c:v>
                </c:pt>
                <c:pt idx="196">
                  <c:v>84.256320909696697</c:v>
                </c:pt>
                <c:pt idx="197">
                  <c:v>84.2012687282716</c:v>
                </c:pt>
                <c:pt idx="198">
                  <c:v>85.217780490202998</c:v>
                </c:pt>
                <c:pt idx="199">
                  <c:v>84.960859500027794</c:v>
                </c:pt>
                <c:pt idx="200">
                  <c:v>84.494608585388306</c:v>
                </c:pt>
                <c:pt idx="201">
                  <c:v>83.969399568588898</c:v>
                </c:pt>
                <c:pt idx="202">
                  <c:v>83.401335674412394</c:v>
                </c:pt>
                <c:pt idx="203">
                  <c:v>82.546708914877399</c:v>
                </c:pt>
                <c:pt idx="204">
                  <c:v>81.626731721387301</c:v>
                </c:pt>
                <c:pt idx="205">
                  <c:v>80.591345183582206</c:v>
                </c:pt>
                <c:pt idx="206">
                  <c:v>81.383451680802295</c:v>
                </c:pt>
                <c:pt idx="207">
                  <c:v>82.112441943039499</c:v>
                </c:pt>
                <c:pt idx="208">
                  <c:v>82.773563669638705</c:v>
                </c:pt>
                <c:pt idx="209">
                  <c:v>83.256781286364301</c:v>
                </c:pt>
                <c:pt idx="210">
                  <c:v>81.746691137754596</c:v>
                </c:pt>
                <c:pt idx="211">
                  <c:v>82.2390613467539</c:v>
                </c:pt>
                <c:pt idx="212">
                  <c:v>82.080864733743397</c:v>
                </c:pt>
                <c:pt idx="213">
                  <c:v>81.852423434348395</c:v>
                </c:pt>
                <c:pt idx="214">
                  <c:v>81.548157829458106</c:v>
                </c:pt>
                <c:pt idx="215">
                  <c:v>81.498799908147802</c:v>
                </c:pt>
                <c:pt idx="216">
                  <c:v>81.497876487721797</c:v>
                </c:pt>
                <c:pt idx="217">
                  <c:v>83.555137426507002</c:v>
                </c:pt>
                <c:pt idx="218">
                  <c:v>85.274448613203703</c:v>
                </c:pt>
                <c:pt idx="219">
                  <c:v>86.899179529213797</c:v>
                </c:pt>
                <c:pt idx="220">
                  <c:v>88.358118430418102</c:v>
                </c:pt>
                <c:pt idx="221">
                  <c:v>89.075442212496498</c:v>
                </c:pt>
                <c:pt idx="222">
                  <c:v>89.648544080684104</c:v>
                </c:pt>
                <c:pt idx="223">
                  <c:v>90.203891343680894</c:v>
                </c:pt>
                <c:pt idx="224">
                  <c:v>90.464662328033796</c:v>
                </c:pt>
                <c:pt idx="225">
                  <c:v>90.760062693991202</c:v>
                </c:pt>
                <c:pt idx="226">
                  <c:v>90.930084526706196</c:v>
                </c:pt>
                <c:pt idx="227">
                  <c:v>91.4027863902608</c:v>
                </c:pt>
                <c:pt idx="228">
                  <c:v>91.794949555672005</c:v>
                </c:pt>
                <c:pt idx="229">
                  <c:v>92.152731135910003</c:v>
                </c:pt>
                <c:pt idx="230">
                  <c:v>93.148803996602297</c:v>
                </c:pt>
                <c:pt idx="231">
                  <c:v>94.001875479032904</c:v>
                </c:pt>
                <c:pt idx="232">
                  <c:v>94.681483937041904</c:v>
                </c:pt>
                <c:pt idx="233">
                  <c:v>94.998094867418104</c:v>
                </c:pt>
                <c:pt idx="234">
                  <c:v>95.421835011427206</c:v>
                </c:pt>
                <c:pt idx="235">
                  <c:v>95.705986953763102</c:v>
                </c:pt>
                <c:pt idx="236">
                  <c:v>95.754656189581098</c:v>
                </c:pt>
                <c:pt idx="237">
                  <c:v>95.768588634014506</c:v>
                </c:pt>
                <c:pt idx="238">
                  <c:v>95.789714767199797</c:v>
                </c:pt>
                <c:pt idx="239">
                  <c:v>95.890659660073794</c:v>
                </c:pt>
                <c:pt idx="240">
                  <c:v>95.955284016383601</c:v>
                </c:pt>
                <c:pt idx="241">
                  <c:v>96.013424182271393</c:v>
                </c:pt>
                <c:pt idx="242">
                  <c:v>96.395536887807793</c:v>
                </c:pt>
                <c:pt idx="243">
                  <c:v>96.712625289075504</c:v>
                </c:pt>
                <c:pt idx="244">
                  <c:v>96.972864504413906</c:v>
                </c:pt>
                <c:pt idx="245">
                  <c:v>97.070316869230595</c:v>
                </c:pt>
                <c:pt idx="246">
                  <c:v>97.162631168494798</c:v>
                </c:pt>
                <c:pt idx="247">
                  <c:v>97.260917064417598</c:v>
                </c:pt>
                <c:pt idx="248">
                  <c:v>97.313079385708704</c:v>
                </c:pt>
                <c:pt idx="249">
                  <c:v>97.362800299053504</c:v>
                </c:pt>
                <c:pt idx="250">
                  <c:v>97.4069476351807</c:v>
                </c:pt>
                <c:pt idx="251">
                  <c:v>97.459263236000496</c:v>
                </c:pt>
                <c:pt idx="252">
                  <c:v>97.508340981836298</c:v>
                </c:pt>
                <c:pt idx="253">
                  <c:v>97.557577733267294</c:v>
                </c:pt>
                <c:pt idx="254">
                  <c:v>97.717907648615196</c:v>
                </c:pt>
                <c:pt idx="255">
                  <c:v>97.839102148951895</c:v>
                </c:pt>
                <c:pt idx="256">
                  <c:v>97.949432118323799</c:v>
                </c:pt>
                <c:pt idx="257">
                  <c:v>98.012457331367401</c:v>
                </c:pt>
                <c:pt idx="258">
                  <c:v>98.069886492152705</c:v>
                </c:pt>
                <c:pt idx="259">
                  <c:v>98.116112407945494</c:v>
                </c:pt>
                <c:pt idx="260">
                  <c:v>98.136100837653004</c:v>
                </c:pt>
                <c:pt idx="261">
                  <c:v>98.148635600370397</c:v>
                </c:pt>
                <c:pt idx="262">
                  <c:v>98.155106018828604</c:v>
                </c:pt>
                <c:pt idx="263">
                  <c:v>98.190860334399801</c:v>
                </c:pt>
                <c:pt idx="264">
                  <c:v>98.217212301027104</c:v>
                </c:pt>
                <c:pt idx="265">
                  <c:v>98.238521837558693</c:v>
                </c:pt>
                <c:pt idx="266">
                  <c:v>98.339157457570707</c:v>
                </c:pt>
                <c:pt idx="267">
                  <c:v>98.408884157195104</c:v>
                </c:pt>
                <c:pt idx="268">
                  <c:v>98.466552861347594</c:v>
                </c:pt>
                <c:pt idx="269">
                  <c:v>98.478279535481093</c:v>
                </c:pt>
                <c:pt idx="270">
                  <c:v>98.488463016285905</c:v>
                </c:pt>
                <c:pt idx="271">
                  <c:v>98.500416951640702</c:v>
                </c:pt>
                <c:pt idx="272">
                  <c:v>98.5077209696301</c:v>
                </c:pt>
                <c:pt idx="273" formatCode="m/d/yyyy">
                  <c:v>0</c:v>
                </c:pt>
              </c:numCache>
            </c:numRef>
          </c:val>
          <c:smooth val="0"/>
        </c:ser>
        <c:ser>
          <c:idx val="1"/>
          <c:order val="1"/>
          <c:tx>
            <c:strRef>
              <c:f>Sheet1!$C$1</c:f>
              <c:strCache>
                <c:ptCount val="1"/>
                <c:pt idx="0">
                  <c:v>FNCL</c:v>
                </c:pt>
              </c:strCache>
            </c:strRef>
          </c:tx>
          <c:spPr>
            <a:ln>
              <a:solidFill>
                <a:srgbClr val="C00000"/>
              </a:solidFill>
            </a:ln>
          </c:spPr>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Sheet1!$C$2:$C$496</c:f>
              <c:numCache>
                <c:formatCode>General</c:formatCode>
                <c:ptCount val="495"/>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85.398188146785799</c:v>
                </c:pt>
                <c:pt idx="24">
                  <c:v>85.367416564993107</c:v>
                </c:pt>
                <c:pt idx="25">
                  <c:v>85.323128344773707</c:v>
                </c:pt>
                <c:pt idx="26">
                  <c:v>85.277198271761193</c:v>
                </c:pt>
                <c:pt idx="27">
                  <c:v>85.227894513916993</c:v>
                </c:pt>
                <c:pt idx="28">
                  <c:v>85.123493005363002</c:v>
                </c:pt>
                <c:pt idx="29">
                  <c:v>85.115304417680406</c:v>
                </c:pt>
                <c:pt idx="30">
                  <c:v>85.090213561029401</c:v>
                </c:pt>
                <c:pt idx="31">
                  <c:v>85.065683938407702</c:v>
                </c:pt>
                <c:pt idx="32">
                  <c:v>85.049785664362005</c:v>
                </c:pt>
                <c:pt idx="33">
                  <c:v>85.031746146743203</c:v>
                </c:pt>
                <c:pt idx="34">
                  <c:v>85.021581954396794</c:v>
                </c:pt>
                <c:pt idx="35">
                  <c:v>84.975630028931903</c:v>
                </c:pt>
                <c:pt idx="36">
                  <c:v>84.987375605359304</c:v>
                </c:pt>
                <c:pt idx="37">
                  <c:v>85.017014713065194</c:v>
                </c:pt>
                <c:pt idx="38">
                  <c:v>85.018521121929197</c:v>
                </c:pt>
                <c:pt idx="39">
                  <c:v>85.031249116135797</c:v>
                </c:pt>
                <c:pt idx="40">
                  <c:v>85.051576814105005</c:v>
                </c:pt>
                <c:pt idx="41">
                  <c:v>85.072438711800601</c:v>
                </c:pt>
                <c:pt idx="42">
                  <c:v>85.092997721214502</c:v>
                </c:pt>
                <c:pt idx="43">
                  <c:v>85.117596803057396</c:v>
                </c:pt>
                <c:pt idx="44">
                  <c:v>85.180281615290696</c:v>
                </c:pt>
                <c:pt idx="45">
                  <c:v>85.251269570987802</c:v>
                </c:pt>
                <c:pt idx="46">
                  <c:v>85.328379474545301</c:v>
                </c:pt>
                <c:pt idx="47">
                  <c:v>84.423868929203906</c:v>
                </c:pt>
                <c:pt idx="48">
                  <c:v>84.507200993171097</c:v>
                </c:pt>
                <c:pt idx="49">
                  <c:v>84.631263745095396</c:v>
                </c:pt>
                <c:pt idx="50">
                  <c:v>84.824801991033098</c:v>
                </c:pt>
                <c:pt idx="51">
                  <c:v>85.046419530858699</c:v>
                </c:pt>
                <c:pt idx="52">
                  <c:v>85.257912344987702</c:v>
                </c:pt>
                <c:pt idx="53">
                  <c:v>85.458462769099398</c:v>
                </c:pt>
                <c:pt idx="54">
                  <c:v>85.639128400546397</c:v>
                </c:pt>
                <c:pt idx="55">
                  <c:v>85.832889718116306</c:v>
                </c:pt>
                <c:pt idx="56">
                  <c:v>86.028890208598696</c:v>
                </c:pt>
                <c:pt idx="57">
                  <c:v>86.182398649150699</c:v>
                </c:pt>
                <c:pt idx="58">
                  <c:v>86.375357034348397</c:v>
                </c:pt>
                <c:pt idx="59">
                  <c:v>86.797613083821005</c:v>
                </c:pt>
                <c:pt idx="60">
                  <c:v>86.981511578858601</c:v>
                </c:pt>
                <c:pt idx="61">
                  <c:v>87.135860133492599</c:v>
                </c:pt>
                <c:pt idx="62">
                  <c:v>87.278736237552593</c:v>
                </c:pt>
                <c:pt idx="63">
                  <c:v>87.397098980000607</c:v>
                </c:pt>
                <c:pt idx="64">
                  <c:v>87.518777177683006</c:v>
                </c:pt>
                <c:pt idx="65">
                  <c:v>87.635572587978999</c:v>
                </c:pt>
                <c:pt idx="66">
                  <c:v>87.756523108860705</c:v>
                </c:pt>
                <c:pt idx="67">
                  <c:v>87.836460714123206</c:v>
                </c:pt>
                <c:pt idx="68">
                  <c:v>87.907396838027793</c:v>
                </c:pt>
                <c:pt idx="69">
                  <c:v>87.946661240542298</c:v>
                </c:pt>
                <c:pt idx="70">
                  <c:v>87.990659973096996</c:v>
                </c:pt>
                <c:pt idx="71">
                  <c:v>87.992440062314301</c:v>
                </c:pt>
                <c:pt idx="72">
                  <c:v>88.035856673759099</c:v>
                </c:pt>
                <c:pt idx="73">
                  <c:v>88.0376784942803</c:v>
                </c:pt>
                <c:pt idx="74">
                  <c:v>88.045912723318807</c:v>
                </c:pt>
                <c:pt idx="75">
                  <c:v>88.0475593315509</c:v>
                </c:pt>
                <c:pt idx="76">
                  <c:v>88.064195946144906</c:v>
                </c:pt>
                <c:pt idx="77">
                  <c:v>88.077303963713007</c:v>
                </c:pt>
                <c:pt idx="78">
                  <c:v>88.0945800623727</c:v>
                </c:pt>
                <c:pt idx="79">
                  <c:v>88.118485347577206</c:v>
                </c:pt>
                <c:pt idx="80">
                  <c:v>88.134848831409698</c:v>
                </c:pt>
                <c:pt idx="81">
                  <c:v>88.145251162775494</c:v>
                </c:pt>
                <c:pt idx="82">
                  <c:v>88.164003689355098</c:v>
                </c:pt>
                <c:pt idx="83">
                  <c:v>87.929854307737102</c:v>
                </c:pt>
                <c:pt idx="84">
                  <c:v>87.940197112439606</c:v>
                </c:pt>
                <c:pt idx="85">
                  <c:v>87.958897233354193</c:v>
                </c:pt>
                <c:pt idx="86">
                  <c:v>87.929143562290704</c:v>
                </c:pt>
                <c:pt idx="87">
                  <c:v>87.9198891700416</c:v>
                </c:pt>
                <c:pt idx="88">
                  <c:v>87.910135333837601</c:v>
                </c:pt>
                <c:pt idx="89">
                  <c:v>87.892238120732699</c:v>
                </c:pt>
                <c:pt idx="90">
                  <c:v>87.842713852357207</c:v>
                </c:pt>
                <c:pt idx="91">
                  <c:v>87.819843808710999</c:v>
                </c:pt>
                <c:pt idx="92">
                  <c:v>87.756428124854096</c:v>
                </c:pt>
                <c:pt idx="93">
                  <c:v>87.701700196658294</c:v>
                </c:pt>
                <c:pt idx="94">
                  <c:v>87.650833632251803</c:v>
                </c:pt>
                <c:pt idx="95">
                  <c:v>87.580274599794194</c:v>
                </c:pt>
                <c:pt idx="96">
                  <c:v>87.527309642186694</c:v>
                </c:pt>
                <c:pt idx="97">
                  <c:v>87.479152289957298</c:v>
                </c:pt>
                <c:pt idx="98">
                  <c:v>87.426462502252804</c:v>
                </c:pt>
                <c:pt idx="99">
                  <c:v>87.343507698249496</c:v>
                </c:pt>
                <c:pt idx="100">
                  <c:v>87.272234567957796</c:v>
                </c:pt>
                <c:pt idx="101">
                  <c:v>87.1986365929843</c:v>
                </c:pt>
                <c:pt idx="102">
                  <c:v>87.129750783057204</c:v>
                </c:pt>
                <c:pt idx="103">
                  <c:v>87.042951449257998</c:v>
                </c:pt>
                <c:pt idx="104">
                  <c:v>86.966693562002902</c:v>
                </c:pt>
                <c:pt idx="105">
                  <c:v>86.898728500470895</c:v>
                </c:pt>
                <c:pt idx="106">
                  <c:v>86.843043570663397</c:v>
                </c:pt>
                <c:pt idx="107">
                  <c:v>86.519314272264495</c:v>
                </c:pt>
                <c:pt idx="108">
                  <c:v>86.553567454331301</c:v>
                </c:pt>
                <c:pt idx="109">
                  <c:v>86.570871949713904</c:v>
                </c:pt>
                <c:pt idx="110">
                  <c:v>86.6033796931398</c:v>
                </c:pt>
                <c:pt idx="111">
                  <c:v>86.278524311725207</c:v>
                </c:pt>
                <c:pt idx="112">
                  <c:v>86.131547732522606</c:v>
                </c:pt>
                <c:pt idx="113">
                  <c:v>86.253182013842505</c:v>
                </c:pt>
                <c:pt idx="114">
                  <c:v>86.310341165058503</c:v>
                </c:pt>
                <c:pt idx="115">
                  <c:v>86.358852907814097</c:v>
                </c:pt>
                <c:pt idx="116">
                  <c:v>86.411646338958704</c:v>
                </c:pt>
                <c:pt idx="117">
                  <c:v>86.427376919920704</c:v>
                </c:pt>
                <c:pt idx="118">
                  <c:v>86.438797997750697</c:v>
                </c:pt>
                <c:pt idx="119">
                  <c:v>86.021915928482002</c:v>
                </c:pt>
                <c:pt idx="120">
                  <c:v>86.059511461558699</c:v>
                </c:pt>
                <c:pt idx="121">
                  <c:v>86.172703246053203</c:v>
                </c:pt>
                <c:pt idx="122">
                  <c:v>86.296508151989102</c:v>
                </c:pt>
                <c:pt idx="123">
                  <c:v>86.387442258172499</c:v>
                </c:pt>
                <c:pt idx="124">
                  <c:v>86.483700303748705</c:v>
                </c:pt>
                <c:pt idx="125">
                  <c:v>86.609759468148894</c:v>
                </c:pt>
                <c:pt idx="126">
                  <c:v>86.7372488696179</c:v>
                </c:pt>
                <c:pt idx="127">
                  <c:v>86.833254500440106</c:v>
                </c:pt>
                <c:pt idx="128">
                  <c:v>86.908806046348403</c:v>
                </c:pt>
                <c:pt idx="129">
                  <c:v>86.980749185444395</c:v>
                </c:pt>
                <c:pt idx="130">
                  <c:v>87.088881500310904</c:v>
                </c:pt>
                <c:pt idx="131">
                  <c:v>87.184716225823706</c:v>
                </c:pt>
                <c:pt idx="132">
                  <c:v>87.283520642775102</c:v>
                </c:pt>
                <c:pt idx="133">
                  <c:v>87.391416932476403</c:v>
                </c:pt>
                <c:pt idx="134">
                  <c:v>86.7584490050059</c:v>
                </c:pt>
                <c:pt idx="135">
                  <c:v>86.839366521468506</c:v>
                </c:pt>
                <c:pt idx="136">
                  <c:v>86.8801292821895</c:v>
                </c:pt>
                <c:pt idx="137">
                  <c:v>87.738287108303496</c:v>
                </c:pt>
                <c:pt idx="138">
                  <c:v>87.827629813755294</c:v>
                </c:pt>
                <c:pt idx="139">
                  <c:v>87.940516666839997</c:v>
                </c:pt>
                <c:pt idx="140">
                  <c:v>88.014724974424297</c:v>
                </c:pt>
                <c:pt idx="141">
                  <c:v>88.094734517886593</c:v>
                </c:pt>
                <c:pt idx="142">
                  <c:v>88.156644994456599</c:v>
                </c:pt>
                <c:pt idx="143">
                  <c:v>88.234910409272899</c:v>
                </c:pt>
                <c:pt idx="144">
                  <c:v>88.277112719028594</c:v>
                </c:pt>
                <c:pt idx="145">
                  <c:v>88.354041088570398</c:v>
                </c:pt>
                <c:pt idx="146">
                  <c:v>88.430319515153201</c:v>
                </c:pt>
                <c:pt idx="147">
                  <c:v>88.525516093720896</c:v>
                </c:pt>
                <c:pt idx="148">
                  <c:v>88.588345200561804</c:v>
                </c:pt>
                <c:pt idx="149">
                  <c:v>88.572302388836604</c:v>
                </c:pt>
                <c:pt idx="150">
                  <c:v>88.554762170737305</c:v>
                </c:pt>
                <c:pt idx="151">
                  <c:v>88.506151504193099</c:v>
                </c:pt>
                <c:pt idx="152">
                  <c:v>88.434482414608198</c:v>
                </c:pt>
                <c:pt idx="153">
                  <c:v>88.368472255347001</c:v>
                </c:pt>
                <c:pt idx="154">
                  <c:v>88.2634230868332</c:v>
                </c:pt>
                <c:pt idx="155">
                  <c:v>88.221430776331601</c:v>
                </c:pt>
                <c:pt idx="156">
                  <c:v>88.1992860890727</c:v>
                </c:pt>
                <c:pt idx="157">
                  <c:v>88.167815931151196</c:v>
                </c:pt>
                <c:pt idx="158">
                  <c:v>88.220458541025096</c:v>
                </c:pt>
                <c:pt idx="159">
                  <c:v>88.234309531475901</c:v>
                </c:pt>
                <c:pt idx="160">
                  <c:v>88.218484513572093</c:v>
                </c:pt>
                <c:pt idx="161">
                  <c:v>87.852125047685007</c:v>
                </c:pt>
                <c:pt idx="162">
                  <c:v>87.476714962681896</c:v>
                </c:pt>
                <c:pt idx="163">
                  <c:v>87.132095603106293</c:v>
                </c:pt>
                <c:pt idx="164">
                  <c:v>86.501419825766803</c:v>
                </c:pt>
                <c:pt idx="165">
                  <c:v>85.824827190076306</c:v>
                </c:pt>
                <c:pt idx="166">
                  <c:v>85.079752872599599</c:v>
                </c:pt>
                <c:pt idx="167">
                  <c:v>84.301051683406698</c:v>
                </c:pt>
                <c:pt idx="168">
                  <c:v>83.465455893873695</c:v>
                </c:pt>
                <c:pt idx="169">
                  <c:v>82.678324592241594</c:v>
                </c:pt>
                <c:pt idx="170">
                  <c:v>82.169943397364506</c:v>
                </c:pt>
                <c:pt idx="171">
                  <c:v>81.672404137590902</c:v>
                </c:pt>
                <c:pt idx="172">
                  <c:v>81.217214564690394</c:v>
                </c:pt>
                <c:pt idx="173">
                  <c:v>80.759698186908494</c:v>
                </c:pt>
                <c:pt idx="174">
                  <c:v>80.177044372655303</c:v>
                </c:pt>
                <c:pt idx="175">
                  <c:v>79.537763129339197</c:v>
                </c:pt>
                <c:pt idx="176">
                  <c:v>78.546046153816405</c:v>
                </c:pt>
                <c:pt idx="177">
                  <c:v>77.359723674513305</c:v>
                </c:pt>
                <c:pt idx="178">
                  <c:v>76.066917884915995</c:v>
                </c:pt>
                <c:pt idx="179">
                  <c:v>75.841148106686504</c:v>
                </c:pt>
                <c:pt idx="180">
                  <c:v>75.443482489508199</c:v>
                </c:pt>
                <c:pt idx="181">
                  <c:v>75.031617221025002</c:v>
                </c:pt>
                <c:pt idx="182">
                  <c:v>75.642553516881705</c:v>
                </c:pt>
                <c:pt idx="183">
                  <c:v>75.9491452348867</c:v>
                </c:pt>
                <c:pt idx="184">
                  <c:v>76.470272769992704</c:v>
                </c:pt>
                <c:pt idx="185">
                  <c:v>76.835115994763498</c:v>
                </c:pt>
                <c:pt idx="186">
                  <c:v>77.091086987098194</c:v>
                </c:pt>
                <c:pt idx="187">
                  <c:v>77.364770620654198</c:v>
                </c:pt>
                <c:pt idx="188">
                  <c:v>77.3849162067457</c:v>
                </c:pt>
                <c:pt idx="189">
                  <c:v>77.330697712814896</c:v>
                </c:pt>
                <c:pt idx="190">
                  <c:v>77.199357103120306</c:v>
                </c:pt>
                <c:pt idx="191">
                  <c:v>76.960239655143397</c:v>
                </c:pt>
                <c:pt idx="192">
                  <c:v>76.686497862892793</c:v>
                </c:pt>
                <c:pt idx="193">
                  <c:v>76.462380394310301</c:v>
                </c:pt>
                <c:pt idx="194">
                  <c:v>77.738352214965303</c:v>
                </c:pt>
                <c:pt idx="195">
                  <c:v>79.268606209831603</c:v>
                </c:pt>
                <c:pt idx="196">
                  <c:v>80.589967834893898</c:v>
                </c:pt>
                <c:pt idx="197">
                  <c:v>80.348698439398106</c:v>
                </c:pt>
                <c:pt idx="198">
                  <c:v>80.102392449733202</c:v>
                </c:pt>
                <c:pt idx="199">
                  <c:v>79.8123226036885</c:v>
                </c:pt>
                <c:pt idx="200">
                  <c:v>79.3793915159835</c:v>
                </c:pt>
                <c:pt idx="201">
                  <c:v>78.948933674840305</c:v>
                </c:pt>
                <c:pt idx="202">
                  <c:v>78.471122810892695</c:v>
                </c:pt>
                <c:pt idx="203">
                  <c:v>77.654903616904704</c:v>
                </c:pt>
                <c:pt idx="204">
                  <c:v>76.652114966546904</c:v>
                </c:pt>
                <c:pt idx="205">
                  <c:v>75.669204546982598</c:v>
                </c:pt>
                <c:pt idx="206">
                  <c:v>76.567419969165599</c:v>
                </c:pt>
                <c:pt idx="207">
                  <c:v>77.405980575237393</c:v>
                </c:pt>
                <c:pt idx="208">
                  <c:v>78.153103948348701</c:v>
                </c:pt>
                <c:pt idx="209">
                  <c:v>78.732704304412906</c:v>
                </c:pt>
                <c:pt idx="210">
                  <c:v>79.266392177123095</c:v>
                </c:pt>
                <c:pt idx="211">
                  <c:v>79.805684310599204</c:v>
                </c:pt>
                <c:pt idx="212">
                  <c:v>79.7715033378025</c:v>
                </c:pt>
                <c:pt idx="213">
                  <c:v>79.640841873983803</c:v>
                </c:pt>
                <c:pt idx="214">
                  <c:v>79.508590469138596</c:v>
                </c:pt>
                <c:pt idx="215">
                  <c:v>79.848174885620693</c:v>
                </c:pt>
                <c:pt idx="216">
                  <c:v>80.078120103873104</c:v>
                </c:pt>
                <c:pt idx="217">
                  <c:v>80.357488715933499</c:v>
                </c:pt>
                <c:pt idx="218">
                  <c:v>82.353785685503894</c:v>
                </c:pt>
                <c:pt idx="219">
                  <c:v>84.076388727555198</c:v>
                </c:pt>
                <c:pt idx="220">
                  <c:v>85.661291148518799</c:v>
                </c:pt>
                <c:pt idx="221">
                  <c:v>86.488663050583099</c:v>
                </c:pt>
                <c:pt idx="222">
                  <c:v>87.297181463472995</c:v>
                </c:pt>
                <c:pt idx="223">
                  <c:v>88.059417753653094</c:v>
                </c:pt>
                <c:pt idx="224">
                  <c:v>88.491988246453204</c:v>
                </c:pt>
                <c:pt idx="225">
                  <c:v>88.927375406355296</c:v>
                </c:pt>
                <c:pt idx="226">
                  <c:v>89.371020356919601</c:v>
                </c:pt>
                <c:pt idx="227">
                  <c:v>89.979179531146002</c:v>
                </c:pt>
                <c:pt idx="228">
                  <c:v>87.849120842201003</c:v>
                </c:pt>
                <c:pt idx="229">
                  <c:v>85.622471790348001</c:v>
                </c:pt>
                <c:pt idx="230">
                  <c:v>84.384279175000898</c:v>
                </c:pt>
                <c:pt idx="231">
                  <c:v>82.678321110699102</c:v>
                </c:pt>
                <c:pt idx="232">
                  <c:v>80.576301131789407</c:v>
                </c:pt>
                <c:pt idx="233">
                  <c:v>78.432703548004497</c:v>
                </c:pt>
                <c:pt idx="234">
                  <c:v>76.128961226637998</c:v>
                </c:pt>
                <c:pt idx="235">
                  <c:v>74.083517583914698</c:v>
                </c:pt>
                <c:pt idx="236">
                  <c:v>72.333120445077995</c:v>
                </c:pt>
                <c:pt idx="237">
                  <c:v>70.808272464390001</c:v>
                </c:pt>
                <c:pt idx="238">
                  <c:v>69.581924251244601</c:v>
                </c:pt>
                <c:pt idx="239">
                  <c:v>95.179940211158296</c:v>
                </c:pt>
                <c:pt idx="240">
                  <c:v>95.2664722160671</c:v>
                </c:pt>
                <c:pt idx="241">
                  <c:v>95.331270434242697</c:v>
                </c:pt>
                <c:pt idx="242">
                  <c:v>95.466246239939593</c:v>
                </c:pt>
                <c:pt idx="243">
                  <c:v>95.587876987092997</c:v>
                </c:pt>
                <c:pt idx="244">
                  <c:v>95.697452801213402</c:v>
                </c:pt>
                <c:pt idx="245">
                  <c:v>95.771248283684002</c:v>
                </c:pt>
                <c:pt idx="246">
                  <c:v>95.8527439564823</c:v>
                </c:pt>
                <c:pt idx="247">
                  <c:v>95.923798528977002</c:v>
                </c:pt>
                <c:pt idx="248">
                  <c:v>96.011339749356793</c:v>
                </c:pt>
                <c:pt idx="249">
                  <c:v>96.0903889442028</c:v>
                </c:pt>
                <c:pt idx="250">
                  <c:v>96.158699440393804</c:v>
                </c:pt>
                <c:pt idx="251">
                  <c:v>96.234163793997993</c:v>
                </c:pt>
                <c:pt idx="252">
                  <c:v>96.296888092994806</c:v>
                </c:pt>
                <c:pt idx="253">
                  <c:v>96.351437556330893</c:v>
                </c:pt>
                <c:pt idx="254">
                  <c:v>96.417031127283195</c:v>
                </c:pt>
                <c:pt idx="255">
                  <c:v>96.481219785011405</c:v>
                </c:pt>
                <c:pt idx="256">
                  <c:v>96.554147052707293</c:v>
                </c:pt>
                <c:pt idx="257">
                  <c:v>96.615394011506197</c:v>
                </c:pt>
                <c:pt idx="258">
                  <c:v>96.685098678952698</c:v>
                </c:pt>
                <c:pt idx="259">
                  <c:v>96.7417877935099</c:v>
                </c:pt>
                <c:pt idx="260">
                  <c:v>96.803938581385097</c:v>
                </c:pt>
                <c:pt idx="261">
                  <c:v>96.861658526857894</c:v>
                </c:pt>
                <c:pt idx="262">
                  <c:v>96.901093872704294</c:v>
                </c:pt>
                <c:pt idx="263">
                  <c:v>96.956479589021797</c:v>
                </c:pt>
                <c:pt idx="264">
                  <c:v>97.006132523328802</c:v>
                </c:pt>
                <c:pt idx="265">
                  <c:v>97.046723163872102</c:v>
                </c:pt>
                <c:pt idx="266">
                  <c:v>97.1007025819262</c:v>
                </c:pt>
                <c:pt idx="267">
                  <c:v>97.148813163737003</c:v>
                </c:pt>
                <c:pt idx="268">
                  <c:v>97.190584403677406</c:v>
                </c:pt>
                <c:pt idx="269">
                  <c:v>97.237467888119596</c:v>
                </c:pt>
                <c:pt idx="270">
                  <c:v>97.272839614082599</c:v>
                </c:pt>
                <c:pt idx="271">
                  <c:v>97.318617029481203</c:v>
                </c:pt>
                <c:pt idx="272">
                  <c:v>97.363426822029993</c:v>
                </c:pt>
              </c:numCache>
            </c:numRef>
          </c:val>
          <c:smooth val="0"/>
        </c:ser>
        <c:dLbls>
          <c:showLegendKey val="0"/>
          <c:showVal val="0"/>
          <c:showCatName val="0"/>
          <c:showSerName val="0"/>
          <c:showPercent val="0"/>
          <c:showBubbleSize val="0"/>
        </c:dLbls>
        <c:marker val="1"/>
        <c:smooth val="0"/>
        <c:axId val="222206976"/>
        <c:axId val="222225536"/>
      </c:lineChart>
      <c:dateAx>
        <c:axId val="222206976"/>
        <c:scaling>
          <c:orientation val="minMax"/>
        </c:scaling>
        <c:delete val="0"/>
        <c:axPos val="b"/>
        <c:numFmt formatCode="m/d/yyyy" sourceLinked="1"/>
        <c:majorTickMark val="out"/>
        <c:minorTickMark val="none"/>
        <c:tickLblPos val="nextTo"/>
        <c:crossAx val="222225536"/>
        <c:crosses val="autoZero"/>
        <c:auto val="1"/>
        <c:lblOffset val="100"/>
        <c:baseTimeUnit val="months"/>
      </c:dateAx>
      <c:valAx>
        <c:axId val="222225536"/>
        <c:scaling>
          <c:orientation val="minMax"/>
        </c:scaling>
        <c:delete val="0"/>
        <c:axPos val="l"/>
        <c:numFmt formatCode="General" sourceLinked="1"/>
        <c:majorTickMark val="out"/>
        <c:minorTickMark val="none"/>
        <c:tickLblPos val="nextTo"/>
        <c:crossAx val="222206976"/>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FGLMC</c:v>
                </c:pt>
              </c:strCache>
            </c:strRef>
          </c:tx>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Sheet1!$B$2:$B$496</c:f>
              <c:numCache>
                <c:formatCode>General</c:formatCode>
                <c:ptCount val="495"/>
                <c:pt idx="0">
                  <c:v>99.042895214577996</c:v>
                </c:pt>
                <c:pt idx="1">
                  <c:v>98.728419570533603</c:v>
                </c:pt>
                <c:pt idx="2">
                  <c:v>98.420927368044502</c:v>
                </c:pt>
                <c:pt idx="3">
                  <c:v>#N/A</c:v>
                </c:pt>
                <c:pt idx="4">
                  <c:v>#N/A</c:v>
                </c:pt>
                <c:pt idx="5">
                  <c:v>97.681204158137106</c:v>
                </c:pt>
                <c:pt idx="6">
                  <c:v>97.503899032269402</c:v>
                </c:pt>
                <c:pt idx="7">
                  <c:v>97.356954680509801</c:v>
                </c:pt>
                <c:pt idx="8">
                  <c:v>97.202262614290007</c:v>
                </c:pt>
                <c:pt idx="9">
                  <c:v>97.077694471307694</c:v>
                </c:pt>
                <c:pt idx="10">
                  <c:v>96.978984565132095</c:v>
                </c:pt>
                <c:pt idx="11">
                  <c:v>96.901214384948005</c:v>
                </c:pt>
                <c:pt idx="12">
                  <c:v>96.797930004529704</c:v>
                </c:pt>
                <c:pt idx="13">
                  <c:v>96.704603715331203</c:v>
                </c:pt>
                <c:pt idx="14">
                  <c:v>96.580893265796803</c:v>
                </c:pt>
                <c:pt idx="15">
                  <c:v>96.415450831963796</c:v>
                </c:pt>
                <c:pt idx="16">
                  <c:v>96.289993664180201</c:v>
                </c:pt>
                <c:pt idx="17">
                  <c:v>96.140167177683495</c:v>
                </c:pt>
                <c:pt idx="18">
                  <c:v>96.0699306058102</c:v>
                </c:pt>
                <c:pt idx="19">
                  <c:v>95.970004992844295</c:v>
                </c:pt>
                <c:pt idx="20">
                  <c:v>95.719948288162598</c:v>
                </c:pt>
                <c:pt idx="21">
                  <c:v>95.454564179037803</c:v>
                </c:pt>
                <c:pt idx="22">
                  <c:v>95.309097276227803</c:v>
                </c:pt>
                <c:pt idx="23">
                  <c:v>95.207580805184193</c:v>
                </c:pt>
                <c:pt idx="24">
                  <c:v>95.068968282893394</c:v>
                </c:pt>
                <c:pt idx="25">
                  <c:v>94.9282536272312</c:v>
                </c:pt>
                <c:pt idx="26">
                  <c:v>94.718777649845606</c:v>
                </c:pt>
                <c:pt idx="27">
                  <c:v>94.517617836355498</c:v>
                </c:pt>
                <c:pt idx="28">
                  <c:v>94.433956535743107</c:v>
                </c:pt>
                <c:pt idx="29">
                  <c:v>94.279860937165907</c:v>
                </c:pt>
                <c:pt idx="30">
                  <c:v>94.046836234387399</c:v>
                </c:pt>
                <c:pt idx="31">
                  <c:v>93.902239936808499</c:v>
                </c:pt>
                <c:pt idx="32">
                  <c:v>93.747279131194702</c:v>
                </c:pt>
                <c:pt idx="33">
                  <c:v>93.619053387659307</c:v>
                </c:pt>
                <c:pt idx="34">
                  <c:v>93.540671648384404</c:v>
                </c:pt>
                <c:pt idx="35">
                  <c:v>#N/A</c:v>
                </c:pt>
                <c:pt idx="36">
                  <c:v>#N/A</c:v>
                </c:pt>
                <c:pt idx="37">
                  <c:v>92.993150188481806</c:v>
                </c:pt>
                <c:pt idx="38">
                  <c:v>92.902874572158197</c:v>
                </c:pt>
                <c:pt idx="39">
                  <c:v>92.824520228906394</c:v>
                </c:pt>
                <c:pt idx="40">
                  <c:v>92.753503587986103</c:v>
                </c:pt>
                <c:pt idx="41">
                  <c:v>92.644354738794206</c:v>
                </c:pt>
                <c:pt idx="42">
                  <c:v>92.511880458717599</c:v>
                </c:pt>
                <c:pt idx="43">
                  <c:v>92.416946943406799</c:v>
                </c:pt>
                <c:pt idx="44">
                  <c:v>92.332196161286404</c:v>
                </c:pt>
                <c:pt idx="45">
                  <c:v>92.248022386213506</c:v>
                </c:pt>
                <c:pt idx="46">
                  <c:v>92.112657381390605</c:v>
                </c:pt>
                <c:pt idx="47">
                  <c:v>92.025928040633204</c:v>
                </c:pt>
                <c:pt idx="48">
                  <c:v>92.053310665430601</c:v>
                </c:pt>
                <c:pt idx="49">
                  <c:v>92.022991506954199</c:v>
                </c:pt>
                <c:pt idx="50">
                  <c:v>91.853457612590503</c:v>
                </c:pt>
                <c:pt idx="51">
                  <c:v>91.768115515667404</c:v>
                </c:pt>
                <c:pt idx="52">
                  <c:v>91.673935599984702</c:v>
                </c:pt>
                <c:pt idx="53">
                  <c:v>91.570922345367805</c:v>
                </c:pt>
                <c:pt idx="54">
                  <c:v>91.517389801174403</c:v>
                </c:pt>
                <c:pt idx="55">
                  <c:v>91.533661788427906</c:v>
                </c:pt>
                <c:pt idx="56">
                  <c:v>91.556802230438095</c:v>
                </c:pt>
                <c:pt idx="57">
                  <c:v>91.394038464355305</c:v>
                </c:pt>
                <c:pt idx="58">
                  <c:v>91.248054735348205</c:v>
                </c:pt>
                <c:pt idx="59">
                  <c:v>91.173404727319095</c:v>
                </c:pt>
                <c:pt idx="60">
                  <c:v>91.060510110117306</c:v>
                </c:pt>
                <c:pt idx="61">
                  <c:v>91.029735352678102</c:v>
                </c:pt>
                <c:pt idx="62">
                  <c:v>90.935961074470796</c:v>
                </c:pt>
                <c:pt idx="63">
                  <c:v>90.868151897523106</c:v>
                </c:pt>
                <c:pt idx="64">
                  <c:v>90.754331103109195</c:v>
                </c:pt>
                <c:pt idx="65">
                  <c:v>90.676781769290997</c:v>
                </c:pt>
                <c:pt idx="66">
                  <c:v>90.592704865297094</c:v>
                </c:pt>
                <c:pt idx="67">
                  <c:v>90.543650668260398</c:v>
                </c:pt>
                <c:pt idx="68">
                  <c:v>90.473341946825997</c:v>
                </c:pt>
                <c:pt idx="69">
                  <c:v>90.423566343701395</c:v>
                </c:pt>
                <c:pt idx="70">
                  <c:v>90.377949021028996</c:v>
                </c:pt>
                <c:pt idx="71">
                  <c:v>90.341587928600504</c:v>
                </c:pt>
                <c:pt idx="72">
                  <c:v>90.2613194844985</c:v>
                </c:pt>
                <c:pt idx="73">
                  <c:v>90.239260897534606</c:v>
                </c:pt>
                <c:pt idx="74">
                  <c:v>90.216704589250398</c:v>
                </c:pt>
                <c:pt idx="75">
                  <c:v>90.1989728595277</c:v>
                </c:pt>
                <c:pt idx="76">
                  <c:v>90.135844691138104</c:v>
                </c:pt>
                <c:pt idx="77">
                  <c:v>90.0693507160873</c:v>
                </c:pt>
                <c:pt idx="78">
                  <c:v>90.038224217183696</c:v>
                </c:pt>
                <c:pt idx="79">
                  <c:v>89.960264842197205</c:v>
                </c:pt>
                <c:pt idx="80">
                  <c:v>89.896320553078198</c:v>
                </c:pt>
                <c:pt idx="81">
                  <c:v>89.815054683417799</c:v>
                </c:pt>
                <c:pt idx="82">
                  <c:v>89.729976201419205</c:v>
                </c:pt>
                <c:pt idx="83">
                  <c:v>89.657215563622103</c:v>
                </c:pt>
                <c:pt idx="84">
                  <c:v>89.581547750311501</c:v>
                </c:pt>
                <c:pt idx="85">
                  <c:v>89.512842821269302</c:v>
                </c:pt>
                <c:pt idx="86">
                  <c:v>89.472957018569602</c:v>
                </c:pt>
                <c:pt idx="87">
                  <c:v>89.407079481689493</c:v>
                </c:pt>
                <c:pt idx="88">
                  <c:v>89.316474945363396</c:v>
                </c:pt>
                <c:pt idx="89">
                  <c:v>89.195932581922193</c:v>
                </c:pt>
                <c:pt idx="90">
                  <c:v>89.046337871782796</c:v>
                </c:pt>
                <c:pt idx="91">
                  <c:v>88.943319036077895</c:v>
                </c:pt>
                <c:pt idx="92">
                  <c:v>88.838842962308107</c:v>
                </c:pt>
                <c:pt idx="93">
                  <c:v>88.759627121752104</c:v>
                </c:pt>
                <c:pt idx="94">
                  <c:v>88.672003146288404</c:v>
                </c:pt>
                <c:pt idx="95">
                  <c:v>88.573531157356697</c:v>
                </c:pt>
                <c:pt idx="96">
                  <c:v>88.466004535635307</c:v>
                </c:pt>
                <c:pt idx="97">
                  <c:v>88.306155213092495</c:v>
                </c:pt>
                <c:pt idx="98">
                  <c:v>88.165854670543595</c:v>
                </c:pt>
                <c:pt idx="99">
                  <c:v>88.038684248769897</c:v>
                </c:pt>
                <c:pt idx="100">
                  <c:v>87.917018505683401</c:v>
                </c:pt>
                <c:pt idx="101">
                  <c:v>87.796318491509297</c:v>
                </c:pt>
                <c:pt idx="102">
                  <c:v>87.677245123366006</c:v>
                </c:pt>
                <c:pt idx="103">
                  <c:v>87.582967421811901</c:v>
                </c:pt>
                <c:pt idx="104">
                  <c:v>87.512331924893999</c:v>
                </c:pt>
                <c:pt idx="105">
                  <c:v>87.485744139592001</c:v>
                </c:pt>
                <c:pt idx="106">
                  <c:v>87.445232638571099</c:v>
                </c:pt>
                <c:pt idx="107">
                  <c:v>87.370538177379203</c:v>
                </c:pt>
                <c:pt idx="108">
                  <c:v>87.3587896847515</c:v>
                </c:pt>
                <c:pt idx="109">
                  <c:v>87.366862250795293</c:v>
                </c:pt>
                <c:pt idx="110">
                  <c:v>87.3665003726084</c:v>
                </c:pt>
                <c:pt idx="111">
                  <c:v>87.440175577590793</c:v>
                </c:pt>
                <c:pt idx="112">
                  <c:v>87.534653803241099</c:v>
                </c:pt>
                <c:pt idx="113">
                  <c:v>87.5949123058287</c:v>
                </c:pt>
                <c:pt idx="114">
                  <c:v>87.705258310248198</c:v>
                </c:pt>
                <c:pt idx="115">
                  <c:v>87.755743416356694</c:v>
                </c:pt>
                <c:pt idx="116">
                  <c:v>87.868978262737997</c:v>
                </c:pt>
                <c:pt idx="117">
                  <c:v>87.942381246075001</c:v>
                </c:pt>
                <c:pt idx="118">
                  <c:v>88.050881062194804</c:v>
                </c:pt>
                <c:pt idx="119">
                  <c:v>88.084074147928803</c:v>
                </c:pt>
                <c:pt idx="120">
                  <c:v>88.105767536891705</c:v>
                </c:pt>
                <c:pt idx="121">
                  <c:v>88.134375617136001</c:v>
                </c:pt>
                <c:pt idx="122">
                  <c:v>88.221138612025896</c:v>
                </c:pt>
                <c:pt idx="123">
                  <c:v>88.2796976810329</c:v>
                </c:pt>
                <c:pt idx="124">
                  <c:v>88.359195659260095</c:v>
                </c:pt>
                <c:pt idx="125">
                  <c:v>88.386130968417604</c:v>
                </c:pt>
                <c:pt idx="126">
                  <c:v>88.444880925534704</c:v>
                </c:pt>
                <c:pt idx="127">
                  <c:v>88.531840576166104</c:v>
                </c:pt>
                <c:pt idx="128">
                  <c:v>88.591423485742794</c:v>
                </c:pt>
                <c:pt idx="129">
                  <c:v>88.652693025769906</c:v>
                </c:pt>
                <c:pt idx="130">
                  <c:v>88.723270104119905</c:v>
                </c:pt>
                <c:pt idx="131">
                  <c:v>88.829845686075501</c:v>
                </c:pt>
                <c:pt idx="132">
                  <c:v>88.875416801239993</c:v>
                </c:pt>
                <c:pt idx="133">
                  <c:v>88.930022726333107</c:v>
                </c:pt>
                <c:pt idx="134">
                  <c:v>89.072123444957199</c:v>
                </c:pt>
                <c:pt idx="135">
                  <c:v>89.125361401376196</c:v>
                </c:pt>
                <c:pt idx="136">
                  <c:v>89.198205762551396</c:v>
                </c:pt>
                <c:pt idx="137">
                  <c:v>89.254039252913302</c:v>
                </c:pt>
                <c:pt idx="138">
                  <c:v>89.285574490843004</c:v>
                </c:pt>
                <c:pt idx="139">
                  <c:v>89.348688696911395</c:v>
                </c:pt>
                <c:pt idx="140">
                  <c:v>89.338391137991394</c:v>
                </c:pt>
                <c:pt idx="141">
                  <c:v>89.370147218990098</c:v>
                </c:pt>
                <c:pt idx="142">
                  <c:v>89.395771016600804</c:v>
                </c:pt>
                <c:pt idx="143">
                  <c:v>89.406108931294</c:v>
                </c:pt>
                <c:pt idx="144">
                  <c:v>89.475207292258503</c:v>
                </c:pt>
                <c:pt idx="145">
                  <c:v>89.538278655785604</c:v>
                </c:pt>
                <c:pt idx="146">
                  <c:v>89.622606212205895</c:v>
                </c:pt>
                <c:pt idx="147">
                  <c:v>89.707410139325304</c:v>
                </c:pt>
                <c:pt idx="148">
                  <c:v>89.775199167466297</c:v>
                </c:pt>
                <c:pt idx="149">
                  <c:v>89.784352669818205</c:v>
                </c:pt>
                <c:pt idx="150">
                  <c:v>89.808847866585197</c:v>
                </c:pt>
                <c:pt idx="151">
                  <c:v>88.564265133633199</c:v>
                </c:pt>
                <c:pt idx="152">
                  <c:v>88.718118200961499</c:v>
                </c:pt>
                <c:pt idx="153">
                  <c:v>89.030330750412503</c:v>
                </c:pt>
                <c:pt idx="154">
                  <c:v>89.182762274168795</c:v>
                </c:pt>
                <c:pt idx="155">
                  <c:v>88.634563936587895</c:v>
                </c:pt>
                <c:pt idx="156">
                  <c:v>88.964771030614202</c:v>
                </c:pt>
                <c:pt idx="157">
                  <c:v>88.573890165799995</c:v>
                </c:pt>
                <c:pt idx="158">
                  <c:v>88.946012579693601</c:v>
                </c:pt>
                <c:pt idx="159">
                  <c:v>89.210969925319404</c:v>
                </c:pt>
                <c:pt idx="160">
                  <c:v>89.130691751235801</c:v>
                </c:pt>
                <c:pt idx="161">
                  <c:v>89.148915748873307</c:v>
                </c:pt>
                <c:pt idx="162">
                  <c:v>89.2053193621758</c:v>
                </c:pt>
                <c:pt idx="163">
                  <c:v>88.788227667979001</c:v>
                </c:pt>
                <c:pt idx="164">
                  <c:v>88.179894004947499</c:v>
                </c:pt>
                <c:pt idx="165">
                  <c:v>88.304705206090802</c:v>
                </c:pt>
                <c:pt idx="166">
                  <c:v>87.372890547298596</c:v>
                </c:pt>
                <c:pt idx="167">
                  <c:v>86.832632177839699</c:v>
                </c:pt>
                <c:pt idx="168">
                  <c:v>85.933940565323198</c:v>
                </c:pt>
                <c:pt idx="169">
                  <c:v>84.496594313225401</c:v>
                </c:pt>
                <c:pt idx="170">
                  <c:v>83.974665526216796</c:v>
                </c:pt>
                <c:pt idx="171">
                  <c:v>83.610002496999201</c:v>
                </c:pt>
                <c:pt idx="172">
                  <c:v>83.097793218180598</c:v>
                </c:pt>
                <c:pt idx="173">
                  <c:v>82.942590170169595</c:v>
                </c:pt>
                <c:pt idx="174">
                  <c:v>83.144668466178601</c:v>
                </c:pt>
                <c:pt idx="175">
                  <c:v>82.566955120590407</c:v>
                </c:pt>
                <c:pt idx="176">
                  <c:v>81.530228230536295</c:v>
                </c:pt>
                <c:pt idx="177">
                  <c:v>80.856974699732703</c:v>
                </c:pt>
                <c:pt idx="178">
                  <c:v>79.525922663337795</c:v>
                </c:pt>
                <c:pt idx="179">
                  <c:v>79.398809719351206</c:v>
                </c:pt>
                <c:pt idx="180">
                  <c:v>79.286047607884299</c:v>
                </c:pt>
                <c:pt idx="181">
                  <c:v>78.1909227294354</c:v>
                </c:pt>
                <c:pt idx="182">
                  <c:v>77.135811256494094</c:v>
                </c:pt>
                <c:pt idx="183">
                  <c:v>81.529181186328401</c:v>
                </c:pt>
                <c:pt idx="184">
                  <c:v>81.829110816029598</c:v>
                </c:pt>
                <c:pt idx="185">
                  <c:v>82.089385010872107</c:v>
                </c:pt>
                <c:pt idx="186">
                  <c:v>80.710360837649702</c:v>
                </c:pt>
                <c:pt idx="187">
                  <c:v>80.355194371457799</c:v>
                </c:pt>
                <c:pt idx="188">
                  <c:v>81.121073009494395</c:v>
                </c:pt>
                <c:pt idx="189">
                  <c:v>81.405729345510593</c:v>
                </c:pt>
                <c:pt idx="190">
                  <c:v>81.256492700093105</c:v>
                </c:pt>
                <c:pt idx="191">
                  <c:v>80.607655597803699</c:v>
                </c:pt>
                <c:pt idx="192">
                  <c:v>80.858173325298793</c:v>
                </c:pt>
                <c:pt idx="193">
                  <c:v>80.688325183506706</c:v>
                </c:pt>
                <c:pt idx="194">
                  <c:v>82.712785590828005</c:v>
                </c:pt>
                <c:pt idx="195">
                  <c:v>83.669291888756803</c:v>
                </c:pt>
                <c:pt idx="196">
                  <c:v>84.256320909696697</c:v>
                </c:pt>
                <c:pt idx="197">
                  <c:v>84.2012687282716</c:v>
                </c:pt>
                <c:pt idx="198">
                  <c:v>85.217780490202998</c:v>
                </c:pt>
                <c:pt idx="199">
                  <c:v>84.960859500027794</c:v>
                </c:pt>
                <c:pt idx="200">
                  <c:v>84.494608585388306</c:v>
                </c:pt>
                <c:pt idx="201">
                  <c:v>83.969399568588898</c:v>
                </c:pt>
                <c:pt idx="202">
                  <c:v>83.401335674412394</c:v>
                </c:pt>
                <c:pt idx="203">
                  <c:v>82.546708914877399</c:v>
                </c:pt>
                <c:pt idx="204">
                  <c:v>81.626731721387301</c:v>
                </c:pt>
                <c:pt idx="205">
                  <c:v>80.591345183582206</c:v>
                </c:pt>
                <c:pt idx="206">
                  <c:v>81.383451680802295</c:v>
                </c:pt>
                <c:pt idx="207">
                  <c:v>82.112441943039499</c:v>
                </c:pt>
                <c:pt idx="208">
                  <c:v>82.773563669638705</c:v>
                </c:pt>
                <c:pt idx="209">
                  <c:v>83.256781286364301</c:v>
                </c:pt>
                <c:pt idx="210">
                  <c:v>81.746691137754596</c:v>
                </c:pt>
                <c:pt idx="211">
                  <c:v>82.2390613467539</c:v>
                </c:pt>
                <c:pt idx="212">
                  <c:v>82.080864733743397</c:v>
                </c:pt>
                <c:pt idx="213">
                  <c:v>81.852423434348395</c:v>
                </c:pt>
                <c:pt idx="214">
                  <c:v>81.548157829458106</c:v>
                </c:pt>
                <c:pt idx="215">
                  <c:v>81.498799908147802</c:v>
                </c:pt>
                <c:pt idx="216">
                  <c:v>81.497876487721797</c:v>
                </c:pt>
                <c:pt idx="217">
                  <c:v>83.555137426507002</c:v>
                </c:pt>
                <c:pt idx="218">
                  <c:v>85.274448613203703</c:v>
                </c:pt>
                <c:pt idx="219">
                  <c:v>86.899179529213797</c:v>
                </c:pt>
                <c:pt idx="220">
                  <c:v>88.358118430418102</c:v>
                </c:pt>
                <c:pt idx="221">
                  <c:v>89.075442212496498</c:v>
                </c:pt>
                <c:pt idx="222">
                  <c:v>89.648544080684104</c:v>
                </c:pt>
                <c:pt idx="223">
                  <c:v>90.203891343680894</c:v>
                </c:pt>
                <c:pt idx="224">
                  <c:v>90.464662328033796</c:v>
                </c:pt>
                <c:pt idx="225">
                  <c:v>90.760062693991202</c:v>
                </c:pt>
                <c:pt idx="226">
                  <c:v>90.930084526706196</c:v>
                </c:pt>
                <c:pt idx="227">
                  <c:v>91.4027863902608</c:v>
                </c:pt>
                <c:pt idx="228">
                  <c:v>91.794949555672005</c:v>
                </c:pt>
                <c:pt idx="229">
                  <c:v>92.152731135910003</c:v>
                </c:pt>
                <c:pt idx="230">
                  <c:v>93.148803996602297</c:v>
                </c:pt>
                <c:pt idx="231">
                  <c:v>94.001875479032904</c:v>
                </c:pt>
                <c:pt idx="232">
                  <c:v>94.681483937041904</c:v>
                </c:pt>
                <c:pt idx="233">
                  <c:v>94.998094867418104</c:v>
                </c:pt>
                <c:pt idx="234">
                  <c:v>95.421835011427206</c:v>
                </c:pt>
                <c:pt idx="235">
                  <c:v>95.705986953763102</c:v>
                </c:pt>
                <c:pt idx="236">
                  <c:v>95.754656189581098</c:v>
                </c:pt>
                <c:pt idx="237">
                  <c:v>95.768588634014506</c:v>
                </c:pt>
                <c:pt idx="238">
                  <c:v>95.789714767199797</c:v>
                </c:pt>
                <c:pt idx="239">
                  <c:v>95.890659660073794</c:v>
                </c:pt>
                <c:pt idx="240">
                  <c:v>95.955284016383601</c:v>
                </c:pt>
                <c:pt idx="241">
                  <c:v>96.013424182271393</c:v>
                </c:pt>
                <c:pt idx="242">
                  <c:v>96.395536887807793</c:v>
                </c:pt>
                <c:pt idx="243">
                  <c:v>96.712625289075504</c:v>
                </c:pt>
                <c:pt idx="244">
                  <c:v>96.972864504413906</c:v>
                </c:pt>
                <c:pt idx="245">
                  <c:v>97.070316869230595</c:v>
                </c:pt>
                <c:pt idx="246">
                  <c:v>97.162631168494798</c:v>
                </c:pt>
                <c:pt idx="247">
                  <c:v>97.260917064417598</c:v>
                </c:pt>
                <c:pt idx="248">
                  <c:v>97.313079385708704</c:v>
                </c:pt>
                <c:pt idx="249">
                  <c:v>97.362800299053504</c:v>
                </c:pt>
                <c:pt idx="250">
                  <c:v>97.4069476351807</c:v>
                </c:pt>
                <c:pt idx="251">
                  <c:v>97.459263236000496</c:v>
                </c:pt>
                <c:pt idx="252">
                  <c:v>97.508340981836298</c:v>
                </c:pt>
                <c:pt idx="253">
                  <c:v>97.557577733267294</c:v>
                </c:pt>
                <c:pt idx="254">
                  <c:v>97.717907648615196</c:v>
                </c:pt>
                <c:pt idx="255">
                  <c:v>97.839102148951895</c:v>
                </c:pt>
                <c:pt idx="256">
                  <c:v>97.949432118323799</c:v>
                </c:pt>
                <c:pt idx="257">
                  <c:v>98.012457331367401</c:v>
                </c:pt>
                <c:pt idx="258">
                  <c:v>98.069886492152705</c:v>
                </c:pt>
                <c:pt idx="259">
                  <c:v>98.116112407945494</c:v>
                </c:pt>
                <c:pt idx="260">
                  <c:v>98.136100837653004</c:v>
                </c:pt>
                <c:pt idx="261">
                  <c:v>98.148635600370397</c:v>
                </c:pt>
                <c:pt idx="262">
                  <c:v>98.155106018828604</c:v>
                </c:pt>
                <c:pt idx="263">
                  <c:v>98.190860334399801</c:v>
                </c:pt>
                <c:pt idx="264">
                  <c:v>98.217212301027104</c:v>
                </c:pt>
                <c:pt idx="265">
                  <c:v>98.238521837558693</c:v>
                </c:pt>
                <c:pt idx="266">
                  <c:v>98.339157457570707</c:v>
                </c:pt>
                <c:pt idx="267">
                  <c:v>98.408884157195104</c:v>
                </c:pt>
                <c:pt idx="268">
                  <c:v>98.466552861347594</c:v>
                </c:pt>
                <c:pt idx="269">
                  <c:v>98.478279535481093</c:v>
                </c:pt>
                <c:pt idx="270">
                  <c:v>98.488463016285905</c:v>
                </c:pt>
                <c:pt idx="271">
                  <c:v>98.500416951640702</c:v>
                </c:pt>
                <c:pt idx="272">
                  <c:v>98.5077209696301</c:v>
                </c:pt>
                <c:pt idx="273" formatCode="m/d/yyyy">
                  <c:v>0</c:v>
                </c:pt>
              </c:numCache>
            </c:numRef>
          </c:val>
          <c:smooth val="0"/>
        </c:ser>
        <c:ser>
          <c:idx val="1"/>
          <c:order val="1"/>
          <c:tx>
            <c:strRef>
              <c:f>Sheet1!$C$1</c:f>
              <c:strCache>
                <c:ptCount val="1"/>
                <c:pt idx="0">
                  <c:v>FNCL</c:v>
                </c:pt>
              </c:strCache>
            </c:strRef>
          </c:tx>
          <c:spPr>
            <a:ln>
              <a:solidFill>
                <a:srgbClr val="C00000"/>
              </a:solidFill>
            </a:ln>
          </c:spPr>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Sheet1!$C$2:$C$496</c:f>
              <c:numCache>
                <c:formatCode>General</c:formatCode>
                <c:ptCount val="495"/>
                <c:pt idx="0">
                  <c:v>87.519490323604401</c:v>
                </c:pt>
                <c:pt idx="1">
                  <c:v>87.536094738731293</c:v>
                </c:pt>
                <c:pt idx="2">
                  <c:v>87.4824601965081</c:v>
                </c:pt>
                <c:pt idx="3">
                  <c:v>87.493191771761204</c:v>
                </c:pt>
                <c:pt idx="4">
                  <c:v>87.523950553114801</c:v>
                </c:pt>
                <c:pt idx="5">
                  <c:v>87.555959631317194</c:v>
                </c:pt>
                <c:pt idx="6">
                  <c:v>87.584157139349799</c:v>
                </c:pt>
                <c:pt idx="7">
                  <c:v>87.609210056630005</c:v>
                </c:pt>
                <c:pt idx="8">
                  <c:v>87.640087377331199</c:v>
                </c:pt>
                <c:pt idx="9">
                  <c:v>87.596137376755706</c:v>
                </c:pt>
                <c:pt idx="10">
                  <c:v>87.621295681221795</c:v>
                </c:pt>
                <c:pt idx="11">
                  <c:v>87.604003429191707</c:v>
                </c:pt>
                <c:pt idx="12">
                  <c:v>87.597082921867596</c:v>
                </c:pt>
                <c:pt idx="13">
                  <c:v>87.621204136702502</c:v>
                </c:pt>
                <c:pt idx="14">
                  <c:v>87.634010044346397</c:v>
                </c:pt>
                <c:pt idx="15">
                  <c:v>87.640007064010504</c:v>
                </c:pt>
                <c:pt idx="16">
                  <c:v>87.677953306820697</c:v>
                </c:pt>
                <c:pt idx="17">
                  <c:v>87.676236048205993</c:v>
                </c:pt>
                <c:pt idx="18">
                  <c:v>87.689905495482506</c:v>
                </c:pt>
                <c:pt idx="19">
                  <c:v>87.687611201367801</c:v>
                </c:pt>
                <c:pt idx="20">
                  <c:v>87.6714789917838</c:v>
                </c:pt>
                <c:pt idx="21">
                  <c:v>87.657272506747603</c:v>
                </c:pt>
                <c:pt idx="22">
                  <c:v>87.650829326129795</c:v>
                </c:pt>
                <c:pt idx="23">
                  <c:v>87.651441150506002</c:v>
                </c:pt>
                <c:pt idx="24">
                  <c:v>87.638767150864894</c:v>
                </c:pt>
                <c:pt idx="25">
                  <c:v>87.594845967040499</c:v>
                </c:pt>
                <c:pt idx="26">
                  <c:v>87.539967592249894</c:v>
                </c:pt>
                <c:pt idx="27">
                  <c:v>87.489480388748106</c:v>
                </c:pt>
                <c:pt idx="28">
                  <c:v>87.350495031270199</c:v>
                </c:pt>
                <c:pt idx="29">
                  <c:v>87.267047573837701</c:v>
                </c:pt>
                <c:pt idx="30">
                  <c:v>87.210539200854996</c:v>
                </c:pt>
                <c:pt idx="31">
                  <c:v>87.167279038064095</c:v>
                </c:pt>
                <c:pt idx="32">
                  <c:v>87.123162675638994</c:v>
                </c:pt>
                <c:pt idx="33">
                  <c:v>87.087522316105904</c:v>
                </c:pt>
                <c:pt idx="34">
                  <c:v>87.0656198392345</c:v>
                </c:pt>
                <c:pt idx="35">
                  <c:v>87.062966482800604</c:v>
                </c:pt>
                <c:pt idx="36">
                  <c:v>87.059408290327397</c:v>
                </c:pt>
                <c:pt idx="37">
                  <c:v>87.054438717454104</c:v>
                </c:pt>
                <c:pt idx="38">
                  <c:v>87.025258187068502</c:v>
                </c:pt>
                <c:pt idx="39">
                  <c:v>87.004006927359995</c:v>
                </c:pt>
                <c:pt idx="40">
                  <c:v>86.986453200166395</c:v>
                </c:pt>
                <c:pt idx="41">
                  <c:v>86.982191542632094</c:v>
                </c:pt>
                <c:pt idx="42">
                  <c:v>86.972078296439406</c:v>
                </c:pt>
                <c:pt idx="43">
                  <c:v>86.955910142215103</c:v>
                </c:pt>
                <c:pt idx="44">
                  <c:v>86.984600527235798</c:v>
                </c:pt>
                <c:pt idx="45">
                  <c:v>87.025177185626802</c:v>
                </c:pt>
                <c:pt idx="46">
                  <c:v>87.073142319824697</c:v>
                </c:pt>
                <c:pt idx="47">
                  <c:v>87.1078188133216</c:v>
                </c:pt>
                <c:pt idx="48">
                  <c:v>87.143070069308706</c:v>
                </c:pt>
                <c:pt idx="49">
                  <c:v>87.197946791622797</c:v>
                </c:pt>
                <c:pt idx="50">
                  <c:v>87.305434648596503</c:v>
                </c:pt>
                <c:pt idx="51">
                  <c:v>87.413509283619604</c:v>
                </c:pt>
                <c:pt idx="52">
                  <c:v>87.526915309829405</c:v>
                </c:pt>
                <c:pt idx="53">
                  <c:v>87.638456668359098</c:v>
                </c:pt>
                <c:pt idx="54">
                  <c:v>87.724912237343602</c:v>
                </c:pt>
                <c:pt idx="55">
                  <c:v>87.832739251962806</c:v>
                </c:pt>
                <c:pt idx="56">
                  <c:v>87.942232411340498</c:v>
                </c:pt>
                <c:pt idx="57">
                  <c:v>88.017618281853103</c:v>
                </c:pt>
                <c:pt idx="58">
                  <c:v>88.133848620739698</c:v>
                </c:pt>
                <c:pt idx="59">
                  <c:v>88.268845561107099</c:v>
                </c:pt>
                <c:pt idx="60">
                  <c:v>88.371028887467702</c:v>
                </c:pt>
                <c:pt idx="61">
                  <c:v>88.461997150246802</c:v>
                </c:pt>
                <c:pt idx="62">
                  <c:v>88.552277416830094</c:v>
                </c:pt>
                <c:pt idx="63">
                  <c:v>88.616249219703406</c:v>
                </c:pt>
                <c:pt idx="64">
                  <c:v>88.701786724976003</c:v>
                </c:pt>
                <c:pt idx="65">
                  <c:v>88.776666682162897</c:v>
                </c:pt>
                <c:pt idx="66">
                  <c:v>88.858935065052705</c:v>
                </c:pt>
                <c:pt idx="67">
                  <c:v>88.909829601185507</c:v>
                </c:pt>
                <c:pt idx="68">
                  <c:v>88.953006916878294</c:v>
                </c:pt>
                <c:pt idx="69">
                  <c:v>88.969458461210493</c:v>
                </c:pt>
                <c:pt idx="70">
                  <c:v>88.9935458383991</c:v>
                </c:pt>
                <c:pt idx="71">
                  <c:v>89.029423027295195</c:v>
                </c:pt>
                <c:pt idx="72">
                  <c:v>89.055375332177803</c:v>
                </c:pt>
                <c:pt idx="73">
                  <c:v>89.044163096928699</c:v>
                </c:pt>
                <c:pt idx="74">
                  <c:v>89.039825594486302</c:v>
                </c:pt>
                <c:pt idx="75">
                  <c:v>89.026476151107701</c:v>
                </c:pt>
                <c:pt idx="76">
                  <c:v>89.031220220895094</c:v>
                </c:pt>
                <c:pt idx="77">
                  <c:v>89.029479467077394</c:v>
                </c:pt>
                <c:pt idx="78">
                  <c:v>89.027793769900796</c:v>
                </c:pt>
                <c:pt idx="79">
                  <c:v>89.029976588477396</c:v>
                </c:pt>
                <c:pt idx="80">
                  <c:v>89.028320655818106</c:v>
                </c:pt>
                <c:pt idx="81">
                  <c:v>88.993590812684104</c:v>
                </c:pt>
                <c:pt idx="82">
                  <c:v>89.008163209273107</c:v>
                </c:pt>
                <c:pt idx="83">
                  <c:v>88.942051083775397</c:v>
                </c:pt>
                <c:pt idx="84">
                  <c:v>88.931005343214395</c:v>
                </c:pt>
                <c:pt idx="85">
                  <c:v>88.933954385904102</c:v>
                </c:pt>
                <c:pt idx="86">
                  <c:v>88.886761252337195</c:v>
                </c:pt>
                <c:pt idx="87">
                  <c:v>88.841547746600398</c:v>
                </c:pt>
                <c:pt idx="88">
                  <c:v>88.794389672061001</c:v>
                </c:pt>
                <c:pt idx="89">
                  <c:v>88.744071357624804</c:v>
                </c:pt>
                <c:pt idx="90">
                  <c:v>88.666839367494205</c:v>
                </c:pt>
                <c:pt idx="91">
                  <c:v>88.610441077865104</c:v>
                </c:pt>
                <c:pt idx="92">
                  <c:v>88.515355981039605</c:v>
                </c:pt>
                <c:pt idx="93">
                  <c:v>88.4341878741795</c:v>
                </c:pt>
                <c:pt idx="94">
                  <c:v>88.351837777550898</c:v>
                </c:pt>
                <c:pt idx="95">
                  <c:v>88.229123870524603</c:v>
                </c:pt>
                <c:pt idx="96">
                  <c:v>88.137161073820906</c:v>
                </c:pt>
                <c:pt idx="97">
                  <c:v>88.053296226191506</c:v>
                </c:pt>
                <c:pt idx="98">
                  <c:v>87.969078988211294</c:v>
                </c:pt>
                <c:pt idx="99">
                  <c:v>87.858926286424307</c:v>
                </c:pt>
                <c:pt idx="100">
                  <c:v>87.757985249224404</c:v>
                </c:pt>
                <c:pt idx="101">
                  <c:v>87.656004456856095</c:v>
                </c:pt>
                <c:pt idx="102">
                  <c:v>87.562530177691499</c:v>
                </c:pt>
                <c:pt idx="103">
                  <c:v>87.452257702126204</c:v>
                </c:pt>
                <c:pt idx="104">
                  <c:v>87.353433582665104</c:v>
                </c:pt>
                <c:pt idx="105">
                  <c:v>87.257450282460198</c:v>
                </c:pt>
                <c:pt idx="106">
                  <c:v>87.172606718407806</c:v>
                </c:pt>
                <c:pt idx="107">
                  <c:v>87.129265497458803</c:v>
                </c:pt>
                <c:pt idx="108">
                  <c:v>87.109877746218899</c:v>
                </c:pt>
                <c:pt idx="109">
                  <c:v>87.087420386953795</c:v>
                </c:pt>
                <c:pt idx="110">
                  <c:v>87.084098887905398</c:v>
                </c:pt>
                <c:pt idx="111">
                  <c:v>86.714556900057502</c:v>
                </c:pt>
                <c:pt idx="112">
                  <c:v>86.530358046206302</c:v>
                </c:pt>
                <c:pt idx="113">
                  <c:v>86.599883508001298</c:v>
                </c:pt>
                <c:pt idx="114">
                  <c:v>86.621576475268597</c:v>
                </c:pt>
                <c:pt idx="115">
                  <c:v>86.638988421167994</c:v>
                </c:pt>
                <c:pt idx="116">
                  <c:v>86.6565435457061</c:v>
                </c:pt>
                <c:pt idx="117">
                  <c:v>86.623627534214194</c:v>
                </c:pt>
                <c:pt idx="118">
                  <c:v>86.610717721113502</c:v>
                </c:pt>
                <c:pt idx="119">
                  <c:v>86.490801222106697</c:v>
                </c:pt>
                <c:pt idx="120">
                  <c:v>86.500345845228196</c:v>
                </c:pt>
                <c:pt idx="121">
                  <c:v>86.591246002301901</c:v>
                </c:pt>
                <c:pt idx="122">
                  <c:v>86.6936382398993</c:v>
                </c:pt>
                <c:pt idx="123">
                  <c:v>86.7638962162914</c:v>
                </c:pt>
                <c:pt idx="124">
                  <c:v>86.843761341058695</c:v>
                </c:pt>
                <c:pt idx="125">
                  <c:v>86.951509448135894</c:v>
                </c:pt>
                <c:pt idx="126">
                  <c:v>87.063014023675905</c:v>
                </c:pt>
                <c:pt idx="127">
                  <c:v>87.146844314777596</c:v>
                </c:pt>
                <c:pt idx="128">
                  <c:v>87.209672701657695</c:v>
                </c:pt>
                <c:pt idx="129">
                  <c:v>87.268068654338407</c:v>
                </c:pt>
                <c:pt idx="130">
                  <c:v>87.364569637615503</c:v>
                </c:pt>
                <c:pt idx="131">
                  <c:v>87.456943654591001</c:v>
                </c:pt>
                <c:pt idx="132">
                  <c:v>87.544134636964202</c:v>
                </c:pt>
                <c:pt idx="133">
                  <c:v>87.639782044724896</c:v>
                </c:pt>
                <c:pt idx="134">
                  <c:v>86.998545907648506</c:v>
                </c:pt>
                <c:pt idx="135">
                  <c:v>87.070158300687197</c:v>
                </c:pt>
                <c:pt idx="136">
                  <c:v>87.098433188484606</c:v>
                </c:pt>
                <c:pt idx="137">
                  <c:v>87.9459395061577</c:v>
                </c:pt>
                <c:pt idx="138">
                  <c:v>88.022032441905296</c:v>
                </c:pt>
                <c:pt idx="139">
                  <c:v>88.124632886633407</c:v>
                </c:pt>
                <c:pt idx="140">
                  <c:v>88.184165619189002</c:v>
                </c:pt>
                <c:pt idx="141">
                  <c:v>88.253865925312297</c:v>
                </c:pt>
                <c:pt idx="142">
                  <c:v>88.310544229910604</c:v>
                </c:pt>
                <c:pt idx="143">
                  <c:v>88.375512309580699</c:v>
                </c:pt>
                <c:pt idx="144">
                  <c:v>88.411336628136198</c:v>
                </c:pt>
                <c:pt idx="145">
                  <c:v>88.483119825112595</c:v>
                </c:pt>
                <c:pt idx="146">
                  <c:v>88.552900051835806</c:v>
                </c:pt>
                <c:pt idx="147">
                  <c:v>88.639814557968094</c:v>
                </c:pt>
                <c:pt idx="148">
                  <c:v>88.686965237758798</c:v>
                </c:pt>
                <c:pt idx="149">
                  <c:v>88.662003187691198</c:v>
                </c:pt>
                <c:pt idx="150">
                  <c:v>88.633184128491806</c:v>
                </c:pt>
                <c:pt idx="151">
                  <c:v>88.575908177825596</c:v>
                </c:pt>
                <c:pt idx="152">
                  <c:v>88.490973230128603</c:v>
                </c:pt>
                <c:pt idx="153">
                  <c:v>88.425241161272297</c:v>
                </c:pt>
                <c:pt idx="154">
                  <c:v>88.308333009149194</c:v>
                </c:pt>
                <c:pt idx="155">
                  <c:v>88.250993556478804</c:v>
                </c:pt>
                <c:pt idx="156">
                  <c:v>88.231156768375001</c:v>
                </c:pt>
                <c:pt idx="157">
                  <c:v>88.191237844041098</c:v>
                </c:pt>
                <c:pt idx="158">
                  <c:v>88.242387435627606</c:v>
                </c:pt>
                <c:pt idx="159">
                  <c:v>88.251108461551894</c:v>
                </c:pt>
                <c:pt idx="160">
                  <c:v>88.230248086247997</c:v>
                </c:pt>
                <c:pt idx="161">
                  <c:v>87.865863801511395</c:v>
                </c:pt>
                <c:pt idx="162">
                  <c:v>87.487743805972798</c:v>
                </c:pt>
                <c:pt idx="163">
                  <c:v>87.140811647425195</c:v>
                </c:pt>
                <c:pt idx="164">
                  <c:v>86.510796921157194</c:v>
                </c:pt>
                <c:pt idx="165">
                  <c:v>85.833051674316295</c:v>
                </c:pt>
                <c:pt idx="166">
                  <c:v>85.086742611489598</c:v>
                </c:pt>
                <c:pt idx="167">
                  <c:v>84.306024365993395</c:v>
                </c:pt>
                <c:pt idx="168">
                  <c:v>83.470443153985002</c:v>
                </c:pt>
                <c:pt idx="169">
                  <c:v>82.682961297469305</c:v>
                </c:pt>
                <c:pt idx="170">
                  <c:v>82.174662693842194</c:v>
                </c:pt>
                <c:pt idx="171">
                  <c:v>81.676845358394601</c:v>
                </c:pt>
                <c:pt idx="172">
                  <c:v>81.222261870160196</c:v>
                </c:pt>
                <c:pt idx="173">
                  <c:v>80.765426662454104</c:v>
                </c:pt>
                <c:pt idx="174">
                  <c:v>80.184063498883503</c:v>
                </c:pt>
                <c:pt idx="175">
                  <c:v>79.547588593466699</c:v>
                </c:pt>
                <c:pt idx="176">
                  <c:v>78.552793329877005</c:v>
                </c:pt>
                <c:pt idx="177">
                  <c:v>77.365069847559795</c:v>
                </c:pt>
                <c:pt idx="178">
                  <c:v>76.073411207412406</c:v>
                </c:pt>
                <c:pt idx="179">
                  <c:v>75.8452530167921</c:v>
                </c:pt>
                <c:pt idx="180">
                  <c:v>75.446892030611096</c:v>
                </c:pt>
                <c:pt idx="181">
                  <c:v>75.0343936997794</c:v>
                </c:pt>
                <c:pt idx="182">
                  <c:v>75.645218218977107</c:v>
                </c:pt>
                <c:pt idx="183">
                  <c:v>75.952224157883407</c:v>
                </c:pt>
                <c:pt idx="184">
                  <c:v>76.473711675546596</c:v>
                </c:pt>
                <c:pt idx="185">
                  <c:v>76.838599335138198</c:v>
                </c:pt>
                <c:pt idx="186">
                  <c:v>77.094317575543798</c:v>
                </c:pt>
                <c:pt idx="187">
                  <c:v>77.3685526850023</c:v>
                </c:pt>
                <c:pt idx="188">
                  <c:v>77.387977553334807</c:v>
                </c:pt>
                <c:pt idx="189">
                  <c:v>77.333820337888199</c:v>
                </c:pt>
                <c:pt idx="190">
                  <c:v>77.202320247602898</c:v>
                </c:pt>
                <c:pt idx="191">
                  <c:v>76.960635367766699</c:v>
                </c:pt>
                <c:pt idx="192">
                  <c:v>76.687007725357304</c:v>
                </c:pt>
                <c:pt idx="193">
                  <c:v>76.462809359131896</c:v>
                </c:pt>
                <c:pt idx="194">
                  <c:v>77.738433149746001</c:v>
                </c:pt>
                <c:pt idx="195">
                  <c:v>79.268676010927095</c:v>
                </c:pt>
                <c:pt idx="196">
                  <c:v>80.5900343688959</c:v>
                </c:pt>
                <c:pt idx="197">
                  <c:v>80.348113741626904</c:v>
                </c:pt>
                <c:pt idx="198">
                  <c:v>80.101149217187995</c:v>
                </c:pt>
                <c:pt idx="199">
                  <c:v>79.811088972242302</c:v>
                </c:pt>
                <c:pt idx="200">
                  <c:v>79.378157255191397</c:v>
                </c:pt>
                <c:pt idx="201">
                  <c:v>78.947556028125703</c:v>
                </c:pt>
                <c:pt idx="202">
                  <c:v>78.469860640407802</c:v>
                </c:pt>
                <c:pt idx="203">
                  <c:v>77.653683361061994</c:v>
                </c:pt>
                <c:pt idx="204">
                  <c:v>76.651094426219103</c:v>
                </c:pt>
                <c:pt idx="205">
                  <c:v>75.668197552330795</c:v>
                </c:pt>
                <c:pt idx="206">
                  <c:v>76.566412911496002</c:v>
                </c:pt>
                <c:pt idx="207">
                  <c:v>77.404996136443401</c:v>
                </c:pt>
                <c:pt idx="208">
                  <c:v>78.152134277436204</c:v>
                </c:pt>
                <c:pt idx="209">
                  <c:v>78.731557634820504</c:v>
                </c:pt>
                <c:pt idx="210">
                  <c:v>79.265137337534796</c:v>
                </c:pt>
                <c:pt idx="211">
                  <c:v>79.804317639036896</c:v>
                </c:pt>
                <c:pt idx="212">
                  <c:v>79.769991769635993</c:v>
                </c:pt>
                <c:pt idx="213">
                  <c:v>79.639500483426602</c:v>
                </c:pt>
                <c:pt idx="214">
                  <c:v>79.507086943547606</c:v>
                </c:pt>
                <c:pt idx="215">
                  <c:v>79.847724271091195</c:v>
                </c:pt>
                <c:pt idx="216">
                  <c:v>80.077576049473095</c:v>
                </c:pt>
                <c:pt idx="217">
                  <c:v>80.357036281162095</c:v>
                </c:pt>
                <c:pt idx="218">
                  <c:v>82.352999335607194</c:v>
                </c:pt>
                <c:pt idx="219">
                  <c:v>84.075092139472702</c:v>
                </c:pt>
                <c:pt idx="220">
                  <c:v>85.660541240689199</c:v>
                </c:pt>
                <c:pt idx="221">
                  <c:v>86.487412037087793</c:v>
                </c:pt>
                <c:pt idx="222">
                  <c:v>87.295332346643406</c:v>
                </c:pt>
                <c:pt idx="223">
                  <c:v>88.056887782603397</c:v>
                </c:pt>
                <c:pt idx="224">
                  <c:v>88.488936208761601</c:v>
                </c:pt>
                <c:pt idx="225">
                  <c:v>88.923652330818399</c:v>
                </c:pt>
                <c:pt idx="226">
                  <c:v>89.366679674424603</c:v>
                </c:pt>
                <c:pt idx="227">
                  <c:v>87.206397262218601</c:v>
                </c:pt>
                <c:pt idx="228">
                  <c:v>87.581728598102302</c:v>
                </c:pt>
                <c:pt idx="229">
                  <c:v>87.890819877352897</c:v>
                </c:pt>
                <c:pt idx="230">
                  <c:v>88.636215734976602</c:v>
                </c:pt>
                <c:pt idx="231">
                  <c:v>89.303044106109994</c:v>
                </c:pt>
                <c:pt idx="232">
                  <c:v>89.905355137437894</c:v>
                </c:pt>
                <c:pt idx="233">
                  <c:v>90.122580548364397</c:v>
                </c:pt>
                <c:pt idx="234">
                  <c:v>90.337691241577502</c:v>
                </c:pt>
                <c:pt idx="235">
                  <c:v>90.554171247270403</c:v>
                </c:pt>
                <c:pt idx="236">
                  <c:v>90.536166746404206</c:v>
                </c:pt>
                <c:pt idx="237">
                  <c:v>90.485561744629294</c:v>
                </c:pt>
                <c:pt idx="238">
                  <c:v>90.469069760377593</c:v>
                </c:pt>
                <c:pt idx="239">
                  <c:v>95.177249318432899</c:v>
                </c:pt>
                <c:pt idx="240">
                  <c:v>95.264061528158905</c:v>
                </c:pt>
                <c:pt idx="241">
                  <c:v>95.3292006393999</c:v>
                </c:pt>
                <c:pt idx="242">
                  <c:v>95.464305483368406</c:v>
                </c:pt>
                <c:pt idx="243">
                  <c:v>95.586269185181806</c:v>
                </c:pt>
                <c:pt idx="244">
                  <c:v>95.696033041890004</c:v>
                </c:pt>
                <c:pt idx="245">
                  <c:v>95.770095780891694</c:v>
                </c:pt>
                <c:pt idx="246">
                  <c:v>95.851890088667901</c:v>
                </c:pt>
                <c:pt idx="247">
                  <c:v>95.923214952377506</c:v>
                </c:pt>
                <c:pt idx="248">
                  <c:v>96.011036768316501</c:v>
                </c:pt>
                <c:pt idx="249">
                  <c:v>96.090082498600395</c:v>
                </c:pt>
                <c:pt idx="250">
                  <c:v>96.158543761518004</c:v>
                </c:pt>
                <c:pt idx="251">
                  <c:v>96.234261485592995</c:v>
                </c:pt>
                <c:pt idx="252">
                  <c:v>96.297235313940703</c:v>
                </c:pt>
                <c:pt idx="253">
                  <c:v>96.351977028511897</c:v>
                </c:pt>
                <c:pt idx="254">
                  <c:v>96.417862288850998</c:v>
                </c:pt>
                <c:pt idx="255">
                  <c:v>96.482778784733398</c:v>
                </c:pt>
                <c:pt idx="256">
                  <c:v>96.556226123040503</c:v>
                </c:pt>
                <c:pt idx="257">
                  <c:v>96.618044783022299</c:v>
                </c:pt>
                <c:pt idx="258">
                  <c:v>96.688420894058098</c:v>
                </c:pt>
                <c:pt idx="259">
                  <c:v>96.745666634220797</c:v>
                </c:pt>
                <c:pt idx="260">
                  <c:v>96.808513574756802</c:v>
                </c:pt>
                <c:pt idx="261">
                  <c:v>96.866869061037704</c:v>
                </c:pt>
                <c:pt idx="262">
                  <c:v>96.906750557718397</c:v>
                </c:pt>
                <c:pt idx="263">
                  <c:v>96.962339576802606</c:v>
                </c:pt>
                <c:pt idx="264">
                  <c:v>97.012240390125399</c:v>
                </c:pt>
                <c:pt idx="265">
                  <c:v>97.052895719941105</c:v>
                </c:pt>
                <c:pt idx="266">
                  <c:v>97.106816420616695</c:v>
                </c:pt>
                <c:pt idx="267">
                  <c:v>97.154882452379994</c:v>
                </c:pt>
                <c:pt idx="268">
                  <c:v>97.196680650312899</c:v>
                </c:pt>
                <c:pt idx="269">
                  <c:v>97.243503024039299</c:v>
                </c:pt>
                <c:pt idx="270">
                  <c:v>97.278876053191496</c:v>
                </c:pt>
                <c:pt idx="271">
                  <c:v>97.324472322563096</c:v>
                </c:pt>
                <c:pt idx="272">
                  <c:v>97.369123580515193</c:v>
                </c:pt>
              </c:numCache>
            </c:numRef>
          </c:val>
          <c:smooth val="0"/>
        </c:ser>
        <c:dLbls>
          <c:showLegendKey val="0"/>
          <c:showVal val="0"/>
          <c:showCatName val="0"/>
          <c:showSerName val="0"/>
          <c:showPercent val="0"/>
          <c:showBubbleSize val="0"/>
        </c:dLbls>
        <c:marker val="1"/>
        <c:smooth val="0"/>
        <c:axId val="249784576"/>
        <c:axId val="250134528"/>
      </c:lineChart>
      <c:dateAx>
        <c:axId val="249784576"/>
        <c:scaling>
          <c:orientation val="minMax"/>
        </c:scaling>
        <c:delete val="0"/>
        <c:axPos val="b"/>
        <c:numFmt formatCode="m/d/yyyy" sourceLinked="1"/>
        <c:majorTickMark val="out"/>
        <c:minorTickMark val="none"/>
        <c:tickLblPos val="nextTo"/>
        <c:crossAx val="250134528"/>
        <c:crosses val="autoZero"/>
        <c:auto val="1"/>
        <c:lblOffset val="100"/>
        <c:baseTimeUnit val="months"/>
      </c:dateAx>
      <c:valAx>
        <c:axId val="250134528"/>
        <c:scaling>
          <c:orientation val="minMax"/>
          <c:min val="60"/>
        </c:scaling>
        <c:delete val="0"/>
        <c:axPos val="l"/>
        <c:numFmt formatCode="General" sourceLinked="1"/>
        <c:majorTickMark val="out"/>
        <c:minorTickMark val="none"/>
        <c:tickLblPos val="nextTo"/>
        <c:crossAx val="249784576"/>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FGLMC</c:v>
                </c:pt>
              </c:strCache>
            </c:strRef>
          </c:tx>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Sheet1!$B$2:$B$496</c:f>
              <c:numCache>
                <c:formatCode>General</c:formatCode>
                <c:ptCount val="495"/>
                <c:pt idx="0">
                  <c:v>99.042895214577996</c:v>
                </c:pt>
                <c:pt idx="1">
                  <c:v>98.728419570533603</c:v>
                </c:pt>
                <c:pt idx="2">
                  <c:v>98.420927368044502</c:v>
                </c:pt>
                <c:pt idx="3">
                  <c:v>#N/A</c:v>
                </c:pt>
                <c:pt idx="4">
                  <c:v>#N/A</c:v>
                </c:pt>
                <c:pt idx="5">
                  <c:v>97.681204158137106</c:v>
                </c:pt>
                <c:pt idx="6">
                  <c:v>97.503899032269402</c:v>
                </c:pt>
                <c:pt idx="7">
                  <c:v>97.356954680509801</c:v>
                </c:pt>
                <c:pt idx="8">
                  <c:v>97.202262614290007</c:v>
                </c:pt>
                <c:pt idx="9">
                  <c:v>97.077694471307694</c:v>
                </c:pt>
                <c:pt idx="10">
                  <c:v>96.978984565132095</c:v>
                </c:pt>
                <c:pt idx="11">
                  <c:v>96.901214384948005</c:v>
                </c:pt>
                <c:pt idx="12">
                  <c:v>96.797930004529704</c:v>
                </c:pt>
                <c:pt idx="13">
                  <c:v>96.704603715331203</c:v>
                </c:pt>
                <c:pt idx="14">
                  <c:v>96.580893265796803</c:v>
                </c:pt>
                <c:pt idx="15">
                  <c:v>96.415450831963796</c:v>
                </c:pt>
                <c:pt idx="16">
                  <c:v>96.289993664180201</c:v>
                </c:pt>
                <c:pt idx="17">
                  <c:v>96.140167177683495</c:v>
                </c:pt>
                <c:pt idx="18">
                  <c:v>96.0699306058102</c:v>
                </c:pt>
                <c:pt idx="19">
                  <c:v>95.970004992844295</c:v>
                </c:pt>
                <c:pt idx="20">
                  <c:v>95.719948288162598</c:v>
                </c:pt>
                <c:pt idx="21">
                  <c:v>95.454564179037803</c:v>
                </c:pt>
                <c:pt idx="22">
                  <c:v>95.309097276227803</c:v>
                </c:pt>
                <c:pt idx="23">
                  <c:v>95.207580805184193</c:v>
                </c:pt>
                <c:pt idx="24">
                  <c:v>95.068968282893394</c:v>
                </c:pt>
                <c:pt idx="25">
                  <c:v>94.9282536272312</c:v>
                </c:pt>
                <c:pt idx="26">
                  <c:v>94.718777649845606</c:v>
                </c:pt>
                <c:pt idx="27">
                  <c:v>94.517617836355498</c:v>
                </c:pt>
                <c:pt idx="28">
                  <c:v>94.433956535743107</c:v>
                </c:pt>
                <c:pt idx="29">
                  <c:v>94.279860937165907</c:v>
                </c:pt>
                <c:pt idx="30">
                  <c:v>94.046836234387399</c:v>
                </c:pt>
                <c:pt idx="31">
                  <c:v>93.902239936808499</c:v>
                </c:pt>
                <c:pt idx="32">
                  <c:v>93.747279131194702</c:v>
                </c:pt>
                <c:pt idx="33">
                  <c:v>93.619053387659307</c:v>
                </c:pt>
                <c:pt idx="34">
                  <c:v>93.540671648384404</c:v>
                </c:pt>
                <c:pt idx="35">
                  <c:v>#N/A</c:v>
                </c:pt>
                <c:pt idx="36">
                  <c:v>#N/A</c:v>
                </c:pt>
                <c:pt idx="37">
                  <c:v>92.993150188481806</c:v>
                </c:pt>
                <c:pt idx="38">
                  <c:v>92.902874572158197</c:v>
                </c:pt>
                <c:pt idx="39">
                  <c:v>92.824520228906394</c:v>
                </c:pt>
                <c:pt idx="40">
                  <c:v>92.753503587986103</c:v>
                </c:pt>
                <c:pt idx="41">
                  <c:v>92.644354738794206</c:v>
                </c:pt>
                <c:pt idx="42">
                  <c:v>92.511880458717599</c:v>
                </c:pt>
                <c:pt idx="43">
                  <c:v>92.416946943406799</c:v>
                </c:pt>
                <c:pt idx="44">
                  <c:v>92.332196161286404</c:v>
                </c:pt>
                <c:pt idx="45">
                  <c:v>92.248022386213506</c:v>
                </c:pt>
                <c:pt idx="46">
                  <c:v>92.112657381390605</c:v>
                </c:pt>
                <c:pt idx="47">
                  <c:v>92.025928040633204</c:v>
                </c:pt>
                <c:pt idx="48">
                  <c:v>92.053310665430601</c:v>
                </c:pt>
                <c:pt idx="49">
                  <c:v>92.022991506954199</c:v>
                </c:pt>
                <c:pt idx="50">
                  <c:v>91.853457612590503</c:v>
                </c:pt>
                <c:pt idx="51">
                  <c:v>91.768115515667404</c:v>
                </c:pt>
                <c:pt idx="52">
                  <c:v>91.673935599984702</c:v>
                </c:pt>
                <c:pt idx="53">
                  <c:v>91.570922345367805</c:v>
                </c:pt>
                <c:pt idx="54">
                  <c:v>91.517389801174403</c:v>
                </c:pt>
                <c:pt idx="55">
                  <c:v>91.533661788427906</c:v>
                </c:pt>
                <c:pt idx="56">
                  <c:v>91.556802230438095</c:v>
                </c:pt>
                <c:pt idx="57">
                  <c:v>91.394038464355305</c:v>
                </c:pt>
                <c:pt idx="58">
                  <c:v>91.248054735348205</c:v>
                </c:pt>
                <c:pt idx="59">
                  <c:v>91.173404727319095</c:v>
                </c:pt>
                <c:pt idx="60">
                  <c:v>91.060510110117306</c:v>
                </c:pt>
                <c:pt idx="61">
                  <c:v>91.029735352678102</c:v>
                </c:pt>
                <c:pt idx="62">
                  <c:v>90.935961074470796</c:v>
                </c:pt>
                <c:pt idx="63">
                  <c:v>90.868151897523106</c:v>
                </c:pt>
                <c:pt idx="64">
                  <c:v>90.754331103109195</c:v>
                </c:pt>
                <c:pt idx="65">
                  <c:v>90.676781769290997</c:v>
                </c:pt>
                <c:pt idx="66">
                  <c:v>90.592704865297094</c:v>
                </c:pt>
                <c:pt idx="67">
                  <c:v>90.543650668260398</c:v>
                </c:pt>
                <c:pt idx="68">
                  <c:v>90.473341946825997</c:v>
                </c:pt>
                <c:pt idx="69">
                  <c:v>90.423566343701395</c:v>
                </c:pt>
                <c:pt idx="70">
                  <c:v>90.377949021028996</c:v>
                </c:pt>
                <c:pt idx="71">
                  <c:v>90.341587928600504</c:v>
                </c:pt>
                <c:pt idx="72">
                  <c:v>90.2613194844985</c:v>
                </c:pt>
                <c:pt idx="73">
                  <c:v>90.239260897534606</c:v>
                </c:pt>
                <c:pt idx="74">
                  <c:v>90.216704589250398</c:v>
                </c:pt>
                <c:pt idx="75">
                  <c:v>90.1989728595277</c:v>
                </c:pt>
                <c:pt idx="76">
                  <c:v>90.135844691138104</c:v>
                </c:pt>
                <c:pt idx="77">
                  <c:v>90.0693507160873</c:v>
                </c:pt>
                <c:pt idx="78">
                  <c:v>90.038224217183696</c:v>
                </c:pt>
                <c:pt idx="79">
                  <c:v>89.960264842197205</c:v>
                </c:pt>
                <c:pt idx="80">
                  <c:v>89.896320553078198</c:v>
                </c:pt>
                <c:pt idx="81">
                  <c:v>89.815054683417799</c:v>
                </c:pt>
                <c:pt idx="82">
                  <c:v>89.729976201419205</c:v>
                </c:pt>
                <c:pt idx="83">
                  <c:v>89.657215563622103</c:v>
                </c:pt>
                <c:pt idx="84">
                  <c:v>89.581547750311501</c:v>
                </c:pt>
                <c:pt idx="85">
                  <c:v>89.512842821269302</c:v>
                </c:pt>
                <c:pt idx="86">
                  <c:v>89.472957018569602</c:v>
                </c:pt>
                <c:pt idx="87">
                  <c:v>89.407079481689493</c:v>
                </c:pt>
                <c:pt idx="88">
                  <c:v>89.316474945363396</c:v>
                </c:pt>
                <c:pt idx="89">
                  <c:v>89.195932581922193</c:v>
                </c:pt>
                <c:pt idx="90">
                  <c:v>89.046337871782796</c:v>
                </c:pt>
                <c:pt idx="91">
                  <c:v>88.943319036077895</c:v>
                </c:pt>
                <c:pt idx="92">
                  <c:v>88.838842962308107</c:v>
                </c:pt>
                <c:pt idx="93">
                  <c:v>88.759627121752104</c:v>
                </c:pt>
                <c:pt idx="94">
                  <c:v>88.672003146288404</c:v>
                </c:pt>
                <c:pt idx="95">
                  <c:v>88.573531157356697</c:v>
                </c:pt>
                <c:pt idx="96">
                  <c:v>88.466004535635307</c:v>
                </c:pt>
                <c:pt idx="97">
                  <c:v>88.306155213092495</c:v>
                </c:pt>
                <c:pt idx="98">
                  <c:v>88.165854670543595</c:v>
                </c:pt>
                <c:pt idx="99">
                  <c:v>88.038684248769897</c:v>
                </c:pt>
                <c:pt idx="100">
                  <c:v>87.917018505683401</c:v>
                </c:pt>
                <c:pt idx="101">
                  <c:v>87.796318491509297</c:v>
                </c:pt>
                <c:pt idx="102">
                  <c:v>87.677245123366006</c:v>
                </c:pt>
                <c:pt idx="103">
                  <c:v>87.582967421811901</c:v>
                </c:pt>
                <c:pt idx="104">
                  <c:v>87.512331924893999</c:v>
                </c:pt>
                <c:pt idx="105">
                  <c:v>87.485744139592001</c:v>
                </c:pt>
                <c:pt idx="106">
                  <c:v>87.445232638571099</c:v>
                </c:pt>
                <c:pt idx="107">
                  <c:v>87.370538177379203</c:v>
                </c:pt>
                <c:pt idx="108">
                  <c:v>87.3587896847515</c:v>
                </c:pt>
                <c:pt idx="109">
                  <c:v>87.366862250795293</c:v>
                </c:pt>
                <c:pt idx="110">
                  <c:v>87.3665003726084</c:v>
                </c:pt>
                <c:pt idx="111">
                  <c:v>87.440175577590793</c:v>
                </c:pt>
                <c:pt idx="112">
                  <c:v>87.534653803241099</c:v>
                </c:pt>
                <c:pt idx="113">
                  <c:v>87.5949123058287</c:v>
                </c:pt>
                <c:pt idx="114">
                  <c:v>87.705258310248198</c:v>
                </c:pt>
                <c:pt idx="115">
                  <c:v>87.755743416356694</c:v>
                </c:pt>
                <c:pt idx="116">
                  <c:v>87.868978262737997</c:v>
                </c:pt>
                <c:pt idx="117">
                  <c:v>87.942381246075001</c:v>
                </c:pt>
                <c:pt idx="118">
                  <c:v>88.050881062194804</c:v>
                </c:pt>
                <c:pt idx="119">
                  <c:v>88.084074147928803</c:v>
                </c:pt>
                <c:pt idx="120">
                  <c:v>88.105767536891705</c:v>
                </c:pt>
                <c:pt idx="121">
                  <c:v>88.134375617136001</c:v>
                </c:pt>
                <c:pt idx="122">
                  <c:v>88.221138612025896</c:v>
                </c:pt>
                <c:pt idx="123">
                  <c:v>88.2796976810329</c:v>
                </c:pt>
                <c:pt idx="124">
                  <c:v>88.359195659260095</c:v>
                </c:pt>
                <c:pt idx="125">
                  <c:v>88.386130968417604</c:v>
                </c:pt>
                <c:pt idx="126">
                  <c:v>88.444880925534704</c:v>
                </c:pt>
                <c:pt idx="127">
                  <c:v>88.531840576166104</c:v>
                </c:pt>
                <c:pt idx="128">
                  <c:v>88.591423485742794</c:v>
                </c:pt>
                <c:pt idx="129">
                  <c:v>88.652693025769906</c:v>
                </c:pt>
                <c:pt idx="130">
                  <c:v>88.723270104119905</c:v>
                </c:pt>
                <c:pt idx="131">
                  <c:v>88.829845686075501</c:v>
                </c:pt>
                <c:pt idx="132">
                  <c:v>88.875416801239993</c:v>
                </c:pt>
                <c:pt idx="133">
                  <c:v>88.930022726333107</c:v>
                </c:pt>
                <c:pt idx="134">
                  <c:v>89.072123444957199</c:v>
                </c:pt>
                <c:pt idx="135">
                  <c:v>89.125361401376196</c:v>
                </c:pt>
                <c:pt idx="136">
                  <c:v>89.198205762551396</c:v>
                </c:pt>
                <c:pt idx="137">
                  <c:v>89.254039252913302</c:v>
                </c:pt>
                <c:pt idx="138">
                  <c:v>89.285574490843004</c:v>
                </c:pt>
                <c:pt idx="139">
                  <c:v>89.348688696911395</c:v>
                </c:pt>
                <c:pt idx="140">
                  <c:v>89.338391137991394</c:v>
                </c:pt>
                <c:pt idx="141">
                  <c:v>89.370147218990098</c:v>
                </c:pt>
                <c:pt idx="142">
                  <c:v>89.395771016600804</c:v>
                </c:pt>
                <c:pt idx="143">
                  <c:v>89.406108931294</c:v>
                </c:pt>
                <c:pt idx="144">
                  <c:v>89.475207292258503</c:v>
                </c:pt>
                <c:pt idx="145">
                  <c:v>89.538278655785604</c:v>
                </c:pt>
                <c:pt idx="146">
                  <c:v>89.622606212205895</c:v>
                </c:pt>
                <c:pt idx="147">
                  <c:v>89.707410139325304</c:v>
                </c:pt>
                <c:pt idx="148">
                  <c:v>89.775199167466297</c:v>
                </c:pt>
                <c:pt idx="149">
                  <c:v>89.784352669818205</c:v>
                </c:pt>
                <c:pt idx="150">
                  <c:v>89.808847866585197</c:v>
                </c:pt>
                <c:pt idx="151">
                  <c:v>88.564265133633199</c:v>
                </c:pt>
                <c:pt idx="152">
                  <c:v>88.718118200961499</c:v>
                </c:pt>
                <c:pt idx="153">
                  <c:v>89.030330750412503</c:v>
                </c:pt>
                <c:pt idx="154">
                  <c:v>89.182762274168795</c:v>
                </c:pt>
                <c:pt idx="155">
                  <c:v>88.634563936587895</c:v>
                </c:pt>
                <c:pt idx="156">
                  <c:v>88.964771030614202</c:v>
                </c:pt>
                <c:pt idx="157">
                  <c:v>88.573890165799995</c:v>
                </c:pt>
                <c:pt idx="158">
                  <c:v>88.946012579693601</c:v>
                </c:pt>
                <c:pt idx="159">
                  <c:v>89.210969925319404</c:v>
                </c:pt>
                <c:pt idx="160">
                  <c:v>89.130691751235801</c:v>
                </c:pt>
                <c:pt idx="161">
                  <c:v>89.148915748873307</c:v>
                </c:pt>
                <c:pt idx="162">
                  <c:v>89.2053193621758</c:v>
                </c:pt>
                <c:pt idx="163">
                  <c:v>88.788227667979001</c:v>
                </c:pt>
                <c:pt idx="164">
                  <c:v>88.179894004947499</c:v>
                </c:pt>
                <c:pt idx="165">
                  <c:v>88.304705206090802</c:v>
                </c:pt>
                <c:pt idx="166">
                  <c:v>87.372890547298596</c:v>
                </c:pt>
                <c:pt idx="167">
                  <c:v>86.832632177839699</c:v>
                </c:pt>
                <c:pt idx="168">
                  <c:v>85.933940565323198</c:v>
                </c:pt>
                <c:pt idx="169">
                  <c:v>84.496594313225401</c:v>
                </c:pt>
                <c:pt idx="170">
                  <c:v>83.974665526216796</c:v>
                </c:pt>
                <c:pt idx="171">
                  <c:v>83.610002496999201</c:v>
                </c:pt>
                <c:pt idx="172">
                  <c:v>83.097793218180598</c:v>
                </c:pt>
                <c:pt idx="173">
                  <c:v>82.942590170169595</c:v>
                </c:pt>
                <c:pt idx="174">
                  <c:v>83.144668466178601</c:v>
                </c:pt>
                <c:pt idx="175">
                  <c:v>82.566955120590407</c:v>
                </c:pt>
                <c:pt idx="176">
                  <c:v>81.530228230536295</c:v>
                </c:pt>
                <c:pt idx="177">
                  <c:v>80.856974699732703</c:v>
                </c:pt>
                <c:pt idx="178">
                  <c:v>79.525922663337795</c:v>
                </c:pt>
                <c:pt idx="179">
                  <c:v>79.398809719351206</c:v>
                </c:pt>
                <c:pt idx="180">
                  <c:v>79.286047607884299</c:v>
                </c:pt>
                <c:pt idx="181">
                  <c:v>78.1909227294354</c:v>
                </c:pt>
                <c:pt idx="182">
                  <c:v>77.135811256494094</c:v>
                </c:pt>
                <c:pt idx="183">
                  <c:v>81.529181186328401</c:v>
                </c:pt>
                <c:pt idx="184">
                  <c:v>81.829110816029598</c:v>
                </c:pt>
                <c:pt idx="185">
                  <c:v>82.089385010872107</c:v>
                </c:pt>
                <c:pt idx="186">
                  <c:v>80.710360837649702</c:v>
                </c:pt>
                <c:pt idx="187">
                  <c:v>80.355194371457799</c:v>
                </c:pt>
                <c:pt idx="188">
                  <c:v>81.121073009494395</c:v>
                </c:pt>
                <c:pt idx="189">
                  <c:v>81.405729345510593</c:v>
                </c:pt>
                <c:pt idx="190">
                  <c:v>81.256492700093105</c:v>
                </c:pt>
                <c:pt idx="191">
                  <c:v>80.607655597803699</c:v>
                </c:pt>
                <c:pt idx="192">
                  <c:v>80.858173325298793</c:v>
                </c:pt>
                <c:pt idx="193">
                  <c:v>80.688325183506706</c:v>
                </c:pt>
                <c:pt idx="194">
                  <c:v>82.712785590828005</c:v>
                </c:pt>
                <c:pt idx="195">
                  <c:v>83.669291888756803</c:v>
                </c:pt>
                <c:pt idx="196">
                  <c:v>84.256320909696697</c:v>
                </c:pt>
                <c:pt idx="197">
                  <c:v>84.2012687282716</c:v>
                </c:pt>
                <c:pt idx="198">
                  <c:v>85.217780490202998</c:v>
                </c:pt>
                <c:pt idx="199">
                  <c:v>84.960859500027794</c:v>
                </c:pt>
                <c:pt idx="200">
                  <c:v>84.494608585388306</c:v>
                </c:pt>
                <c:pt idx="201">
                  <c:v>83.969399568588898</c:v>
                </c:pt>
                <c:pt idx="202">
                  <c:v>83.401335674412394</c:v>
                </c:pt>
                <c:pt idx="203">
                  <c:v>82.546708914877399</c:v>
                </c:pt>
                <c:pt idx="204">
                  <c:v>81.626731721387301</c:v>
                </c:pt>
                <c:pt idx="205">
                  <c:v>80.591345183582206</c:v>
                </c:pt>
                <c:pt idx="206">
                  <c:v>81.383451680802295</c:v>
                </c:pt>
                <c:pt idx="207">
                  <c:v>82.112441943039499</c:v>
                </c:pt>
                <c:pt idx="208">
                  <c:v>82.773563669638705</c:v>
                </c:pt>
                <c:pt idx="209">
                  <c:v>83.256781286364301</c:v>
                </c:pt>
                <c:pt idx="210">
                  <c:v>81.746691137754596</c:v>
                </c:pt>
                <c:pt idx="211">
                  <c:v>82.2390613467539</c:v>
                </c:pt>
                <c:pt idx="212">
                  <c:v>82.080864733743397</c:v>
                </c:pt>
                <c:pt idx="213">
                  <c:v>81.852423434348395</c:v>
                </c:pt>
                <c:pt idx="214">
                  <c:v>81.548157829458106</c:v>
                </c:pt>
                <c:pt idx="215">
                  <c:v>81.498799908147802</c:v>
                </c:pt>
                <c:pt idx="216">
                  <c:v>81.497876487721797</c:v>
                </c:pt>
                <c:pt idx="217">
                  <c:v>83.555137426507002</c:v>
                </c:pt>
                <c:pt idx="218">
                  <c:v>85.274448613203703</c:v>
                </c:pt>
                <c:pt idx="219">
                  <c:v>86.899179529213797</c:v>
                </c:pt>
                <c:pt idx="220">
                  <c:v>88.358118430418102</c:v>
                </c:pt>
                <c:pt idx="221">
                  <c:v>89.075442212496498</c:v>
                </c:pt>
                <c:pt idx="222">
                  <c:v>89.648544080684104</c:v>
                </c:pt>
                <c:pt idx="223">
                  <c:v>90.203891343680894</c:v>
                </c:pt>
                <c:pt idx="224">
                  <c:v>90.464662328033796</c:v>
                </c:pt>
                <c:pt idx="225">
                  <c:v>90.760062693991202</c:v>
                </c:pt>
                <c:pt idx="226">
                  <c:v>90.930084526706196</c:v>
                </c:pt>
                <c:pt idx="227">
                  <c:v>91.4027863902608</c:v>
                </c:pt>
                <c:pt idx="228">
                  <c:v>91.794949555672005</c:v>
                </c:pt>
                <c:pt idx="229">
                  <c:v>92.152731135910003</c:v>
                </c:pt>
                <c:pt idx="230">
                  <c:v>93.148803996602297</c:v>
                </c:pt>
                <c:pt idx="231">
                  <c:v>94.001875479032904</c:v>
                </c:pt>
                <c:pt idx="232">
                  <c:v>94.681483937041904</c:v>
                </c:pt>
                <c:pt idx="233">
                  <c:v>94.998094867418104</c:v>
                </c:pt>
                <c:pt idx="234">
                  <c:v>95.421835011427206</c:v>
                </c:pt>
                <c:pt idx="235">
                  <c:v>95.705986953763102</c:v>
                </c:pt>
                <c:pt idx="236">
                  <c:v>95.754656189581098</c:v>
                </c:pt>
                <c:pt idx="237">
                  <c:v>95.768588634014506</c:v>
                </c:pt>
                <c:pt idx="238">
                  <c:v>95.789714767199797</c:v>
                </c:pt>
                <c:pt idx="239">
                  <c:v>95.890659660073794</c:v>
                </c:pt>
                <c:pt idx="240">
                  <c:v>95.955284016383601</c:v>
                </c:pt>
                <c:pt idx="241">
                  <c:v>96.013424182271393</c:v>
                </c:pt>
                <c:pt idx="242">
                  <c:v>96.395536887807793</c:v>
                </c:pt>
                <c:pt idx="243">
                  <c:v>96.712625289075504</c:v>
                </c:pt>
                <c:pt idx="244">
                  <c:v>96.972864504413906</c:v>
                </c:pt>
                <c:pt idx="245">
                  <c:v>97.070316869230595</c:v>
                </c:pt>
                <c:pt idx="246">
                  <c:v>97.162631168494798</c:v>
                </c:pt>
                <c:pt idx="247">
                  <c:v>97.260917064417598</c:v>
                </c:pt>
                <c:pt idx="248">
                  <c:v>97.313079385708704</c:v>
                </c:pt>
                <c:pt idx="249">
                  <c:v>97.362800299053504</c:v>
                </c:pt>
                <c:pt idx="250">
                  <c:v>97.4069476351807</c:v>
                </c:pt>
                <c:pt idx="251">
                  <c:v>97.459263236000496</c:v>
                </c:pt>
                <c:pt idx="252">
                  <c:v>97.508340981836298</c:v>
                </c:pt>
                <c:pt idx="253">
                  <c:v>97.557577733267294</c:v>
                </c:pt>
                <c:pt idx="254">
                  <c:v>97.717907648615196</c:v>
                </c:pt>
                <c:pt idx="255">
                  <c:v>97.839102148951895</c:v>
                </c:pt>
                <c:pt idx="256">
                  <c:v>97.949432118323799</c:v>
                </c:pt>
                <c:pt idx="257">
                  <c:v>98.012457331367401</c:v>
                </c:pt>
                <c:pt idx="258">
                  <c:v>98.069886492152705</c:v>
                </c:pt>
                <c:pt idx="259">
                  <c:v>98.116112407945494</c:v>
                </c:pt>
                <c:pt idx="260">
                  <c:v>98.136100837653004</c:v>
                </c:pt>
                <c:pt idx="261">
                  <c:v>98.148635600370397</c:v>
                </c:pt>
                <c:pt idx="262">
                  <c:v>98.155106018828604</c:v>
                </c:pt>
                <c:pt idx="263">
                  <c:v>98.190860334399801</c:v>
                </c:pt>
                <c:pt idx="264">
                  <c:v>98.217212301027104</c:v>
                </c:pt>
                <c:pt idx="265">
                  <c:v>98.238521837558693</c:v>
                </c:pt>
                <c:pt idx="266">
                  <c:v>98.339157457570707</c:v>
                </c:pt>
                <c:pt idx="267">
                  <c:v>98.408884157195104</c:v>
                </c:pt>
                <c:pt idx="268">
                  <c:v>98.466552861347594</c:v>
                </c:pt>
                <c:pt idx="269">
                  <c:v>98.478279535481093</c:v>
                </c:pt>
                <c:pt idx="270">
                  <c:v>98.488463016285905</c:v>
                </c:pt>
                <c:pt idx="271">
                  <c:v>98.500416951640702</c:v>
                </c:pt>
                <c:pt idx="272">
                  <c:v>98.5077209696301</c:v>
                </c:pt>
                <c:pt idx="273" formatCode="m/d/yyyy">
                  <c:v>0</c:v>
                </c:pt>
              </c:numCache>
            </c:numRef>
          </c:val>
          <c:smooth val="0"/>
        </c:ser>
        <c:ser>
          <c:idx val="1"/>
          <c:order val="1"/>
          <c:tx>
            <c:strRef>
              <c:f>Sheet1!$C$1</c:f>
              <c:strCache>
                <c:ptCount val="1"/>
                <c:pt idx="0">
                  <c:v>FNCL</c:v>
                </c:pt>
              </c:strCache>
            </c:strRef>
          </c:tx>
          <c:spPr>
            <a:ln>
              <a:solidFill>
                <a:srgbClr val="C00000"/>
              </a:solidFill>
            </a:ln>
          </c:spPr>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Sheet1!$C$2:$C$496</c:f>
              <c:numCache>
                <c:formatCode>General</c:formatCode>
                <c:ptCount val="495"/>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85.398188146785799</c:v>
                </c:pt>
                <c:pt idx="24">
                  <c:v>85.367416564993107</c:v>
                </c:pt>
                <c:pt idx="25">
                  <c:v>85.323128344773707</c:v>
                </c:pt>
                <c:pt idx="26">
                  <c:v>85.277198271761193</c:v>
                </c:pt>
                <c:pt idx="27">
                  <c:v>85.227894513916993</c:v>
                </c:pt>
                <c:pt idx="28">
                  <c:v>85.123493005363002</c:v>
                </c:pt>
                <c:pt idx="29">
                  <c:v>85.115304417680406</c:v>
                </c:pt>
                <c:pt idx="30">
                  <c:v>85.090213561029401</c:v>
                </c:pt>
                <c:pt idx="31">
                  <c:v>85.065683938407702</c:v>
                </c:pt>
                <c:pt idx="32">
                  <c:v>85.049785664362005</c:v>
                </c:pt>
                <c:pt idx="33">
                  <c:v>85.031746146743203</c:v>
                </c:pt>
                <c:pt idx="34">
                  <c:v>85.021581954396794</c:v>
                </c:pt>
                <c:pt idx="35">
                  <c:v>84.975630028931903</c:v>
                </c:pt>
                <c:pt idx="36">
                  <c:v>84.987375605359304</c:v>
                </c:pt>
                <c:pt idx="37">
                  <c:v>85.017014713065194</c:v>
                </c:pt>
                <c:pt idx="38">
                  <c:v>85.018521121929197</c:v>
                </c:pt>
                <c:pt idx="39">
                  <c:v>85.031249116135797</c:v>
                </c:pt>
                <c:pt idx="40">
                  <c:v>85.051576814105005</c:v>
                </c:pt>
                <c:pt idx="41">
                  <c:v>85.072438711800601</c:v>
                </c:pt>
                <c:pt idx="42">
                  <c:v>85.092997721214502</c:v>
                </c:pt>
                <c:pt idx="43">
                  <c:v>85.117596803057396</c:v>
                </c:pt>
                <c:pt idx="44">
                  <c:v>85.180281615290696</c:v>
                </c:pt>
                <c:pt idx="45">
                  <c:v>85.251269570987802</c:v>
                </c:pt>
                <c:pt idx="46">
                  <c:v>85.328379474545301</c:v>
                </c:pt>
                <c:pt idx="47">
                  <c:v>84.423868929203906</c:v>
                </c:pt>
                <c:pt idx="48">
                  <c:v>84.507200993171097</c:v>
                </c:pt>
                <c:pt idx="49">
                  <c:v>84.631263745095396</c:v>
                </c:pt>
                <c:pt idx="50">
                  <c:v>84.824801991033098</c:v>
                </c:pt>
                <c:pt idx="51">
                  <c:v>85.046419530858699</c:v>
                </c:pt>
                <c:pt idx="52">
                  <c:v>85.257912344987702</c:v>
                </c:pt>
                <c:pt idx="53">
                  <c:v>85.458462769099398</c:v>
                </c:pt>
                <c:pt idx="54">
                  <c:v>85.639128400546397</c:v>
                </c:pt>
                <c:pt idx="55">
                  <c:v>85.832889718116306</c:v>
                </c:pt>
                <c:pt idx="56">
                  <c:v>86.028890208598696</c:v>
                </c:pt>
                <c:pt idx="57">
                  <c:v>86.182398649150699</c:v>
                </c:pt>
                <c:pt idx="58">
                  <c:v>86.375357034348397</c:v>
                </c:pt>
                <c:pt idx="59">
                  <c:v>86.797613083821005</c:v>
                </c:pt>
                <c:pt idx="60">
                  <c:v>86.981511578858601</c:v>
                </c:pt>
                <c:pt idx="61">
                  <c:v>87.135860133492599</c:v>
                </c:pt>
                <c:pt idx="62">
                  <c:v>87.278736237552593</c:v>
                </c:pt>
                <c:pt idx="63">
                  <c:v>87.397098980000607</c:v>
                </c:pt>
                <c:pt idx="64">
                  <c:v>87.518777177683006</c:v>
                </c:pt>
                <c:pt idx="65">
                  <c:v>87.635572587978999</c:v>
                </c:pt>
                <c:pt idx="66">
                  <c:v>87.756523108860705</c:v>
                </c:pt>
                <c:pt idx="67">
                  <c:v>87.836460714123206</c:v>
                </c:pt>
                <c:pt idx="68">
                  <c:v>87.907396838027793</c:v>
                </c:pt>
                <c:pt idx="69">
                  <c:v>87.946661240542298</c:v>
                </c:pt>
                <c:pt idx="70">
                  <c:v>87.990659973096996</c:v>
                </c:pt>
                <c:pt idx="71">
                  <c:v>87.992440062314301</c:v>
                </c:pt>
                <c:pt idx="72">
                  <c:v>88.035856673759099</c:v>
                </c:pt>
                <c:pt idx="73">
                  <c:v>88.0376784942803</c:v>
                </c:pt>
                <c:pt idx="74">
                  <c:v>88.045912723318807</c:v>
                </c:pt>
                <c:pt idx="75">
                  <c:v>88.0475593315509</c:v>
                </c:pt>
                <c:pt idx="76">
                  <c:v>88.064195946144906</c:v>
                </c:pt>
                <c:pt idx="77">
                  <c:v>88.077303963713007</c:v>
                </c:pt>
                <c:pt idx="78">
                  <c:v>88.0945800623727</c:v>
                </c:pt>
                <c:pt idx="79">
                  <c:v>88.118485347577206</c:v>
                </c:pt>
                <c:pt idx="80">
                  <c:v>88.134848831409698</c:v>
                </c:pt>
                <c:pt idx="81">
                  <c:v>88.145251162775494</c:v>
                </c:pt>
                <c:pt idx="82">
                  <c:v>88.164003689355098</c:v>
                </c:pt>
                <c:pt idx="83">
                  <c:v>87.929854307737102</c:v>
                </c:pt>
                <c:pt idx="84">
                  <c:v>87.940197112439606</c:v>
                </c:pt>
                <c:pt idx="85">
                  <c:v>87.958897233354193</c:v>
                </c:pt>
                <c:pt idx="86">
                  <c:v>87.929143562290704</c:v>
                </c:pt>
                <c:pt idx="87">
                  <c:v>87.9198891700416</c:v>
                </c:pt>
                <c:pt idx="88">
                  <c:v>87.910135333837601</c:v>
                </c:pt>
                <c:pt idx="89">
                  <c:v>87.892238120732699</c:v>
                </c:pt>
                <c:pt idx="90">
                  <c:v>87.842713852357207</c:v>
                </c:pt>
                <c:pt idx="91">
                  <c:v>87.819843808710999</c:v>
                </c:pt>
                <c:pt idx="92">
                  <c:v>87.756428124854096</c:v>
                </c:pt>
                <c:pt idx="93">
                  <c:v>87.701700196658294</c:v>
                </c:pt>
                <c:pt idx="94">
                  <c:v>87.650833632251803</c:v>
                </c:pt>
                <c:pt idx="95">
                  <c:v>87.580274599794194</c:v>
                </c:pt>
                <c:pt idx="96">
                  <c:v>87.527309642186694</c:v>
                </c:pt>
                <c:pt idx="97">
                  <c:v>87.479152289957298</c:v>
                </c:pt>
                <c:pt idx="98">
                  <c:v>87.426462502252804</c:v>
                </c:pt>
                <c:pt idx="99">
                  <c:v>87.343507698249496</c:v>
                </c:pt>
                <c:pt idx="100">
                  <c:v>87.272234567957796</c:v>
                </c:pt>
                <c:pt idx="101">
                  <c:v>87.1986365929843</c:v>
                </c:pt>
                <c:pt idx="102">
                  <c:v>87.129750783057204</c:v>
                </c:pt>
                <c:pt idx="103">
                  <c:v>87.042951449257998</c:v>
                </c:pt>
                <c:pt idx="104">
                  <c:v>86.966693562002902</c:v>
                </c:pt>
                <c:pt idx="105">
                  <c:v>86.898728500470895</c:v>
                </c:pt>
                <c:pt idx="106">
                  <c:v>86.843043570663397</c:v>
                </c:pt>
                <c:pt idx="107">
                  <c:v>86.519314272264495</c:v>
                </c:pt>
                <c:pt idx="108">
                  <c:v>86.553567454331301</c:v>
                </c:pt>
                <c:pt idx="109">
                  <c:v>86.570871949713904</c:v>
                </c:pt>
                <c:pt idx="110">
                  <c:v>86.6033796931398</c:v>
                </c:pt>
                <c:pt idx="111">
                  <c:v>86.278524311725207</c:v>
                </c:pt>
                <c:pt idx="112">
                  <c:v>86.131547732522606</c:v>
                </c:pt>
                <c:pt idx="113">
                  <c:v>86.253182013842505</c:v>
                </c:pt>
                <c:pt idx="114">
                  <c:v>86.310341165058503</c:v>
                </c:pt>
                <c:pt idx="115">
                  <c:v>86.358852907814097</c:v>
                </c:pt>
                <c:pt idx="116">
                  <c:v>86.411646338958704</c:v>
                </c:pt>
                <c:pt idx="117">
                  <c:v>86.427376919920704</c:v>
                </c:pt>
                <c:pt idx="118">
                  <c:v>86.438797997750697</c:v>
                </c:pt>
                <c:pt idx="119">
                  <c:v>86.021915928482002</c:v>
                </c:pt>
                <c:pt idx="120">
                  <c:v>86.059511461558699</c:v>
                </c:pt>
                <c:pt idx="121">
                  <c:v>86.172703246053203</c:v>
                </c:pt>
                <c:pt idx="122">
                  <c:v>86.296508151989102</c:v>
                </c:pt>
                <c:pt idx="123">
                  <c:v>86.387442258172499</c:v>
                </c:pt>
                <c:pt idx="124">
                  <c:v>86.483700303748705</c:v>
                </c:pt>
                <c:pt idx="125">
                  <c:v>86.609759468148894</c:v>
                </c:pt>
                <c:pt idx="126">
                  <c:v>86.7372488696179</c:v>
                </c:pt>
                <c:pt idx="127">
                  <c:v>86.833254500440106</c:v>
                </c:pt>
                <c:pt idx="128">
                  <c:v>86.908806046348403</c:v>
                </c:pt>
                <c:pt idx="129">
                  <c:v>86.980749185444395</c:v>
                </c:pt>
                <c:pt idx="130">
                  <c:v>87.088881500310904</c:v>
                </c:pt>
                <c:pt idx="131">
                  <c:v>87.184716225823706</c:v>
                </c:pt>
                <c:pt idx="132">
                  <c:v>87.283520642775102</c:v>
                </c:pt>
                <c:pt idx="133">
                  <c:v>87.391416932476403</c:v>
                </c:pt>
                <c:pt idx="134">
                  <c:v>86.7584490050059</c:v>
                </c:pt>
                <c:pt idx="135">
                  <c:v>86.839366521468506</c:v>
                </c:pt>
                <c:pt idx="136">
                  <c:v>86.8801292821895</c:v>
                </c:pt>
                <c:pt idx="137">
                  <c:v>87.738287108303496</c:v>
                </c:pt>
                <c:pt idx="138">
                  <c:v>87.827629813755294</c:v>
                </c:pt>
                <c:pt idx="139">
                  <c:v>87.940516666839997</c:v>
                </c:pt>
                <c:pt idx="140">
                  <c:v>88.014724974424297</c:v>
                </c:pt>
                <c:pt idx="141">
                  <c:v>88.094734517886593</c:v>
                </c:pt>
                <c:pt idx="142">
                  <c:v>88.156644994456599</c:v>
                </c:pt>
                <c:pt idx="143">
                  <c:v>88.234910409272899</c:v>
                </c:pt>
                <c:pt idx="144">
                  <c:v>88.277112719028594</c:v>
                </c:pt>
                <c:pt idx="145">
                  <c:v>88.354041088570398</c:v>
                </c:pt>
                <c:pt idx="146">
                  <c:v>88.430319515153201</c:v>
                </c:pt>
                <c:pt idx="147">
                  <c:v>88.525516093720896</c:v>
                </c:pt>
                <c:pt idx="148">
                  <c:v>88.588345200561804</c:v>
                </c:pt>
                <c:pt idx="149">
                  <c:v>88.572302388836604</c:v>
                </c:pt>
                <c:pt idx="150">
                  <c:v>88.554762170737305</c:v>
                </c:pt>
                <c:pt idx="151">
                  <c:v>88.506151504193099</c:v>
                </c:pt>
                <c:pt idx="152">
                  <c:v>88.434482414608198</c:v>
                </c:pt>
                <c:pt idx="153">
                  <c:v>88.368472255347001</c:v>
                </c:pt>
                <c:pt idx="154">
                  <c:v>88.2634230868332</c:v>
                </c:pt>
                <c:pt idx="155">
                  <c:v>88.221430776331601</c:v>
                </c:pt>
                <c:pt idx="156">
                  <c:v>88.1992860890727</c:v>
                </c:pt>
                <c:pt idx="157">
                  <c:v>88.167815931151196</c:v>
                </c:pt>
                <c:pt idx="158">
                  <c:v>88.220458541025096</c:v>
                </c:pt>
                <c:pt idx="159">
                  <c:v>88.234309531475901</c:v>
                </c:pt>
                <c:pt idx="160">
                  <c:v>88.218484513572093</c:v>
                </c:pt>
                <c:pt idx="161">
                  <c:v>87.852125047685007</c:v>
                </c:pt>
                <c:pt idx="162">
                  <c:v>87.476714962681896</c:v>
                </c:pt>
                <c:pt idx="163">
                  <c:v>87.132095603106293</c:v>
                </c:pt>
                <c:pt idx="164">
                  <c:v>86.501419825766803</c:v>
                </c:pt>
                <c:pt idx="165">
                  <c:v>85.824827190076306</c:v>
                </c:pt>
                <c:pt idx="166">
                  <c:v>85.079752872599599</c:v>
                </c:pt>
                <c:pt idx="167">
                  <c:v>84.301051683406698</c:v>
                </c:pt>
                <c:pt idx="168">
                  <c:v>83.465455893873695</c:v>
                </c:pt>
                <c:pt idx="169">
                  <c:v>82.678324592241594</c:v>
                </c:pt>
                <c:pt idx="170">
                  <c:v>82.169943397364506</c:v>
                </c:pt>
                <c:pt idx="171">
                  <c:v>81.672404137590902</c:v>
                </c:pt>
                <c:pt idx="172">
                  <c:v>81.217214564690394</c:v>
                </c:pt>
                <c:pt idx="173">
                  <c:v>80.759698186908494</c:v>
                </c:pt>
                <c:pt idx="174">
                  <c:v>80.177044372655303</c:v>
                </c:pt>
                <c:pt idx="175">
                  <c:v>79.537763129339197</c:v>
                </c:pt>
                <c:pt idx="176">
                  <c:v>78.546046153816405</c:v>
                </c:pt>
                <c:pt idx="177">
                  <c:v>77.359723674513305</c:v>
                </c:pt>
                <c:pt idx="178">
                  <c:v>76.066917884915995</c:v>
                </c:pt>
                <c:pt idx="179">
                  <c:v>75.841148106686504</c:v>
                </c:pt>
                <c:pt idx="180">
                  <c:v>75.443482489508199</c:v>
                </c:pt>
                <c:pt idx="181">
                  <c:v>75.031617221025002</c:v>
                </c:pt>
                <c:pt idx="182">
                  <c:v>75.642553516881705</c:v>
                </c:pt>
                <c:pt idx="183">
                  <c:v>75.9491452348867</c:v>
                </c:pt>
                <c:pt idx="184">
                  <c:v>76.470272769992704</c:v>
                </c:pt>
                <c:pt idx="185">
                  <c:v>76.835115994763498</c:v>
                </c:pt>
                <c:pt idx="186">
                  <c:v>77.091086987098194</c:v>
                </c:pt>
                <c:pt idx="187">
                  <c:v>77.364770620654198</c:v>
                </c:pt>
                <c:pt idx="188">
                  <c:v>77.3849162067457</c:v>
                </c:pt>
                <c:pt idx="189">
                  <c:v>77.330697712814896</c:v>
                </c:pt>
                <c:pt idx="190">
                  <c:v>77.199357103120306</c:v>
                </c:pt>
                <c:pt idx="191">
                  <c:v>76.960239655143397</c:v>
                </c:pt>
                <c:pt idx="192">
                  <c:v>76.686497862892793</c:v>
                </c:pt>
                <c:pt idx="193">
                  <c:v>76.462380394310301</c:v>
                </c:pt>
                <c:pt idx="194">
                  <c:v>77.738352214965303</c:v>
                </c:pt>
                <c:pt idx="195">
                  <c:v>79.268606209831603</c:v>
                </c:pt>
                <c:pt idx="196">
                  <c:v>80.589967834893898</c:v>
                </c:pt>
                <c:pt idx="197">
                  <c:v>80.348698439398106</c:v>
                </c:pt>
                <c:pt idx="198">
                  <c:v>80.102392449733202</c:v>
                </c:pt>
                <c:pt idx="199">
                  <c:v>79.8123226036885</c:v>
                </c:pt>
                <c:pt idx="200">
                  <c:v>79.3793915159835</c:v>
                </c:pt>
                <c:pt idx="201">
                  <c:v>78.948933674840305</c:v>
                </c:pt>
                <c:pt idx="202">
                  <c:v>78.471122810892695</c:v>
                </c:pt>
                <c:pt idx="203">
                  <c:v>77.654903616904704</c:v>
                </c:pt>
                <c:pt idx="204">
                  <c:v>76.652114966546904</c:v>
                </c:pt>
                <c:pt idx="205">
                  <c:v>75.669204546982598</c:v>
                </c:pt>
                <c:pt idx="206">
                  <c:v>76.567419969165599</c:v>
                </c:pt>
                <c:pt idx="207">
                  <c:v>77.405980575237393</c:v>
                </c:pt>
                <c:pt idx="208">
                  <c:v>78.153103948348701</c:v>
                </c:pt>
                <c:pt idx="209">
                  <c:v>78.732704304412906</c:v>
                </c:pt>
                <c:pt idx="210">
                  <c:v>79.266392177123095</c:v>
                </c:pt>
                <c:pt idx="211">
                  <c:v>79.805684310599204</c:v>
                </c:pt>
                <c:pt idx="212">
                  <c:v>79.7715033378025</c:v>
                </c:pt>
                <c:pt idx="213">
                  <c:v>79.640841873983803</c:v>
                </c:pt>
                <c:pt idx="214">
                  <c:v>79.508590469138596</c:v>
                </c:pt>
                <c:pt idx="215">
                  <c:v>79.848174885620693</c:v>
                </c:pt>
                <c:pt idx="216">
                  <c:v>80.078120103873104</c:v>
                </c:pt>
                <c:pt idx="217">
                  <c:v>80.357488715933499</c:v>
                </c:pt>
                <c:pt idx="218">
                  <c:v>82.353785685503894</c:v>
                </c:pt>
                <c:pt idx="219">
                  <c:v>84.076388727555198</c:v>
                </c:pt>
                <c:pt idx="220">
                  <c:v>85.661291148518799</c:v>
                </c:pt>
                <c:pt idx="221">
                  <c:v>86.488663050583099</c:v>
                </c:pt>
                <c:pt idx="222">
                  <c:v>87.297181463472995</c:v>
                </c:pt>
                <c:pt idx="223">
                  <c:v>88.059417753653094</c:v>
                </c:pt>
                <c:pt idx="224">
                  <c:v>88.491988246453204</c:v>
                </c:pt>
                <c:pt idx="225">
                  <c:v>88.927375406355296</c:v>
                </c:pt>
                <c:pt idx="226">
                  <c:v>89.371020356919601</c:v>
                </c:pt>
                <c:pt idx="227">
                  <c:v>89.979179531146002</c:v>
                </c:pt>
                <c:pt idx="228">
                  <c:v>87.849120842201003</c:v>
                </c:pt>
                <c:pt idx="229">
                  <c:v>85.622471790348001</c:v>
                </c:pt>
                <c:pt idx="230">
                  <c:v>84.384279175000898</c:v>
                </c:pt>
                <c:pt idx="231">
                  <c:v>82.678321110699102</c:v>
                </c:pt>
                <c:pt idx="232">
                  <c:v>80.576301131789407</c:v>
                </c:pt>
                <c:pt idx="233">
                  <c:v>78.432703548004497</c:v>
                </c:pt>
                <c:pt idx="234">
                  <c:v>76.128961226637998</c:v>
                </c:pt>
                <c:pt idx="235">
                  <c:v>74.083517583914698</c:v>
                </c:pt>
                <c:pt idx="236">
                  <c:v>72.333120445077995</c:v>
                </c:pt>
                <c:pt idx="237">
                  <c:v>70.808272464390001</c:v>
                </c:pt>
                <c:pt idx="238">
                  <c:v>69.581924251244601</c:v>
                </c:pt>
                <c:pt idx="239">
                  <c:v>95.179940211158296</c:v>
                </c:pt>
                <c:pt idx="240">
                  <c:v>95.2664722160671</c:v>
                </c:pt>
                <c:pt idx="241">
                  <c:v>95.331270434242697</c:v>
                </c:pt>
                <c:pt idx="242">
                  <c:v>95.466246239939593</c:v>
                </c:pt>
                <c:pt idx="243">
                  <c:v>95.587876987092997</c:v>
                </c:pt>
                <c:pt idx="244">
                  <c:v>95.697452801213402</c:v>
                </c:pt>
                <c:pt idx="245">
                  <c:v>95.771248283684002</c:v>
                </c:pt>
                <c:pt idx="246">
                  <c:v>95.8527439564823</c:v>
                </c:pt>
                <c:pt idx="247">
                  <c:v>95.923798528977002</c:v>
                </c:pt>
                <c:pt idx="248">
                  <c:v>96.011339749356793</c:v>
                </c:pt>
                <c:pt idx="249">
                  <c:v>96.0903889442028</c:v>
                </c:pt>
                <c:pt idx="250">
                  <c:v>96.158699440393804</c:v>
                </c:pt>
                <c:pt idx="251">
                  <c:v>96.234163793997993</c:v>
                </c:pt>
                <c:pt idx="252">
                  <c:v>96.296888092994806</c:v>
                </c:pt>
                <c:pt idx="253">
                  <c:v>96.351437556330893</c:v>
                </c:pt>
                <c:pt idx="254">
                  <c:v>96.417031127283195</c:v>
                </c:pt>
                <c:pt idx="255">
                  <c:v>96.481219785011405</c:v>
                </c:pt>
                <c:pt idx="256">
                  <c:v>96.554147052707293</c:v>
                </c:pt>
                <c:pt idx="257">
                  <c:v>96.615394011506197</c:v>
                </c:pt>
                <c:pt idx="258">
                  <c:v>96.685098678952698</c:v>
                </c:pt>
                <c:pt idx="259">
                  <c:v>96.7417877935099</c:v>
                </c:pt>
                <c:pt idx="260">
                  <c:v>96.803938581385097</c:v>
                </c:pt>
                <c:pt idx="261">
                  <c:v>96.861658526857894</c:v>
                </c:pt>
                <c:pt idx="262">
                  <c:v>96.901093872704294</c:v>
                </c:pt>
                <c:pt idx="263">
                  <c:v>96.956479589021797</c:v>
                </c:pt>
                <c:pt idx="264">
                  <c:v>97.006132523328802</c:v>
                </c:pt>
                <c:pt idx="265">
                  <c:v>97.046723163872102</c:v>
                </c:pt>
                <c:pt idx="266">
                  <c:v>97.1007025819262</c:v>
                </c:pt>
                <c:pt idx="267">
                  <c:v>97.148813163737003</c:v>
                </c:pt>
                <c:pt idx="268">
                  <c:v>97.190584403677406</c:v>
                </c:pt>
                <c:pt idx="269">
                  <c:v>97.237467888119596</c:v>
                </c:pt>
                <c:pt idx="270">
                  <c:v>97.272839614082599</c:v>
                </c:pt>
                <c:pt idx="271">
                  <c:v>97.318617029481203</c:v>
                </c:pt>
                <c:pt idx="272">
                  <c:v>97.363426822029993</c:v>
                </c:pt>
              </c:numCache>
            </c:numRef>
          </c:val>
          <c:smooth val="0"/>
        </c:ser>
        <c:dLbls>
          <c:showLegendKey val="0"/>
          <c:showVal val="0"/>
          <c:showCatName val="0"/>
          <c:showSerName val="0"/>
          <c:showPercent val="0"/>
          <c:showBubbleSize val="0"/>
        </c:dLbls>
        <c:marker val="1"/>
        <c:smooth val="0"/>
        <c:axId val="218081920"/>
        <c:axId val="219964160"/>
      </c:lineChart>
      <c:dateAx>
        <c:axId val="218081920"/>
        <c:scaling>
          <c:orientation val="minMax"/>
        </c:scaling>
        <c:delete val="0"/>
        <c:axPos val="b"/>
        <c:numFmt formatCode="m/d/yyyy" sourceLinked="1"/>
        <c:majorTickMark val="out"/>
        <c:minorTickMark val="none"/>
        <c:tickLblPos val="nextTo"/>
        <c:crossAx val="219964160"/>
        <c:crosses val="autoZero"/>
        <c:auto val="1"/>
        <c:lblOffset val="100"/>
        <c:baseTimeUnit val="months"/>
      </c:dateAx>
      <c:valAx>
        <c:axId val="219964160"/>
        <c:scaling>
          <c:orientation val="minMax"/>
          <c:min val="60"/>
        </c:scaling>
        <c:delete val="0"/>
        <c:axPos val="l"/>
        <c:numFmt formatCode="General" sourceLinked="1"/>
        <c:majorTickMark val="out"/>
        <c:minorTickMark val="none"/>
        <c:tickLblPos val="nextTo"/>
        <c:crossAx val="218081920"/>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FGLMC</c:v>
                </c:pt>
              </c:strCache>
            </c:strRef>
          </c:tx>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Sheet1!$B$2:$B$496</c:f>
              <c:numCache>
                <c:formatCode>General</c:formatCode>
                <c:ptCount val="495"/>
                <c:pt idx="0">
                  <c:v>99.983159258543097</c:v>
                </c:pt>
                <c:pt idx="1">
                  <c:v>99.983389390020207</c:v>
                </c:pt>
                <c:pt idx="2">
                  <c:v>99.983718272506493</c:v>
                </c:pt>
                <c:pt idx="3">
                  <c:v>#N/A</c:v>
                </c:pt>
                <c:pt idx="4">
                  <c:v>#N/A</c:v>
                </c:pt>
                <c:pt idx="5">
                  <c:v>99.975278468827597</c:v>
                </c:pt>
                <c:pt idx="6">
                  <c:v>99.975334647007799</c:v>
                </c:pt>
                <c:pt idx="7">
                  <c:v>99.974947377409194</c:v>
                </c:pt>
                <c:pt idx="8">
                  <c:v>99.975208652891993</c:v>
                </c:pt>
                <c:pt idx="9">
                  <c:v>99.975179807714198</c:v>
                </c:pt>
                <c:pt idx="10">
                  <c:v>99.975278190120605</c:v>
                </c:pt>
                <c:pt idx="11">
                  <c:v>99.973479073561094</c:v>
                </c:pt>
                <c:pt idx="12">
                  <c:v>99.973566140827899</c:v>
                </c:pt>
                <c:pt idx="13">
                  <c:v>99.973656375992604</c:v>
                </c:pt>
                <c:pt idx="14">
                  <c:v>99.973588016396306</c:v>
                </c:pt>
                <c:pt idx="15">
                  <c:v>99.973755015908097</c:v>
                </c:pt>
                <c:pt idx="16">
                  <c:v>99.970065930450104</c:v>
                </c:pt>
                <c:pt idx="17">
                  <c:v>99.965473590812806</c:v>
                </c:pt>
                <c:pt idx="18">
                  <c:v>99.965445059431005</c:v>
                </c:pt>
                <c:pt idx="19">
                  <c:v>99.964073327778607</c:v>
                </c:pt>
                <c:pt idx="20">
                  <c:v>99.959464641284399</c:v>
                </c:pt>
                <c:pt idx="21">
                  <c:v>99.953213346065994</c:v>
                </c:pt>
                <c:pt idx="22">
                  <c:v>99.953376574556401</c:v>
                </c:pt>
                <c:pt idx="23">
                  <c:v>99.954363469352501</c:v>
                </c:pt>
                <c:pt idx="24">
                  <c:v>99.955247641039193</c:v>
                </c:pt>
                <c:pt idx="25">
                  <c:v>99.954193047770204</c:v>
                </c:pt>
                <c:pt idx="26">
                  <c:v>99.948735833305506</c:v>
                </c:pt>
                <c:pt idx="27">
                  <c:v>99.926132295410198</c:v>
                </c:pt>
                <c:pt idx="28">
                  <c:v>99.929339917972101</c:v>
                </c:pt>
                <c:pt idx="29">
                  <c:v>99.935565286842305</c:v>
                </c:pt>
                <c:pt idx="30">
                  <c:v>99.914790913204598</c:v>
                </c:pt>
                <c:pt idx="31">
                  <c:v>99.928111944884293</c:v>
                </c:pt>
                <c:pt idx="32">
                  <c:v>99.932375924598304</c:v>
                </c:pt>
                <c:pt idx="33">
                  <c:v>99.929944534660905</c:v>
                </c:pt>
                <c:pt idx="34">
                  <c:v>99.933322019665994</c:v>
                </c:pt>
                <c:pt idx="35">
                  <c:v>#N/A</c:v>
                </c:pt>
                <c:pt idx="36">
                  <c:v>#N/A</c:v>
                </c:pt>
                <c:pt idx="37">
                  <c:v>99.897250509614693</c:v>
                </c:pt>
                <c:pt idx="38">
                  <c:v>99.9036959646523</c:v>
                </c:pt>
                <c:pt idx="39">
                  <c:v>99.914668746627697</c:v>
                </c:pt>
                <c:pt idx="40">
                  <c:v>99.908409255746193</c:v>
                </c:pt>
                <c:pt idx="41">
                  <c:v>99.882680240366099</c:v>
                </c:pt>
                <c:pt idx="42">
                  <c:v>99.871516629173897</c:v>
                </c:pt>
                <c:pt idx="43">
                  <c:v>99.872601081338303</c:v>
                </c:pt>
                <c:pt idx="44">
                  <c:v>99.852980605079694</c:v>
                </c:pt>
                <c:pt idx="45">
                  <c:v>99.855415449738004</c:v>
                </c:pt>
                <c:pt idx="46">
                  <c:v>99.809801747596197</c:v>
                </c:pt>
                <c:pt idx="47">
                  <c:v>99.795578683274599</c:v>
                </c:pt>
                <c:pt idx="48">
                  <c:v>99.819703081440807</c:v>
                </c:pt>
                <c:pt idx="49">
                  <c:v>99.833968030818795</c:v>
                </c:pt>
                <c:pt idx="50">
                  <c:v>99.788265703421203</c:v>
                </c:pt>
                <c:pt idx="51">
                  <c:v>99.756173327923193</c:v>
                </c:pt>
                <c:pt idx="52">
                  <c:v>99.748461426340398</c:v>
                </c:pt>
                <c:pt idx="53">
                  <c:v>99.733674356581702</c:v>
                </c:pt>
                <c:pt idx="54">
                  <c:v>99.737848822883194</c:v>
                </c:pt>
                <c:pt idx="55">
                  <c:v>99.755001372505205</c:v>
                </c:pt>
                <c:pt idx="56">
                  <c:v>99.771976886264198</c:v>
                </c:pt>
                <c:pt idx="57">
                  <c:v>99.701515971179006</c:v>
                </c:pt>
                <c:pt idx="58">
                  <c:v>99.672556963869297</c:v>
                </c:pt>
                <c:pt idx="59">
                  <c:v>99.678274331036405</c:v>
                </c:pt>
                <c:pt idx="60">
                  <c:v>99.672462133105199</c:v>
                </c:pt>
                <c:pt idx="61">
                  <c:v>99.684218295815498</c:v>
                </c:pt>
                <c:pt idx="62">
                  <c:v>99.623534249413893</c:v>
                </c:pt>
                <c:pt idx="63">
                  <c:v>99.598304017938503</c:v>
                </c:pt>
                <c:pt idx="64">
                  <c:v>99.538529200348904</c:v>
                </c:pt>
                <c:pt idx="65">
                  <c:v>99.5282675134154</c:v>
                </c:pt>
                <c:pt idx="66">
                  <c:v>99.520820712761804</c:v>
                </c:pt>
                <c:pt idx="67">
                  <c:v>99.5335157728002</c:v>
                </c:pt>
                <c:pt idx="68">
                  <c:v>99.528635685892098</c:v>
                </c:pt>
                <c:pt idx="69">
                  <c:v>99.520070870433301</c:v>
                </c:pt>
                <c:pt idx="70">
                  <c:v>99.532727153444696</c:v>
                </c:pt>
                <c:pt idx="71">
                  <c:v>99.541657774110107</c:v>
                </c:pt>
                <c:pt idx="72">
                  <c:v>99.533211561140206</c:v>
                </c:pt>
                <c:pt idx="73">
                  <c:v>99.552961861164604</c:v>
                </c:pt>
                <c:pt idx="74">
                  <c:v>99.5599454938816</c:v>
                </c:pt>
                <c:pt idx="75">
                  <c:v>99.565078608221199</c:v>
                </c:pt>
                <c:pt idx="76">
                  <c:v>99.5701284968154</c:v>
                </c:pt>
                <c:pt idx="77">
                  <c:v>99.557573315902204</c:v>
                </c:pt>
                <c:pt idx="78">
                  <c:v>99.570692474372393</c:v>
                </c:pt>
                <c:pt idx="79">
                  <c:v>99.566306371490199</c:v>
                </c:pt>
                <c:pt idx="80">
                  <c:v>99.566643351472294</c:v>
                </c:pt>
                <c:pt idx="81">
                  <c:v>99.574523673516197</c:v>
                </c:pt>
                <c:pt idx="82">
                  <c:v>99.5732123338951</c:v>
                </c:pt>
                <c:pt idx="83">
                  <c:v>99.588637021016893</c:v>
                </c:pt>
                <c:pt idx="84">
                  <c:v>99.586866872598804</c:v>
                </c:pt>
                <c:pt idx="85">
                  <c:v>99.5849498191875</c:v>
                </c:pt>
                <c:pt idx="86">
                  <c:v>99.573271857048297</c:v>
                </c:pt>
                <c:pt idx="87">
                  <c:v>99.560294540954899</c:v>
                </c:pt>
                <c:pt idx="88">
                  <c:v>99.523445992491602</c:v>
                </c:pt>
                <c:pt idx="89">
                  <c:v>99.493604058162703</c:v>
                </c:pt>
                <c:pt idx="90">
                  <c:v>99.459352841643096</c:v>
                </c:pt>
                <c:pt idx="91">
                  <c:v>99.450066068572895</c:v>
                </c:pt>
                <c:pt idx="92">
                  <c:v>99.450578651336201</c:v>
                </c:pt>
                <c:pt idx="93">
                  <c:v>99.447502958829006</c:v>
                </c:pt>
                <c:pt idx="94">
                  <c:v>99.441995788380694</c:v>
                </c:pt>
                <c:pt idx="95">
                  <c:v>99.4093216099198</c:v>
                </c:pt>
                <c:pt idx="96">
                  <c:v>99.404773907916805</c:v>
                </c:pt>
                <c:pt idx="97">
                  <c:v>99.384139030171198</c:v>
                </c:pt>
                <c:pt idx="98">
                  <c:v>99.376914027424306</c:v>
                </c:pt>
                <c:pt idx="99">
                  <c:v>99.385677302086606</c:v>
                </c:pt>
                <c:pt idx="100">
                  <c:v>99.333946857699104</c:v>
                </c:pt>
                <c:pt idx="101">
                  <c:v>99.319479726401198</c:v>
                </c:pt>
                <c:pt idx="102">
                  <c:v>99.265638332578305</c:v>
                </c:pt>
                <c:pt idx="103">
                  <c:v>99.240645920019602</c:v>
                </c:pt>
                <c:pt idx="104">
                  <c:v>99.218246226624203</c:v>
                </c:pt>
                <c:pt idx="105">
                  <c:v>99.246859491658896</c:v>
                </c:pt>
                <c:pt idx="106">
                  <c:v>99.228968714728097</c:v>
                </c:pt>
                <c:pt idx="107">
                  <c:v>99.228074229252201</c:v>
                </c:pt>
                <c:pt idx="108">
                  <c:v>99.246243098915002</c:v>
                </c:pt>
                <c:pt idx="109">
                  <c:v>99.270713582980093</c:v>
                </c:pt>
                <c:pt idx="110">
                  <c:v>99.238854369043295</c:v>
                </c:pt>
                <c:pt idx="111">
                  <c:v>99.287327096047093</c:v>
                </c:pt>
                <c:pt idx="112">
                  <c:v>99.303820906369694</c:v>
                </c:pt>
                <c:pt idx="113">
                  <c:v>99.340488804695298</c:v>
                </c:pt>
                <c:pt idx="114">
                  <c:v>99.384191940954196</c:v>
                </c:pt>
                <c:pt idx="115">
                  <c:v>99.251830738907103</c:v>
                </c:pt>
                <c:pt idx="116">
                  <c:v>99.220992464061993</c:v>
                </c:pt>
                <c:pt idx="117">
                  <c:v>99.186296417211594</c:v>
                </c:pt>
                <c:pt idx="118">
                  <c:v>99.202160331167306</c:v>
                </c:pt>
                <c:pt idx="119">
                  <c:v>99.187822158777095</c:v>
                </c:pt>
                <c:pt idx="120">
                  <c:v>99.1602512041148</c:v>
                </c:pt>
                <c:pt idx="121">
                  <c:v>99.167966793591205</c:v>
                </c:pt>
                <c:pt idx="122">
                  <c:v>99.1988153135826</c:v>
                </c:pt>
                <c:pt idx="123">
                  <c:v>99.215117906575202</c:v>
                </c:pt>
                <c:pt idx="124">
                  <c:v>99.2142798624063</c:v>
                </c:pt>
                <c:pt idx="125">
                  <c:v>99.2227576835527</c:v>
                </c:pt>
                <c:pt idx="126">
                  <c:v>99.241409650250503</c:v>
                </c:pt>
                <c:pt idx="127">
                  <c:v>99.253707683149798</c:v>
                </c:pt>
                <c:pt idx="128">
                  <c:v>99.262871351242197</c:v>
                </c:pt>
                <c:pt idx="129">
                  <c:v>99.2559993973057</c:v>
                </c:pt>
                <c:pt idx="130">
                  <c:v>99.270301898</c:v>
                </c:pt>
                <c:pt idx="131">
                  <c:v>99.309973896376505</c:v>
                </c:pt>
                <c:pt idx="132">
                  <c:v>99.314821100489695</c:v>
                </c:pt>
                <c:pt idx="133">
                  <c:v>99.323871014958499</c:v>
                </c:pt>
                <c:pt idx="134">
                  <c:v>99.464031375104497</c:v>
                </c:pt>
                <c:pt idx="135">
                  <c:v>99.467153307974897</c:v>
                </c:pt>
                <c:pt idx="136">
                  <c:v>99.482672474016198</c:v>
                </c:pt>
                <c:pt idx="137">
                  <c:v>99.472912810724694</c:v>
                </c:pt>
                <c:pt idx="138">
                  <c:v>99.474365549138199</c:v>
                </c:pt>
                <c:pt idx="139">
                  <c:v>99.457728221223903</c:v>
                </c:pt>
                <c:pt idx="140">
                  <c:v>99.408579668263698</c:v>
                </c:pt>
                <c:pt idx="141">
                  <c:v>99.393635259642295</c:v>
                </c:pt>
                <c:pt idx="142">
                  <c:v>99.382136483029001</c:v>
                </c:pt>
                <c:pt idx="143">
                  <c:v>99.422599374191293</c:v>
                </c:pt>
                <c:pt idx="144">
                  <c:v>99.465856482999598</c:v>
                </c:pt>
                <c:pt idx="145">
                  <c:v>99.492250639512505</c:v>
                </c:pt>
                <c:pt idx="146">
                  <c:v>99.525121907946499</c:v>
                </c:pt>
                <c:pt idx="147">
                  <c:v>99.5311782001491</c:v>
                </c:pt>
                <c:pt idx="148">
                  <c:v>99.5181034653219</c:v>
                </c:pt>
                <c:pt idx="149">
                  <c:v>99.477351887388906</c:v>
                </c:pt>
                <c:pt idx="150">
                  <c:v>99.436883777714897</c:v>
                </c:pt>
                <c:pt idx="151">
                  <c:v>99.349530376258301</c:v>
                </c:pt>
                <c:pt idx="152">
                  <c:v>99.257964080237898</c:v>
                </c:pt>
                <c:pt idx="153">
                  <c:v>99.177482423045305</c:v>
                </c:pt>
                <c:pt idx="154">
                  <c:v>99.085583682042397</c:v>
                </c:pt>
                <c:pt idx="155">
                  <c:v>98.997571482842204</c:v>
                </c:pt>
                <c:pt idx="156">
                  <c:v>98.960284208641298</c:v>
                </c:pt>
                <c:pt idx="157">
                  <c:v>98.914919437046507</c:v>
                </c:pt>
                <c:pt idx="158">
                  <c:v>98.916876958139198</c:v>
                </c:pt>
                <c:pt idx="159">
                  <c:v>98.905543454872401</c:v>
                </c:pt>
                <c:pt idx="160">
                  <c:v>98.904832867466695</c:v>
                </c:pt>
                <c:pt idx="161">
                  <c:v>98.644817166719605</c:v>
                </c:pt>
                <c:pt idx="162">
                  <c:v>98.4147894690323</c:v>
                </c:pt>
                <c:pt idx="163">
                  <c:v>98.079848516891005</c:v>
                </c:pt>
                <c:pt idx="164">
                  <c:v>97.630867654391693</c:v>
                </c:pt>
                <c:pt idx="165">
                  <c:v>97.119659840006094</c:v>
                </c:pt>
                <c:pt idx="166">
                  <c:v>96.603608258088798</c:v>
                </c:pt>
                <c:pt idx="167">
                  <c:v>95.885045901046595</c:v>
                </c:pt>
                <c:pt idx="168">
                  <c:v>95.090507818861596</c:v>
                </c:pt>
                <c:pt idx="169">
                  <c:v>94.322800342685895</c:v>
                </c:pt>
                <c:pt idx="170">
                  <c:v>93.721262486303701</c:v>
                </c:pt>
                <c:pt idx="171">
                  <c:v>93.019257545733296</c:v>
                </c:pt>
                <c:pt idx="172">
                  <c:v>92.598695280693093</c:v>
                </c:pt>
                <c:pt idx="173">
                  <c:v>91.996369267014799</c:v>
                </c:pt>
                <c:pt idx="174">
                  <c:v>91.1385969954828</c:v>
                </c:pt>
                <c:pt idx="175">
                  <c:v>90.499346063717198</c:v>
                </c:pt>
                <c:pt idx="176">
                  <c:v>89.444583719807696</c:v>
                </c:pt>
                <c:pt idx="177">
                  <c:v>88.262343747054302</c:v>
                </c:pt>
                <c:pt idx="178">
                  <c:v>87.0307228337563</c:v>
                </c:pt>
                <c:pt idx="179">
                  <c:v>86.905535630627995</c:v>
                </c:pt>
                <c:pt idx="180">
                  <c:v>86.701905914546401</c:v>
                </c:pt>
                <c:pt idx="181">
                  <c:v>86.657399067770896</c:v>
                </c:pt>
                <c:pt idx="182">
                  <c:v>87.084353887499304</c:v>
                </c:pt>
                <c:pt idx="183">
                  <c:v>87.416155095323404</c:v>
                </c:pt>
                <c:pt idx="184">
                  <c:v>87.6754239495544</c:v>
                </c:pt>
                <c:pt idx="185">
                  <c:v>87.977499279940105</c:v>
                </c:pt>
                <c:pt idx="186">
                  <c:v>88.1035729281557</c:v>
                </c:pt>
                <c:pt idx="187">
                  <c:v>88.317958002126403</c:v>
                </c:pt>
                <c:pt idx="188">
                  <c:v>88.226338043359306</c:v>
                </c:pt>
                <c:pt idx="189">
                  <c:v>88.048686290998603</c:v>
                </c:pt>
                <c:pt idx="190">
                  <c:v>87.891217594810001</c:v>
                </c:pt>
                <c:pt idx="191">
                  <c:v>87.714190778615205</c:v>
                </c:pt>
                <c:pt idx="192">
                  <c:v>87.435398501912204</c:v>
                </c:pt>
                <c:pt idx="193">
                  <c:v>87.204281848224099</c:v>
                </c:pt>
                <c:pt idx="194">
                  <c:v>89.004556026488601</c:v>
                </c:pt>
                <c:pt idx="195">
                  <c:v>89.637078545814802</c:v>
                </c:pt>
                <c:pt idx="196">
                  <c:v>90.174165376464501</c:v>
                </c:pt>
                <c:pt idx="197">
                  <c:v>90.025230138200897</c:v>
                </c:pt>
                <c:pt idx="198">
                  <c:v>89.840166722167893</c:v>
                </c:pt>
                <c:pt idx="199">
                  <c:v>89.585158177539896</c:v>
                </c:pt>
                <c:pt idx="200">
                  <c:v>89.104441557797699</c:v>
                </c:pt>
                <c:pt idx="201">
                  <c:v>88.568357611769997</c:v>
                </c:pt>
                <c:pt idx="202">
                  <c:v>87.927022450600305</c:v>
                </c:pt>
                <c:pt idx="203">
                  <c:v>87.0143760723969</c:v>
                </c:pt>
                <c:pt idx="204">
                  <c:v>86.080464001665106</c:v>
                </c:pt>
                <c:pt idx="205">
                  <c:v>85.048344315252507</c:v>
                </c:pt>
                <c:pt idx="206">
                  <c:v>85.774262734940805</c:v>
                </c:pt>
                <c:pt idx="207">
                  <c:v>86.446225052268701</c:v>
                </c:pt>
                <c:pt idx="208">
                  <c:v>87.031533968517806</c:v>
                </c:pt>
                <c:pt idx="209">
                  <c:v>87.476188744496</c:v>
                </c:pt>
                <c:pt idx="210">
                  <c:v>87.868147275149994</c:v>
                </c:pt>
                <c:pt idx="211">
                  <c:v>88.277558511623198</c:v>
                </c:pt>
                <c:pt idx="212">
                  <c:v>88.132635994697296</c:v>
                </c:pt>
                <c:pt idx="213">
                  <c:v>87.934156968635506</c:v>
                </c:pt>
                <c:pt idx="214">
                  <c:v>87.655287914703493</c:v>
                </c:pt>
                <c:pt idx="215">
                  <c:v>87.563148637627904</c:v>
                </c:pt>
                <c:pt idx="216">
                  <c:v>87.541267492901099</c:v>
                </c:pt>
                <c:pt idx="217">
                  <c:v>87.615688485505203</c:v>
                </c:pt>
                <c:pt idx="218">
                  <c:v>89.218158944968707</c:v>
                </c:pt>
                <c:pt idx="219">
                  <c:v>90.772486294871101</c:v>
                </c:pt>
                <c:pt idx="220">
                  <c:v>92.123948267287503</c:v>
                </c:pt>
                <c:pt idx="221">
                  <c:v>92.771494684437798</c:v>
                </c:pt>
                <c:pt idx="222">
                  <c:v>93.307494091260693</c:v>
                </c:pt>
                <c:pt idx="223">
                  <c:v>93.807748968920293</c:v>
                </c:pt>
                <c:pt idx="224">
                  <c:v>94.038233643963395</c:v>
                </c:pt>
                <c:pt idx="225">
                  <c:v>94.286402200888404</c:v>
                </c:pt>
                <c:pt idx="226">
                  <c:v>94.492053975270494</c:v>
                </c:pt>
                <c:pt idx="227">
                  <c:v>94.869859993924294</c:v>
                </c:pt>
                <c:pt idx="228">
                  <c:v>95.199865180239101</c:v>
                </c:pt>
                <c:pt idx="229">
                  <c:v>95.516610371263994</c:v>
                </c:pt>
                <c:pt idx="230">
                  <c:v>96.402853658644304</c:v>
                </c:pt>
                <c:pt idx="231">
                  <c:v>97.170531260485305</c:v>
                </c:pt>
                <c:pt idx="232">
                  <c:v>97.754312227488001</c:v>
                </c:pt>
                <c:pt idx="233">
                  <c:v>98.008002229339098</c:v>
                </c:pt>
                <c:pt idx="234">
                  <c:v>98.250619947973902</c:v>
                </c:pt>
                <c:pt idx="235">
                  <c:v>98.472965105732399</c:v>
                </c:pt>
                <c:pt idx="236">
                  <c:v>98.491921128016202</c:v>
                </c:pt>
                <c:pt idx="237">
                  <c:v>98.489965102973002</c:v>
                </c:pt>
                <c:pt idx="238">
                  <c:v>98.483923739313298</c:v>
                </c:pt>
                <c:pt idx="239">
                  <c:v>98.544492965393601</c:v>
                </c:pt>
                <c:pt idx="240">
                  <c:v>98.576388979197603</c:v>
                </c:pt>
                <c:pt idx="241">
                  <c:v>98.604308378902203</c:v>
                </c:pt>
                <c:pt idx="242">
                  <c:v>98.920555765544094</c:v>
                </c:pt>
                <c:pt idx="243">
                  <c:v>99.167604597380105</c:v>
                </c:pt>
                <c:pt idx="244">
                  <c:v>99.3449507836213</c:v>
                </c:pt>
                <c:pt idx="245">
                  <c:v>99.399804243251694</c:v>
                </c:pt>
                <c:pt idx="246">
                  <c:v>99.446741710177704</c:v>
                </c:pt>
                <c:pt idx="247">
                  <c:v>99.491292567887697</c:v>
                </c:pt>
                <c:pt idx="248">
                  <c:v>99.511225207539397</c:v>
                </c:pt>
                <c:pt idx="249">
                  <c:v>99.531360077566205</c:v>
                </c:pt>
                <c:pt idx="250">
                  <c:v>99.550693537185396</c:v>
                </c:pt>
                <c:pt idx="251">
                  <c:v>99.568658260767506</c:v>
                </c:pt>
                <c:pt idx="252">
                  <c:v>99.583675428083495</c:v>
                </c:pt>
                <c:pt idx="253">
                  <c:v>99.5899050109564</c:v>
                </c:pt>
                <c:pt idx="254">
                  <c:v>99.679273262220903</c:v>
                </c:pt>
                <c:pt idx="255">
                  <c:v>99.742218392546704</c:v>
                </c:pt>
                <c:pt idx="256">
                  <c:v>99.790981843267105</c:v>
                </c:pt>
                <c:pt idx="257">
                  <c:v>99.809385647248305</c:v>
                </c:pt>
                <c:pt idx="258">
                  <c:v>99.824866090429396</c:v>
                </c:pt>
                <c:pt idx="259">
                  <c:v>99.836528464771007</c:v>
                </c:pt>
                <c:pt idx="260">
                  <c:v>99.837819604170406</c:v>
                </c:pt>
                <c:pt idx="261">
                  <c:v>99.831805365231702</c:v>
                </c:pt>
                <c:pt idx="262">
                  <c:v>99.825086450246701</c:v>
                </c:pt>
                <c:pt idx="263">
                  <c:v>99.829870263470895</c:v>
                </c:pt>
                <c:pt idx="264">
                  <c:v>99.831629519120199</c:v>
                </c:pt>
                <c:pt idx="265">
                  <c:v>99.829660419605702</c:v>
                </c:pt>
                <c:pt idx="266">
                  <c:v>99.867847306159604</c:v>
                </c:pt>
                <c:pt idx="267">
                  <c:v>99.898276189029303</c:v>
                </c:pt>
                <c:pt idx="268">
                  <c:v>99.918740801756698</c:v>
                </c:pt>
                <c:pt idx="269">
                  <c:v>99.917538103738096</c:v>
                </c:pt>
                <c:pt idx="270">
                  <c:v>99.917078907936997</c:v>
                </c:pt>
                <c:pt idx="271">
                  <c:v>99.916577960040698</c:v>
                </c:pt>
                <c:pt idx="272">
                  <c:v>99.916408366306598</c:v>
                </c:pt>
                <c:pt idx="273" formatCode="m/d/yyyy">
                  <c:v>0</c:v>
                </c:pt>
              </c:numCache>
            </c:numRef>
          </c:val>
          <c:smooth val="0"/>
        </c:ser>
        <c:ser>
          <c:idx val="1"/>
          <c:order val="1"/>
          <c:tx>
            <c:strRef>
              <c:f>Sheet1!$C$1</c:f>
              <c:strCache>
                <c:ptCount val="1"/>
                <c:pt idx="0">
                  <c:v>FNCL-new</c:v>
                </c:pt>
              </c:strCache>
            </c:strRef>
          </c:tx>
          <c:spPr>
            <a:ln>
              <a:solidFill>
                <a:srgbClr val="C00000"/>
              </a:solidFill>
            </a:ln>
          </c:spPr>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Sheet1!$C$2:$C$496</c:f>
              <c:numCache>
                <c:formatCode>General</c:formatCode>
                <c:ptCount val="495"/>
                <c:pt idx="0">
                  <c:v>70.459578555503299</c:v>
                </c:pt>
                <c:pt idx="1">
                  <c:v>70.452454278772194</c:v>
                </c:pt>
                <c:pt idx="2">
                  <c:v>71.456627770684506</c:v>
                </c:pt>
                <c:pt idx="3">
                  <c:v>71.3175121736259</c:v>
                </c:pt>
                <c:pt idx="4">
                  <c:v>71.001825744240307</c:v>
                </c:pt>
                <c:pt idx="5">
                  <c:v>70.691415715206404</c:v>
                </c:pt>
                <c:pt idx="6">
                  <c:v>70.191776887978804</c:v>
                </c:pt>
                <c:pt idx="7">
                  <c:v>69.760728218020503</c:v>
                </c:pt>
                <c:pt idx="8">
                  <c:v>69.364659327148303</c:v>
                </c:pt>
                <c:pt idx="9">
                  <c:v>70.266544240173999</c:v>
                </c:pt>
                <c:pt idx="10">
                  <c:v>69.807720793860497</c:v>
                </c:pt>
                <c:pt idx="11">
                  <c:v>69.826944995950299</c:v>
                </c:pt>
                <c:pt idx="12">
                  <c:v>69.952970940478806</c:v>
                </c:pt>
                <c:pt idx="13">
                  <c:v>69.499063428755207</c:v>
                </c:pt>
                <c:pt idx="14">
                  <c:v>68.877508185364903</c:v>
                </c:pt>
                <c:pt idx="15">
                  <c:v>68.281425504475095</c:v>
                </c:pt>
                <c:pt idx="16">
                  <c:v>67.491105424955407</c:v>
                </c:pt>
                <c:pt idx="17">
                  <c:v>67.331538319493802</c:v>
                </c:pt>
                <c:pt idx="18">
                  <c:v>66.917300779541193</c:v>
                </c:pt>
                <c:pt idx="19">
                  <c:v>66.604799624013694</c:v>
                </c:pt>
                <c:pt idx="20">
                  <c:v>67.063059512109305</c:v>
                </c:pt>
                <c:pt idx="21">
                  <c:v>67.536556982017203</c:v>
                </c:pt>
                <c:pt idx="22">
                  <c:v>67.829013183704504</c:v>
                </c:pt>
                <c:pt idx="23">
                  <c:v>67.956853880160295</c:v>
                </c:pt>
                <c:pt idx="24">
                  <c:v>68.0330239743314</c:v>
                </c:pt>
                <c:pt idx="25">
                  <c:v>68.155035493354305</c:v>
                </c:pt>
                <c:pt idx="26">
                  <c:v>68.409252293979193</c:v>
                </c:pt>
                <c:pt idx="27">
                  <c:v>68.568295612805201</c:v>
                </c:pt>
                <c:pt idx="28">
                  <c:v>69.130558144693595</c:v>
                </c:pt>
                <c:pt idx="29">
                  <c:v>69.9664534376478</c:v>
                </c:pt>
                <c:pt idx="30">
                  <c:v>70.110584140612104</c:v>
                </c:pt>
                <c:pt idx="31">
                  <c:v>70.017914160620094</c:v>
                </c:pt>
                <c:pt idx="32">
                  <c:v>70.036225969948504</c:v>
                </c:pt>
                <c:pt idx="33">
                  <c:v>69.910121842224498</c:v>
                </c:pt>
                <c:pt idx="34">
                  <c:v>69.733416279770196</c:v>
                </c:pt>
                <c:pt idx="35">
                  <c:v>69.657824216731896</c:v>
                </c:pt>
                <c:pt idx="36">
                  <c:v>69.471175088179805</c:v>
                </c:pt>
                <c:pt idx="37">
                  <c:v>69.903607080778698</c:v>
                </c:pt>
                <c:pt idx="38">
                  <c:v>70.282026227286096</c:v>
                </c:pt>
                <c:pt idx="39">
                  <c:v>70.482527425769803</c:v>
                </c:pt>
                <c:pt idx="40">
                  <c:v>70.779016142992603</c:v>
                </c:pt>
                <c:pt idx="41">
                  <c:v>70.849950378496303</c:v>
                </c:pt>
                <c:pt idx="42">
                  <c:v>70.910335314262696</c:v>
                </c:pt>
                <c:pt idx="43">
                  <c:v>71.131896852802996</c:v>
                </c:pt>
                <c:pt idx="44">
                  <c:v>71.377254665139702</c:v>
                </c:pt>
                <c:pt idx="45">
                  <c:v>71.724513117126605</c:v>
                </c:pt>
                <c:pt idx="46">
                  <c:v>72.2209570971484</c:v>
                </c:pt>
                <c:pt idx="47">
                  <c:v>72.679360780189</c:v>
                </c:pt>
                <c:pt idx="48">
                  <c:v>72.674586497330097</c:v>
                </c:pt>
                <c:pt idx="49">
                  <c:v>73.341329790684696</c:v>
                </c:pt>
                <c:pt idx="50">
                  <c:v>74.178676474141398</c:v>
                </c:pt>
                <c:pt idx="51">
                  <c:v>75.349448332991102</c:v>
                </c:pt>
                <c:pt idx="52">
                  <c:v>76.391001885982604</c:v>
                </c:pt>
                <c:pt idx="53">
                  <c:v>77.079689875017806</c:v>
                </c:pt>
                <c:pt idx="54">
                  <c:v>77.760722225448802</c:v>
                </c:pt>
                <c:pt idx="55">
                  <c:v>78.362976445155795</c:v>
                </c:pt>
                <c:pt idx="56">
                  <c:v>78.975891420308002</c:v>
                </c:pt>
                <c:pt idx="57">
                  <c:v>79.479637342360903</c:v>
                </c:pt>
                <c:pt idx="58">
                  <c:v>79.954273055229194</c:v>
                </c:pt>
                <c:pt idx="59">
                  <c:v>80.599937919431198</c:v>
                </c:pt>
                <c:pt idx="60">
                  <c:v>81.433614854957696</c:v>
                </c:pt>
                <c:pt idx="61">
                  <c:v>82.107861442667598</c:v>
                </c:pt>
                <c:pt idx="62">
                  <c:v>82.635149314351295</c:v>
                </c:pt>
                <c:pt idx="63">
                  <c:v>83.299986377516305</c:v>
                </c:pt>
                <c:pt idx="64">
                  <c:v>83.554192096045398</c:v>
                </c:pt>
                <c:pt idx="65">
                  <c:v>84.024874918790502</c:v>
                </c:pt>
                <c:pt idx="66">
                  <c:v>84.474998168554706</c:v>
                </c:pt>
                <c:pt idx="67">
                  <c:v>84.805536402747293</c:v>
                </c:pt>
                <c:pt idx="68">
                  <c:v>85.095851525588898</c:v>
                </c:pt>
                <c:pt idx="69">
                  <c:v>85.391521839316098</c:v>
                </c:pt>
                <c:pt idx="70">
                  <c:v>85.632844363375696</c:v>
                </c:pt>
                <c:pt idx="71">
                  <c:v>85.719173391529907</c:v>
                </c:pt>
                <c:pt idx="72">
                  <c:v>85.913789268433106</c:v>
                </c:pt>
                <c:pt idx="73">
                  <c:v>86.0170110832468</c:v>
                </c:pt>
                <c:pt idx="74">
                  <c:v>86.126028966323503</c:v>
                </c:pt>
                <c:pt idx="75">
                  <c:v>86.255612380731094</c:v>
                </c:pt>
                <c:pt idx="76">
                  <c:v>86.294648456165305</c:v>
                </c:pt>
                <c:pt idx="77">
                  <c:v>86.394850779606003</c:v>
                </c:pt>
                <c:pt idx="78">
                  <c:v>86.577103676822006</c:v>
                </c:pt>
                <c:pt idx="79">
                  <c:v>86.809828823580801</c:v>
                </c:pt>
                <c:pt idx="80">
                  <c:v>86.931167395447702</c:v>
                </c:pt>
                <c:pt idx="81">
                  <c:v>87.6848010916991</c:v>
                </c:pt>
                <c:pt idx="82">
                  <c:v>87.636358131190605</c:v>
                </c:pt>
                <c:pt idx="83">
                  <c:v>87.5671700256691</c:v>
                </c:pt>
                <c:pt idx="84">
                  <c:v>87.746691995383401</c:v>
                </c:pt>
                <c:pt idx="85">
                  <c:v>87.775159165141005</c:v>
                </c:pt>
                <c:pt idx="86">
                  <c:v>87.793609104821599</c:v>
                </c:pt>
                <c:pt idx="87">
                  <c:v>88.132050872306394</c:v>
                </c:pt>
                <c:pt idx="88">
                  <c:v>88.503446391076693</c:v>
                </c:pt>
                <c:pt idx="89">
                  <c:v>88.726861141215096</c:v>
                </c:pt>
                <c:pt idx="90">
                  <c:v>88.855618751206904</c:v>
                </c:pt>
                <c:pt idx="91">
                  <c:v>89.257613747894197</c:v>
                </c:pt>
                <c:pt idx="92">
                  <c:v>89.6222742499844</c:v>
                </c:pt>
                <c:pt idx="93">
                  <c:v>89.911183148742694</c:v>
                </c:pt>
                <c:pt idx="94">
                  <c:v>90.283428059794502</c:v>
                </c:pt>
                <c:pt idx="95">
                  <c:v>90.718661279235803</c:v>
                </c:pt>
                <c:pt idx="96">
                  <c:v>91.118703233890798</c:v>
                </c:pt>
                <c:pt idx="97">
                  <c:v>91.539546362334903</c:v>
                </c:pt>
                <c:pt idx="98">
                  <c:v>91.867246581201599</c:v>
                </c:pt>
                <c:pt idx="99">
                  <c:v>92.150500048093306</c:v>
                </c:pt>
                <c:pt idx="100">
                  <c:v>92.406267453293296</c:v>
                </c:pt>
                <c:pt idx="101">
                  <c:v>92.609076738966607</c:v>
                </c:pt>
                <c:pt idx="102">
                  <c:v>92.799095464465793</c:v>
                </c:pt>
                <c:pt idx="103">
                  <c:v>92.962304044696495</c:v>
                </c:pt>
                <c:pt idx="104">
                  <c:v>93.172825289113803</c:v>
                </c:pt>
                <c:pt idx="105">
                  <c:v>93.443479035079307</c:v>
                </c:pt>
                <c:pt idx="106">
                  <c:v>93.685161345546902</c:v>
                </c:pt>
                <c:pt idx="107">
                  <c:v>94.000518527322399</c:v>
                </c:pt>
                <c:pt idx="108">
                  <c:v>94.361501181514399</c:v>
                </c:pt>
                <c:pt idx="109">
                  <c:v>94.677619652034096</c:v>
                </c:pt>
                <c:pt idx="110">
                  <c:v>94.985874035222196</c:v>
                </c:pt>
                <c:pt idx="111">
                  <c:v>94.8600233231045</c:v>
                </c:pt>
                <c:pt idx="112">
                  <c:v>94.871088014470502</c:v>
                </c:pt>
                <c:pt idx="113">
                  <c:v>95.156929159012094</c:v>
                </c:pt>
                <c:pt idx="114">
                  <c:v>95.331897865259606</c:v>
                </c:pt>
                <c:pt idx="115">
                  <c:v>95.490191394559005</c:v>
                </c:pt>
                <c:pt idx="116">
                  <c:v>95.665891473314304</c:v>
                </c:pt>
                <c:pt idx="117">
                  <c:v>95.783216280922503</c:v>
                </c:pt>
                <c:pt idx="118">
                  <c:v>95.878541553325505</c:v>
                </c:pt>
                <c:pt idx="119">
                  <c:v>95.820154030095395</c:v>
                </c:pt>
                <c:pt idx="120">
                  <c:v>95.872083765312595</c:v>
                </c:pt>
                <c:pt idx="121">
                  <c:v>95.971993202564704</c:v>
                </c:pt>
                <c:pt idx="122">
                  <c:v>96.058232074817198</c:v>
                </c:pt>
                <c:pt idx="123">
                  <c:v>96.142060563183094</c:v>
                </c:pt>
                <c:pt idx="124">
                  <c:v>96.246817754873305</c:v>
                </c:pt>
                <c:pt idx="125">
                  <c:v>96.359328618191995</c:v>
                </c:pt>
                <c:pt idx="126">
                  <c:v>96.436827239898705</c:v>
                </c:pt>
                <c:pt idx="127">
                  <c:v>96.5157062003682</c:v>
                </c:pt>
                <c:pt idx="128">
                  <c:v>96.562582898417304</c:v>
                </c:pt>
                <c:pt idx="129">
                  <c:v>96.614537429195494</c:v>
                </c:pt>
                <c:pt idx="130">
                  <c:v>96.658414517228394</c:v>
                </c:pt>
                <c:pt idx="131">
                  <c:v>96.712677291169101</c:v>
                </c:pt>
                <c:pt idx="132">
                  <c:v>96.801164785356903</c:v>
                </c:pt>
                <c:pt idx="133">
                  <c:v>96.887240414768499</c:v>
                </c:pt>
                <c:pt idx="134">
                  <c:v>96.829702001454905</c:v>
                </c:pt>
                <c:pt idx="135">
                  <c:v>96.906548895323894</c:v>
                </c:pt>
                <c:pt idx="136">
                  <c:v>96.967411025280597</c:v>
                </c:pt>
                <c:pt idx="137">
                  <c:v>97.142115235841501</c:v>
                </c:pt>
                <c:pt idx="138">
                  <c:v>97.205415748009401</c:v>
                </c:pt>
                <c:pt idx="139">
                  <c:v>97.235969924795995</c:v>
                </c:pt>
                <c:pt idx="140">
                  <c:v>97.293265791430201</c:v>
                </c:pt>
                <c:pt idx="141">
                  <c:v>97.3410098175885</c:v>
                </c:pt>
                <c:pt idx="142">
                  <c:v>97.364461653681303</c:v>
                </c:pt>
                <c:pt idx="143">
                  <c:v>97.417840894426405</c:v>
                </c:pt>
                <c:pt idx="144">
                  <c:v>97.477284833119796</c:v>
                </c:pt>
                <c:pt idx="145">
                  <c:v>97.525859198619003</c:v>
                </c:pt>
                <c:pt idx="146">
                  <c:v>97.594981200272002</c:v>
                </c:pt>
                <c:pt idx="147">
                  <c:v>97.672227208509895</c:v>
                </c:pt>
                <c:pt idx="148">
                  <c:v>97.724333591495096</c:v>
                </c:pt>
                <c:pt idx="149">
                  <c:v>97.703920844746705</c:v>
                </c:pt>
                <c:pt idx="150">
                  <c:v>97.676106428595503</c:v>
                </c:pt>
                <c:pt idx="151">
                  <c:v>97.643533529286401</c:v>
                </c:pt>
                <c:pt idx="152">
                  <c:v>97.568707030220196</c:v>
                </c:pt>
                <c:pt idx="153">
                  <c:v>97.523129136254596</c:v>
                </c:pt>
                <c:pt idx="154">
                  <c:v>97.414596978019503</c:v>
                </c:pt>
                <c:pt idx="155">
                  <c:v>97.379076604354097</c:v>
                </c:pt>
                <c:pt idx="156">
                  <c:v>97.361706094435206</c:v>
                </c:pt>
                <c:pt idx="157">
                  <c:v>97.309689090817898</c:v>
                </c:pt>
                <c:pt idx="158">
                  <c:v>97.401466674664206</c:v>
                </c:pt>
                <c:pt idx="159">
                  <c:v>97.442003501564898</c:v>
                </c:pt>
                <c:pt idx="160">
                  <c:v>97.499132563206302</c:v>
                </c:pt>
                <c:pt idx="161">
                  <c:v>97.159450459381503</c:v>
                </c:pt>
                <c:pt idx="162">
                  <c:v>96.761488378387099</c:v>
                </c:pt>
                <c:pt idx="163">
                  <c:v>96.394773146143194</c:v>
                </c:pt>
                <c:pt idx="164">
                  <c:v>95.773841096973598</c:v>
                </c:pt>
                <c:pt idx="165">
                  <c:v>95.108490106583602</c:v>
                </c:pt>
                <c:pt idx="166">
                  <c:v>94.344758638526002</c:v>
                </c:pt>
                <c:pt idx="167">
                  <c:v>93.5744951618275</c:v>
                </c:pt>
                <c:pt idx="168">
                  <c:v>92.706940370100995</c:v>
                </c:pt>
                <c:pt idx="169">
                  <c:v>91.873093531751394</c:v>
                </c:pt>
                <c:pt idx="170">
                  <c:v>91.291271789703302</c:v>
                </c:pt>
                <c:pt idx="171">
                  <c:v>90.721325463977394</c:v>
                </c:pt>
                <c:pt idx="172">
                  <c:v>90.155820129535599</c:v>
                </c:pt>
                <c:pt idx="173">
                  <c:v>89.531961923853302</c:v>
                </c:pt>
                <c:pt idx="174">
                  <c:v>88.816886932570597</c:v>
                </c:pt>
                <c:pt idx="175">
                  <c:v>88.058185004730504</c:v>
                </c:pt>
                <c:pt idx="176">
                  <c:v>86.890406124048994</c:v>
                </c:pt>
                <c:pt idx="177">
                  <c:v>85.546695815558905</c:v>
                </c:pt>
                <c:pt idx="178">
                  <c:v>84.063142355997499</c:v>
                </c:pt>
                <c:pt idx="179">
                  <c:v>83.753629323123306</c:v>
                </c:pt>
                <c:pt idx="180">
                  <c:v>83.284030640690602</c:v>
                </c:pt>
                <c:pt idx="181">
                  <c:v>82.715603295340898</c:v>
                </c:pt>
                <c:pt idx="182">
                  <c:v>83.180816670951501</c:v>
                </c:pt>
                <c:pt idx="183">
                  <c:v>83.360173374563104</c:v>
                </c:pt>
                <c:pt idx="184">
                  <c:v>83.919129269274194</c:v>
                </c:pt>
                <c:pt idx="185">
                  <c:v>84.158740297972699</c:v>
                </c:pt>
                <c:pt idx="186">
                  <c:v>84.226653888802502</c:v>
                </c:pt>
                <c:pt idx="187">
                  <c:v>84.434637674508707</c:v>
                </c:pt>
                <c:pt idx="188">
                  <c:v>84.3846437804403</c:v>
                </c:pt>
                <c:pt idx="189">
                  <c:v>84.256015200485194</c:v>
                </c:pt>
                <c:pt idx="190">
                  <c:v>84.057786565323994</c:v>
                </c:pt>
                <c:pt idx="191">
                  <c:v>83.784557969316296</c:v>
                </c:pt>
                <c:pt idx="192">
                  <c:v>83.412491826796796</c:v>
                </c:pt>
                <c:pt idx="193">
                  <c:v>83.116570428228798</c:v>
                </c:pt>
                <c:pt idx="194">
                  <c:v>84.516728199368799</c:v>
                </c:pt>
                <c:pt idx="195">
                  <c:v>85.953573387063003</c:v>
                </c:pt>
                <c:pt idx="196">
                  <c:v>87.194274477944802</c:v>
                </c:pt>
                <c:pt idx="197">
                  <c:v>86.835230756389194</c:v>
                </c:pt>
                <c:pt idx="198">
                  <c:v>86.523416339761198</c:v>
                </c:pt>
                <c:pt idx="199">
                  <c:v>86.156392151226797</c:v>
                </c:pt>
                <c:pt idx="200">
                  <c:v>85.611538313953403</c:v>
                </c:pt>
                <c:pt idx="201">
                  <c:v>85.067005056762895</c:v>
                </c:pt>
                <c:pt idx="202">
                  <c:v>84.471035452313899</c:v>
                </c:pt>
                <c:pt idx="203">
                  <c:v>83.546296032366499</c:v>
                </c:pt>
                <c:pt idx="204">
                  <c:v>82.439497721184694</c:v>
                </c:pt>
                <c:pt idx="205">
                  <c:v>81.294724272642597</c:v>
                </c:pt>
                <c:pt idx="206">
                  <c:v>82.2170223495161</c:v>
                </c:pt>
                <c:pt idx="207">
                  <c:v>83.036287275515207</c:v>
                </c:pt>
                <c:pt idx="208">
                  <c:v>83.793373866775596</c:v>
                </c:pt>
                <c:pt idx="209">
                  <c:v>84.368913186257501</c:v>
                </c:pt>
                <c:pt idx="210">
                  <c:v>84.869798220694804</c:v>
                </c:pt>
                <c:pt idx="211">
                  <c:v>85.370326446109004</c:v>
                </c:pt>
                <c:pt idx="212">
                  <c:v>85.298202416863404</c:v>
                </c:pt>
                <c:pt idx="213">
                  <c:v>85.122009669077698</c:v>
                </c:pt>
                <c:pt idx="214">
                  <c:v>84.929718499771099</c:v>
                </c:pt>
                <c:pt idx="215">
                  <c:v>85.212268221433206</c:v>
                </c:pt>
                <c:pt idx="216">
                  <c:v>85.419348037865703</c:v>
                </c:pt>
                <c:pt idx="217">
                  <c:v>85.669709245790997</c:v>
                </c:pt>
                <c:pt idx="218">
                  <c:v>87.683689828984598</c:v>
                </c:pt>
                <c:pt idx="219">
                  <c:v>89.451738930910693</c:v>
                </c:pt>
                <c:pt idx="220">
                  <c:v>91.112432307932295</c:v>
                </c:pt>
                <c:pt idx="221">
                  <c:v>91.944272910825802</c:v>
                </c:pt>
                <c:pt idx="222">
                  <c:v>92.718531920757798</c:v>
                </c:pt>
                <c:pt idx="223">
                  <c:v>93.448010269811206</c:v>
                </c:pt>
                <c:pt idx="224">
                  <c:v>93.8255402403678</c:v>
                </c:pt>
                <c:pt idx="225">
                  <c:v>94.218377881900693</c:v>
                </c:pt>
                <c:pt idx="226">
                  <c:v>94.575862681967195</c:v>
                </c:pt>
                <c:pt idx="227">
                  <c:v>95.150774512629297</c:v>
                </c:pt>
                <c:pt idx="228">
                  <c:v>95.7650124565548</c:v>
                </c:pt>
                <c:pt idx="229">
                  <c:v>96.287103790284704</c:v>
                </c:pt>
                <c:pt idx="230">
                  <c:v>97.219722769526101</c:v>
                </c:pt>
                <c:pt idx="231">
                  <c:v>97.917287236592202</c:v>
                </c:pt>
                <c:pt idx="232">
                  <c:v>98.423757400381902</c:v>
                </c:pt>
                <c:pt idx="233">
                  <c:v>98.646264807557003</c:v>
                </c:pt>
                <c:pt idx="234">
                  <c:v>98.8255865411261</c:v>
                </c:pt>
                <c:pt idx="235">
                  <c:v>98.979055505370994</c:v>
                </c:pt>
                <c:pt idx="236">
                  <c:v>99.033752058338095</c:v>
                </c:pt>
                <c:pt idx="237">
                  <c:v>99.080607951958797</c:v>
                </c:pt>
                <c:pt idx="238">
                  <c:v>99.125630157356895</c:v>
                </c:pt>
                <c:pt idx="239">
                  <c:v>99.163771424428901</c:v>
                </c:pt>
                <c:pt idx="240">
                  <c:v>99.200472078909002</c:v>
                </c:pt>
                <c:pt idx="241">
                  <c:v>99.219356118183001</c:v>
                </c:pt>
                <c:pt idx="242">
                  <c:v>99.310830390982005</c:v>
                </c:pt>
                <c:pt idx="243">
                  <c:v>99.387158392705601</c:v>
                </c:pt>
                <c:pt idx="244">
                  <c:v>99.444252334738707</c:v>
                </c:pt>
                <c:pt idx="245">
                  <c:v>99.462259128625107</c:v>
                </c:pt>
                <c:pt idx="246">
                  <c:v>99.475550081766201</c:v>
                </c:pt>
                <c:pt idx="247">
                  <c:v>99.487418978326104</c:v>
                </c:pt>
                <c:pt idx="248">
                  <c:v>99.513591910433703</c:v>
                </c:pt>
                <c:pt idx="249">
                  <c:v>99.541926739777097</c:v>
                </c:pt>
                <c:pt idx="250">
                  <c:v>99.557074022550594</c:v>
                </c:pt>
                <c:pt idx="251">
                  <c:v>99.566294297949199</c:v>
                </c:pt>
                <c:pt idx="252">
                  <c:v>99.575531695995096</c:v>
                </c:pt>
                <c:pt idx="253">
                  <c:v>99.584774401227094</c:v>
                </c:pt>
                <c:pt idx="254">
                  <c:v>99.596353861263495</c:v>
                </c:pt>
                <c:pt idx="255">
                  <c:v>99.604634001769895</c:v>
                </c:pt>
                <c:pt idx="256">
                  <c:v>99.612583905516502</c:v>
                </c:pt>
                <c:pt idx="257">
                  <c:v>99.619458406837893</c:v>
                </c:pt>
                <c:pt idx="258">
                  <c:v>99.628271549435397</c:v>
                </c:pt>
                <c:pt idx="259">
                  <c:v>99.636226625486202</c:v>
                </c:pt>
                <c:pt idx="260">
                  <c:v>99.641498611484593</c:v>
                </c:pt>
                <c:pt idx="261">
                  <c:v>99.645715684436993</c:v>
                </c:pt>
                <c:pt idx="262">
                  <c:v>99.648258905391501</c:v>
                </c:pt>
                <c:pt idx="263">
                  <c:v>99.652818451466004</c:v>
                </c:pt>
                <c:pt idx="264">
                  <c:v>99.656893695596807</c:v>
                </c:pt>
                <c:pt idx="265">
                  <c:v>99.659675755676403</c:v>
                </c:pt>
                <c:pt idx="266">
                  <c:v>99.676213300049596</c:v>
                </c:pt>
                <c:pt idx="267">
                  <c:v>99.691774348613805</c:v>
                </c:pt>
                <c:pt idx="268">
                  <c:v>99.702211606475899</c:v>
                </c:pt>
                <c:pt idx="269">
                  <c:v>99.706508892654796</c:v>
                </c:pt>
                <c:pt idx="270">
                  <c:v>99.711209225461999</c:v>
                </c:pt>
                <c:pt idx="271">
                  <c:v>99.716473514441105</c:v>
                </c:pt>
                <c:pt idx="272">
                  <c:v>99.721362777038493</c:v>
                </c:pt>
              </c:numCache>
            </c:numRef>
          </c:val>
          <c:smooth val="0"/>
        </c:ser>
        <c:dLbls>
          <c:showLegendKey val="0"/>
          <c:showVal val="0"/>
          <c:showCatName val="0"/>
          <c:showSerName val="0"/>
          <c:showPercent val="0"/>
          <c:showBubbleSize val="0"/>
        </c:dLbls>
        <c:marker val="1"/>
        <c:smooth val="0"/>
        <c:axId val="220003712"/>
        <c:axId val="223507584"/>
      </c:lineChart>
      <c:dateAx>
        <c:axId val="220003712"/>
        <c:scaling>
          <c:orientation val="minMax"/>
        </c:scaling>
        <c:delete val="0"/>
        <c:axPos val="b"/>
        <c:numFmt formatCode="m/d/yyyy" sourceLinked="1"/>
        <c:majorTickMark val="out"/>
        <c:minorTickMark val="none"/>
        <c:tickLblPos val="nextTo"/>
        <c:crossAx val="223507584"/>
        <c:crosses val="autoZero"/>
        <c:auto val="1"/>
        <c:lblOffset val="100"/>
        <c:baseTimeUnit val="months"/>
      </c:dateAx>
      <c:valAx>
        <c:axId val="223507584"/>
        <c:scaling>
          <c:orientation val="minMax"/>
        </c:scaling>
        <c:delete val="0"/>
        <c:axPos val="l"/>
        <c:numFmt formatCode="General" sourceLinked="1"/>
        <c:majorTickMark val="out"/>
        <c:minorTickMark val="none"/>
        <c:tickLblPos val="nextTo"/>
        <c:crossAx val="220003712"/>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FGLMC</c:v>
                </c:pt>
              </c:strCache>
            </c:strRef>
          </c:tx>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Sheet1!$B$2:$B$496</c:f>
              <c:numCache>
                <c:formatCode>General</c:formatCode>
                <c:ptCount val="495"/>
                <c:pt idx="0">
                  <c:v>99.983159258543097</c:v>
                </c:pt>
                <c:pt idx="1">
                  <c:v>99.983389390020207</c:v>
                </c:pt>
                <c:pt idx="2">
                  <c:v>99.983718272506493</c:v>
                </c:pt>
                <c:pt idx="3">
                  <c:v>#N/A</c:v>
                </c:pt>
                <c:pt idx="4">
                  <c:v>#N/A</c:v>
                </c:pt>
                <c:pt idx="5">
                  <c:v>99.975278468827597</c:v>
                </c:pt>
                <c:pt idx="6">
                  <c:v>99.975334647007799</c:v>
                </c:pt>
                <c:pt idx="7">
                  <c:v>99.974947377409194</c:v>
                </c:pt>
                <c:pt idx="8">
                  <c:v>99.975208652891993</c:v>
                </c:pt>
                <c:pt idx="9">
                  <c:v>99.975179807714198</c:v>
                </c:pt>
                <c:pt idx="10">
                  <c:v>99.975278190120605</c:v>
                </c:pt>
                <c:pt idx="11">
                  <c:v>99.973479073561094</c:v>
                </c:pt>
                <c:pt idx="12">
                  <c:v>99.973566140827899</c:v>
                </c:pt>
                <c:pt idx="13">
                  <c:v>99.973656375992604</c:v>
                </c:pt>
                <c:pt idx="14">
                  <c:v>99.973588016396306</c:v>
                </c:pt>
                <c:pt idx="15">
                  <c:v>99.973755015908097</c:v>
                </c:pt>
                <c:pt idx="16">
                  <c:v>99.970065930450104</c:v>
                </c:pt>
                <c:pt idx="17">
                  <c:v>99.965473590812806</c:v>
                </c:pt>
                <c:pt idx="18">
                  <c:v>99.965445059431005</c:v>
                </c:pt>
                <c:pt idx="19">
                  <c:v>99.964073327778607</c:v>
                </c:pt>
                <c:pt idx="20">
                  <c:v>99.959464641284399</c:v>
                </c:pt>
                <c:pt idx="21">
                  <c:v>99.953213346065994</c:v>
                </c:pt>
                <c:pt idx="22">
                  <c:v>99.953376574556401</c:v>
                </c:pt>
                <c:pt idx="23">
                  <c:v>99.954363469352501</c:v>
                </c:pt>
                <c:pt idx="24">
                  <c:v>99.955247641039193</c:v>
                </c:pt>
                <c:pt idx="25">
                  <c:v>99.954193047770204</c:v>
                </c:pt>
                <c:pt idx="26">
                  <c:v>99.948735833305506</c:v>
                </c:pt>
                <c:pt idx="27">
                  <c:v>99.926132295410198</c:v>
                </c:pt>
                <c:pt idx="28">
                  <c:v>99.929339917972101</c:v>
                </c:pt>
                <c:pt idx="29">
                  <c:v>99.935565286842305</c:v>
                </c:pt>
                <c:pt idx="30">
                  <c:v>99.914790913204598</c:v>
                </c:pt>
                <c:pt idx="31">
                  <c:v>99.928111944884293</c:v>
                </c:pt>
                <c:pt idx="32">
                  <c:v>99.932375924598304</c:v>
                </c:pt>
                <c:pt idx="33">
                  <c:v>99.929944534660905</c:v>
                </c:pt>
                <c:pt idx="34">
                  <c:v>99.933322019665994</c:v>
                </c:pt>
                <c:pt idx="35">
                  <c:v>#N/A</c:v>
                </c:pt>
                <c:pt idx="36">
                  <c:v>#N/A</c:v>
                </c:pt>
                <c:pt idx="37">
                  <c:v>99.897250509614693</c:v>
                </c:pt>
                <c:pt idx="38">
                  <c:v>99.9036959646523</c:v>
                </c:pt>
                <c:pt idx="39">
                  <c:v>99.914668746627697</c:v>
                </c:pt>
                <c:pt idx="40">
                  <c:v>99.908409255746193</c:v>
                </c:pt>
                <c:pt idx="41">
                  <c:v>99.882680240366099</c:v>
                </c:pt>
                <c:pt idx="42">
                  <c:v>99.871516629173897</c:v>
                </c:pt>
                <c:pt idx="43">
                  <c:v>99.872601081338303</c:v>
                </c:pt>
                <c:pt idx="44">
                  <c:v>99.852980605079694</c:v>
                </c:pt>
                <c:pt idx="45">
                  <c:v>99.855415449738004</c:v>
                </c:pt>
                <c:pt idx="46">
                  <c:v>99.809801747596197</c:v>
                </c:pt>
                <c:pt idx="47">
                  <c:v>99.795578683274599</c:v>
                </c:pt>
                <c:pt idx="48">
                  <c:v>99.819703081440807</c:v>
                </c:pt>
                <c:pt idx="49">
                  <c:v>99.833968030818795</c:v>
                </c:pt>
                <c:pt idx="50">
                  <c:v>99.788265703421203</c:v>
                </c:pt>
                <c:pt idx="51">
                  <c:v>99.756173327923193</c:v>
                </c:pt>
                <c:pt idx="52">
                  <c:v>99.748461426340398</c:v>
                </c:pt>
                <c:pt idx="53">
                  <c:v>99.733674356581702</c:v>
                </c:pt>
                <c:pt idx="54">
                  <c:v>99.737848822883194</c:v>
                </c:pt>
                <c:pt idx="55">
                  <c:v>99.755001372505205</c:v>
                </c:pt>
                <c:pt idx="56">
                  <c:v>99.771976886264198</c:v>
                </c:pt>
                <c:pt idx="57">
                  <c:v>99.701515971179006</c:v>
                </c:pt>
                <c:pt idx="58">
                  <c:v>99.672556963869297</c:v>
                </c:pt>
                <c:pt idx="59">
                  <c:v>99.678274331036405</c:v>
                </c:pt>
                <c:pt idx="60">
                  <c:v>99.672462133105199</c:v>
                </c:pt>
                <c:pt idx="61">
                  <c:v>99.684218295815498</c:v>
                </c:pt>
                <c:pt idx="62">
                  <c:v>99.623534249413893</c:v>
                </c:pt>
                <c:pt idx="63">
                  <c:v>99.598304017938503</c:v>
                </c:pt>
                <c:pt idx="64">
                  <c:v>99.538529200348904</c:v>
                </c:pt>
                <c:pt idx="65">
                  <c:v>99.5282675134154</c:v>
                </c:pt>
                <c:pt idx="66">
                  <c:v>99.520820712761804</c:v>
                </c:pt>
                <c:pt idx="67">
                  <c:v>99.5335157728002</c:v>
                </c:pt>
                <c:pt idx="68">
                  <c:v>99.528635685892098</c:v>
                </c:pt>
                <c:pt idx="69">
                  <c:v>99.520070870433301</c:v>
                </c:pt>
                <c:pt idx="70">
                  <c:v>99.532727153444696</c:v>
                </c:pt>
                <c:pt idx="71">
                  <c:v>99.541657774110107</c:v>
                </c:pt>
                <c:pt idx="72">
                  <c:v>99.533211561140206</c:v>
                </c:pt>
                <c:pt idx="73">
                  <c:v>99.552961861164604</c:v>
                </c:pt>
                <c:pt idx="74">
                  <c:v>99.5599454938816</c:v>
                </c:pt>
                <c:pt idx="75">
                  <c:v>99.565078608221199</c:v>
                </c:pt>
                <c:pt idx="76">
                  <c:v>99.5701284968154</c:v>
                </c:pt>
                <c:pt idx="77">
                  <c:v>99.557573315902204</c:v>
                </c:pt>
                <c:pt idx="78">
                  <c:v>99.570692474372393</c:v>
                </c:pt>
                <c:pt idx="79">
                  <c:v>99.566306371490199</c:v>
                </c:pt>
                <c:pt idx="80">
                  <c:v>99.566643351472294</c:v>
                </c:pt>
                <c:pt idx="81">
                  <c:v>99.574523673516197</c:v>
                </c:pt>
                <c:pt idx="82">
                  <c:v>99.5732123338951</c:v>
                </c:pt>
                <c:pt idx="83">
                  <c:v>99.588637021016893</c:v>
                </c:pt>
                <c:pt idx="84">
                  <c:v>99.586866872598804</c:v>
                </c:pt>
                <c:pt idx="85">
                  <c:v>99.5849498191875</c:v>
                </c:pt>
                <c:pt idx="86">
                  <c:v>99.573271857048297</c:v>
                </c:pt>
                <c:pt idx="87">
                  <c:v>99.560294540954899</c:v>
                </c:pt>
                <c:pt idx="88">
                  <c:v>99.523445992491602</c:v>
                </c:pt>
                <c:pt idx="89">
                  <c:v>99.493604058162703</c:v>
                </c:pt>
                <c:pt idx="90">
                  <c:v>99.459352841643096</c:v>
                </c:pt>
                <c:pt idx="91">
                  <c:v>99.450066068572895</c:v>
                </c:pt>
                <c:pt idx="92">
                  <c:v>99.450578651336201</c:v>
                </c:pt>
                <c:pt idx="93">
                  <c:v>99.447502958829006</c:v>
                </c:pt>
                <c:pt idx="94">
                  <c:v>99.441995788380694</c:v>
                </c:pt>
                <c:pt idx="95">
                  <c:v>99.4093216099198</c:v>
                </c:pt>
                <c:pt idx="96">
                  <c:v>99.404773907916805</c:v>
                </c:pt>
                <c:pt idx="97">
                  <c:v>99.384139030171198</c:v>
                </c:pt>
                <c:pt idx="98">
                  <c:v>99.376914027424306</c:v>
                </c:pt>
                <c:pt idx="99">
                  <c:v>99.385677302086606</c:v>
                </c:pt>
                <c:pt idx="100">
                  <c:v>99.333946857699104</c:v>
                </c:pt>
                <c:pt idx="101">
                  <c:v>99.319479726401198</c:v>
                </c:pt>
                <c:pt idx="102">
                  <c:v>99.265638332578305</c:v>
                </c:pt>
                <c:pt idx="103">
                  <c:v>99.240645920019602</c:v>
                </c:pt>
                <c:pt idx="104">
                  <c:v>99.218246226624203</c:v>
                </c:pt>
                <c:pt idx="105">
                  <c:v>99.246859491658896</c:v>
                </c:pt>
                <c:pt idx="106">
                  <c:v>99.228968714728097</c:v>
                </c:pt>
                <c:pt idx="107">
                  <c:v>99.228074229252201</c:v>
                </c:pt>
                <c:pt idx="108">
                  <c:v>99.246243098915002</c:v>
                </c:pt>
                <c:pt idx="109">
                  <c:v>99.270713582980093</c:v>
                </c:pt>
                <c:pt idx="110">
                  <c:v>99.238854369043295</c:v>
                </c:pt>
                <c:pt idx="111">
                  <c:v>99.287327096047093</c:v>
                </c:pt>
                <c:pt idx="112">
                  <c:v>99.303820906369694</c:v>
                </c:pt>
                <c:pt idx="113">
                  <c:v>99.340488804695298</c:v>
                </c:pt>
                <c:pt idx="114">
                  <c:v>99.384191940954196</c:v>
                </c:pt>
                <c:pt idx="115">
                  <c:v>99.251830738907103</c:v>
                </c:pt>
                <c:pt idx="116">
                  <c:v>99.220992464061993</c:v>
                </c:pt>
                <c:pt idx="117">
                  <c:v>99.186296417211594</c:v>
                </c:pt>
                <c:pt idx="118">
                  <c:v>99.202160331167306</c:v>
                </c:pt>
                <c:pt idx="119">
                  <c:v>99.187822158777095</c:v>
                </c:pt>
                <c:pt idx="120">
                  <c:v>99.1602512041148</c:v>
                </c:pt>
                <c:pt idx="121">
                  <c:v>99.167966793591205</c:v>
                </c:pt>
                <c:pt idx="122">
                  <c:v>99.1988153135826</c:v>
                </c:pt>
                <c:pt idx="123">
                  <c:v>99.215117906575202</c:v>
                </c:pt>
                <c:pt idx="124">
                  <c:v>99.2142798624063</c:v>
                </c:pt>
                <c:pt idx="125">
                  <c:v>99.2227576835527</c:v>
                </c:pt>
                <c:pt idx="126">
                  <c:v>99.241409650250503</c:v>
                </c:pt>
                <c:pt idx="127">
                  <c:v>99.253707683149798</c:v>
                </c:pt>
                <c:pt idx="128">
                  <c:v>99.262871351242197</c:v>
                </c:pt>
                <c:pt idx="129">
                  <c:v>99.2559993973057</c:v>
                </c:pt>
                <c:pt idx="130">
                  <c:v>99.270301898</c:v>
                </c:pt>
                <c:pt idx="131">
                  <c:v>99.309973896376505</c:v>
                </c:pt>
                <c:pt idx="132">
                  <c:v>99.314821100489695</c:v>
                </c:pt>
                <c:pt idx="133">
                  <c:v>99.323871014958499</c:v>
                </c:pt>
                <c:pt idx="134">
                  <c:v>99.464031375104497</c:v>
                </c:pt>
                <c:pt idx="135">
                  <c:v>99.467153307974897</c:v>
                </c:pt>
                <c:pt idx="136">
                  <c:v>99.482672474016198</c:v>
                </c:pt>
                <c:pt idx="137">
                  <c:v>99.472912810724694</c:v>
                </c:pt>
                <c:pt idx="138">
                  <c:v>99.474365549138199</c:v>
                </c:pt>
                <c:pt idx="139">
                  <c:v>99.457728221223903</c:v>
                </c:pt>
                <c:pt idx="140">
                  <c:v>99.408579668263698</c:v>
                </c:pt>
                <c:pt idx="141">
                  <c:v>99.393635259642295</c:v>
                </c:pt>
                <c:pt idx="142">
                  <c:v>99.382136483029001</c:v>
                </c:pt>
                <c:pt idx="143">
                  <c:v>99.422599374191293</c:v>
                </c:pt>
                <c:pt idx="144">
                  <c:v>99.465856482999598</c:v>
                </c:pt>
                <c:pt idx="145">
                  <c:v>99.492250639512505</c:v>
                </c:pt>
                <c:pt idx="146">
                  <c:v>99.525121907946499</c:v>
                </c:pt>
                <c:pt idx="147">
                  <c:v>99.5311782001491</c:v>
                </c:pt>
                <c:pt idx="148">
                  <c:v>99.5181034653219</c:v>
                </c:pt>
                <c:pt idx="149">
                  <c:v>99.477351887388906</c:v>
                </c:pt>
                <c:pt idx="150">
                  <c:v>99.436883777714897</c:v>
                </c:pt>
                <c:pt idx="151">
                  <c:v>99.349530376258301</c:v>
                </c:pt>
                <c:pt idx="152">
                  <c:v>99.257964080237898</c:v>
                </c:pt>
                <c:pt idx="153">
                  <c:v>99.177482423045305</c:v>
                </c:pt>
                <c:pt idx="154">
                  <c:v>99.085583682042397</c:v>
                </c:pt>
                <c:pt idx="155">
                  <c:v>98.997571482842204</c:v>
                </c:pt>
                <c:pt idx="156">
                  <c:v>98.960284208641298</c:v>
                </c:pt>
                <c:pt idx="157">
                  <c:v>98.914919437046507</c:v>
                </c:pt>
                <c:pt idx="158">
                  <c:v>98.916876958139198</c:v>
                </c:pt>
                <c:pt idx="159">
                  <c:v>98.905543454872401</c:v>
                </c:pt>
                <c:pt idx="160">
                  <c:v>98.904832867466695</c:v>
                </c:pt>
                <c:pt idx="161">
                  <c:v>98.644817166719605</c:v>
                </c:pt>
                <c:pt idx="162">
                  <c:v>98.4147894690323</c:v>
                </c:pt>
                <c:pt idx="163">
                  <c:v>98.079848516891005</c:v>
                </c:pt>
                <c:pt idx="164">
                  <c:v>97.630867654391693</c:v>
                </c:pt>
                <c:pt idx="165">
                  <c:v>97.119659840006094</c:v>
                </c:pt>
                <c:pt idx="166">
                  <c:v>96.603608258088798</c:v>
                </c:pt>
                <c:pt idx="167">
                  <c:v>95.885045901046595</c:v>
                </c:pt>
                <c:pt idx="168">
                  <c:v>95.090507818861596</c:v>
                </c:pt>
                <c:pt idx="169">
                  <c:v>94.322800342685895</c:v>
                </c:pt>
                <c:pt idx="170">
                  <c:v>93.721262486303701</c:v>
                </c:pt>
                <c:pt idx="171">
                  <c:v>93.019257545733296</c:v>
                </c:pt>
                <c:pt idx="172">
                  <c:v>92.598695280693093</c:v>
                </c:pt>
                <c:pt idx="173">
                  <c:v>91.996369267014799</c:v>
                </c:pt>
                <c:pt idx="174">
                  <c:v>91.1385969954828</c:v>
                </c:pt>
                <c:pt idx="175">
                  <c:v>90.499346063717198</c:v>
                </c:pt>
                <c:pt idx="176">
                  <c:v>89.444583719807696</c:v>
                </c:pt>
                <c:pt idx="177">
                  <c:v>88.262343747054302</c:v>
                </c:pt>
                <c:pt idx="178">
                  <c:v>87.0307228337563</c:v>
                </c:pt>
                <c:pt idx="179">
                  <c:v>86.905535630627995</c:v>
                </c:pt>
                <c:pt idx="180">
                  <c:v>86.701905914546401</c:v>
                </c:pt>
                <c:pt idx="181">
                  <c:v>86.657399067770896</c:v>
                </c:pt>
                <c:pt idx="182">
                  <c:v>87.084353887499304</c:v>
                </c:pt>
                <c:pt idx="183">
                  <c:v>87.416155095323404</c:v>
                </c:pt>
                <c:pt idx="184">
                  <c:v>87.6754239495544</c:v>
                </c:pt>
                <c:pt idx="185">
                  <c:v>87.977499279940105</c:v>
                </c:pt>
                <c:pt idx="186">
                  <c:v>88.1035729281557</c:v>
                </c:pt>
                <c:pt idx="187">
                  <c:v>88.317958002126403</c:v>
                </c:pt>
                <c:pt idx="188">
                  <c:v>88.226338043359306</c:v>
                </c:pt>
                <c:pt idx="189">
                  <c:v>88.048686290998603</c:v>
                </c:pt>
                <c:pt idx="190">
                  <c:v>87.891217594810001</c:v>
                </c:pt>
                <c:pt idx="191">
                  <c:v>87.714190778615205</c:v>
                </c:pt>
                <c:pt idx="192">
                  <c:v>87.435398501912204</c:v>
                </c:pt>
                <c:pt idx="193">
                  <c:v>87.204281848224099</c:v>
                </c:pt>
                <c:pt idx="194">
                  <c:v>89.004556026488601</c:v>
                </c:pt>
                <c:pt idx="195">
                  <c:v>89.637078545814802</c:v>
                </c:pt>
                <c:pt idx="196">
                  <c:v>90.174165376464501</c:v>
                </c:pt>
                <c:pt idx="197">
                  <c:v>90.025230138200897</c:v>
                </c:pt>
                <c:pt idx="198">
                  <c:v>89.840166722167893</c:v>
                </c:pt>
                <c:pt idx="199">
                  <c:v>89.585158177539896</c:v>
                </c:pt>
                <c:pt idx="200">
                  <c:v>89.104441557797699</c:v>
                </c:pt>
                <c:pt idx="201">
                  <c:v>88.568357611769997</c:v>
                </c:pt>
                <c:pt idx="202">
                  <c:v>87.927022450600305</c:v>
                </c:pt>
                <c:pt idx="203">
                  <c:v>87.0143760723969</c:v>
                </c:pt>
                <c:pt idx="204">
                  <c:v>86.080464001665106</c:v>
                </c:pt>
                <c:pt idx="205">
                  <c:v>85.048344315252507</c:v>
                </c:pt>
                <c:pt idx="206">
                  <c:v>85.774262734940805</c:v>
                </c:pt>
                <c:pt idx="207">
                  <c:v>86.446225052268701</c:v>
                </c:pt>
                <c:pt idx="208">
                  <c:v>87.031533968517806</c:v>
                </c:pt>
                <c:pt idx="209">
                  <c:v>87.476188744496</c:v>
                </c:pt>
                <c:pt idx="210">
                  <c:v>87.868147275149994</c:v>
                </c:pt>
                <c:pt idx="211">
                  <c:v>88.277558511623198</c:v>
                </c:pt>
                <c:pt idx="212">
                  <c:v>88.132635994697296</c:v>
                </c:pt>
                <c:pt idx="213">
                  <c:v>87.934156968635506</c:v>
                </c:pt>
                <c:pt idx="214">
                  <c:v>87.655287914703493</c:v>
                </c:pt>
                <c:pt idx="215">
                  <c:v>87.563148637627904</c:v>
                </c:pt>
                <c:pt idx="216">
                  <c:v>87.541267492901099</c:v>
                </c:pt>
                <c:pt idx="217">
                  <c:v>87.615688485505203</c:v>
                </c:pt>
                <c:pt idx="218">
                  <c:v>89.218158944968707</c:v>
                </c:pt>
                <c:pt idx="219">
                  <c:v>90.772486294871101</c:v>
                </c:pt>
                <c:pt idx="220">
                  <c:v>92.123948267287503</c:v>
                </c:pt>
                <c:pt idx="221">
                  <c:v>92.771494684437798</c:v>
                </c:pt>
                <c:pt idx="222">
                  <c:v>93.307494091260693</c:v>
                </c:pt>
                <c:pt idx="223">
                  <c:v>93.807748968920293</c:v>
                </c:pt>
                <c:pt idx="224">
                  <c:v>94.038233643963395</c:v>
                </c:pt>
                <c:pt idx="225">
                  <c:v>94.286402200888404</c:v>
                </c:pt>
                <c:pt idx="226">
                  <c:v>94.492053975270494</c:v>
                </c:pt>
                <c:pt idx="227">
                  <c:v>94.869859993924294</c:v>
                </c:pt>
                <c:pt idx="228">
                  <c:v>95.199865180239101</c:v>
                </c:pt>
                <c:pt idx="229">
                  <c:v>95.516610371263994</c:v>
                </c:pt>
                <c:pt idx="230">
                  <c:v>96.402853658644304</c:v>
                </c:pt>
                <c:pt idx="231">
                  <c:v>97.170531260485305</c:v>
                </c:pt>
                <c:pt idx="232">
                  <c:v>97.754312227488001</c:v>
                </c:pt>
                <c:pt idx="233">
                  <c:v>98.008002229339098</c:v>
                </c:pt>
                <c:pt idx="234">
                  <c:v>98.250619947973902</c:v>
                </c:pt>
                <c:pt idx="235">
                  <c:v>98.472965105732399</c:v>
                </c:pt>
                <c:pt idx="236">
                  <c:v>98.491921128016202</c:v>
                </c:pt>
                <c:pt idx="237">
                  <c:v>98.489965102973002</c:v>
                </c:pt>
                <c:pt idx="238">
                  <c:v>98.483923739313298</c:v>
                </c:pt>
                <c:pt idx="239">
                  <c:v>98.544492965393601</c:v>
                </c:pt>
                <c:pt idx="240">
                  <c:v>98.576388979197603</c:v>
                </c:pt>
                <c:pt idx="241">
                  <c:v>98.604308378902203</c:v>
                </c:pt>
                <c:pt idx="242">
                  <c:v>98.920555765544094</c:v>
                </c:pt>
                <c:pt idx="243">
                  <c:v>99.167604597380105</c:v>
                </c:pt>
                <c:pt idx="244">
                  <c:v>99.3449507836213</c:v>
                </c:pt>
                <c:pt idx="245">
                  <c:v>99.399804243251694</c:v>
                </c:pt>
                <c:pt idx="246">
                  <c:v>99.446741710177704</c:v>
                </c:pt>
                <c:pt idx="247">
                  <c:v>99.491292567887697</c:v>
                </c:pt>
                <c:pt idx="248">
                  <c:v>99.511225207539397</c:v>
                </c:pt>
                <c:pt idx="249">
                  <c:v>99.531360077566205</c:v>
                </c:pt>
                <c:pt idx="250">
                  <c:v>99.550693537185396</c:v>
                </c:pt>
                <c:pt idx="251">
                  <c:v>99.568658260767506</c:v>
                </c:pt>
                <c:pt idx="252">
                  <c:v>99.583675428083495</c:v>
                </c:pt>
                <c:pt idx="253">
                  <c:v>99.5899050109564</c:v>
                </c:pt>
                <c:pt idx="254">
                  <c:v>99.679273262220903</c:v>
                </c:pt>
                <c:pt idx="255">
                  <c:v>99.742218392546704</c:v>
                </c:pt>
                <c:pt idx="256">
                  <c:v>99.790981843267105</c:v>
                </c:pt>
                <c:pt idx="257">
                  <c:v>99.809385647248305</c:v>
                </c:pt>
                <c:pt idx="258">
                  <c:v>99.824866090429396</c:v>
                </c:pt>
                <c:pt idx="259">
                  <c:v>99.836528464771007</c:v>
                </c:pt>
                <c:pt idx="260">
                  <c:v>99.837819604170406</c:v>
                </c:pt>
                <c:pt idx="261">
                  <c:v>99.831805365231702</c:v>
                </c:pt>
                <c:pt idx="262">
                  <c:v>99.825086450246701</c:v>
                </c:pt>
                <c:pt idx="263">
                  <c:v>99.829870263470895</c:v>
                </c:pt>
                <c:pt idx="264">
                  <c:v>99.831629519120199</c:v>
                </c:pt>
                <c:pt idx="265">
                  <c:v>99.829660419605702</c:v>
                </c:pt>
                <c:pt idx="266">
                  <c:v>99.867847306159604</c:v>
                </c:pt>
                <c:pt idx="267">
                  <c:v>99.898276189029303</c:v>
                </c:pt>
                <c:pt idx="268">
                  <c:v>99.918740801756698</c:v>
                </c:pt>
                <c:pt idx="269">
                  <c:v>99.917538103738096</c:v>
                </c:pt>
                <c:pt idx="270">
                  <c:v>99.917078907936997</c:v>
                </c:pt>
                <c:pt idx="271">
                  <c:v>99.916577960040698</c:v>
                </c:pt>
                <c:pt idx="272">
                  <c:v>99.916408366306598</c:v>
                </c:pt>
                <c:pt idx="273" formatCode="m/d/yyyy">
                  <c:v>0</c:v>
                </c:pt>
              </c:numCache>
            </c:numRef>
          </c:val>
          <c:smooth val="0"/>
        </c:ser>
        <c:ser>
          <c:idx val="1"/>
          <c:order val="1"/>
          <c:tx>
            <c:strRef>
              <c:f>Sheet1!$C$1</c:f>
              <c:strCache>
                <c:ptCount val="1"/>
                <c:pt idx="0">
                  <c:v>FNCL</c:v>
                </c:pt>
              </c:strCache>
            </c:strRef>
          </c:tx>
          <c:spPr>
            <a:ln>
              <a:solidFill>
                <a:srgbClr val="C00000"/>
              </a:solidFill>
            </a:ln>
          </c:spPr>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Sheet1!$C$2:$C$496</c:f>
              <c:numCache>
                <c:formatCode>General</c:formatCode>
                <c:ptCount val="495"/>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89.336544817285599</c:v>
                </c:pt>
                <c:pt idx="24">
                  <c:v>89.428580623735598</c:v>
                </c:pt>
                <c:pt idx="25">
                  <c:v>89.510378976936494</c:v>
                </c:pt>
                <c:pt idx="26">
                  <c:v>89.563061467447397</c:v>
                </c:pt>
                <c:pt idx="27">
                  <c:v>89.630399997164204</c:v>
                </c:pt>
                <c:pt idx="28">
                  <c:v>89.689480981818605</c:v>
                </c:pt>
                <c:pt idx="29">
                  <c:v>89.770320265799796</c:v>
                </c:pt>
                <c:pt idx="30">
                  <c:v>89.8050173398792</c:v>
                </c:pt>
                <c:pt idx="31">
                  <c:v>89.905598221085896</c:v>
                </c:pt>
                <c:pt idx="32">
                  <c:v>89.966738711378895</c:v>
                </c:pt>
                <c:pt idx="33">
                  <c:v>89.990937712756605</c:v>
                </c:pt>
                <c:pt idx="34">
                  <c:v>90.005765958087295</c:v>
                </c:pt>
                <c:pt idx="35">
                  <c:v>90.943314273231607</c:v>
                </c:pt>
                <c:pt idx="36">
                  <c:v>91.054153441166704</c:v>
                </c:pt>
                <c:pt idx="37">
                  <c:v>91.178077860135801</c:v>
                </c:pt>
                <c:pt idx="38">
                  <c:v>91.143471447364703</c:v>
                </c:pt>
                <c:pt idx="39">
                  <c:v>91.258254178031706</c:v>
                </c:pt>
                <c:pt idx="40">
                  <c:v>91.362088201555096</c:v>
                </c:pt>
                <c:pt idx="41">
                  <c:v>91.473000082848003</c:v>
                </c:pt>
                <c:pt idx="42">
                  <c:v>91.432732866197398</c:v>
                </c:pt>
                <c:pt idx="43">
                  <c:v>91.604712553002898</c:v>
                </c:pt>
                <c:pt idx="44">
                  <c:v>91.595835374087798</c:v>
                </c:pt>
                <c:pt idx="45">
                  <c:v>91.582059629106297</c:v>
                </c:pt>
                <c:pt idx="46">
                  <c:v>91.749192433005206</c:v>
                </c:pt>
                <c:pt idx="47">
                  <c:v>89.752550184442001</c:v>
                </c:pt>
                <c:pt idx="48">
                  <c:v>89.909323922111497</c:v>
                </c:pt>
                <c:pt idx="49">
                  <c:v>90.1345189194017</c:v>
                </c:pt>
                <c:pt idx="50">
                  <c:v>90.387088731155799</c:v>
                </c:pt>
                <c:pt idx="51">
                  <c:v>90.597741459591205</c:v>
                </c:pt>
                <c:pt idx="52">
                  <c:v>90.819741800977098</c:v>
                </c:pt>
                <c:pt idx="53">
                  <c:v>90.956877428723303</c:v>
                </c:pt>
                <c:pt idx="54">
                  <c:v>91.304102410154897</c:v>
                </c:pt>
                <c:pt idx="55">
                  <c:v>91.476485905123297</c:v>
                </c:pt>
                <c:pt idx="56">
                  <c:v>91.4681620633676</c:v>
                </c:pt>
                <c:pt idx="57">
                  <c:v>91.501016509800806</c:v>
                </c:pt>
                <c:pt idx="58">
                  <c:v>91.664982722913294</c:v>
                </c:pt>
                <c:pt idx="59">
                  <c:v>91.312438869878704</c:v>
                </c:pt>
                <c:pt idx="60">
                  <c:v>91.033767711273001</c:v>
                </c:pt>
                <c:pt idx="61">
                  <c:v>91.081392859957802</c:v>
                </c:pt>
                <c:pt idx="62">
                  <c:v>90.972847639839003</c:v>
                </c:pt>
                <c:pt idx="63">
                  <c:v>90.827466805001905</c:v>
                </c:pt>
                <c:pt idx="64">
                  <c:v>91.0184545552695</c:v>
                </c:pt>
                <c:pt idx="65">
                  <c:v>90.9375869120272</c:v>
                </c:pt>
                <c:pt idx="66">
                  <c:v>91.150143023302405</c:v>
                </c:pt>
                <c:pt idx="67">
                  <c:v>91.182844003372907</c:v>
                </c:pt>
                <c:pt idx="68">
                  <c:v>91.263161740034306</c:v>
                </c:pt>
                <c:pt idx="69">
                  <c:v>91.399734112252503</c:v>
                </c:pt>
                <c:pt idx="70">
                  <c:v>91.494262637110097</c:v>
                </c:pt>
                <c:pt idx="71">
                  <c:v>91.186545152787602</c:v>
                </c:pt>
                <c:pt idx="72">
                  <c:v>91.176849990905197</c:v>
                </c:pt>
                <c:pt idx="73">
                  <c:v>91.082865486887002</c:v>
                </c:pt>
                <c:pt idx="74">
                  <c:v>91.158615104006898</c:v>
                </c:pt>
                <c:pt idx="75">
                  <c:v>91.261101491792601</c:v>
                </c:pt>
                <c:pt idx="76">
                  <c:v>91.367596703827999</c:v>
                </c:pt>
                <c:pt idx="77">
                  <c:v>91.401269663069499</c:v>
                </c:pt>
                <c:pt idx="78">
                  <c:v>91.420251119096605</c:v>
                </c:pt>
                <c:pt idx="79">
                  <c:v>91.535354197022201</c:v>
                </c:pt>
                <c:pt idx="80">
                  <c:v>91.635931028427194</c:v>
                </c:pt>
                <c:pt idx="81">
                  <c:v>91.896073005189393</c:v>
                </c:pt>
                <c:pt idx="82">
                  <c:v>91.648724587045507</c:v>
                </c:pt>
                <c:pt idx="83">
                  <c:v>91.081500989340199</c:v>
                </c:pt>
                <c:pt idx="84">
                  <c:v>91.096114910672</c:v>
                </c:pt>
                <c:pt idx="85">
                  <c:v>91.057071841792705</c:v>
                </c:pt>
                <c:pt idx="86">
                  <c:v>90.813290493821199</c:v>
                </c:pt>
                <c:pt idx="87">
                  <c:v>90.919185409041106</c:v>
                </c:pt>
                <c:pt idx="88">
                  <c:v>90.777403320324396</c:v>
                </c:pt>
                <c:pt idx="89">
                  <c:v>90.766647188114405</c:v>
                </c:pt>
                <c:pt idx="90">
                  <c:v>90.610036334739306</c:v>
                </c:pt>
                <c:pt idx="91">
                  <c:v>90.4838143202238</c:v>
                </c:pt>
                <c:pt idx="92">
                  <c:v>90.297569062448801</c:v>
                </c:pt>
                <c:pt idx="93">
                  <c:v>90.055923909525802</c:v>
                </c:pt>
                <c:pt idx="94">
                  <c:v>89.613293347476997</c:v>
                </c:pt>
                <c:pt idx="95">
                  <c:v>88.771216411765707</c:v>
                </c:pt>
                <c:pt idx="96">
                  <c:v>88.366077361126599</c:v>
                </c:pt>
                <c:pt idx="97">
                  <c:v>88.025985378215907</c:v>
                </c:pt>
                <c:pt idx="98">
                  <c:v>87.590433259491405</c:v>
                </c:pt>
                <c:pt idx="99">
                  <c:v>87.211006458822098</c:v>
                </c:pt>
                <c:pt idx="100">
                  <c:v>86.883556839472007</c:v>
                </c:pt>
                <c:pt idx="101">
                  <c:v>86.617427313176194</c:v>
                </c:pt>
                <c:pt idx="102">
                  <c:v>86.460016022372798</c:v>
                </c:pt>
                <c:pt idx="103">
                  <c:v>85.891428893754707</c:v>
                </c:pt>
                <c:pt idx="104">
                  <c:v>85.204187802967297</c:v>
                </c:pt>
                <c:pt idx="105">
                  <c:v>84.440691988946796</c:v>
                </c:pt>
                <c:pt idx="106">
                  <c:v>83.501861734818206</c:v>
                </c:pt>
                <c:pt idx="107">
                  <c:v>82.926839652457701</c:v>
                </c:pt>
                <c:pt idx="108">
                  <c:v>82.625135979947302</c:v>
                </c:pt>
                <c:pt idx="109">
                  <c:v>82.591728194496696</c:v>
                </c:pt>
                <c:pt idx="110">
                  <c:v>82.541430092710499</c:v>
                </c:pt>
                <c:pt idx="111">
                  <c:v>82.389141639077806</c:v>
                </c:pt>
                <c:pt idx="112">
                  <c:v>81.962044675272693</c:v>
                </c:pt>
                <c:pt idx="113">
                  <c:v>82.301472890355399</c:v>
                </c:pt>
                <c:pt idx="114">
                  <c:v>82.898793640597205</c:v>
                </c:pt>
                <c:pt idx="115">
                  <c:v>83.078744467028002</c:v>
                </c:pt>
                <c:pt idx="116">
                  <c:v>83.432593926970895</c:v>
                </c:pt>
                <c:pt idx="117">
                  <c:v>83.656752619820395</c:v>
                </c:pt>
                <c:pt idx="118">
                  <c:v>83.998401660019695</c:v>
                </c:pt>
                <c:pt idx="119">
                  <c:v>83.815941681200698</c:v>
                </c:pt>
                <c:pt idx="120">
                  <c:v>84.101124674548998</c:v>
                </c:pt>
                <c:pt idx="121">
                  <c:v>84.536887822315094</c:v>
                </c:pt>
                <c:pt idx="122">
                  <c:v>84.939903177435099</c:v>
                </c:pt>
                <c:pt idx="123">
                  <c:v>85.500833626113405</c:v>
                </c:pt>
                <c:pt idx="124">
                  <c:v>86.230224680522397</c:v>
                </c:pt>
                <c:pt idx="125">
                  <c:v>86.571997797868704</c:v>
                </c:pt>
                <c:pt idx="126">
                  <c:v>86.761765395551706</c:v>
                </c:pt>
                <c:pt idx="127">
                  <c:v>87.035253339675705</c:v>
                </c:pt>
                <c:pt idx="128">
                  <c:v>87.369875627624694</c:v>
                </c:pt>
                <c:pt idx="129">
                  <c:v>87.494898758398804</c:v>
                </c:pt>
                <c:pt idx="130">
                  <c:v>87.654261552050997</c:v>
                </c:pt>
                <c:pt idx="131">
                  <c:v>87.796248512321995</c:v>
                </c:pt>
                <c:pt idx="132">
                  <c:v>88.115740948313501</c:v>
                </c:pt>
                <c:pt idx="133">
                  <c:v>88.356181830798604</c:v>
                </c:pt>
                <c:pt idx="134">
                  <c:v>86.387969967034806</c:v>
                </c:pt>
                <c:pt idx="135">
                  <c:v>86.573662721095104</c:v>
                </c:pt>
                <c:pt idx="136">
                  <c:v>86.804630544290802</c:v>
                </c:pt>
                <c:pt idx="137">
                  <c:v>89.223895448655696</c:v>
                </c:pt>
                <c:pt idx="138">
                  <c:v>89.929591507318506</c:v>
                </c:pt>
                <c:pt idx="139">
                  <c:v>90.186664558434998</c:v>
                </c:pt>
                <c:pt idx="140">
                  <c:v>90.415487392516994</c:v>
                </c:pt>
                <c:pt idx="141">
                  <c:v>90.568948231721194</c:v>
                </c:pt>
                <c:pt idx="142">
                  <c:v>90.601470943056299</c:v>
                </c:pt>
                <c:pt idx="143">
                  <c:v>90.895482613371399</c:v>
                </c:pt>
                <c:pt idx="144">
                  <c:v>91.115690175656198</c:v>
                </c:pt>
                <c:pt idx="145">
                  <c:v>91.199185599926494</c:v>
                </c:pt>
                <c:pt idx="146">
                  <c:v>91.321148458135298</c:v>
                </c:pt>
                <c:pt idx="147">
                  <c:v>91.430242148038701</c:v>
                </c:pt>
                <c:pt idx="148">
                  <c:v>91.601133832509007</c:v>
                </c:pt>
                <c:pt idx="149">
                  <c:v>91.661161789483899</c:v>
                </c:pt>
                <c:pt idx="150">
                  <c:v>91.717343674858995</c:v>
                </c:pt>
                <c:pt idx="151">
                  <c:v>91.744603637190906</c:v>
                </c:pt>
                <c:pt idx="152">
                  <c:v>91.787191152820498</c:v>
                </c:pt>
                <c:pt idx="153">
                  <c:v>91.852190115750005</c:v>
                </c:pt>
                <c:pt idx="154">
                  <c:v>91.617328580076503</c:v>
                </c:pt>
                <c:pt idx="155">
                  <c:v>91.590998914559705</c:v>
                </c:pt>
                <c:pt idx="156">
                  <c:v>91.687326609259202</c:v>
                </c:pt>
                <c:pt idx="157">
                  <c:v>91.731474450027903</c:v>
                </c:pt>
                <c:pt idx="158">
                  <c:v>91.807207000445601</c:v>
                </c:pt>
                <c:pt idx="159">
                  <c:v>91.956739760991795</c:v>
                </c:pt>
                <c:pt idx="160">
                  <c:v>92.125455092800294</c:v>
                </c:pt>
                <c:pt idx="161">
                  <c:v>91.742605969307206</c:v>
                </c:pt>
                <c:pt idx="162">
                  <c:v>91.491161480235505</c:v>
                </c:pt>
                <c:pt idx="163">
                  <c:v>91.220797051723494</c:v>
                </c:pt>
                <c:pt idx="164">
                  <c:v>90.702843259441593</c:v>
                </c:pt>
                <c:pt idx="165">
                  <c:v>90.065530878177299</c:v>
                </c:pt>
                <c:pt idx="166">
                  <c:v>89.304772986605201</c:v>
                </c:pt>
                <c:pt idx="167">
                  <c:v>88.6200295279599</c:v>
                </c:pt>
                <c:pt idx="168">
                  <c:v>87.811960831547097</c:v>
                </c:pt>
                <c:pt idx="169">
                  <c:v>87.140906996291903</c:v>
                </c:pt>
                <c:pt idx="170">
                  <c:v>86.747557407143802</c:v>
                </c:pt>
                <c:pt idx="171">
                  <c:v>86.251108413139306</c:v>
                </c:pt>
                <c:pt idx="172">
                  <c:v>85.775413375466101</c:v>
                </c:pt>
                <c:pt idx="173">
                  <c:v>85.252570478110897</c:v>
                </c:pt>
                <c:pt idx="174">
                  <c:v>84.670864675938603</c:v>
                </c:pt>
                <c:pt idx="175">
                  <c:v>84.028291503061595</c:v>
                </c:pt>
                <c:pt idx="176">
                  <c:v>82.994177633962195</c:v>
                </c:pt>
                <c:pt idx="177">
                  <c:v>81.801269177410106</c:v>
                </c:pt>
                <c:pt idx="178">
                  <c:v>80.436085901885605</c:v>
                </c:pt>
                <c:pt idx="179">
                  <c:v>80.222230450936706</c:v>
                </c:pt>
                <c:pt idx="180">
                  <c:v>79.841266170888701</c:v>
                </c:pt>
                <c:pt idx="181">
                  <c:v>79.374834763007101</c:v>
                </c:pt>
                <c:pt idx="182">
                  <c:v>80.0130954610093</c:v>
                </c:pt>
                <c:pt idx="183">
                  <c:v>80.309547949606198</c:v>
                </c:pt>
                <c:pt idx="184">
                  <c:v>80.160235026309806</c:v>
                </c:pt>
                <c:pt idx="185">
                  <c:v>80.466406746951094</c:v>
                </c:pt>
                <c:pt idx="186">
                  <c:v>80.672089394818201</c:v>
                </c:pt>
                <c:pt idx="187">
                  <c:v>80.892880895985897</c:v>
                </c:pt>
                <c:pt idx="188">
                  <c:v>80.826627456691995</c:v>
                </c:pt>
                <c:pt idx="189">
                  <c:v>80.693341133951606</c:v>
                </c:pt>
                <c:pt idx="190">
                  <c:v>80.473592409228303</c:v>
                </c:pt>
                <c:pt idx="191">
                  <c:v>79.866505996048303</c:v>
                </c:pt>
                <c:pt idx="192">
                  <c:v>79.277225995177105</c:v>
                </c:pt>
                <c:pt idx="193">
                  <c:v>78.617231139254699</c:v>
                </c:pt>
                <c:pt idx="194">
                  <c:v>79.7543018887974</c:v>
                </c:pt>
                <c:pt idx="195">
                  <c:v>80.838556280888895</c:v>
                </c:pt>
                <c:pt idx="196">
                  <c:v>81.985375603176806</c:v>
                </c:pt>
                <c:pt idx="197">
                  <c:v>81.487090849199404</c:v>
                </c:pt>
                <c:pt idx="198">
                  <c:v>81.081862023172505</c:v>
                </c:pt>
                <c:pt idx="199">
                  <c:v>80.5983541676611</c:v>
                </c:pt>
                <c:pt idx="200">
                  <c:v>79.853225550738301</c:v>
                </c:pt>
                <c:pt idx="201">
                  <c:v>79.413912613605703</c:v>
                </c:pt>
                <c:pt idx="202">
                  <c:v>78.795592886420707</c:v>
                </c:pt>
                <c:pt idx="203">
                  <c:v>77.754745354257395</c:v>
                </c:pt>
                <c:pt idx="204">
                  <c:v>76.565180463888595</c:v>
                </c:pt>
                <c:pt idx="205">
                  <c:v>75.317411013902003</c:v>
                </c:pt>
                <c:pt idx="206">
                  <c:v>76.147844108598093</c:v>
                </c:pt>
                <c:pt idx="207">
                  <c:v>76.839332901701596</c:v>
                </c:pt>
                <c:pt idx="208">
                  <c:v>77.592782853760497</c:v>
                </c:pt>
                <c:pt idx="209">
                  <c:v>78.129310622799807</c:v>
                </c:pt>
                <c:pt idx="210">
                  <c:v>78.597964457585405</c:v>
                </c:pt>
                <c:pt idx="211">
                  <c:v>79.100274184044295</c:v>
                </c:pt>
                <c:pt idx="212">
                  <c:v>79.053632802119296</c:v>
                </c:pt>
                <c:pt idx="213">
                  <c:v>79.008929853759895</c:v>
                </c:pt>
                <c:pt idx="214">
                  <c:v>79.132495815552701</c:v>
                </c:pt>
                <c:pt idx="215">
                  <c:v>79.733265104766502</c:v>
                </c:pt>
                <c:pt idx="216">
                  <c:v>79.9615264690418</c:v>
                </c:pt>
                <c:pt idx="217">
                  <c:v>80.080822915550499</c:v>
                </c:pt>
                <c:pt idx="218">
                  <c:v>82.082999604925504</c:v>
                </c:pt>
                <c:pt idx="219">
                  <c:v>83.816692488137093</c:v>
                </c:pt>
                <c:pt idx="220">
                  <c:v>85.506230609345394</c:v>
                </c:pt>
                <c:pt idx="221">
                  <c:v>86.320143913671799</c:v>
                </c:pt>
                <c:pt idx="222">
                  <c:v>87.142034597812696</c:v>
                </c:pt>
                <c:pt idx="223">
                  <c:v>87.9146201031121</c:v>
                </c:pt>
                <c:pt idx="224">
                  <c:v>88.331520820688993</c:v>
                </c:pt>
                <c:pt idx="225">
                  <c:v>88.745857872836694</c:v>
                </c:pt>
                <c:pt idx="226">
                  <c:v>89.153890592838295</c:v>
                </c:pt>
                <c:pt idx="227">
                  <c:v>89.728134342242498</c:v>
                </c:pt>
                <c:pt idx="228">
                  <c:v>90.482958696766104</c:v>
                </c:pt>
                <c:pt idx="229">
                  <c:v>91.141583815879201</c:v>
                </c:pt>
                <c:pt idx="230">
                  <c:v>92.200422534182294</c:v>
                </c:pt>
                <c:pt idx="231">
                  <c:v>93.038522509362593</c:v>
                </c:pt>
                <c:pt idx="232">
                  <c:v>93.705035375334603</c:v>
                </c:pt>
                <c:pt idx="233">
                  <c:v>94.061472316156497</c:v>
                </c:pt>
                <c:pt idx="234">
                  <c:v>94.402839088089706</c:v>
                </c:pt>
                <c:pt idx="235">
                  <c:v>94.692910435235902</c:v>
                </c:pt>
                <c:pt idx="236">
                  <c:v>94.861185728421702</c:v>
                </c:pt>
                <c:pt idx="237">
                  <c:v>95.016290884011298</c:v>
                </c:pt>
                <c:pt idx="238">
                  <c:v>95.132894716553906</c:v>
                </c:pt>
                <c:pt idx="239">
                  <c:v>95.242152907489199</c:v>
                </c:pt>
                <c:pt idx="240">
                  <c:v>95.334996670559704</c:v>
                </c:pt>
                <c:pt idx="241">
                  <c:v>95.411096554339196</c:v>
                </c:pt>
                <c:pt idx="242">
                  <c:v>95.570558204712299</c:v>
                </c:pt>
                <c:pt idx="243">
                  <c:v>95.706201238860501</c:v>
                </c:pt>
                <c:pt idx="244">
                  <c:v>95.818589271062294</c:v>
                </c:pt>
                <c:pt idx="245">
                  <c:v>95.901356745961394</c:v>
                </c:pt>
                <c:pt idx="246">
                  <c:v>95.983227922184</c:v>
                </c:pt>
                <c:pt idx="247">
                  <c:v>96.064527488021398</c:v>
                </c:pt>
                <c:pt idx="248">
                  <c:v>96.172548204612895</c:v>
                </c:pt>
                <c:pt idx="249">
                  <c:v>96.283986083875007</c:v>
                </c:pt>
                <c:pt idx="250">
                  <c:v>96.355177071226905</c:v>
                </c:pt>
                <c:pt idx="251">
                  <c:v>96.441859818543307</c:v>
                </c:pt>
                <c:pt idx="252">
                  <c:v>96.637113961146795</c:v>
                </c:pt>
                <c:pt idx="253">
                  <c:v>96.733514679395199</c:v>
                </c:pt>
                <c:pt idx="254">
                  <c:v>96.801861072096798</c:v>
                </c:pt>
                <c:pt idx="255">
                  <c:v>96.877842098640798</c:v>
                </c:pt>
                <c:pt idx="256">
                  <c:v>97.069242913770395</c:v>
                </c:pt>
                <c:pt idx="257">
                  <c:v>97.139350820995503</c:v>
                </c:pt>
                <c:pt idx="258">
                  <c:v>97.2274104135671</c:v>
                </c:pt>
                <c:pt idx="259">
                  <c:v>97.292993618230298</c:v>
                </c:pt>
                <c:pt idx="260">
                  <c:v>97.365391785780403</c:v>
                </c:pt>
                <c:pt idx="261">
                  <c:v>97.451497723494995</c:v>
                </c:pt>
                <c:pt idx="262">
                  <c:v>97.512989002933594</c:v>
                </c:pt>
                <c:pt idx="263">
                  <c:v>97.575058812468399</c:v>
                </c:pt>
                <c:pt idx="264">
                  <c:v>97.700522849931801</c:v>
                </c:pt>
                <c:pt idx="265">
                  <c:v>97.742822929332505</c:v>
                </c:pt>
                <c:pt idx="266">
                  <c:v>97.821203991184106</c:v>
                </c:pt>
                <c:pt idx="267">
                  <c:v>97.884785716100396</c:v>
                </c:pt>
                <c:pt idx="268">
                  <c:v>97.930754980163698</c:v>
                </c:pt>
                <c:pt idx="269">
                  <c:v>97.986074530566398</c:v>
                </c:pt>
                <c:pt idx="270">
                  <c:v>98.069345515664594</c:v>
                </c:pt>
                <c:pt idx="271">
                  <c:v>98.138366861551802</c:v>
                </c:pt>
                <c:pt idx="272">
                  <c:v>98.193264287027304</c:v>
                </c:pt>
              </c:numCache>
            </c:numRef>
          </c:val>
          <c:smooth val="0"/>
        </c:ser>
        <c:dLbls>
          <c:showLegendKey val="0"/>
          <c:showVal val="0"/>
          <c:showCatName val="0"/>
          <c:showSerName val="0"/>
          <c:showPercent val="0"/>
          <c:showBubbleSize val="0"/>
        </c:dLbls>
        <c:marker val="1"/>
        <c:smooth val="0"/>
        <c:axId val="225547776"/>
        <c:axId val="225549312"/>
      </c:lineChart>
      <c:dateAx>
        <c:axId val="225547776"/>
        <c:scaling>
          <c:orientation val="minMax"/>
        </c:scaling>
        <c:delete val="0"/>
        <c:axPos val="b"/>
        <c:numFmt formatCode="m/d/yyyy" sourceLinked="1"/>
        <c:majorTickMark val="out"/>
        <c:minorTickMark val="none"/>
        <c:tickLblPos val="nextTo"/>
        <c:crossAx val="225549312"/>
        <c:crosses val="autoZero"/>
        <c:auto val="1"/>
        <c:lblOffset val="100"/>
        <c:baseTimeUnit val="months"/>
      </c:dateAx>
      <c:valAx>
        <c:axId val="225549312"/>
        <c:scaling>
          <c:orientation val="minMax"/>
          <c:min val="60"/>
        </c:scaling>
        <c:delete val="0"/>
        <c:axPos val="l"/>
        <c:numFmt formatCode="General" sourceLinked="1"/>
        <c:majorTickMark val="out"/>
        <c:minorTickMark val="none"/>
        <c:tickLblPos val="nextTo"/>
        <c:crossAx val="225547776"/>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FGU9</c:v>
                </c:pt>
              </c:strCache>
            </c:strRef>
          </c:tx>
          <c:marker>
            <c:symbol val="none"/>
          </c:marker>
          <c:cat>
            <c:numRef>
              <c:f>Sheet1!$A$2:$A$54</c:f>
              <c:numCache>
                <c:formatCode>m/d/yyyy</c:formatCode>
                <c:ptCount val="53"/>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pt idx="52">
                  <c:v>42675</c:v>
                </c:pt>
              </c:numCache>
            </c:numRef>
          </c:cat>
          <c:val>
            <c:numRef>
              <c:f>Sheet1!$B$2:$B$54</c:f>
              <c:numCache>
                <c:formatCode>General</c:formatCode>
                <c:ptCount val="53"/>
                <c:pt idx="0">
                  <c:v>5.1428981549305899</c:v>
                </c:pt>
                <c:pt idx="1">
                  <c:v>5.2779721263914503</c:v>
                </c:pt>
                <c:pt idx="2">
                  <c:v>5.51422492213932</c:v>
                </c:pt>
                <c:pt idx="3">
                  <c:v>5.6168355811600801</c:v>
                </c:pt>
                <c:pt idx="4">
                  <c:v>5.6398948542356102</c:v>
                </c:pt>
                <c:pt idx="5">
                  <c:v>5.7575243024755904</c:v>
                </c:pt>
                <c:pt idx="6">
                  <c:v>5.8136451545570003</c:v>
                </c:pt>
                <c:pt idx="7">
                  <c:v>5.86010045472581</c:v>
                </c:pt>
                <c:pt idx="8">
                  <c:v>5.9196096360149202</c:v>
                </c:pt>
                <c:pt idx="9">
                  <c:v>6.03439127117786</c:v>
                </c:pt>
                <c:pt idx="10">
                  <c:v>6.13397060595213</c:v>
                </c:pt>
                <c:pt idx="11">
                  <c:v>6.2015277778786704</c:v>
                </c:pt>
                <c:pt idx="12">
                  <c:v>6.2721128567480902</c:v>
                </c:pt>
                <c:pt idx="13">
                  <c:v>6.3350529474480597</c:v>
                </c:pt>
                <c:pt idx="14">
                  <c:v>6.3592135523416999</c:v>
                </c:pt>
                <c:pt idx="15">
                  <c:v>6.3882079633859599</c:v>
                </c:pt>
                <c:pt idx="16">
                  <c:v>6.4142174171310602</c:v>
                </c:pt>
                <c:pt idx="17">
                  <c:v>6.4339311947571503</c:v>
                </c:pt>
                <c:pt idx="18">
                  <c:v>6.46234587274669</c:v>
                </c:pt>
                <c:pt idx="19">
                  <c:v>6.4802637462244599</c:v>
                </c:pt>
                <c:pt idx="20">
                  <c:v>6.4963124769629603</c:v>
                </c:pt>
                <c:pt idx="21">
                  <c:v>6.5080165793239697</c:v>
                </c:pt>
                <c:pt idx="22">
                  <c:v>6.5152929606679999</c:v>
                </c:pt>
                <c:pt idx="23">
                  <c:v>6.5261224991616702</c:v>
                </c:pt>
                <c:pt idx="24">
                  <c:v>6.5288675537316898</c:v>
                </c:pt>
                <c:pt idx="25">
                  <c:v>6.5351485654969199</c:v>
                </c:pt>
                <c:pt idx="26">
                  <c:v>6.5436826765222103</c:v>
                </c:pt>
                <c:pt idx="27">
                  <c:v>6.5468618475360802</c:v>
                </c:pt>
                <c:pt idx="28">
                  <c:v>6.5531233556905599</c:v>
                </c:pt>
                <c:pt idx="29">
                  <c:v>6.55399946639037</c:v>
                </c:pt>
                <c:pt idx="30">
                  <c:v>6.5576528390001299</c:v>
                </c:pt>
                <c:pt idx="31">
                  <c:v>6.5662996458693401</c:v>
                </c:pt>
                <c:pt idx="32">
                  <c:v>6.5704515058846003</c:v>
                </c:pt>
                <c:pt idx="33">
                  <c:v>6.5749578006652101</c:v>
                </c:pt>
                <c:pt idx="34">
                  <c:v>6.5764043787438897</c:v>
                </c:pt>
                <c:pt idx="35">
                  <c:v>6.57647427024229</c:v>
                </c:pt>
                <c:pt idx="36">
                  <c:v>6.5816610062905401</c:v>
                </c:pt>
                <c:pt idx="37">
                  <c:v>6.5844073657839699</c:v>
                </c:pt>
                <c:pt idx="38">
                  <c:v>6.58382297945957</c:v>
                </c:pt>
                <c:pt idx="39">
                  <c:v>6.59401229435373</c:v>
                </c:pt>
                <c:pt idx="40">
                  <c:v>6.5961544470471898</c:v>
                </c:pt>
                <c:pt idx="41">
                  <c:v>6.5985015242904597</c:v>
                </c:pt>
                <c:pt idx="42">
                  <c:v>6.6008547307532703</c:v>
                </c:pt>
                <c:pt idx="43">
                  <c:v>6.6052957297686401</c:v>
                </c:pt>
                <c:pt idx="44">
                  <c:v>6.60988663193538</c:v>
                </c:pt>
                <c:pt idx="45">
                  <c:v>6.6133861980001996</c:v>
                </c:pt>
                <c:pt idx="46">
                  <c:v>6.6136322176389903</c:v>
                </c:pt>
                <c:pt idx="47">
                  <c:v>6.6164577343215498</c:v>
                </c:pt>
                <c:pt idx="48">
                  <c:v>6.6113576945241803</c:v>
                </c:pt>
                <c:pt idx="49">
                  <c:v>6.6116593653004703</c:v>
                </c:pt>
                <c:pt idx="50">
                  <c:v>6.6112554445811798</c:v>
                </c:pt>
                <c:pt idx="51">
                  <c:v>6.6115923370128797</c:v>
                </c:pt>
                <c:pt idx="52">
                  <c:v>6.6165329679193103</c:v>
                </c:pt>
              </c:numCache>
            </c:numRef>
          </c:val>
          <c:smooth val="0"/>
        </c:ser>
        <c:ser>
          <c:idx val="1"/>
          <c:order val="1"/>
          <c:tx>
            <c:strRef>
              <c:f>Sheet1!$C$1</c:f>
              <c:strCache>
                <c:ptCount val="1"/>
                <c:pt idx="0">
                  <c:v>FNCR</c:v>
                </c:pt>
              </c:strCache>
            </c:strRef>
          </c:tx>
          <c:spPr>
            <a:ln>
              <a:solidFill>
                <a:srgbClr val="C00000"/>
              </a:solidFill>
            </a:ln>
          </c:spPr>
          <c:marker>
            <c:symbol val="none"/>
          </c:marker>
          <c:cat>
            <c:numRef>
              <c:f>Sheet1!$A$2:$A$54</c:f>
              <c:numCache>
                <c:formatCode>m/d/yyyy</c:formatCode>
                <c:ptCount val="53"/>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pt idx="52">
                  <c:v>42675</c:v>
                </c:pt>
              </c:numCache>
            </c:numRef>
          </c:cat>
          <c:val>
            <c:numRef>
              <c:f>Sheet1!$C$2:$C$54</c:f>
              <c:numCache>
                <c:formatCode>General</c:formatCode>
                <c:ptCount val="5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8.9154686724619499</c:v>
                </c:pt>
                <c:pt idx="19">
                  <c:v>8.93223231264842</c:v>
                </c:pt>
                <c:pt idx="20">
                  <c:v>8.9441599836675891</c:v>
                </c:pt>
                <c:pt idx="21">
                  <c:v>8.9572651911218895</c:v>
                </c:pt>
                <c:pt idx="22">
                  <c:v>8.9695479957234294</c:v>
                </c:pt>
                <c:pt idx="23">
                  <c:v>8.9777372193183798</c:v>
                </c:pt>
                <c:pt idx="24">
                  <c:v>8.9842327121162793</c:v>
                </c:pt>
                <c:pt idx="25">
                  <c:v>8.99263953697292</c:v>
                </c:pt>
                <c:pt idx="26">
                  <c:v>9.0011111073020107</c:v>
                </c:pt>
                <c:pt idx="27">
                  <c:v>9.0095399016371598</c:v>
                </c:pt>
                <c:pt idx="28">
                  <c:v>9.0183967619189005</c:v>
                </c:pt>
                <c:pt idx="29">
                  <c:v>9.0276487850104008</c:v>
                </c:pt>
                <c:pt idx="30">
                  <c:v>9.0342205755972405</c:v>
                </c:pt>
                <c:pt idx="31">
                  <c:v>9.0399257248752107</c:v>
                </c:pt>
                <c:pt idx="32">
                  <c:v>9.0468429005054301</c:v>
                </c:pt>
                <c:pt idx="33">
                  <c:v>9.0535209893027506</c:v>
                </c:pt>
                <c:pt idx="34">
                  <c:v>9.0597750275280209</c:v>
                </c:pt>
                <c:pt idx="35">
                  <c:v>9.0655305603130802</c:v>
                </c:pt>
                <c:pt idx="36">
                  <c:v>9.0724456918669691</c:v>
                </c:pt>
                <c:pt idx="37">
                  <c:v>9.0814259542492692</c:v>
                </c:pt>
                <c:pt idx="38">
                  <c:v>9.0847253475351302</c:v>
                </c:pt>
                <c:pt idx="39">
                  <c:v>9.0933540366938299</c:v>
                </c:pt>
                <c:pt idx="40">
                  <c:v>9.1024956491240907</c:v>
                </c:pt>
                <c:pt idx="41">
                  <c:v>9.1059569701551197</c:v>
                </c:pt>
                <c:pt idx="42">
                  <c:v>9.1120766568009905</c:v>
                </c:pt>
                <c:pt idx="43">
                  <c:v>9.1162284727111302</c:v>
                </c:pt>
                <c:pt idx="44">
                  <c:v>9.11932308692794</c:v>
                </c:pt>
                <c:pt idx="45">
                  <c:v>9.1244316987808691</c:v>
                </c:pt>
                <c:pt idx="46">
                  <c:v>9.1292333505711394</c:v>
                </c:pt>
                <c:pt idx="47">
                  <c:v>9.1334595992448193</c:v>
                </c:pt>
                <c:pt idx="48">
                  <c:v>9.1386177920469205</c:v>
                </c:pt>
                <c:pt idx="49">
                  <c:v>9.1412861752687107</c:v>
                </c:pt>
                <c:pt idx="50">
                  <c:v>9.1459146784077099</c:v>
                </c:pt>
                <c:pt idx="51">
                  <c:v>9.14882006712382</c:v>
                </c:pt>
                <c:pt idx="52">
                  <c:v>9.1511572030808193</c:v>
                </c:pt>
              </c:numCache>
            </c:numRef>
          </c:val>
          <c:smooth val="0"/>
        </c:ser>
        <c:dLbls>
          <c:showLegendKey val="0"/>
          <c:showVal val="0"/>
          <c:showCatName val="0"/>
          <c:showSerName val="0"/>
          <c:showPercent val="0"/>
          <c:showBubbleSize val="0"/>
        </c:dLbls>
        <c:marker val="1"/>
        <c:smooth val="0"/>
        <c:axId val="204410880"/>
        <c:axId val="204414336"/>
      </c:lineChart>
      <c:dateAx>
        <c:axId val="204410880"/>
        <c:scaling>
          <c:orientation val="minMax"/>
        </c:scaling>
        <c:delete val="0"/>
        <c:axPos val="b"/>
        <c:numFmt formatCode="m/d/yyyy" sourceLinked="1"/>
        <c:majorTickMark val="out"/>
        <c:minorTickMark val="none"/>
        <c:tickLblPos val="nextTo"/>
        <c:crossAx val="204414336"/>
        <c:crosses val="autoZero"/>
        <c:auto val="1"/>
        <c:lblOffset val="100"/>
        <c:baseTimeUnit val="months"/>
      </c:dateAx>
      <c:valAx>
        <c:axId val="204414336"/>
        <c:scaling>
          <c:orientation val="minMax"/>
        </c:scaling>
        <c:delete val="0"/>
        <c:axPos val="l"/>
        <c:numFmt formatCode="General" sourceLinked="1"/>
        <c:majorTickMark val="out"/>
        <c:minorTickMark val="none"/>
        <c:tickLblPos val="nextTo"/>
        <c:crossAx val="204410880"/>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FGU9</c:v>
                </c:pt>
              </c:strCache>
            </c:strRef>
          </c:tx>
          <c:marker>
            <c:symbol val="none"/>
          </c:marker>
          <c:cat>
            <c:numRef>
              <c:f>Sheet1!$A$2:$A$54</c:f>
              <c:numCache>
                <c:formatCode>m/d/yyyy</c:formatCode>
                <c:ptCount val="53"/>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pt idx="52">
                  <c:v>42675</c:v>
                </c:pt>
              </c:numCache>
            </c:numRef>
          </c:cat>
          <c:val>
            <c:numRef>
              <c:f>Sheet1!$B$2:$B$54</c:f>
              <c:numCache>
                <c:formatCode>General</c:formatCode>
                <c:ptCount val="53"/>
                <c:pt idx="0">
                  <c:v>5.1428981549305899</c:v>
                </c:pt>
                <c:pt idx="1">
                  <c:v>5.2779721263914503</c:v>
                </c:pt>
                <c:pt idx="2">
                  <c:v>5.51422492213932</c:v>
                </c:pt>
                <c:pt idx="3">
                  <c:v>5.6168355811600801</c:v>
                </c:pt>
                <c:pt idx="4">
                  <c:v>5.6398948542356102</c:v>
                </c:pt>
                <c:pt idx="5">
                  <c:v>5.7575243024755904</c:v>
                </c:pt>
                <c:pt idx="6">
                  <c:v>5.8136451545570003</c:v>
                </c:pt>
                <c:pt idx="7">
                  <c:v>5.86010045472581</c:v>
                </c:pt>
                <c:pt idx="8">
                  <c:v>5.9196096360149202</c:v>
                </c:pt>
                <c:pt idx="9">
                  <c:v>6.03439127117786</c:v>
                </c:pt>
                <c:pt idx="10">
                  <c:v>6.13397060595213</c:v>
                </c:pt>
                <c:pt idx="11">
                  <c:v>6.2015277778786704</c:v>
                </c:pt>
                <c:pt idx="12">
                  <c:v>6.2721128567480902</c:v>
                </c:pt>
                <c:pt idx="13">
                  <c:v>6.3350529474480597</c:v>
                </c:pt>
                <c:pt idx="14">
                  <c:v>6.3592135523416999</c:v>
                </c:pt>
                <c:pt idx="15">
                  <c:v>6.3882079633859599</c:v>
                </c:pt>
                <c:pt idx="16">
                  <c:v>6.4142174171310602</c:v>
                </c:pt>
                <c:pt idx="17">
                  <c:v>6.4339311947571503</c:v>
                </c:pt>
                <c:pt idx="18">
                  <c:v>6.46234587274669</c:v>
                </c:pt>
                <c:pt idx="19">
                  <c:v>6.4802637462244599</c:v>
                </c:pt>
                <c:pt idx="20">
                  <c:v>6.4963124769629603</c:v>
                </c:pt>
                <c:pt idx="21">
                  <c:v>6.5080165793239697</c:v>
                </c:pt>
                <c:pt idx="22">
                  <c:v>6.5152929606679999</c:v>
                </c:pt>
                <c:pt idx="23">
                  <c:v>6.5261224991616702</c:v>
                </c:pt>
                <c:pt idx="24">
                  <c:v>6.5288675537316898</c:v>
                </c:pt>
                <c:pt idx="25">
                  <c:v>6.5351485654969199</c:v>
                </c:pt>
                <c:pt idx="26">
                  <c:v>6.5436826765222103</c:v>
                </c:pt>
                <c:pt idx="27">
                  <c:v>6.5468618475360802</c:v>
                </c:pt>
                <c:pt idx="28">
                  <c:v>6.5531233556905599</c:v>
                </c:pt>
                <c:pt idx="29">
                  <c:v>6.55399946639037</c:v>
                </c:pt>
                <c:pt idx="30">
                  <c:v>6.5576528390001299</c:v>
                </c:pt>
                <c:pt idx="31">
                  <c:v>6.5662996458693401</c:v>
                </c:pt>
                <c:pt idx="32">
                  <c:v>6.5704515058846003</c:v>
                </c:pt>
                <c:pt idx="33">
                  <c:v>6.5749578006652101</c:v>
                </c:pt>
                <c:pt idx="34">
                  <c:v>6.5764043787438897</c:v>
                </c:pt>
                <c:pt idx="35">
                  <c:v>6.57647427024229</c:v>
                </c:pt>
                <c:pt idx="36">
                  <c:v>6.5816610062905401</c:v>
                </c:pt>
                <c:pt idx="37">
                  <c:v>6.5844073657839699</c:v>
                </c:pt>
                <c:pt idx="38">
                  <c:v>6.58382297945957</c:v>
                </c:pt>
                <c:pt idx="39">
                  <c:v>6.59401229435373</c:v>
                </c:pt>
                <c:pt idx="40">
                  <c:v>6.5961544470471898</c:v>
                </c:pt>
                <c:pt idx="41">
                  <c:v>6.5985015242904597</c:v>
                </c:pt>
                <c:pt idx="42">
                  <c:v>6.6008547307532703</c:v>
                </c:pt>
                <c:pt idx="43">
                  <c:v>6.6052957297686401</c:v>
                </c:pt>
                <c:pt idx="44">
                  <c:v>6.60988663193538</c:v>
                </c:pt>
                <c:pt idx="45">
                  <c:v>6.6133861980001996</c:v>
                </c:pt>
                <c:pt idx="46">
                  <c:v>6.6136322176389903</c:v>
                </c:pt>
                <c:pt idx="47">
                  <c:v>6.6164577343215498</c:v>
                </c:pt>
                <c:pt idx="48">
                  <c:v>6.6113576945241803</c:v>
                </c:pt>
                <c:pt idx="49">
                  <c:v>6.6116593653004703</c:v>
                </c:pt>
                <c:pt idx="50">
                  <c:v>6.6112554445811798</c:v>
                </c:pt>
                <c:pt idx="51">
                  <c:v>6.6115923370128797</c:v>
                </c:pt>
                <c:pt idx="52">
                  <c:v>6.6165329679193103</c:v>
                </c:pt>
              </c:numCache>
            </c:numRef>
          </c:val>
          <c:smooth val="0"/>
        </c:ser>
        <c:ser>
          <c:idx val="1"/>
          <c:order val="1"/>
          <c:tx>
            <c:strRef>
              <c:f>Sheet1!$C$1</c:f>
              <c:strCache>
                <c:ptCount val="1"/>
                <c:pt idx="0">
                  <c:v>FNCR</c:v>
                </c:pt>
              </c:strCache>
            </c:strRef>
          </c:tx>
          <c:spPr>
            <a:ln>
              <a:solidFill>
                <a:srgbClr val="C00000"/>
              </a:solidFill>
            </a:ln>
          </c:spPr>
          <c:marker>
            <c:symbol val="none"/>
          </c:marker>
          <c:cat>
            <c:numRef>
              <c:f>Sheet1!$A$2:$A$54</c:f>
              <c:numCache>
                <c:formatCode>m/d/yyyy</c:formatCode>
                <c:ptCount val="53"/>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pt idx="52">
                  <c:v>42675</c:v>
                </c:pt>
              </c:numCache>
            </c:numRef>
          </c:cat>
          <c:val>
            <c:numRef>
              <c:f>Sheet1!$C$2:$C$54</c:f>
              <c:numCache>
                <c:formatCode>General</c:formatCode>
                <c:ptCount val="53"/>
                <c:pt idx="0">
                  <c:v>7.0277960317727901</c:v>
                </c:pt>
                <c:pt idx="1">
                  <c:v>7.8791922945576198</c:v>
                </c:pt>
                <c:pt idx="2">
                  <c:v>8.4630769362542999</c:v>
                </c:pt>
                <c:pt idx="3">
                  <c:v>8.5149384405394795</c:v>
                </c:pt>
                <c:pt idx="4">
                  <c:v>8.5915854839706292</c:v>
                </c:pt>
                <c:pt idx="5">
                  <c:v>8.6436501044808907</c:v>
                </c:pt>
                <c:pt idx="6">
                  <c:v>8.6471191410845005</c:v>
                </c:pt>
                <c:pt idx="7">
                  <c:v>8.6587563438855906</c:v>
                </c:pt>
                <c:pt idx="8">
                  <c:v>8.6757534353524406</c:v>
                </c:pt>
                <c:pt idx="9">
                  <c:v>8.7258392214766491</c:v>
                </c:pt>
                <c:pt idx="10">
                  <c:v>8.7419957296126398</c:v>
                </c:pt>
                <c:pt idx="11">
                  <c:v>8.7508151307273607</c:v>
                </c:pt>
                <c:pt idx="12">
                  <c:v>8.7797174161970108</c:v>
                </c:pt>
                <c:pt idx="13">
                  <c:v>8.7831705767080095</c:v>
                </c:pt>
                <c:pt idx="14">
                  <c:v>8.8038148367155795</c:v>
                </c:pt>
                <c:pt idx="15">
                  <c:v>8.8224664130427701</c:v>
                </c:pt>
                <c:pt idx="16">
                  <c:v>8.8488433780313294</c:v>
                </c:pt>
                <c:pt idx="17">
                  <c:v>8.8648364184666004</c:v>
                </c:pt>
                <c:pt idx="18">
                  <c:v>8.9104180569663693</c:v>
                </c:pt>
                <c:pt idx="19">
                  <c:v>8.9271796368889706</c:v>
                </c:pt>
                <c:pt idx="20">
                  <c:v>8.9390934404536893</c:v>
                </c:pt>
                <c:pt idx="21">
                  <c:v>8.9522056254354805</c:v>
                </c:pt>
                <c:pt idx="22">
                  <c:v>8.9644879616790103</c:v>
                </c:pt>
                <c:pt idx="23">
                  <c:v>8.9726755996710299</c:v>
                </c:pt>
                <c:pt idx="24">
                  <c:v>8.9791794777279605</c:v>
                </c:pt>
                <c:pt idx="25">
                  <c:v>8.9875875750466694</c:v>
                </c:pt>
                <c:pt idx="26">
                  <c:v>8.9960584426523393</c:v>
                </c:pt>
                <c:pt idx="27">
                  <c:v>9.0044891210179507</c:v>
                </c:pt>
                <c:pt idx="28">
                  <c:v>9.0133466914993807</c:v>
                </c:pt>
                <c:pt idx="29">
                  <c:v>9.0225949879030498</c:v>
                </c:pt>
                <c:pt idx="30">
                  <c:v>9.0291683804122407</c:v>
                </c:pt>
                <c:pt idx="31">
                  <c:v>9.0348734554378396</c:v>
                </c:pt>
                <c:pt idx="32">
                  <c:v>9.0417908186000204</c:v>
                </c:pt>
                <c:pt idx="33">
                  <c:v>9.0484641288996794</c:v>
                </c:pt>
                <c:pt idx="34">
                  <c:v>9.0547163233048504</c:v>
                </c:pt>
                <c:pt idx="35">
                  <c:v>9.0604700836235708</c:v>
                </c:pt>
                <c:pt idx="36">
                  <c:v>9.0673825876459002</c:v>
                </c:pt>
                <c:pt idx="37">
                  <c:v>9.0763622836075992</c:v>
                </c:pt>
                <c:pt idx="38">
                  <c:v>9.0796625899173407</c:v>
                </c:pt>
                <c:pt idx="39">
                  <c:v>9.0882941315932708</c:v>
                </c:pt>
                <c:pt idx="40">
                  <c:v>9.0974429088020106</c:v>
                </c:pt>
                <c:pt idx="41">
                  <c:v>9.1009071456400399</c:v>
                </c:pt>
                <c:pt idx="42">
                  <c:v>9.1070268729166806</c:v>
                </c:pt>
                <c:pt idx="43">
                  <c:v>9.1111793807608894</c:v>
                </c:pt>
                <c:pt idx="44">
                  <c:v>9.1142746222808295</c:v>
                </c:pt>
                <c:pt idx="45">
                  <c:v>9.1193819647077508</c:v>
                </c:pt>
                <c:pt idx="46">
                  <c:v>9.1241833957056002</c:v>
                </c:pt>
                <c:pt idx="47">
                  <c:v>9.1284085391033702</c:v>
                </c:pt>
                <c:pt idx="48">
                  <c:v>9.1335628850590194</c:v>
                </c:pt>
                <c:pt idx="49">
                  <c:v>9.1362315293035703</c:v>
                </c:pt>
                <c:pt idx="50">
                  <c:v>9.1408586989376008</c:v>
                </c:pt>
                <c:pt idx="51">
                  <c:v>9.1437650929462801</c:v>
                </c:pt>
                <c:pt idx="52">
                  <c:v>9.1461032370971598</c:v>
                </c:pt>
              </c:numCache>
            </c:numRef>
          </c:val>
          <c:smooth val="0"/>
        </c:ser>
        <c:dLbls>
          <c:showLegendKey val="0"/>
          <c:showVal val="0"/>
          <c:showCatName val="0"/>
          <c:showSerName val="0"/>
          <c:showPercent val="0"/>
          <c:showBubbleSize val="0"/>
        </c:dLbls>
        <c:marker val="1"/>
        <c:smooth val="0"/>
        <c:axId val="204459008"/>
        <c:axId val="204522240"/>
      </c:lineChart>
      <c:dateAx>
        <c:axId val="204459008"/>
        <c:scaling>
          <c:orientation val="minMax"/>
        </c:scaling>
        <c:delete val="0"/>
        <c:axPos val="b"/>
        <c:numFmt formatCode="m/d/yyyy" sourceLinked="1"/>
        <c:majorTickMark val="out"/>
        <c:minorTickMark val="none"/>
        <c:tickLblPos val="nextTo"/>
        <c:crossAx val="204522240"/>
        <c:crosses val="autoZero"/>
        <c:auto val="1"/>
        <c:lblOffset val="100"/>
        <c:baseTimeUnit val="months"/>
      </c:dateAx>
      <c:valAx>
        <c:axId val="204522240"/>
        <c:scaling>
          <c:orientation val="minMax"/>
        </c:scaling>
        <c:delete val="0"/>
        <c:axPos val="l"/>
        <c:numFmt formatCode="General" sourceLinked="1"/>
        <c:majorTickMark val="out"/>
        <c:minorTickMark val="none"/>
        <c:tickLblPos val="nextTo"/>
        <c:crossAx val="204459008"/>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FGU9</c:v>
                </c:pt>
              </c:strCache>
            </c:strRef>
          </c:tx>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Sheet1!$B$2:$B$53</c:f>
              <c:numCache>
                <c:formatCode>General</c:formatCode>
                <c:ptCount val="52"/>
                <c:pt idx="0">
                  <c:v>16.211245947588999</c:v>
                </c:pt>
                <c:pt idx="1">
                  <c:v>16.6212070634529</c:v>
                </c:pt>
                <c:pt idx="2">
                  <c:v>17.292571385287701</c:v>
                </c:pt>
                <c:pt idx="3">
                  <c:v>17.709482314897201</c:v>
                </c:pt>
                <c:pt idx="4">
                  <c:v>17.7839989007506</c:v>
                </c:pt>
                <c:pt idx="5">
                  <c:v>18.1072520657106</c:v>
                </c:pt>
                <c:pt idx="6">
                  <c:v>18.300898344530399</c:v>
                </c:pt>
                <c:pt idx="7">
                  <c:v>18.475812539351502</c:v>
                </c:pt>
                <c:pt idx="8">
                  <c:v>18.639984555751699</c:v>
                </c:pt>
                <c:pt idx="9">
                  <c:v>19.008750065294301</c:v>
                </c:pt>
                <c:pt idx="10">
                  <c:v>19.295506005037701</c:v>
                </c:pt>
                <c:pt idx="11">
                  <c:v>19.5331189514194</c:v>
                </c:pt>
                <c:pt idx="12">
                  <c:v>19.770712529427801</c:v>
                </c:pt>
                <c:pt idx="13">
                  <c:v>19.982710771743498</c:v>
                </c:pt>
                <c:pt idx="14">
                  <c:v>20.0631897513654</c:v>
                </c:pt>
                <c:pt idx="15">
                  <c:v>20.163176764058399</c:v>
                </c:pt>
                <c:pt idx="16">
                  <c:v>20.2467927083839</c:v>
                </c:pt>
                <c:pt idx="17">
                  <c:v>20.312903557692501</c:v>
                </c:pt>
                <c:pt idx="18">
                  <c:v>20.400610230803899</c:v>
                </c:pt>
                <c:pt idx="19">
                  <c:v>20.458260109518498</c:v>
                </c:pt>
                <c:pt idx="20">
                  <c:v>20.5073641535528</c:v>
                </c:pt>
                <c:pt idx="21">
                  <c:v>20.5439498672105</c:v>
                </c:pt>
                <c:pt idx="22">
                  <c:v>20.568086804934801</c:v>
                </c:pt>
                <c:pt idx="23">
                  <c:v>20.603781065286501</c:v>
                </c:pt>
                <c:pt idx="24">
                  <c:v>20.612737562417099</c:v>
                </c:pt>
                <c:pt idx="25">
                  <c:v>20.634611162168898</c:v>
                </c:pt>
                <c:pt idx="26">
                  <c:v>20.662285239863898</c:v>
                </c:pt>
                <c:pt idx="27">
                  <c:v>20.673232917586098</c:v>
                </c:pt>
                <c:pt idx="28">
                  <c:v>20.6950433941558</c:v>
                </c:pt>
                <c:pt idx="29">
                  <c:v>20.698807128182601</c:v>
                </c:pt>
                <c:pt idx="30">
                  <c:v>20.710158216373699</c:v>
                </c:pt>
                <c:pt idx="31">
                  <c:v>20.740307464431599</c:v>
                </c:pt>
                <c:pt idx="32">
                  <c:v>20.754378141650701</c:v>
                </c:pt>
                <c:pt idx="33">
                  <c:v>20.768420396768601</c:v>
                </c:pt>
                <c:pt idx="34">
                  <c:v>20.7753388187556</c:v>
                </c:pt>
                <c:pt idx="35">
                  <c:v>20.776852876410299</c:v>
                </c:pt>
                <c:pt idx="36">
                  <c:v>20.795007862706001</c:v>
                </c:pt>
                <c:pt idx="37">
                  <c:v>20.804427679201599</c:v>
                </c:pt>
                <c:pt idx="38">
                  <c:v>20.804483571360301</c:v>
                </c:pt>
                <c:pt idx="39">
                  <c:v>20.835278641587099</c:v>
                </c:pt>
                <c:pt idx="40">
                  <c:v>20.8424376844197</c:v>
                </c:pt>
                <c:pt idx="41">
                  <c:v>20.850052327251898</c:v>
                </c:pt>
                <c:pt idx="42">
                  <c:v>20.858668538119101</c:v>
                </c:pt>
                <c:pt idx="43">
                  <c:v>20.8720781378453</c:v>
                </c:pt>
                <c:pt idx="44">
                  <c:v>20.885732621357299</c:v>
                </c:pt>
                <c:pt idx="45">
                  <c:v>20.896480714224499</c:v>
                </c:pt>
                <c:pt idx="46">
                  <c:v>20.8958132145905</c:v>
                </c:pt>
                <c:pt idx="47">
                  <c:v>20.905711646710898</c:v>
                </c:pt>
                <c:pt idx="48">
                  <c:v>20.890043748021899</c:v>
                </c:pt>
                <c:pt idx="49">
                  <c:v>20.889803821728702</c:v>
                </c:pt>
                <c:pt idx="50">
                  <c:v>20.888237498684401</c:v>
                </c:pt>
                <c:pt idx="51">
                  <c:v>20.890766396353001</c:v>
                </c:pt>
              </c:numCache>
            </c:numRef>
          </c:val>
          <c:smooth val="0"/>
        </c:ser>
        <c:ser>
          <c:idx val="1"/>
          <c:order val="1"/>
          <c:tx>
            <c:strRef>
              <c:f>Sheet1!$C$1</c:f>
              <c:strCache>
                <c:ptCount val="1"/>
                <c:pt idx="0">
                  <c:v>FNCQ</c:v>
                </c:pt>
              </c:strCache>
            </c:strRef>
          </c:tx>
          <c:spPr>
            <a:ln>
              <a:solidFill>
                <a:srgbClr val="C00000"/>
              </a:solidFill>
            </a:ln>
          </c:spPr>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Sheet1!$C$2:$C$53</c:f>
              <c:numCache>
                <c:formatCode>General</c:formatCode>
                <c:ptCount val="52"/>
                <c:pt idx="0">
                  <c:v>150.43054799999999</c:v>
                </c:pt>
                <c:pt idx="1">
                  <c:v>150.41716299999999</c:v>
                </c:pt>
                <c:pt idx="2">
                  <c:v>150.41245660000001</c:v>
                </c:pt>
                <c:pt idx="3">
                  <c:v>150.41911139999999</c:v>
                </c:pt>
                <c:pt idx="4">
                  <c:v>150.42361339999999</c:v>
                </c:pt>
                <c:pt idx="5">
                  <c:v>150.4237163</c:v>
                </c:pt>
                <c:pt idx="6">
                  <c:v>150.43005020000001</c:v>
                </c:pt>
                <c:pt idx="7">
                  <c:v>136.27440329999999</c:v>
                </c:pt>
                <c:pt idx="8">
                  <c:v>127.4194797</c:v>
                </c:pt>
                <c:pt idx="9">
                  <c:v>120.23071969999999</c:v>
                </c:pt>
                <c:pt idx="10">
                  <c:v>114.07645650000001</c:v>
                </c:pt>
                <c:pt idx="11">
                  <c:v>110.0257172</c:v>
                </c:pt>
                <c:pt idx="12">
                  <c:v>106.3878234</c:v>
                </c:pt>
                <c:pt idx="13">
                  <c:v>103.435509</c:v>
                </c:pt>
                <c:pt idx="14">
                  <c:v>101.0411656</c:v>
                </c:pt>
                <c:pt idx="15">
                  <c:v>99.572396710000007</c:v>
                </c:pt>
                <c:pt idx="16">
                  <c:v>98.512719660000002</c:v>
                </c:pt>
                <c:pt idx="17">
                  <c:v>97.628315580000006</c:v>
                </c:pt>
                <c:pt idx="18">
                  <c:v>96.29123946</c:v>
                </c:pt>
                <c:pt idx="19">
                  <c:v>95.726011270000001</c:v>
                </c:pt>
                <c:pt idx="20">
                  <c:v>95.253547929999996</c:v>
                </c:pt>
                <c:pt idx="21">
                  <c:v>94.886865479999997</c:v>
                </c:pt>
                <c:pt idx="22">
                  <c:v>94.611885720000004</c:v>
                </c:pt>
                <c:pt idx="23">
                  <c:v>94.401690389999999</c:v>
                </c:pt>
                <c:pt idx="24">
                  <c:v>94.157547730000005</c:v>
                </c:pt>
                <c:pt idx="25">
                  <c:v>93.937498309999995</c:v>
                </c:pt>
                <c:pt idx="26">
                  <c:v>93.724891240000005</c:v>
                </c:pt>
                <c:pt idx="27">
                  <c:v>93.545082539999996</c:v>
                </c:pt>
                <c:pt idx="28">
                  <c:v>93.364872030000001</c:v>
                </c:pt>
                <c:pt idx="29">
                  <c:v>93.205743870000006</c:v>
                </c:pt>
                <c:pt idx="30">
                  <c:v>93.0737369</c:v>
                </c:pt>
                <c:pt idx="31">
                  <c:v>92.945278729999998</c:v>
                </c:pt>
                <c:pt idx="32">
                  <c:v>92.823171380000005</c:v>
                </c:pt>
                <c:pt idx="33">
                  <c:v>92.6766413</c:v>
                </c:pt>
                <c:pt idx="34">
                  <c:v>92.535874870000001</c:v>
                </c:pt>
                <c:pt idx="35">
                  <c:v>92.375491800000006</c:v>
                </c:pt>
                <c:pt idx="36">
                  <c:v>92.233343120000001</c:v>
                </c:pt>
                <c:pt idx="37">
                  <c:v>92.084538559999999</c:v>
                </c:pt>
                <c:pt idx="38">
                  <c:v>91.957370760000003</c:v>
                </c:pt>
                <c:pt idx="39">
                  <c:v>91.82073106</c:v>
                </c:pt>
                <c:pt idx="40">
                  <c:v>91.544324029999999</c:v>
                </c:pt>
                <c:pt idx="41">
                  <c:v>91.424387139999993</c:v>
                </c:pt>
                <c:pt idx="42">
                  <c:v>91.313008839999995</c:v>
                </c:pt>
                <c:pt idx="43">
                  <c:v>91.189599990000005</c:v>
                </c:pt>
                <c:pt idx="44">
                  <c:v>91.080040100000005</c:v>
                </c:pt>
                <c:pt idx="45">
                  <c:v>90.955069420000001</c:v>
                </c:pt>
                <c:pt idx="46">
                  <c:v>90.819305170000007</c:v>
                </c:pt>
                <c:pt idx="47">
                  <c:v>90.682055480000002</c:v>
                </c:pt>
                <c:pt idx="48">
                  <c:v>90.497887210000002</c:v>
                </c:pt>
                <c:pt idx="49">
                  <c:v>90.331056709999999</c:v>
                </c:pt>
                <c:pt idx="50">
                  <c:v>90.165118359999994</c:v>
                </c:pt>
                <c:pt idx="51">
                  <c:v>89.950676729999998</c:v>
                </c:pt>
              </c:numCache>
            </c:numRef>
          </c:val>
          <c:smooth val="0"/>
        </c:ser>
        <c:dLbls>
          <c:showLegendKey val="0"/>
          <c:showVal val="0"/>
          <c:showCatName val="0"/>
          <c:showSerName val="0"/>
          <c:showPercent val="0"/>
          <c:showBubbleSize val="0"/>
        </c:dLbls>
        <c:marker val="1"/>
        <c:smooth val="0"/>
        <c:axId val="223548928"/>
        <c:axId val="223550464"/>
      </c:lineChart>
      <c:dateAx>
        <c:axId val="223548928"/>
        <c:scaling>
          <c:orientation val="minMax"/>
        </c:scaling>
        <c:delete val="0"/>
        <c:axPos val="b"/>
        <c:numFmt formatCode="m/d/yyyy" sourceLinked="1"/>
        <c:majorTickMark val="out"/>
        <c:minorTickMark val="none"/>
        <c:tickLblPos val="nextTo"/>
        <c:crossAx val="223550464"/>
        <c:crosses val="autoZero"/>
        <c:auto val="1"/>
        <c:lblOffset val="100"/>
        <c:baseTimeUnit val="months"/>
      </c:dateAx>
      <c:valAx>
        <c:axId val="223550464"/>
        <c:scaling>
          <c:orientation val="minMax"/>
        </c:scaling>
        <c:delete val="0"/>
        <c:axPos val="l"/>
        <c:numFmt formatCode="General" sourceLinked="1"/>
        <c:majorTickMark val="out"/>
        <c:minorTickMark val="none"/>
        <c:tickLblPos val="nextTo"/>
        <c:crossAx val="223548928"/>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FGU9</c:v>
                </c:pt>
              </c:strCache>
            </c:strRef>
          </c:tx>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Sheet1!$B$2:$B$53</c:f>
              <c:numCache>
                <c:formatCode>General</c:formatCode>
                <c:ptCount val="52"/>
                <c:pt idx="0">
                  <c:v>16.211245947588999</c:v>
                </c:pt>
                <c:pt idx="1">
                  <c:v>16.6212070634529</c:v>
                </c:pt>
                <c:pt idx="2">
                  <c:v>17.292571385287701</c:v>
                </c:pt>
                <c:pt idx="3">
                  <c:v>17.709482314897201</c:v>
                </c:pt>
                <c:pt idx="4">
                  <c:v>17.7839989007506</c:v>
                </c:pt>
                <c:pt idx="5">
                  <c:v>18.1072520657106</c:v>
                </c:pt>
                <c:pt idx="6">
                  <c:v>18.300898344530399</c:v>
                </c:pt>
                <c:pt idx="7">
                  <c:v>18.475812539351502</c:v>
                </c:pt>
                <c:pt idx="8">
                  <c:v>18.639984555751699</c:v>
                </c:pt>
                <c:pt idx="9">
                  <c:v>19.008750065294301</c:v>
                </c:pt>
                <c:pt idx="10">
                  <c:v>19.295506005037701</c:v>
                </c:pt>
                <c:pt idx="11">
                  <c:v>19.5331189514194</c:v>
                </c:pt>
                <c:pt idx="12">
                  <c:v>19.770712529427801</c:v>
                </c:pt>
                <c:pt idx="13">
                  <c:v>19.982710771743498</c:v>
                </c:pt>
                <c:pt idx="14">
                  <c:v>20.0631897513654</c:v>
                </c:pt>
                <c:pt idx="15">
                  <c:v>20.163176764058399</c:v>
                </c:pt>
                <c:pt idx="16">
                  <c:v>20.2467927083839</c:v>
                </c:pt>
                <c:pt idx="17">
                  <c:v>20.312903557692501</c:v>
                </c:pt>
                <c:pt idx="18">
                  <c:v>20.400610230803899</c:v>
                </c:pt>
                <c:pt idx="19">
                  <c:v>20.458260109518498</c:v>
                </c:pt>
                <c:pt idx="20">
                  <c:v>20.5073641535528</c:v>
                </c:pt>
                <c:pt idx="21">
                  <c:v>20.5439498672105</c:v>
                </c:pt>
                <c:pt idx="22">
                  <c:v>20.568086804934801</c:v>
                </c:pt>
                <c:pt idx="23">
                  <c:v>20.603781065286501</c:v>
                </c:pt>
                <c:pt idx="24">
                  <c:v>20.612737562417099</c:v>
                </c:pt>
                <c:pt idx="25">
                  <c:v>20.634611162168898</c:v>
                </c:pt>
                <c:pt idx="26">
                  <c:v>20.662285239863898</c:v>
                </c:pt>
                <c:pt idx="27">
                  <c:v>20.673232917586098</c:v>
                </c:pt>
                <c:pt idx="28">
                  <c:v>20.6950433941558</c:v>
                </c:pt>
                <c:pt idx="29">
                  <c:v>20.698807128182601</c:v>
                </c:pt>
                <c:pt idx="30">
                  <c:v>20.710158216373699</c:v>
                </c:pt>
                <c:pt idx="31">
                  <c:v>20.740307464431599</c:v>
                </c:pt>
                <c:pt idx="32">
                  <c:v>20.754378141650701</c:v>
                </c:pt>
                <c:pt idx="33">
                  <c:v>20.768420396768601</c:v>
                </c:pt>
                <c:pt idx="34">
                  <c:v>20.7753388187556</c:v>
                </c:pt>
                <c:pt idx="35">
                  <c:v>20.776852876410299</c:v>
                </c:pt>
                <c:pt idx="36">
                  <c:v>20.795007862706001</c:v>
                </c:pt>
                <c:pt idx="37">
                  <c:v>20.804427679201599</c:v>
                </c:pt>
                <c:pt idx="38">
                  <c:v>20.804483571360301</c:v>
                </c:pt>
                <c:pt idx="39">
                  <c:v>20.835278641587099</c:v>
                </c:pt>
                <c:pt idx="40">
                  <c:v>20.8424376844197</c:v>
                </c:pt>
                <c:pt idx="41">
                  <c:v>20.850052327251898</c:v>
                </c:pt>
                <c:pt idx="42">
                  <c:v>20.858668538119101</c:v>
                </c:pt>
                <c:pt idx="43">
                  <c:v>20.8720781378453</c:v>
                </c:pt>
                <c:pt idx="44">
                  <c:v>20.885732621357299</c:v>
                </c:pt>
                <c:pt idx="45">
                  <c:v>20.896480714224499</c:v>
                </c:pt>
                <c:pt idx="46">
                  <c:v>20.8958132145905</c:v>
                </c:pt>
                <c:pt idx="47">
                  <c:v>20.905711646710898</c:v>
                </c:pt>
                <c:pt idx="48">
                  <c:v>20.890043748021899</c:v>
                </c:pt>
                <c:pt idx="49">
                  <c:v>20.889803821728702</c:v>
                </c:pt>
                <c:pt idx="50">
                  <c:v>20.888237498684401</c:v>
                </c:pt>
                <c:pt idx="51">
                  <c:v>20.890766396353001</c:v>
                </c:pt>
              </c:numCache>
            </c:numRef>
          </c:val>
          <c:smooth val="0"/>
        </c:ser>
        <c:ser>
          <c:idx val="1"/>
          <c:order val="1"/>
          <c:tx>
            <c:strRef>
              <c:f>Sheet1!$C$1</c:f>
              <c:strCache>
                <c:ptCount val="1"/>
                <c:pt idx="0">
                  <c:v>FNCQ</c:v>
                </c:pt>
              </c:strCache>
            </c:strRef>
          </c:tx>
          <c:spPr>
            <a:ln>
              <a:solidFill>
                <a:srgbClr val="C00000"/>
              </a:solidFill>
            </a:ln>
          </c:spPr>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Sheet1!$C$2:$C$53</c:f>
              <c:numCache>
                <c:formatCode>General</c:formatCode>
                <c:ptCount val="52"/>
                <c:pt idx="0">
                  <c:v>39.236384303419698</c:v>
                </c:pt>
                <c:pt idx="1">
                  <c:v>40.301406014029403</c:v>
                </c:pt>
                <c:pt idx="2">
                  <c:v>40.9884306533841</c:v>
                </c:pt>
                <c:pt idx="3">
                  <c:v>40.973630470619497</c:v>
                </c:pt>
                <c:pt idx="4">
                  <c:v>41.0244569047588</c:v>
                </c:pt>
                <c:pt idx="5">
                  <c:v>41.058973571750798</c:v>
                </c:pt>
                <c:pt idx="6">
                  <c:v>41.149597278577097</c:v>
                </c:pt>
                <c:pt idx="7">
                  <c:v>39.559567122361898</c:v>
                </c:pt>
                <c:pt idx="8">
                  <c:v>38.588031210272298</c:v>
                </c:pt>
                <c:pt idx="9">
                  <c:v>37.904630389561703</c:v>
                </c:pt>
                <c:pt idx="10">
                  <c:v>37.237725913115597</c:v>
                </c:pt>
                <c:pt idx="11">
                  <c:v>36.800161436504197</c:v>
                </c:pt>
                <c:pt idx="12">
                  <c:v>36.464370210476801</c:v>
                </c:pt>
                <c:pt idx="13">
                  <c:v>36.1353813702518</c:v>
                </c:pt>
                <c:pt idx="14">
                  <c:v>35.920105706913397</c:v>
                </c:pt>
                <c:pt idx="15">
                  <c:v>35.8046936942524</c:v>
                </c:pt>
                <c:pt idx="16">
                  <c:v>35.759716869375303</c:v>
                </c:pt>
                <c:pt idx="17">
                  <c:v>35.702867886427498</c:v>
                </c:pt>
                <c:pt idx="18">
                  <c:v>35.67202562077</c:v>
                </c:pt>
                <c:pt idx="19">
                  <c:v>35.6509171239884</c:v>
                </c:pt>
                <c:pt idx="20">
                  <c:v>35.627944170270801</c:v>
                </c:pt>
                <c:pt idx="21">
                  <c:v>35.615271365304899</c:v>
                </c:pt>
                <c:pt idx="22">
                  <c:v>35.612531166288598</c:v>
                </c:pt>
                <c:pt idx="23">
                  <c:v>35.607552149151097</c:v>
                </c:pt>
                <c:pt idx="24">
                  <c:v>35.596093867458698</c:v>
                </c:pt>
                <c:pt idx="25">
                  <c:v>35.589123653845199</c:v>
                </c:pt>
                <c:pt idx="26">
                  <c:v>35.5827085144496</c:v>
                </c:pt>
                <c:pt idx="27">
                  <c:v>35.585213039537997</c:v>
                </c:pt>
                <c:pt idx="28">
                  <c:v>35.585198517862104</c:v>
                </c:pt>
                <c:pt idx="29">
                  <c:v>35.592489701457801</c:v>
                </c:pt>
                <c:pt idx="30">
                  <c:v>35.586401592328997</c:v>
                </c:pt>
                <c:pt idx="31">
                  <c:v>35.584194378765403</c:v>
                </c:pt>
                <c:pt idx="32">
                  <c:v>35.587329087071197</c:v>
                </c:pt>
                <c:pt idx="33">
                  <c:v>35.577953588881698</c:v>
                </c:pt>
                <c:pt idx="34">
                  <c:v>35.574787168497302</c:v>
                </c:pt>
                <c:pt idx="35">
                  <c:v>35.570422225237301</c:v>
                </c:pt>
                <c:pt idx="36">
                  <c:v>35.565868691227401</c:v>
                </c:pt>
                <c:pt idx="37">
                  <c:v>35.567396171425003</c:v>
                </c:pt>
                <c:pt idx="38">
                  <c:v>35.560944360958601</c:v>
                </c:pt>
                <c:pt idx="39">
                  <c:v>35.5547323061108</c:v>
                </c:pt>
                <c:pt idx="40">
                  <c:v>35.543256495071297</c:v>
                </c:pt>
                <c:pt idx="41">
                  <c:v>35.534248712358398</c:v>
                </c:pt>
                <c:pt idx="42">
                  <c:v>35.535072892018903</c:v>
                </c:pt>
                <c:pt idx="43">
                  <c:v>35.523833012758601</c:v>
                </c:pt>
                <c:pt idx="44">
                  <c:v>35.5186569539187</c:v>
                </c:pt>
                <c:pt idx="45">
                  <c:v>35.512112870561097</c:v>
                </c:pt>
                <c:pt idx="46">
                  <c:v>35.511469574961403</c:v>
                </c:pt>
                <c:pt idx="47">
                  <c:v>35.505933891596399</c:v>
                </c:pt>
                <c:pt idx="48">
                  <c:v>35.480090155825899</c:v>
                </c:pt>
                <c:pt idx="49">
                  <c:v>35.4647265556832</c:v>
                </c:pt>
                <c:pt idx="50">
                  <c:v>35.447164276786602</c:v>
                </c:pt>
                <c:pt idx="51">
                  <c:v>35.423691785490398</c:v>
                </c:pt>
              </c:numCache>
            </c:numRef>
          </c:val>
          <c:smooth val="0"/>
        </c:ser>
        <c:dLbls>
          <c:showLegendKey val="0"/>
          <c:showVal val="0"/>
          <c:showCatName val="0"/>
          <c:showSerName val="0"/>
          <c:showPercent val="0"/>
          <c:showBubbleSize val="0"/>
        </c:dLbls>
        <c:marker val="1"/>
        <c:smooth val="0"/>
        <c:axId val="218080768"/>
        <c:axId val="220087424"/>
      </c:lineChart>
      <c:dateAx>
        <c:axId val="218080768"/>
        <c:scaling>
          <c:orientation val="minMax"/>
        </c:scaling>
        <c:delete val="0"/>
        <c:axPos val="b"/>
        <c:numFmt formatCode="m/d/yyyy" sourceLinked="1"/>
        <c:majorTickMark val="out"/>
        <c:minorTickMark val="none"/>
        <c:tickLblPos val="nextTo"/>
        <c:crossAx val="220087424"/>
        <c:crosses val="autoZero"/>
        <c:auto val="1"/>
        <c:lblOffset val="100"/>
        <c:baseTimeUnit val="months"/>
      </c:dateAx>
      <c:valAx>
        <c:axId val="220087424"/>
        <c:scaling>
          <c:orientation val="minMax"/>
          <c:max val="160"/>
          <c:min val="0"/>
        </c:scaling>
        <c:delete val="0"/>
        <c:axPos val="l"/>
        <c:numFmt formatCode="General" sourceLinked="1"/>
        <c:majorTickMark val="out"/>
        <c:minorTickMark val="none"/>
        <c:tickLblPos val="nextTo"/>
        <c:crossAx val="218080768"/>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FGU9</c:v>
                </c:pt>
              </c:strCache>
            </c:strRef>
          </c:tx>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Sheet1!$B$2:$B$53</c:f>
              <c:numCache>
                <c:formatCode>General</c:formatCode>
                <c:ptCount val="52"/>
                <c:pt idx="0">
                  <c:v>-141.68489917129801</c:v>
                </c:pt>
                <c:pt idx="1">
                  <c:v>-133.46743485580899</c:v>
                </c:pt>
                <c:pt idx="2">
                  <c:v>-139.39332967479299</c:v>
                </c:pt>
                <c:pt idx="3">
                  <c:v>-131.524502020471</c:v>
                </c:pt>
                <c:pt idx="4">
                  <c:v>-124.452388683205</c:v>
                </c:pt>
                <c:pt idx="5">
                  <c:v>-124.753272847278</c:v>
                </c:pt>
                <c:pt idx="6">
                  <c:v>-126.139354644123</c:v>
                </c:pt>
                <c:pt idx="7">
                  <c:v>-135.413991092446</c:v>
                </c:pt>
                <c:pt idx="8">
                  <c:v>-152.009201094057</c:v>
                </c:pt>
                <c:pt idx="9">
                  <c:v>-156.80103929750999</c:v>
                </c:pt>
                <c:pt idx="10">
                  <c:v>-147.331681098367</c:v>
                </c:pt>
                <c:pt idx="11">
                  <c:v>-155.82800131994699</c:v>
                </c:pt>
                <c:pt idx="12">
                  <c:v>-210.56112009472</c:v>
                </c:pt>
                <c:pt idx="13">
                  <c:v>-272.99472670990599</c:v>
                </c:pt>
                <c:pt idx="14">
                  <c:v>-282.31643325090602</c:v>
                </c:pt>
                <c:pt idx="15">
                  <c:v>-283.46816413266703</c:v>
                </c:pt>
                <c:pt idx="16">
                  <c:v>-252.71479215155699</c:v>
                </c:pt>
                <c:pt idx="17">
                  <c:v>-258.37451780959401</c:v>
                </c:pt>
                <c:pt idx="18">
                  <c:v>-276.01383797868101</c:v>
                </c:pt>
                <c:pt idx="19">
                  <c:v>-274.42976979347702</c:v>
                </c:pt>
                <c:pt idx="20">
                  <c:v>-260.15059804704299</c:v>
                </c:pt>
                <c:pt idx="21">
                  <c:v>-261.14883357615901</c:v>
                </c:pt>
                <c:pt idx="22">
                  <c:v>-261.74266650947999</c:v>
                </c:pt>
                <c:pt idx="23">
                  <c:v>-242.31469257958199</c:v>
                </c:pt>
                <c:pt idx="24">
                  <c:v>-239.38684422264001</c:v>
                </c:pt>
                <c:pt idx="25">
                  <c:v>-236.12656552359999</c:v>
                </c:pt>
                <c:pt idx="26">
                  <c:v>-232.706496965665</c:v>
                </c:pt>
                <c:pt idx="27">
                  <c:v>-235.00935777734099</c:v>
                </c:pt>
                <c:pt idx="28">
                  <c:v>-221.28506379041301</c:v>
                </c:pt>
                <c:pt idx="29">
                  <c:v>-217.23705143725499</c:v>
                </c:pt>
                <c:pt idx="30">
                  <c:v>-203.296134061749</c:v>
                </c:pt>
                <c:pt idx="31">
                  <c:v>-183.867109447106</c:v>
                </c:pt>
                <c:pt idx="32">
                  <c:v>-186.19734286052599</c:v>
                </c:pt>
                <c:pt idx="33">
                  <c:v>-188.51406031441999</c:v>
                </c:pt>
                <c:pt idx="34">
                  <c:v>-175.85844560231999</c:v>
                </c:pt>
                <c:pt idx="35">
                  <c:v>-188.824356545873</c:v>
                </c:pt>
                <c:pt idx="36">
                  <c:v>-200.94590063490401</c:v>
                </c:pt>
                <c:pt idx="37">
                  <c:v>-203.274593040523</c:v>
                </c:pt>
                <c:pt idx="38">
                  <c:v>-176.62021627691101</c:v>
                </c:pt>
                <c:pt idx="39">
                  <c:v>-173.055694074972</c:v>
                </c:pt>
                <c:pt idx="40">
                  <c:v>-160.84446888904699</c:v>
                </c:pt>
                <c:pt idx="41">
                  <c:v>-175.810387754674</c:v>
                </c:pt>
                <c:pt idx="42">
                  <c:v>-174.616089580454</c:v>
                </c:pt>
                <c:pt idx="43">
                  <c:v>-162.65420632655901</c:v>
                </c:pt>
                <c:pt idx="44">
                  <c:v>-137.317283212587</c:v>
                </c:pt>
                <c:pt idx="45">
                  <c:v>-158.22526119573999</c:v>
                </c:pt>
                <c:pt idx="46">
                  <c:v>-149.84369100038501</c:v>
                </c:pt>
                <c:pt idx="47">
                  <c:v>-143.25828276925699</c:v>
                </c:pt>
                <c:pt idx="48">
                  <c:v>-138.69445843352901</c:v>
                </c:pt>
                <c:pt idx="49">
                  <c:v>-124.790860706247</c:v>
                </c:pt>
                <c:pt idx="50">
                  <c:v>-124.77493859745201</c:v>
                </c:pt>
                <c:pt idx="51">
                  <c:v>-127.193060730718</c:v>
                </c:pt>
              </c:numCache>
            </c:numRef>
          </c:val>
          <c:smooth val="0"/>
        </c:ser>
        <c:ser>
          <c:idx val="1"/>
          <c:order val="1"/>
          <c:tx>
            <c:strRef>
              <c:f>Sheet1!$C$1</c:f>
              <c:strCache>
                <c:ptCount val="1"/>
                <c:pt idx="0">
                  <c:v>FNCR</c:v>
                </c:pt>
              </c:strCache>
            </c:strRef>
          </c:tx>
          <c:spPr>
            <a:ln>
              <a:solidFill>
                <a:srgbClr val="C00000"/>
              </a:solidFill>
            </a:ln>
          </c:spPr>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Sheet1!$C$2:$C$53</c:f>
              <c:numCache>
                <c:formatCode>General</c:formatCode>
                <c:ptCount val="52"/>
                <c:pt idx="0">
                  <c:v>102.18520745071601</c:v>
                </c:pt>
                <c:pt idx="1">
                  <c:v>109.75619186573699</c:v>
                </c:pt>
                <c:pt idx="2">
                  <c:v>102.81420604323399</c:v>
                </c:pt>
                <c:pt idx="3">
                  <c:v>110.262325318851</c:v>
                </c:pt>
                <c:pt idx="4">
                  <c:v>118.29595553129199</c:v>
                </c:pt>
                <c:pt idx="5">
                  <c:v>117.950900043258</c:v>
                </c:pt>
                <c:pt idx="6">
                  <c:v>116.16432248351001</c:v>
                </c:pt>
                <c:pt idx="7">
                  <c:v>80.161897316418703</c:v>
                </c:pt>
                <c:pt idx="8">
                  <c:v>49.967145364602601</c:v>
                </c:pt>
                <c:pt idx="9">
                  <c:v>33.747050562857503</c:v>
                </c:pt>
                <c:pt idx="10">
                  <c:v>23.527893695227299</c:v>
                </c:pt>
                <c:pt idx="11">
                  <c:v>10.678748626472901</c:v>
                </c:pt>
                <c:pt idx="12">
                  <c:v>-30.856657284399802</c:v>
                </c:pt>
                <c:pt idx="13">
                  <c:v>-53.4305364059325</c:v>
                </c:pt>
                <c:pt idx="14">
                  <c:v>-61.010140568097</c:v>
                </c:pt>
                <c:pt idx="15">
                  <c:v>-62.648287022823503</c:v>
                </c:pt>
                <c:pt idx="16">
                  <c:v>-45.487633837764001</c:v>
                </c:pt>
                <c:pt idx="17">
                  <c:v>-49.419829842248298</c:v>
                </c:pt>
                <c:pt idx="18">
                  <c:v>-60.579598474477301</c:v>
                </c:pt>
                <c:pt idx="19">
                  <c:v>-59.767667717389998</c:v>
                </c:pt>
                <c:pt idx="20">
                  <c:v>-46.235751189946299</c:v>
                </c:pt>
                <c:pt idx="21">
                  <c:v>-48.537303890717503</c:v>
                </c:pt>
                <c:pt idx="22">
                  <c:v>-48.292821831268398</c:v>
                </c:pt>
                <c:pt idx="23">
                  <c:v>-30.228446606036499</c:v>
                </c:pt>
                <c:pt idx="24">
                  <c:v>-28.451148926212898</c:v>
                </c:pt>
                <c:pt idx="25">
                  <c:v>-26.436356749671798</c:v>
                </c:pt>
                <c:pt idx="26">
                  <c:v>-24.307789616980301</c:v>
                </c:pt>
                <c:pt idx="27">
                  <c:v>-27.1807041404975</c:v>
                </c:pt>
                <c:pt idx="28">
                  <c:v>-14.048690075435999</c:v>
                </c:pt>
                <c:pt idx="29">
                  <c:v>-10.699386254322199</c:v>
                </c:pt>
                <c:pt idx="30">
                  <c:v>1.61666270073981</c:v>
                </c:pt>
                <c:pt idx="31">
                  <c:v>67.918233499808494</c:v>
                </c:pt>
                <c:pt idx="32">
                  <c:v>63.865349111988699</c:v>
                </c:pt>
                <c:pt idx="33">
                  <c:v>58.409590278901</c:v>
                </c:pt>
                <c:pt idx="34">
                  <c:v>67.612591644728795</c:v>
                </c:pt>
                <c:pt idx="35">
                  <c:v>50.549987638122801</c:v>
                </c:pt>
                <c:pt idx="36">
                  <c:v>35.583148137805303</c:v>
                </c:pt>
                <c:pt idx="37">
                  <c:v>30.357298785614098</c:v>
                </c:pt>
                <c:pt idx="38">
                  <c:v>44.525723729493798</c:v>
                </c:pt>
                <c:pt idx="39">
                  <c:v>46.249421229718401</c:v>
                </c:pt>
                <c:pt idx="40">
                  <c:v>56.490383795383401</c:v>
                </c:pt>
                <c:pt idx="41">
                  <c:v>39.736103753823599</c:v>
                </c:pt>
                <c:pt idx="42">
                  <c:v>38.149729553116202</c:v>
                </c:pt>
                <c:pt idx="43">
                  <c:v>47.213772760229098</c:v>
                </c:pt>
                <c:pt idx="44">
                  <c:v>69.642149378612203</c:v>
                </c:pt>
                <c:pt idx="45">
                  <c:v>73.429968083709497</c:v>
                </c:pt>
                <c:pt idx="46">
                  <c:v>75.663766159691505</c:v>
                </c:pt>
                <c:pt idx="47">
                  <c:v>76.136309264592697</c:v>
                </c:pt>
                <c:pt idx="48">
                  <c:v>79.931174754019807</c:v>
                </c:pt>
                <c:pt idx="49">
                  <c:v>93.110320307715199</c:v>
                </c:pt>
                <c:pt idx="50">
                  <c:v>92.5096736947837</c:v>
                </c:pt>
                <c:pt idx="51">
                  <c:v>89.544626553047706</c:v>
                </c:pt>
              </c:numCache>
            </c:numRef>
          </c:val>
          <c:smooth val="0"/>
        </c:ser>
        <c:dLbls>
          <c:showLegendKey val="0"/>
          <c:showVal val="0"/>
          <c:showCatName val="0"/>
          <c:showSerName val="0"/>
          <c:showPercent val="0"/>
          <c:showBubbleSize val="0"/>
        </c:dLbls>
        <c:marker val="1"/>
        <c:smooth val="0"/>
        <c:axId val="196654208"/>
        <c:axId val="204441472"/>
      </c:lineChart>
      <c:dateAx>
        <c:axId val="196654208"/>
        <c:scaling>
          <c:orientation val="minMax"/>
        </c:scaling>
        <c:delete val="0"/>
        <c:axPos val="b"/>
        <c:numFmt formatCode="m/d/yyyy" sourceLinked="1"/>
        <c:majorTickMark val="out"/>
        <c:minorTickMark val="none"/>
        <c:tickLblPos val="low"/>
        <c:crossAx val="204441472"/>
        <c:crosses val="autoZero"/>
        <c:auto val="1"/>
        <c:lblOffset val="100"/>
        <c:baseTimeUnit val="months"/>
      </c:dateAx>
      <c:valAx>
        <c:axId val="204441472"/>
        <c:scaling>
          <c:orientation val="minMax"/>
        </c:scaling>
        <c:delete val="0"/>
        <c:axPos val="l"/>
        <c:numFmt formatCode="General" sourceLinked="1"/>
        <c:majorTickMark val="out"/>
        <c:minorTickMark val="none"/>
        <c:tickLblPos val="nextTo"/>
        <c:crossAx val="196654208"/>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FGU9</c:v>
                </c:pt>
              </c:strCache>
            </c:strRef>
          </c:tx>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Sheet1!$B$2:$B$53</c:f>
              <c:numCache>
                <c:formatCode>General</c:formatCode>
                <c:ptCount val="52"/>
                <c:pt idx="0">
                  <c:v>-141.68489917129801</c:v>
                </c:pt>
                <c:pt idx="1">
                  <c:v>-133.46743485580899</c:v>
                </c:pt>
                <c:pt idx="2">
                  <c:v>-139.39332967479299</c:v>
                </c:pt>
                <c:pt idx="3">
                  <c:v>-131.524502020471</c:v>
                </c:pt>
                <c:pt idx="4">
                  <c:v>-124.452388683205</c:v>
                </c:pt>
                <c:pt idx="5">
                  <c:v>-124.753272847278</c:v>
                </c:pt>
                <c:pt idx="6">
                  <c:v>-126.139354644123</c:v>
                </c:pt>
                <c:pt idx="7">
                  <c:v>-135.413991092446</c:v>
                </c:pt>
                <c:pt idx="8">
                  <c:v>-152.009201094057</c:v>
                </c:pt>
                <c:pt idx="9">
                  <c:v>-156.80103929750999</c:v>
                </c:pt>
                <c:pt idx="10">
                  <c:v>-147.331681098367</c:v>
                </c:pt>
                <c:pt idx="11">
                  <c:v>-155.82800131994699</c:v>
                </c:pt>
                <c:pt idx="12">
                  <c:v>-210.56112009472</c:v>
                </c:pt>
                <c:pt idx="13">
                  <c:v>-272.99472670990599</c:v>
                </c:pt>
                <c:pt idx="14">
                  <c:v>-282.31643325090602</c:v>
                </c:pt>
                <c:pt idx="15">
                  <c:v>-283.46816413266703</c:v>
                </c:pt>
                <c:pt idx="16">
                  <c:v>-252.71479215155699</c:v>
                </c:pt>
                <c:pt idx="17">
                  <c:v>-258.37451780959401</c:v>
                </c:pt>
                <c:pt idx="18">
                  <c:v>-276.01383797868101</c:v>
                </c:pt>
                <c:pt idx="19">
                  <c:v>-274.42976979347702</c:v>
                </c:pt>
                <c:pt idx="20">
                  <c:v>-260.15059804704299</c:v>
                </c:pt>
                <c:pt idx="21">
                  <c:v>-261.14883357615901</c:v>
                </c:pt>
                <c:pt idx="22">
                  <c:v>-261.74266650947999</c:v>
                </c:pt>
                <c:pt idx="23">
                  <c:v>-242.31469257958199</c:v>
                </c:pt>
                <c:pt idx="24">
                  <c:v>-239.38684422264001</c:v>
                </c:pt>
                <c:pt idx="25">
                  <c:v>-236.12656552359999</c:v>
                </c:pt>
                <c:pt idx="26">
                  <c:v>-232.706496965665</c:v>
                </c:pt>
                <c:pt idx="27">
                  <c:v>-235.00935777734099</c:v>
                </c:pt>
                <c:pt idx="28">
                  <c:v>-221.28506379041301</c:v>
                </c:pt>
                <c:pt idx="29">
                  <c:v>-217.23705143725499</c:v>
                </c:pt>
                <c:pt idx="30">
                  <c:v>-203.296134061749</c:v>
                </c:pt>
                <c:pt idx="31">
                  <c:v>-183.867109447106</c:v>
                </c:pt>
                <c:pt idx="32">
                  <c:v>-186.19734286052599</c:v>
                </c:pt>
                <c:pt idx="33">
                  <c:v>-188.51406031441999</c:v>
                </c:pt>
                <c:pt idx="34">
                  <c:v>-175.85844560231999</c:v>
                </c:pt>
                <c:pt idx="35">
                  <c:v>-188.824356545873</c:v>
                </c:pt>
                <c:pt idx="36">
                  <c:v>-200.94590063490401</c:v>
                </c:pt>
                <c:pt idx="37">
                  <c:v>-203.274593040523</c:v>
                </c:pt>
                <c:pt idx="38">
                  <c:v>-176.62021627691101</c:v>
                </c:pt>
                <c:pt idx="39">
                  <c:v>-173.055694074972</c:v>
                </c:pt>
                <c:pt idx="40">
                  <c:v>-160.84446888904699</c:v>
                </c:pt>
                <c:pt idx="41">
                  <c:v>-175.810387754674</c:v>
                </c:pt>
                <c:pt idx="42">
                  <c:v>-174.616089580454</c:v>
                </c:pt>
                <c:pt idx="43">
                  <c:v>-162.65420632655901</c:v>
                </c:pt>
                <c:pt idx="44">
                  <c:v>-137.317283212587</c:v>
                </c:pt>
                <c:pt idx="45">
                  <c:v>-158.22526119573999</c:v>
                </c:pt>
                <c:pt idx="46">
                  <c:v>-149.84369100038501</c:v>
                </c:pt>
                <c:pt idx="47">
                  <c:v>-143.25828276925699</c:v>
                </c:pt>
                <c:pt idx="48">
                  <c:v>-138.69445843352901</c:v>
                </c:pt>
                <c:pt idx="49">
                  <c:v>-124.790860706247</c:v>
                </c:pt>
                <c:pt idx="50">
                  <c:v>-124.77493859745201</c:v>
                </c:pt>
                <c:pt idx="51">
                  <c:v>-127.193060730718</c:v>
                </c:pt>
              </c:numCache>
            </c:numRef>
          </c:val>
          <c:smooth val="0"/>
        </c:ser>
        <c:ser>
          <c:idx val="1"/>
          <c:order val="1"/>
          <c:tx>
            <c:strRef>
              <c:f>Sheet1!$C$1</c:f>
              <c:strCache>
                <c:ptCount val="1"/>
                <c:pt idx="0">
                  <c:v>FNCR</c:v>
                </c:pt>
              </c:strCache>
            </c:strRef>
          </c:tx>
          <c:spPr>
            <a:ln>
              <a:solidFill>
                <a:srgbClr val="C00000"/>
              </a:solidFill>
            </a:ln>
          </c:spPr>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Sheet1!$C$2:$C$53</c:f>
              <c:numCache>
                <c:formatCode>General</c:formatCode>
                <c:ptCount val="52"/>
                <c:pt idx="0">
                  <c:v>-131.69881418027899</c:v>
                </c:pt>
                <c:pt idx="1">
                  <c:v>-123.476099595365</c:v>
                </c:pt>
                <c:pt idx="2">
                  <c:v>-130.288920405998</c:v>
                </c:pt>
                <c:pt idx="3">
                  <c:v>-123.288256039326</c:v>
                </c:pt>
                <c:pt idx="4">
                  <c:v>-115.561447835644</c:v>
                </c:pt>
                <c:pt idx="5">
                  <c:v>-116.129363025995</c:v>
                </c:pt>
                <c:pt idx="6">
                  <c:v>-118.300789488405</c:v>
                </c:pt>
                <c:pt idx="7">
                  <c:v>-141.83142095221501</c:v>
                </c:pt>
                <c:pt idx="8">
                  <c:v>-164.43472496199499</c:v>
                </c:pt>
                <c:pt idx="9">
                  <c:v>-174.84646252403499</c:v>
                </c:pt>
                <c:pt idx="10">
                  <c:v>-174.36652739189199</c:v>
                </c:pt>
                <c:pt idx="11">
                  <c:v>-184.89740428827</c:v>
                </c:pt>
                <c:pt idx="12">
                  <c:v>-224.512826639926</c:v>
                </c:pt>
                <c:pt idx="13">
                  <c:v>-265.39653423623599</c:v>
                </c:pt>
                <c:pt idx="14">
                  <c:v>-271.27245470753797</c:v>
                </c:pt>
                <c:pt idx="15">
                  <c:v>-271.83080583489101</c:v>
                </c:pt>
                <c:pt idx="16">
                  <c:v>-253.85841467283799</c:v>
                </c:pt>
                <c:pt idx="17">
                  <c:v>-257.13429033213203</c:v>
                </c:pt>
                <c:pt idx="18">
                  <c:v>-266.75395771463701</c:v>
                </c:pt>
                <c:pt idx="19">
                  <c:v>-265.34435397163901</c:v>
                </c:pt>
                <c:pt idx="20">
                  <c:v>-251.291259702513</c:v>
                </c:pt>
                <c:pt idx="21">
                  <c:v>-253.11236158533799</c:v>
                </c:pt>
                <c:pt idx="22">
                  <c:v>-255.61969418186899</c:v>
                </c:pt>
                <c:pt idx="23">
                  <c:v>-237.226464576133</c:v>
                </c:pt>
                <c:pt idx="24">
                  <c:v>-235.08455840091599</c:v>
                </c:pt>
                <c:pt idx="25">
                  <c:v>-232.741697079983</c:v>
                </c:pt>
                <c:pt idx="26">
                  <c:v>-230.24852003407099</c:v>
                </c:pt>
                <c:pt idx="27">
                  <c:v>-232.83275520881401</c:v>
                </c:pt>
                <c:pt idx="28">
                  <c:v>-219.34970162225599</c:v>
                </c:pt>
                <c:pt idx="29">
                  <c:v>-215.66639260621301</c:v>
                </c:pt>
                <c:pt idx="30">
                  <c:v>-202.736927893233</c:v>
                </c:pt>
                <c:pt idx="31">
                  <c:v>-184.67201491839401</c:v>
                </c:pt>
                <c:pt idx="32">
                  <c:v>-188.39362222783299</c:v>
                </c:pt>
                <c:pt idx="33">
                  <c:v>-193.497756277604</c:v>
                </c:pt>
                <c:pt idx="34">
                  <c:v>-183.89666800772699</c:v>
                </c:pt>
                <c:pt idx="35">
                  <c:v>-200.33567499866899</c:v>
                </c:pt>
                <c:pt idx="36">
                  <c:v>-214.95090060068301</c:v>
                </c:pt>
                <c:pt idx="37">
                  <c:v>-219.66025919507501</c:v>
                </c:pt>
                <c:pt idx="38">
                  <c:v>-195.16534810090801</c:v>
                </c:pt>
                <c:pt idx="39">
                  <c:v>-193.084360811518</c:v>
                </c:pt>
                <c:pt idx="40">
                  <c:v>-182.288853988818</c:v>
                </c:pt>
                <c:pt idx="41">
                  <c:v>-198.68515589963101</c:v>
                </c:pt>
                <c:pt idx="42">
                  <c:v>-199.822963233184</c:v>
                </c:pt>
                <c:pt idx="43">
                  <c:v>-190.33102203658001</c:v>
                </c:pt>
                <c:pt idx="44">
                  <c:v>-167.35528996396999</c:v>
                </c:pt>
                <c:pt idx="45">
                  <c:v>-203.30231904882399</c:v>
                </c:pt>
                <c:pt idx="46">
                  <c:v>-198.566908337276</c:v>
                </c:pt>
                <c:pt idx="47">
                  <c:v>-196.398770564362</c:v>
                </c:pt>
                <c:pt idx="48">
                  <c:v>-192.337896343088</c:v>
                </c:pt>
                <c:pt idx="49">
                  <c:v>-177.72062695152701</c:v>
                </c:pt>
                <c:pt idx="50">
                  <c:v>-177.10210616766901</c:v>
                </c:pt>
                <c:pt idx="51">
                  <c:v>-179.86156866022301</c:v>
                </c:pt>
              </c:numCache>
            </c:numRef>
          </c:val>
          <c:smooth val="0"/>
        </c:ser>
        <c:dLbls>
          <c:showLegendKey val="0"/>
          <c:showVal val="0"/>
          <c:showCatName val="0"/>
          <c:showSerName val="0"/>
          <c:showPercent val="0"/>
          <c:showBubbleSize val="0"/>
        </c:dLbls>
        <c:marker val="1"/>
        <c:smooth val="0"/>
        <c:axId val="205958144"/>
        <c:axId val="205972608"/>
      </c:lineChart>
      <c:dateAx>
        <c:axId val="205958144"/>
        <c:scaling>
          <c:orientation val="minMax"/>
        </c:scaling>
        <c:delete val="0"/>
        <c:axPos val="b"/>
        <c:numFmt formatCode="m/d/yyyy" sourceLinked="1"/>
        <c:majorTickMark val="out"/>
        <c:minorTickMark val="none"/>
        <c:tickLblPos val="low"/>
        <c:crossAx val="205972608"/>
        <c:crosses val="autoZero"/>
        <c:auto val="1"/>
        <c:lblOffset val="100"/>
        <c:baseTimeUnit val="months"/>
      </c:dateAx>
      <c:valAx>
        <c:axId val="205972608"/>
        <c:scaling>
          <c:orientation val="minMax"/>
          <c:max val="150"/>
          <c:min val="-350"/>
        </c:scaling>
        <c:delete val="0"/>
        <c:axPos val="l"/>
        <c:numFmt formatCode="General" sourceLinked="1"/>
        <c:majorTickMark val="out"/>
        <c:minorTickMark val="none"/>
        <c:tickLblPos val="nextTo"/>
        <c:crossAx val="205958144"/>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FGU6</c:v>
                </c:pt>
              </c:strCache>
            </c:strRef>
          </c:tx>
          <c:marker>
            <c:symbol val="none"/>
          </c:marker>
          <c:cat>
            <c:numRef>
              <c:f>Sheet1!$A$2:$A$85</c:f>
              <c:numCache>
                <c:formatCode>m/d/yyyy</c:formatCode>
                <c:ptCount val="84"/>
                <c:pt idx="0">
                  <c:v>40118</c:v>
                </c:pt>
                <c:pt idx="1">
                  <c:v>40148</c:v>
                </c:pt>
                <c:pt idx="2">
                  <c:v>40179</c:v>
                </c:pt>
                <c:pt idx="3">
                  <c:v>40210</c:v>
                </c:pt>
                <c:pt idx="4">
                  <c:v>40238</c:v>
                </c:pt>
                <c:pt idx="5">
                  <c:v>40269</c:v>
                </c:pt>
                <c:pt idx="6">
                  <c:v>40299</c:v>
                </c:pt>
                <c:pt idx="7">
                  <c:v>40330</c:v>
                </c:pt>
                <c:pt idx="8">
                  <c:v>40360</c:v>
                </c:pt>
                <c:pt idx="9">
                  <c:v>40391</c:v>
                </c:pt>
                <c:pt idx="10">
                  <c:v>40422</c:v>
                </c:pt>
                <c:pt idx="11">
                  <c:v>40452</c:v>
                </c:pt>
                <c:pt idx="12">
                  <c:v>40483</c:v>
                </c:pt>
                <c:pt idx="13">
                  <c:v>40513</c:v>
                </c:pt>
                <c:pt idx="14">
                  <c:v>40544</c:v>
                </c:pt>
                <c:pt idx="15">
                  <c:v>40575</c:v>
                </c:pt>
                <c:pt idx="16">
                  <c:v>40603</c:v>
                </c:pt>
                <c:pt idx="17">
                  <c:v>40634</c:v>
                </c:pt>
                <c:pt idx="18">
                  <c:v>40664</c:v>
                </c:pt>
                <c:pt idx="19">
                  <c:v>40695</c:v>
                </c:pt>
                <c:pt idx="20">
                  <c:v>40725</c:v>
                </c:pt>
                <c:pt idx="21">
                  <c:v>40756</c:v>
                </c:pt>
                <c:pt idx="22">
                  <c:v>40787</c:v>
                </c:pt>
                <c:pt idx="23">
                  <c:v>40817</c:v>
                </c:pt>
                <c:pt idx="24">
                  <c:v>40848</c:v>
                </c:pt>
                <c:pt idx="25">
                  <c:v>40878</c:v>
                </c:pt>
                <c:pt idx="26">
                  <c:v>40909</c:v>
                </c:pt>
                <c:pt idx="27">
                  <c:v>40940</c:v>
                </c:pt>
                <c:pt idx="28">
                  <c:v>40969</c:v>
                </c:pt>
                <c:pt idx="29">
                  <c:v>41000</c:v>
                </c:pt>
                <c:pt idx="30">
                  <c:v>41030</c:v>
                </c:pt>
                <c:pt idx="31">
                  <c:v>41061</c:v>
                </c:pt>
                <c:pt idx="32">
                  <c:v>41091</c:v>
                </c:pt>
                <c:pt idx="33">
                  <c:v>41122</c:v>
                </c:pt>
                <c:pt idx="34">
                  <c:v>41153</c:v>
                </c:pt>
                <c:pt idx="35">
                  <c:v>41183</c:v>
                </c:pt>
                <c:pt idx="36">
                  <c:v>41214</c:v>
                </c:pt>
                <c:pt idx="37">
                  <c:v>41244</c:v>
                </c:pt>
                <c:pt idx="38">
                  <c:v>41275</c:v>
                </c:pt>
                <c:pt idx="39">
                  <c:v>41306</c:v>
                </c:pt>
                <c:pt idx="40">
                  <c:v>41334</c:v>
                </c:pt>
                <c:pt idx="41">
                  <c:v>41365</c:v>
                </c:pt>
                <c:pt idx="42">
                  <c:v>41395</c:v>
                </c:pt>
                <c:pt idx="43">
                  <c:v>41426</c:v>
                </c:pt>
                <c:pt idx="44">
                  <c:v>41456</c:v>
                </c:pt>
                <c:pt idx="45">
                  <c:v>41487</c:v>
                </c:pt>
                <c:pt idx="46">
                  <c:v>41518</c:v>
                </c:pt>
                <c:pt idx="47">
                  <c:v>41548</c:v>
                </c:pt>
                <c:pt idx="48">
                  <c:v>41579</c:v>
                </c:pt>
                <c:pt idx="49">
                  <c:v>41609</c:v>
                </c:pt>
                <c:pt idx="50">
                  <c:v>41640</c:v>
                </c:pt>
                <c:pt idx="51">
                  <c:v>41671</c:v>
                </c:pt>
                <c:pt idx="52">
                  <c:v>41699</c:v>
                </c:pt>
                <c:pt idx="53">
                  <c:v>41730</c:v>
                </c:pt>
                <c:pt idx="54">
                  <c:v>41760</c:v>
                </c:pt>
                <c:pt idx="55">
                  <c:v>41791</c:v>
                </c:pt>
                <c:pt idx="56">
                  <c:v>41821</c:v>
                </c:pt>
                <c:pt idx="57">
                  <c:v>41852</c:v>
                </c:pt>
                <c:pt idx="58">
                  <c:v>41883</c:v>
                </c:pt>
                <c:pt idx="59">
                  <c:v>41913</c:v>
                </c:pt>
                <c:pt idx="60">
                  <c:v>41944</c:v>
                </c:pt>
                <c:pt idx="61">
                  <c:v>41974</c:v>
                </c:pt>
                <c:pt idx="62">
                  <c:v>42005</c:v>
                </c:pt>
                <c:pt idx="63">
                  <c:v>42036</c:v>
                </c:pt>
                <c:pt idx="64">
                  <c:v>42064</c:v>
                </c:pt>
                <c:pt idx="65">
                  <c:v>42095</c:v>
                </c:pt>
                <c:pt idx="66">
                  <c:v>42125</c:v>
                </c:pt>
                <c:pt idx="67">
                  <c:v>42156</c:v>
                </c:pt>
                <c:pt idx="68">
                  <c:v>42186</c:v>
                </c:pt>
                <c:pt idx="69">
                  <c:v>42217</c:v>
                </c:pt>
                <c:pt idx="70">
                  <c:v>42248</c:v>
                </c:pt>
                <c:pt idx="71">
                  <c:v>42278</c:v>
                </c:pt>
                <c:pt idx="72">
                  <c:v>42309</c:v>
                </c:pt>
                <c:pt idx="73">
                  <c:v>42339</c:v>
                </c:pt>
                <c:pt idx="74">
                  <c:v>42370</c:v>
                </c:pt>
                <c:pt idx="75">
                  <c:v>42401</c:v>
                </c:pt>
                <c:pt idx="76">
                  <c:v>42430</c:v>
                </c:pt>
                <c:pt idx="77">
                  <c:v>42461</c:v>
                </c:pt>
                <c:pt idx="78">
                  <c:v>42491</c:v>
                </c:pt>
                <c:pt idx="79">
                  <c:v>42522</c:v>
                </c:pt>
                <c:pt idx="80">
                  <c:v>42552</c:v>
                </c:pt>
                <c:pt idx="81">
                  <c:v>42583</c:v>
                </c:pt>
                <c:pt idx="82">
                  <c:v>42614</c:v>
                </c:pt>
                <c:pt idx="83">
                  <c:v>42644</c:v>
                </c:pt>
              </c:numCache>
            </c:numRef>
          </c:cat>
          <c:val>
            <c:numRef>
              <c:f>Sheet1!$B$2:$B$85</c:f>
              <c:numCache>
                <c:formatCode>General</c:formatCode>
                <c:ptCount val="84"/>
                <c:pt idx="1">
                  <c:v>0</c:v>
                </c:pt>
                <c:pt idx="2">
                  <c:v>4.9170626787384197</c:v>
                </c:pt>
                <c:pt idx="3">
                  <c:v>9.8069640597297703</c:v>
                </c:pt>
                <c:pt idx="4">
                  <c:v>11.9612827970894</c:v>
                </c:pt>
                <c:pt idx="5">
                  <c:v>13.703566581464401</c:v>
                </c:pt>
                <c:pt idx="6">
                  <c:v>13.9398630809885</c:v>
                </c:pt>
                <c:pt idx="7">
                  <c:v>14.0631964173631</c:v>
                </c:pt>
                <c:pt idx="8">
                  <c:v>14.8240779652439</c:v>
                </c:pt>
                <c:pt idx="9">
                  <c:v>15.6939965239687</c:v>
                </c:pt>
                <c:pt idx="10">
                  <c:v>14.5539394261315</c:v>
                </c:pt>
                <c:pt idx="11">
                  <c:v>13.262777253858401</c:v>
                </c:pt>
                <c:pt idx="12">
                  <c:v>12.7444347987265</c:v>
                </c:pt>
                <c:pt idx="13">
                  <c:v>28.766009774220699</c:v>
                </c:pt>
                <c:pt idx="14">
                  <c:v>25.5325537515645</c:v>
                </c:pt>
                <c:pt idx="15">
                  <c:v>22.865090826513001</c:v>
                </c:pt>
                <c:pt idx="16">
                  <c:v>19.619897262471898</c:v>
                </c:pt>
                <c:pt idx="17">
                  <c:v>17.040314844784</c:v>
                </c:pt>
                <c:pt idx="18">
                  <c:v>15.6050907673668</c:v>
                </c:pt>
                <c:pt idx="19">
                  <c:v>14.7769811479094</c:v>
                </c:pt>
                <c:pt idx="20">
                  <c:v>14.1064302832522</c:v>
                </c:pt>
                <c:pt idx="21">
                  <c:v>13.7652026291443</c:v>
                </c:pt>
                <c:pt idx="22">
                  <c:v>13.3696481969102</c:v>
                </c:pt>
                <c:pt idx="23">
                  <c:v>13.3601939218502</c:v>
                </c:pt>
                <c:pt idx="24">
                  <c:v>13.3614274513297</c:v>
                </c:pt>
                <c:pt idx="25">
                  <c:v>13.52222322712</c:v>
                </c:pt>
                <c:pt idx="26">
                  <c:v>14.014417443357599</c:v>
                </c:pt>
                <c:pt idx="27">
                  <c:v>14.616688738229101</c:v>
                </c:pt>
                <c:pt idx="28">
                  <c:v>14.27617773925</c:v>
                </c:pt>
                <c:pt idx="29">
                  <c:v>13.1432510859491</c:v>
                </c:pt>
                <c:pt idx="30">
                  <c:v>12.3094164620495</c:v>
                </c:pt>
                <c:pt idx="31">
                  <c:v>12.0094890209967</c:v>
                </c:pt>
                <c:pt idx="32">
                  <c:v>13.870116940774</c:v>
                </c:pt>
                <c:pt idx="33">
                  <c:v>14.047496939410699</c:v>
                </c:pt>
                <c:pt idx="34">
                  <c:v>14.2073139090921</c:v>
                </c:pt>
                <c:pt idx="35">
                  <c:v>14.553131213696799</c:v>
                </c:pt>
                <c:pt idx="36">
                  <c:v>15.3510295012335</c:v>
                </c:pt>
                <c:pt idx="37">
                  <c:v>16.1014641108886</c:v>
                </c:pt>
                <c:pt idx="38">
                  <c:v>17.082345462050299</c:v>
                </c:pt>
                <c:pt idx="39">
                  <c:v>18.053924266756599</c:v>
                </c:pt>
                <c:pt idx="40">
                  <c:v>18.711541859573799</c:v>
                </c:pt>
                <c:pt idx="41">
                  <c:v>22.694087251344499</c:v>
                </c:pt>
                <c:pt idx="42">
                  <c:v>24.062314792280201</c:v>
                </c:pt>
                <c:pt idx="43">
                  <c:v>25.745123971811601</c:v>
                </c:pt>
                <c:pt idx="44">
                  <c:v>25.846635559731901</c:v>
                </c:pt>
                <c:pt idx="45">
                  <c:v>25.6207576308441</c:v>
                </c:pt>
                <c:pt idx="46">
                  <c:v>25.460693289497101</c:v>
                </c:pt>
                <c:pt idx="47">
                  <c:v>25.388491260989099</c:v>
                </c:pt>
                <c:pt idx="48">
                  <c:v>26.104351991233099</c:v>
                </c:pt>
                <c:pt idx="49">
                  <c:v>28.0016202904221</c:v>
                </c:pt>
                <c:pt idx="50">
                  <c:v>28.2706165205716</c:v>
                </c:pt>
                <c:pt idx="51">
                  <c:v>28.530449846843101</c:v>
                </c:pt>
                <c:pt idx="52">
                  <c:v>29.126171784128498</c:v>
                </c:pt>
                <c:pt idx="53">
                  <c:v>29.717151941044101</c:v>
                </c:pt>
                <c:pt idx="54">
                  <c:v>30.4705858577992</c:v>
                </c:pt>
                <c:pt idx="55">
                  <c:v>31.918593009496298</c:v>
                </c:pt>
                <c:pt idx="56">
                  <c:v>33.538877011320899</c:v>
                </c:pt>
                <c:pt idx="57">
                  <c:v>35.315357106070401</c:v>
                </c:pt>
                <c:pt idx="58">
                  <c:v>37.239407672385298</c:v>
                </c:pt>
                <c:pt idx="59">
                  <c:v>39.033676142808197</c:v>
                </c:pt>
                <c:pt idx="60">
                  <c:v>41.334118362026501</c:v>
                </c:pt>
                <c:pt idx="61">
                  <c:v>43.800195790842302</c:v>
                </c:pt>
                <c:pt idx="62">
                  <c:v>47.555472091180398</c:v>
                </c:pt>
                <c:pt idx="63">
                  <c:v>52.5407270965528</c:v>
                </c:pt>
                <c:pt idx="64">
                  <c:v>57.444381148017001</c:v>
                </c:pt>
                <c:pt idx="65">
                  <c:v>62.226395066201398</c:v>
                </c:pt>
                <c:pt idx="66">
                  <c:v>67.950730126450196</c:v>
                </c:pt>
                <c:pt idx="67">
                  <c:v>72.714359066110802</c:v>
                </c:pt>
                <c:pt idx="68">
                  <c:v>76.533951639230594</c:v>
                </c:pt>
                <c:pt idx="69">
                  <c:v>79.818424851955896</c:v>
                </c:pt>
                <c:pt idx="70">
                  <c:v>84.757423684762102</c:v>
                </c:pt>
                <c:pt idx="71">
                  <c:v>89.8495360461893</c:v>
                </c:pt>
                <c:pt idx="72">
                  <c:v>96.044069339127901</c:v>
                </c:pt>
                <c:pt idx="73">
                  <c:v>100.750415272577</c:v>
                </c:pt>
                <c:pt idx="74">
                  <c:v>105.573639083543</c:v>
                </c:pt>
                <c:pt idx="75">
                  <c:v>111.026669249127</c:v>
                </c:pt>
                <c:pt idx="76">
                  <c:v>119.311610143992</c:v>
                </c:pt>
                <c:pt idx="77">
                  <c:v>129.213312612989</c:v>
                </c:pt>
                <c:pt idx="78">
                  <c:v>139.91771658475301</c:v>
                </c:pt>
                <c:pt idx="79">
                  <c:v>150.98995660865199</c:v>
                </c:pt>
                <c:pt idx="80">
                  <c:v>162.527989366047</c:v>
                </c:pt>
                <c:pt idx="81">
                  <c:v>176.189135609071</c:v>
                </c:pt>
                <c:pt idx="82">
                  <c:v>189.85491337593001</c:v>
                </c:pt>
                <c:pt idx="83">
                  <c:v>203.35450776815</c:v>
                </c:pt>
              </c:numCache>
            </c:numRef>
          </c:val>
          <c:smooth val="0"/>
        </c:ser>
        <c:ser>
          <c:idx val="1"/>
          <c:order val="1"/>
          <c:tx>
            <c:strRef>
              <c:f>Sheet1!$C$1</c:f>
              <c:strCache>
                <c:ptCount val="1"/>
                <c:pt idx="0">
                  <c:v>FNCQ</c:v>
                </c:pt>
              </c:strCache>
            </c:strRef>
          </c:tx>
          <c:spPr>
            <a:ln>
              <a:solidFill>
                <a:srgbClr val="C00000"/>
              </a:solidFill>
            </a:ln>
          </c:spPr>
          <c:marker>
            <c:symbol val="none"/>
          </c:marker>
          <c:cat>
            <c:numRef>
              <c:f>Sheet1!$A$2:$A$85</c:f>
              <c:numCache>
                <c:formatCode>m/d/yyyy</c:formatCode>
                <c:ptCount val="84"/>
                <c:pt idx="0">
                  <c:v>40118</c:v>
                </c:pt>
                <c:pt idx="1">
                  <c:v>40148</c:v>
                </c:pt>
                <c:pt idx="2">
                  <c:v>40179</c:v>
                </c:pt>
                <c:pt idx="3">
                  <c:v>40210</c:v>
                </c:pt>
                <c:pt idx="4">
                  <c:v>40238</c:v>
                </c:pt>
                <c:pt idx="5">
                  <c:v>40269</c:v>
                </c:pt>
                <c:pt idx="6">
                  <c:v>40299</c:v>
                </c:pt>
                <c:pt idx="7">
                  <c:v>40330</c:v>
                </c:pt>
                <c:pt idx="8">
                  <c:v>40360</c:v>
                </c:pt>
                <c:pt idx="9">
                  <c:v>40391</c:v>
                </c:pt>
                <c:pt idx="10">
                  <c:v>40422</c:v>
                </c:pt>
                <c:pt idx="11">
                  <c:v>40452</c:v>
                </c:pt>
                <c:pt idx="12">
                  <c:v>40483</c:v>
                </c:pt>
                <c:pt idx="13">
                  <c:v>40513</c:v>
                </c:pt>
                <c:pt idx="14">
                  <c:v>40544</c:v>
                </c:pt>
                <c:pt idx="15">
                  <c:v>40575</c:v>
                </c:pt>
                <c:pt idx="16">
                  <c:v>40603</c:v>
                </c:pt>
                <c:pt idx="17">
                  <c:v>40634</c:v>
                </c:pt>
                <c:pt idx="18">
                  <c:v>40664</c:v>
                </c:pt>
                <c:pt idx="19">
                  <c:v>40695</c:v>
                </c:pt>
                <c:pt idx="20">
                  <c:v>40725</c:v>
                </c:pt>
                <c:pt idx="21">
                  <c:v>40756</c:v>
                </c:pt>
                <c:pt idx="22">
                  <c:v>40787</c:v>
                </c:pt>
                <c:pt idx="23">
                  <c:v>40817</c:v>
                </c:pt>
                <c:pt idx="24">
                  <c:v>40848</c:v>
                </c:pt>
                <c:pt idx="25">
                  <c:v>40878</c:v>
                </c:pt>
                <c:pt idx="26">
                  <c:v>40909</c:v>
                </c:pt>
                <c:pt idx="27">
                  <c:v>40940</c:v>
                </c:pt>
                <c:pt idx="28">
                  <c:v>40969</c:v>
                </c:pt>
                <c:pt idx="29">
                  <c:v>41000</c:v>
                </c:pt>
                <c:pt idx="30">
                  <c:v>41030</c:v>
                </c:pt>
                <c:pt idx="31">
                  <c:v>41061</c:v>
                </c:pt>
                <c:pt idx="32">
                  <c:v>41091</c:v>
                </c:pt>
                <c:pt idx="33">
                  <c:v>41122</c:v>
                </c:pt>
                <c:pt idx="34">
                  <c:v>41153</c:v>
                </c:pt>
                <c:pt idx="35">
                  <c:v>41183</c:v>
                </c:pt>
                <c:pt idx="36">
                  <c:v>41214</c:v>
                </c:pt>
                <c:pt idx="37">
                  <c:v>41244</c:v>
                </c:pt>
                <c:pt idx="38">
                  <c:v>41275</c:v>
                </c:pt>
                <c:pt idx="39">
                  <c:v>41306</c:v>
                </c:pt>
                <c:pt idx="40">
                  <c:v>41334</c:v>
                </c:pt>
                <c:pt idx="41">
                  <c:v>41365</c:v>
                </c:pt>
                <c:pt idx="42">
                  <c:v>41395</c:v>
                </c:pt>
                <c:pt idx="43">
                  <c:v>41426</c:v>
                </c:pt>
                <c:pt idx="44">
                  <c:v>41456</c:v>
                </c:pt>
                <c:pt idx="45">
                  <c:v>41487</c:v>
                </c:pt>
                <c:pt idx="46">
                  <c:v>41518</c:v>
                </c:pt>
                <c:pt idx="47">
                  <c:v>41548</c:v>
                </c:pt>
                <c:pt idx="48">
                  <c:v>41579</c:v>
                </c:pt>
                <c:pt idx="49">
                  <c:v>41609</c:v>
                </c:pt>
                <c:pt idx="50">
                  <c:v>41640</c:v>
                </c:pt>
                <c:pt idx="51">
                  <c:v>41671</c:v>
                </c:pt>
                <c:pt idx="52">
                  <c:v>41699</c:v>
                </c:pt>
                <c:pt idx="53">
                  <c:v>41730</c:v>
                </c:pt>
                <c:pt idx="54">
                  <c:v>41760</c:v>
                </c:pt>
                <c:pt idx="55">
                  <c:v>41791</c:v>
                </c:pt>
                <c:pt idx="56">
                  <c:v>41821</c:v>
                </c:pt>
                <c:pt idx="57">
                  <c:v>41852</c:v>
                </c:pt>
                <c:pt idx="58">
                  <c:v>41883</c:v>
                </c:pt>
                <c:pt idx="59">
                  <c:v>41913</c:v>
                </c:pt>
                <c:pt idx="60">
                  <c:v>41944</c:v>
                </c:pt>
                <c:pt idx="61">
                  <c:v>41974</c:v>
                </c:pt>
                <c:pt idx="62">
                  <c:v>42005</c:v>
                </c:pt>
                <c:pt idx="63">
                  <c:v>42036</c:v>
                </c:pt>
                <c:pt idx="64">
                  <c:v>42064</c:v>
                </c:pt>
                <c:pt idx="65">
                  <c:v>42095</c:v>
                </c:pt>
                <c:pt idx="66">
                  <c:v>42125</c:v>
                </c:pt>
                <c:pt idx="67">
                  <c:v>42156</c:v>
                </c:pt>
                <c:pt idx="68">
                  <c:v>42186</c:v>
                </c:pt>
                <c:pt idx="69">
                  <c:v>42217</c:v>
                </c:pt>
                <c:pt idx="70">
                  <c:v>42248</c:v>
                </c:pt>
                <c:pt idx="71">
                  <c:v>42278</c:v>
                </c:pt>
                <c:pt idx="72">
                  <c:v>42309</c:v>
                </c:pt>
                <c:pt idx="73">
                  <c:v>42339</c:v>
                </c:pt>
                <c:pt idx="74">
                  <c:v>42370</c:v>
                </c:pt>
                <c:pt idx="75">
                  <c:v>42401</c:v>
                </c:pt>
                <c:pt idx="76">
                  <c:v>42430</c:v>
                </c:pt>
                <c:pt idx="77">
                  <c:v>42461</c:v>
                </c:pt>
                <c:pt idx="78">
                  <c:v>42491</c:v>
                </c:pt>
                <c:pt idx="79">
                  <c:v>42522</c:v>
                </c:pt>
                <c:pt idx="80">
                  <c:v>42552</c:v>
                </c:pt>
                <c:pt idx="81">
                  <c:v>42583</c:v>
                </c:pt>
                <c:pt idx="82">
                  <c:v>42614</c:v>
                </c:pt>
                <c:pt idx="83">
                  <c:v>42644</c:v>
                </c:pt>
              </c:numCache>
            </c:numRef>
          </c:cat>
          <c:val>
            <c:numRef>
              <c:f>Sheet1!$C$2:$C$85</c:f>
              <c:numCache>
                <c:formatCode>General</c:formatCode>
                <c:ptCount val="84"/>
                <c:pt idx="0">
                  <c:v>1.9218943779020801</c:v>
                </c:pt>
                <c:pt idx="1">
                  <c:v>0.64902248751902902</c:v>
                </c:pt>
                <c:pt idx="2">
                  <c:v>0.49452226709843999</c:v>
                </c:pt>
                <c:pt idx="3">
                  <c:v>0.35851172425660699</c:v>
                </c:pt>
                <c:pt idx="4">
                  <c:v>0.306840466764845</c:v>
                </c:pt>
                <c:pt idx="5">
                  <c:v>0.28064004696044997</c:v>
                </c:pt>
                <c:pt idx="6">
                  <c:v>0.22090426407996699</c:v>
                </c:pt>
                <c:pt idx="7">
                  <c:v>0.17682655332434299</c:v>
                </c:pt>
                <c:pt idx="8">
                  <c:v>0.29090501226839099</c:v>
                </c:pt>
                <c:pt idx="9">
                  <c:v>0.61043681451890397</c:v>
                </c:pt>
                <c:pt idx="10">
                  <c:v>1.38092855738842</c:v>
                </c:pt>
                <c:pt idx="11">
                  <c:v>2.4290505342791802</c:v>
                </c:pt>
                <c:pt idx="12">
                  <c:v>3.9756242385820499</c:v>
                </c:pt>
                <c:pt idx="13">
                  <c:v>4.6740490306155102</c:v>
                </c:pt>
                <c:pt idx="14">
                  <c:v>4.1468341972321898</c:v>
                </c:pt>
                <c:pt idx="15">
                  <c:v>3.6643834511591802</c:v>
                </c:pt>
                <c:pt idx="16">
                  <c:v>3.23719455800512</c:v>
                </c:pt>
                <c:pt idx="17">
                  <c:v>2.8524475833884502</c:v>
                </c:pt>
                <c:pt idx="18">
                  <c:v>2.5698864251453699</c:v>
                </c:pt>
                <c:pt idx="19">
                  <c:v>2.47177033993913</c:v>
                </c:pt>
                <c:pt idx="20">
                  <c:v>2.4475658765197599</c:v>
                </c:pt>
                <c:pt idx="21">
                  <c:v>3.3781764960523701</c:v>
                </c:pt>
                <c:pt idx="22">
                  <c:v>6.2995813446885398</c:v>
                </c:pt>
                <c:pt idx="23">
                  <c:v>10.934382404049501</c:v>
                </c:pt>
                <c:pt idx="24">
                  <c:v>14.8368594106754</c:v>
                </c:pt>
                <c:pt idx="25">
                  <c:v>19.3863070120996</c:v>
                </c:pt>
                <c:pt idx="26">
                  <c:v>24.450015854083599</c:v>
                </c:pt>
                <c:pt idx="27">
                  <c:v>27.7443881726897</c:v>
                </c:pt>
                <c:pt idx="28">
                  <c:v>28.184893351095099</c:v>
                </c:pt>
                <c:pt idx="29">
                  <c:v>26.328491541901201</c:v>
                </c:pt>
                <c:pt idx="30">
                  <c:v>26.0122970254655</c:v>
                </c:pt>
                <c:pt idx="31">
                  <c:v>24.965704354874699</c:v>
                </c:pt>
                <c:pt idx="32">
                  <c:v>24.442267145307198</c:v>
                </c:pt>
                <c:pt idx="33">
                  <c:v>24.608215029783899</c:v>
                </c:pt>
                <c:pt idx="34">
                  <c:v>24.635722839891798</c:v>
                </c:pt>
                <c:pt idx="35">
                  <c:v>25.461005684270901</c:v>
                </c:pt>
                <c:pt idx="36">
                  <c:v>27.630828257677301</c:v>
                </c:pt>
                <c:pt idx="37">
                  <c:v>28.742282764618501</c:v>
                </c:pt>
                <c:pt idx="38">
                  <c:v>30.359266106099899</c:v>
                </c:pt>
                <c:pt idx="39">
                  <c:v>30.960672813138999</c:v>
                </c:pt>
                <c:pt idx="40">
                  <c:v>30.921277072444099</c:v>
                </c:pt>
                <c:pt idx="41">
                  <c:v>31.023499246583501</c:v>
                </c:pt>
                <c:pt idx="42">
                  <c:v>31.877954191907801</c:v>
                </c:pt>
                <c:pt idx="43">
                  <c:v>34.567710731098501</c:v>
                </c:pt>
                <c:pt idx="44">
                  <c:v>36.199419760631002</c:v>
                </c:pt>
                <c:pt idx="45">
                  <c:v>37.409505728337699</c:v>
                </c:pt>
                <c:pt idx="46">
                  <c:v>38.802837138546103</c:v>
                </c:pt>
                <c:pt idx="47">
                  <c:v>40.350233078417702</c:v>
                </c:pt>
                <c:pt idx="48">
                  <c:v>43.2952202929606</c:v>
                </c:pt>
                <c:pt idx="49">
                  <c:v>45.654830048174198</c:v>
                </c:pt>
                <c:pt idx="50">
                  <c:v>63.331362347042997</c:v>
                </c:pt>
                <c:pt idx="51">
                  <c:v>301.14408784399501</c:v>
                </c:pt>
                <c:pt idx="52">
                  <c:v>301.37204567865302</c:v>
                </c:pt>
                <c:pt idx="53">
                  <c:v>301.98821624640902</c:v>
                </c:pt>
                <c:pt idx="54">
                  <c:v>302.784325456815</c:v>
                </c:pt>
                <c:pt idx="55">
                  <c:v>305.364281343816</c:v>
                </c:pt>
                <c:pt idx="56">
                  <c:v>307.67518705579403</c:v>
                </c:pt>
                <c:pt idx="57">
                  <c:v>310.41466873163199</c:v>
                </c:pt>
                <c:pt idx="58">
                  <c:v>313.15880662266102</c:v>
                </c:pt>
                <c:pt idx="59">
                  <c:v>315.99427410508599</c:v>
                </c:pt>
                <c:pt idx="60">
                  <c:v>320.06875761117402</c:v>
                </c:pt>
                <c:pt idx="61">
                  <c:v>324.689167103285</c:v>
                </c:pt>
                <c:pt idx="62">
                  <c:v>331.70431953807901</c:v>
                </c:pt>
                <c:pt idx="63">
                  <c:v>341.10954762470698</c:v>
                </c:pt>
                <c:pt idx="64">
                  <c:v>350.26361083032299</c:v>
                </c:pt>
                <c:pt idx="65">
                  <c:v>358.270030738272</c:v>
                </c:pt>
                <c:pt idx="66">
                  <c:v>367.022621171982</c:v>
                </c:pt>
                <c:pt idx="67">
                  <c:v>373.94494906859001</c:v>
                </c:pt>
                <c:pt idx="68">
                  <c:v>378.95716667353099</c:v>
                </c:pt>
                <c:pt idx="69">
                  <c:v>383.51754798827898</c:v>
                </c:pt>
                <c:pt idx="70">
                  <c:v>390.26387517242898</c:v>
                </c:pt>
                <c:pt idx="71">
                  <c:v>397.39163173186103</c:v>
                </c:pt>
                <c:pt idx="72">
                  <c:v>405.80145221983202</c:v>
                </c:pt>
                <c:pt idx="73">
                  <c:v>412.18720490017699</c:v>
                </c:pt>
                <c:pt idx="74">
                  <c:v>418.97040480772898</c:v>
                </c:pt>
                <c:pt idx="75">
                  <c:v>426.71500737370502</c:v>
                </c:pt>
                <c:pt idx="76">
                  <c:v>438.24957035719302</c:v>
                </c:pt>
                <c:pt idx="77">
                  <c:v>450.83042991160698</c:v>
                </c:pt>
                <c:pt idx="78">
                  <c:v>463.07853220825501</c:v>
                </c:pt>
                <c:pt idx="79">
                  <c:v>475.92176928993302</c:v>
                </c:pt>
                <c:pt idx="80">
                  <c:v>489.47547914929999</c:v>
                </c:pt>
                <c:pt idx="81">
                  <c:v>504.97340901917499</c:v>
                </c:pt>
                <c:pt idx="82">
                  <c:v>521.37360197278701</c:v>
                </c:pt>
                <c:pt idx="83">
                  <c:v>536.29165131685204</c:v>
                </c:pt>
              </c:numCache>
            </c:numRef>
          </c:val>
          <c:smooth val="0"/>
        </c:ser>
        <c:dLbls>
          <c:showLegendKey val="0"/>
          <c:showVal val="0"/>
          <c:showCatName val="0"/>
          <c:showSerName val="0"/>
          <c:showPercent val="0"/>
          <c:showBubbleSize val="0"/>
        </c:dLbls>
        <c:marker val="1"/>
        <c:smooth val="0"/>
        <c:axId val="171235968"/>
        <c:axId val="206191232"/>
      </c:lineChart>
      <c:dateAx>
        <c:axId val="171235968"/>
        <c:scaling>
          <c:orientation val="minMax"/>
        </c:scaling>
        <c:delete val="0"/>
        <c:axPos val="b"/>
        <c:numFmt formatCode="m/d/yyyy" sourceLinked="1"/>
        <c:majorTickMark val="out"/>
        <c:minorTickMark val="none"/>
        <c:tickLblPos val="low"/>
        <c:crossAx val="206191232"/>
        <c:crosses val="autoZero"/>
        <c:auto val="1"/>
        <c:lblOffset val="100"/>
        <c:baseTimeUnit val="months"/>
      </c:dateAx>
      <c:valAx>
        <c:axId val="206191232"/>
        <c:scaling>
          <c:orientation val="minMax"/>
        </c:scaling>
        <c:delete val="0"/>
        <c:axPos val="l"/>
        <c:numFmt formatCode="General" sourceLinked="1"/>
        <c:majorTickMark val="out"/>
        <c:minorTickMark val="none"/>
        <c:tickLblPos val="nextTo"/>
        <c:crossAx val="171235968"/>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FGU6</c:v>
                </c:pt>
              </c:strCache>
            </c:strRef>
          </c:tx>
          <c:marker>
            <c:symbol val="none"/>
          </c:marker>
          <c:cat>
            <c:numRef>
              <c:f>Sheet1!$A$2:$A$85</c:f>
              <c:numCache>
                <c:formatCode>m/d/yyyy</c:formatCode>
                <c:ptCount val="84"/>
                <c:pt idx="0">
                  <c:v>40118</c:v>
                </c:pt>
                <c:pt idx="1">
                  <c:v>40148</c:v>
                </c:pt>
                <c:pt idx="2">
                  <c:v>40179</c:v>
                </c:pt>
                <c:pt idx="3">
                  <c:v>40210</c:v>
                </c:pt>
                <c:pt idx="4">
                  <c:v>40238</c:v>
                </c:pt>
                <c:pt idx="5">
                  <c:v>40269</c:v>
                </c:pt>
                <c:pt idx="6">
                  <c:v>40299</c:v>
                </c:pt>
                <c:pt idx="7">
                  <c:v>40330</c:v>
                </c:pt>
                <c:pt idx="8">
                  <c:v>40360</c:v>
                </c:pt>
                <c:pt idx="9">
                  <c:v>40391</c:v>
                </c:pt>
                <c:pt idx="10">
                  <c:v>40422</c:v>
                </c:pt>
                <c:pt idx="11">
                  <c:v>40452</c:v>
                </c:pt>
                <c:pt idx="12">
                  <c:v>40483</c:v>
                </c:pt>
                <c:pt idx="13">
                  <c:v>40513</c:v>
                </c:pt>
                <c:pt idx="14">
                  <c:v>40544</c:v>
                </c:pt>
                <c:pt idx="15">
                  <c:v>40575</c:v>
                </c:pt>
                <c:pt idx="16">
                  <c:v>40603</c:v>
                </c:pt>
                <c:pt idx="17">
                  <c:v>40634</c:v>
                </c:pt>
                <c:pt idx="18">
                  <c:v>40664</c:v>
                </c:pt>
                <c:pt idx="19">
                  <c:v>40695</c:v>
                </c:pt>
                <c:pt idx="20">
                  <c:v>40725</c:v>
                </c:pt>
                <c:pt idx="21">
                  <c:v>40756</c:v>
                </c:pt>
                <c:pt idx="22">
                  <c:v>40787</c:v>
                </c:pt>
                <c:pt idx="23">
                  <c:v>40817</c:v>
                </c:pt>
                <c:pt idx="24">
                  <c:v>40848</c:v>
                </c:pt>
                <c:pt idx="25">
                  <c:v>40878</c:v>
                </c:pt>
                <c:pt idx="26">
                  <c:v>40909</c:v>
                </c:pt>
                <c:pt idx="27">
                  <c:v>40940</c:v>
                </c:pt>
                <c:pt idx="28">
                  <c:v>40969</c:v>
                </c:pt>
                <c:pt idx="29">
                  <c:v>41000</c:v>
                </c:pt>
                <c:pt idx="30">
                  <c:v>41030</c:v>
                </c:pt>
                <c:pt idx="31">
                  <c:v>41061</c:v>
                </c:pt>
                <c:pt idx="32">
                  <c:v>41091</c:v>
                </c:pt>
                <c:pt idx="33">
                  <c:v>41122</c:v>
                </c:pt>
                <c:pt idx="34">
                  <c:v>41153</c:v>
                </c:pt>
                <c:pt idx="35">
                  <c:v>41183</c:v>
                </c:pt>
                <c:pt idx="36">
                  <c:v>41214</c:v>
                </c:pt>
                <c:pt idx="37">
                  <c:v>41244</c:v>
                </c:pt>
                <c:pt idx="38">
                  <c:v>41275</c:v>
                </c:pt>
                <c:pt idx="39">
                  <c:v>41306</c:v>
                </c:pt>
                <c:pt idx="40">
                  <c:v>41334</c:v>
                </c:pt>
                <c:pt idx="41">
                  <c:v>41365</c:v>
                </c:pt>
                <c:pt idx="42">
                  <c:v>41395</c:v>
                </c:pt>
                <c:pt idx="43">
                  <c:v>41426</c:v>
                </c:pt>
                <c:pt idx="44">
                  <c:v>41456</c:v>
                </c:pt>
                <c:pt idx="45">
                  <c:v>41487</c:v>
                </c:pt>
                <c:pt idx="46">
                  <c:v>41518</c:v>
                </c:pt>
                <c:pt idx="47">
                  <c:v>41548</c:v>
                </c:pt>
                <c:pt idx="48">
                  <c:v>41579</c:v>
                </c:pt>
                <c:pt idx="49">
                  <c:v>41609</c:v>
                </c:pt>
                <c:pt idx="50">
                  <c:v>41640</c:v>
                </c:pt>
                <c:pt idx="51">
                  <c:v>41671</c:v>
                </c:pt>
                <c:pt idx="52">
                  <c:v>41699</c:v>
                </c:pt>
                <c:pt idx="53">
                  <c:v>41730</c:v>
                </c:pt>
                <c:pt idx="54">
                  <c:v>41760</c:v>
                </c:pt>
                <c:pt idx="55">
                  <c:v>41791</c:v>
                </c:pt>
                <c:pt idx="56">
                  <c:v>41821</c:v>
                </c:pt>
                <c:pt idx="57">
                  <c:v>41852</c:v>
                </c:pt>
                <c:pt idx="58">
                  <c:v>41883</c:v>
                </c:pt>
                <c:pt idx="59">
                  <c:v>41913</c:v>
                </c:pt>
                <c:pt idx="60">
                  <c:v>41944</c:v>
                </c:pt>
                <c:pt idx="61">
                  <c:v>41974</c:v>
                </c:pt>
                <c:pt idx="62">
                  <c:v>42005</c:v>
                </c:pt>
                <c:pt idx="63">
                  <c:v>42036</c:v>
                </c:pt>
                <c:pt idx="64">
                  <c:v>42064</c:v>
                </c:pt>
                <c:pt idx="65">
                  <c:v>42095</c:v>
                </c:pt>
                <c:pt idx="66">
                  <c:v>42125</c:v>
                </c:pt>
                <c:pt idx="67">
                  <c:v>42156</c:v>
                </c:pt>
                <c:pt idx="68">
                  <c:v>42186</c:v>
                </c:pt>
                <c:pt idx="69">
                  <c:v>42217</c:v>
                </c:pt>
                <c:pt idx="70">
                  <c:v>42248</c:v>
                </c:pt>
                <c:pt idx="71">
                  <c:v>42278</c:v>
                </c:pt>
                <c:pt idx="72">
                  <c:v>42309</c:v>
                </c:pt>
                <c:pt idx="73">
                  <c:v>42339</c:v>
                </c:pt>
                <c:pt idx="74">
                  <c:v>42370</c:v>
                </c:pt>
                <c:pt idx="75">
                  <c:v>42401</c:v>
                </c:pt>
                <c:pt idx="76">
                  <c:v>42430</c:v>
                </c:pt>
                <c:pt idx="77">
                  <c:v>42461</c:v>
                </c:pt>
                <c:pt idx="78">
                  <c:v>42491</c:v>
                </c:pt>
                <c:pt idx="79">
                  <c:v>42522</c:v>
                </c:pt>
                <c:pt idx="80">
                  <c:v>42552</c:v>
                </c:pt>
                <c:pt idx="81">
                  <c:v>42583</c:v>
                </c:pt>
                <c:pt idx="82">
                  <c:v>42614</c:v>
                </c:pt>
                <c:pt idx="83">
                  <c:v>42644</c:v>
                </c:pt>
              </c:numCache>
            </c:numRef>
          </c:cat>
          <c:val>
            <c:numRef>
              <c:f>Sheet1!$B$2:$B$85</c:f>
              <c:numCache>
                <c:formatCode>General</c:formatCode>
                <c:ptCount val="84"/>
                <c:pt idx="1">
                  <c:v>0</c:v>
                </c:pt>
                <c:pt idx="2">
                  <c:v>4.9170626787384197</c:v>
                </c:pt>
                <c:pt idx="3">
                  <c:v>9.8069640597297703</c:v>
                </c:pt>
                <c:pt idx="4">
                  <c:v>11.9612827970894</c:v>
                </c:pt>
                <c:pt idx="5">
                  <c:v>13.703566581464401</c:v>
                </c:pt>
                <c:pt idx="6">
                  <c:v>13.9398630809885</c:v>
                </c:pt>
                <c:pt idx="7">
                  <c:v>14.0631964173631</c:v>
                </c:pt>
                <c:pt idx="8">
                  <c:v>14.8240779652439</c:v>
                </c:pt>
                <c:pt idx="9">
                  <c:v>15.6939965239687</c:v>
                </c:pt>
                <c:pt idx="10">
                  <c:v>14.5539394261315</c:v>
                </c:pt>
                <c:pt idx="11">
                  <c:v>13.262777253858401</c:v>
                </c:pt>
                <c:pt idx="12">
                  <c:v>12.7444347987265</c:v>
                </c:pt>
                <c:pt idx="13">
                  <c:v>28.766009774220699</c:v>
                </c:pt>
                <c:pt idx="14">
                  <c:v>25.5325537515645</c:v>
                </c:pt>
                <c:pt idx="15">
                  <c:v>22.865090826513001</c:v>
                </c:pt>
                <c:pt idx="16">
                  <c:v>19.619897262471898</c:v>
                </c:pt>
                <c:pt idx="17">
                  <c:v>17.040314844784</c:v>
                </c:pt>
                <c:pt idx="18">
                  <c:v>15.6050907673668</c:v>
                </c:pt>
                <c:pt idx="19">
                  <c:v>14.7769811479094</c:v>
                </c:pt>
                <c:pt idx="20">
                  <c:v>14.1064302832522</c:v>
                </c:pt>
                <c:pt idx="21">
                  <c:v>13.7652026291443</c:v>
                </c:pt>
                <c:pt idx="22">
                  <c:v>13.3696481969102</c:v>
                </c:pt>
                <c:pt idx="23">
                  <c:v>13.3601939218502</c:v>
                </c:pt>
                <c:pt idx="24">
                  <c:v>13.3614274513297</c:v>
                </c:pt>
                <c:pt idx="25">
                  <c:v>13.52222322712</c:v>
                </c:pt>
                <c:pt idx="26">
                  <c:v>14.014417443357599</c:v>
                </c:pt>
                <c:pt idx="27">
                  <c:v>14.616688738229101</c:v>
                </c:pt>
                <c:pt idx="28">
                  <c:v>14.27617773925</c:v>
                </c:pt>
                <c:pt idx="29">
                  <c:v>13.1432510859491</c:v>
                </c:pt>
                <c:pt idx="30">
                  <c:v>12.3094164620495</c:v>
                </c:pt>
                <c:pt idx="31">
                  <c:v>12.0094890209967</c:v>
                </c:pt>
                <c:pt idx="32">
                  <c:v>13.870116940774</c:v>
                </c:pt>
                <c:pt idx="33">
                  <c:v>14.047496939410699</c:v>
                </c:pt>
                <c:pt idx="34">
                  <c:v>14.2073139090921</c:v>
                </c:pt>
                <c:pt idx="35">
                  <c:v>14.553131213696799</c:v>
                </c:pt>
                <c:pt idx="36">
                  <c:v>15.3510295012335</c:v>
                </c:pt>
                <c:pt idx="37">
                  <c:v>16.1014641108886</c:v>
                </c:pt>
                <c:pt idx="38">
                  <c:v>17.082345462050299</c:v>
                </c:pt>
                <c:pt idx="39">
                  <c:v>18.053924266756599</c:v>
                </c:pt>
                <c:pt idx="40">
                  <c:v>18.711541859573799</c:v>
                </c:pt>
                <c:pt idx="41">
                  <c:v>22.694087251344499</c:v>
                </c:pt>
                <c:pt idx="42">
                  <c:v>24.062314792280201</c:v>
                </c:pt>
                <c:pt idx="43">
                  <c:v>25.745123971811601</c:v>
                </c:pt>
                <c:pt idx="44">
                  <c:v>25.846635559731901</c:v>
                </c:pt>
                <c:pt idx="45">
                  <c:v>25.6207576308441</c:v>
                </c:pt>
                <c:pt idx="46">
                  <c:v>25.460693289497101</c:v>
                </c:pt>
                <c:pt idx="47">
                  <c:v>25.388491260989099</c:v>
                </c:pt>
                <c:pt idx="48">
                  <c:v>26.104351991233099</c:v>
                </c:pt>
                <c:pt idx="49">
                  <c:v>28.0016202904221</c:v>
                </c:pt>
                <c:pt idx="50">
                  <c:v>28.2706165205716</c:v>
                </c:pt>
                <c:pt idx="51">
                  <c:v>28.530449846843101</c:v>
                </c:pt>
                <c:pt idx="52">
                  <c:v>29.126171784128498</c:v>
                </c:pt>
                <c:pt idx="53">
                  <c:v>29.717151941044101</c:v>
                </c:pt>
                <c:pt idx="54">
                  <c:v>30.4705858577992</c:v>
                </c:pt>
                <c:pt idx="55">
                  <c:v>31.918593009496298</c:v>
                </c:pt>
                <c:pt idx="56">
                  <c:v>33.538877011320899</c:v>
                </c:pt>
                <c:pt idx="57">
                  <c:v>35.315357106070401</c:v>
                </c:pt>
                <c:pt idx="58">
                  <c:v>37.239407672385298</c:v>
                </c:pt>
                <c:pt idx="59">
                  <c:v>39.033676142808197</c:v>
                </c:pt>
                <c:pt idx="60">
                  <c:v>41.334118362026501</c:v>
                </c:pt>
                <c:pt idx="61">
                  <c:v>43.800195790842302</c:v>
                </c:pt>
                <c:pt idx="62">
                  <c:v>47.555472091180398</c:v>
                </c:pt>
                <c:pt idx="63">
                  <c:v>52.5407270965528</c:v>
                </c:pt>
                <c:pt idx="64">
                  <c:v>57.444381148017001</c:v>
                </c:pt>
                <c:pt idx="65">
                  <c:v>62.226395066201398</c:v>
                </c:pt>
                <c:pt idx="66">
                  <c:v>67.950730126450196</c:v>
                </c:pt>
                <c:pt idx="67">
                  <c:v>72.714359066110802</c:v>
                </c:pt>
                <c:pt idx="68">
                  <c:v>76.533951639230594</c:v>
                </c:pt>
                <c:pt idx="69">
                  <c:v>79.818424851955896</c:v>
                </c:pt>
                <c:pt idx="70">
                  <c:v>84.757423684762102</c:v>
                </c:pt>
                <c:pt idx="71">
                  <c:v>89.8495360461893</c:v>
                </c:pt>
                <c:pt idx="72">
                  <c:v>96.044069339127901</c:v>
                </c:pt>
                <c:pt idx="73">
                  <c:v>100.750415272577</c:v>
                </c:pt>
                <c:pt idx="74">
                  <c:v>105.573639083543</c:v>
                </c:pt>
                <c:pt idx="75">
                  <c:v>111.026669249127</c:v>
                </c:pt>
                <c:pt idx="76">
                  <c:v>119.311610143992</c:v>
                </c:pt>
                <c:pt idx="77">
                  <c:v>129.213312612989</c:v>
                </c:pt>
                <c:pt idx="78">
                  <c:v>139.91771658475301</c:v>
                </c:pt>
                <c:pt idx="79">
                  <c:v>150.98995660865199</c:v>
                </c:pt>
                <c:pt idx="80">
                  <c:v>162.527989366047</c:v>
                </c:pt>
                <c:pt idx="81">
                  <c:v>176.189135609071</c:v>
                </c:pt>
                <c:pt idx="82">
                  <c:v>189.85491337593001</c:v>
                </c:pt>
                <c:pt idx="83">
                  <c:v>203.35450776815</c:v>
                </c:pt>
              </c:numCache>
            </c:numRef>
          </c:val>
          <c:smooth val="0"/>
        </c:ser>
        <c:ser>
          <c:idx val="1"/>
          <c:order val="1"/>
          <c:tx>
            <c:strRef>
              <c:f>Sheet1!$C$1</c:f>
              <c:strCache>
                <c:ptCount val="1"/>
                <c:pt idx="0">
                  <c:v>FNCQ</c:v>
                </c:pt>
              </c:strCache>
            </c:strRef>
          </c:tx>
          <c:spPr>
            <a:ln>
              <a:solidFill>
                <a:srgbClr val="C00000"/>
              </a:solidFill>
            </a:ln>
          </c:spPr>
          <c:marker>
            <c:symbol val="none"/>
          </c:marker>
          <c:cat>
            <c:numRef>
              <c:f>Sheet1!$A$2:$A$85</c:f>
              <c:numCache>
                <c:formatCode>m/d/yyyy</c:formatCode>
                <c:ptCount val="84"/>
                <c:pt idx="0">
                  <c:v>40118</c:v>
                </c:pt>
                <c:pt idx="1">
                  <c:v>40148</c:v>
                </c:pt>
                <c:pt idx="2">
                  <c:v>40179</c:v>
                </c:pt>
                <c:pt idx="3">
                  <c:v>40210</c:v>
                </c:pt>
                <c:pt idx="4">
                  <c:v>40238</c:v>
                </c:pt>
                <c:pt idx="5">
                  <c:v>40269</c:v>
                </c:pt>
                <c:pt idx="6">
                  <c:v>40299</c:v>
                </c:pt>
                <c:pt idx="7">
                  <c:v>40330</c:v>
                </c:pt>
                <c:pt idx="8">
                  <c:v>40360</c:v>
                </c:pt>
                <c:pt idx="9">
                  <c:v>40391</c:v>
                </c:pt>
                <c:pt idx="10">
                  <c:v>40422</c:v>
                </c:pt>
                <c:pt idx="11">
                  <c:v>40452</c:v>
                </c:pt>
                <c:pt idx="12">
                  <c:v>40483</c:v>
                </c:pt>
                <c:pt idx="13">
                  <c:v>40513</c:v>
                </c:pt>
                <c:pt idx="14">
                  <c:v>40544</c:v>
                </c:pt>
                <c:pt idx="15">
                  <c:v>40575</c:v>
                </c:pt>
                <c:pt idx="16">
                  <c:v>40603</c:v>
                </c:pt>
                <c:pt idx="17">
                  <c:v>40634</c:v>
                </c:pt>
                <c:pt idx="18">
                  <c:v>40664</c:v>
                </c:pt>
                <c:pt idx="19">
                  <c:v>40695</c:v>
                </c:pt>
                <c:pt idx="20">
                  <c:v>40725</c:v>
                </c:pt>
                <c:pt idx="21">
                  <c:v>40756</c:v>
                </c:pt>
                <c:pt idx="22">
                  <c:v>40787</c:v>
                </c:pt>
                <c:pt idx="23">
                  <c:v>40817</c:v>
                </c:pt>
                <c:pt idx="24">
                  <c:v>40848</c:v>
                </c:pt>
                <c:pt idx="25">
                  <c:v>40878</c:v>
                </c:pt>
                <c:pt idx="26">
                  <c:v>40909</c:v>
                </c:pt>
                <c:pt idx="27">
                  <c:v>40940</c:v>
                </c:pt>
                <c:pt idx="28">
                  <c:v>40969</c:v>
                </c:pt>
                <c:pt idx="29">
                  <c:v>41000</c:v>
                </c:pt>
                <c:pt idx="30">
                  <c:v>41030</c:v>
                </c:pt>
                <c:pt idx="31">
                  <c:v>41061</c:v>
                </c:pt>
                <c:pt idx="32">
                  <c:v>41091</c:v>
                </c:pt>
                <c:pt idx="33">
                  <c:v>41122</c:v>
                </c:pt>
                <c:pt idx="34">
                  <c:v>41153</c:v>
                </c:pt>
                <c:pt idx="35">
                  <c:v>41183</c:v>
                </c:pt>
                <c:pt idx="36">
                  <c:v>41214</c:v>
                </c:pt>
                <c:pt idx="37">
                  <c:v>41244</c:v>
                </c:pt>
                <c:pt idx="38">
                  <c:v>41275</c:v>
                </c:pt>
                <c:pt idx="39">
                  <c:v>41306</c:v>
                </c:pt>
                <c:pt idx="40">
                  <c:v>41334</c:v>
                </c:pt>
                <c:pt idx="41">
                  <c:v>41365</c:v>
                </c:pt>
                <c:pt idx="42">
                  <c:v>41395</c:v>
                </c:pt>
                <c:pt idx="43">
                  <c:v>41426</c:v>
                </c:pt>
                <c:pt idx="44">
                  <c:v>41456</c:v>
                </c:pt>
                <c:pt idx="45">
                  <c:v>41487</c:v>
                </c:pt>
                <c:pt idx="46">
                  <c:v>41518</c:v>
                </c:pt>
                <c:pt idx="47">
                  <c:v>41548</c:v>
                </c:pt>
                <c:pt idx="48">
                  <c:v>41579</c:v>
                </c:pt>
                <c:pt idx="49">
                  <c:v>41609</c:v>
                </c:pt>
                <c:pt idx="50">
                  <c:v>41640</c:v>
                </c:pt>
                <c:pt idx="51">
                  <c:v>41671</c:v>
                </c:pt>
                <c:pt idx="52">
                  <c:v>41699</c:v>
                </c:pt>
                <c:pt idx="53">
                  <c:v>41730</c:v>
                </c:pt>
                <c:pt idx="54">
                  <c:v>41760</c:v>
                </c:pt>
                <c:pt idx="55">
                  <c:v>41791</c:v>
                </c:pt>
                <c:pt idx="56">
                  <c:v>41821</c:v>
                </c:pt>
                <c:pt idx="57">
                  <c:v>41852</c:v>
                </c:pt>
                <c:pt idx="58">
                  <c:v>41883</c:v>
                </c:pt>
                <c:pt idx="59">
                  <c:v>41913</c:v>
                </c:pt>
                <c:pt idx="60">
                  <c:v>41944</c:v>
                </c:pt>
                <c:pt idx="61">
                  <c:v>41974</c:v>
                </c:pt>
                <c:pt idx="62">
                  <c:v>42005</c:v>
                </c:pt>
                <c:pt idx="63">
                  <c:v>42036</c:v>
                </c:pt>
                <c:pt idx="64">
                  <c:v>42064</c:v>
                </c:pt>
                <c:pt idx="65">
                  <c:v>42095</c:v>
                </c:pt>
                <c:pt idx="66">
                  <c:v>42125</c:v>
                </c:pt>
                <c:pt idx="67">
                  <c:v>42156</c:v>
                </c:pt>
                <c:pt idx="68">
                  <c:v>42186</c:v>
                </c:pt>
                <c:pt idx="69">
                  <c:v>42217</c:v>
                </c:pt>
                <c:pt idx="70">
                  <c:v>42248</c:v>
                </c:pt>
                <c:pt idx="71">
                  <c:v>42278</c:v>
                </c:pt>
                <c:pt idx="72">
                  <c:v>42309</c:v>
                </c:pt>
                <c:pt idx="73">
                  <c:v>42339</c:v>
                </c:pt>
                <c:pt idx="74">
                  <c:v>42370</c:v>
                </c:pt>
                <c:pt idx="75">
                  <c:v>42401</c:v>
                </c:pt>
                <c:pt idx="76">
                  <c:v>42430</c:v>
                </c:pt>
                <c:pt idx="77">
                  <c:v>42461</c:v>
                </c:pt>
                <c:pt idx="78">
                  <c:v>42491</c:v>
                </c:pt>
                <c:pt idx="79">
                  <c:v>42522</c:v>
                </c:pt>
                <c:pt idx="80">
                  <c:v>42552</c:v>
                </c:pt>
                <c:pt idx="81">
                  <c:v>42583</c:v>
                </c:pt>
                <c:pt idx="82">
                  <c:v>42614</c:v>
                </c:pt>
                <c:pt idx="83">
                  <c:v>42644</c:v>
                </c:pt>
              </c:numCache>
            </c:numRef>
          </c:cat>
          <c:val>
            <c:numRef>
              <c:f>Sheet1!$C$2:$C$85</c:f>
              <c:numCache>
                <c:formatCode>General</c:formatCode>
                <c:ptCount val="84"/>
                <c:pt idx="0">
                  <c:v>1.4505423323001101</c:v>
                </c:pt>
                <c:pt idx="1">
                  <c:v>0.48012526158338997</c:v>
                </c:pt>
                <c:pt idx="2">
                  <c:v>0.32101831082899901</c:v>
                </c:pt>
                <c:pt idx="3">
                  <c:v>0.225581910670488</c:v>
                </c:pt>
                <c:pt idx="4">
                  <c:v>0.18571924640176299</c:v>
                </c:pt>
                <c:pt idx="5">
                  <c:v>0.16611416990135999</c:v>
                </c:pt>
                <c:pt idx="6">
                  <c:v>0.13075737104861501</c:v>
                </c:pt>
                <c:pt idx="7">
                  <c:v>0.104667908976119</c:v>
                </c:pt>
                <c:pt idx="8">
                  <c:v>8.7774893331117307E-2</c:v>
                </c:pt>
                <c:pt idx="9">
                  <c:v>8.2587727447575296E-2</c:v>
                </c:pt>
                <c:pt idx="10">
                  <c:v>8.3798517381121998E-2</c:v>
                </c:pt>
                <c:pt idx="11">
                  <c:v>8.1063263805223995E-2</c:v>
                </c:pt>
                <c:pt idx="12">
                  <c:v>8.8173911752106704E-2</c:v>
                </c:pt>
                <c:pt idx="13">
                  <c:v>8.8252045109364505E-2</c:v>
                </c:pt>
                <c:pt idx="14">
                  <c:v>7.6971531877015303E-2</c:v>
                </c:pt>
                <c:pt idx="15">
                  <c:v>6.7492856884783306E-2</c:v>
                </c:pt>
                <c:pt idx="16">
                  <c:v>5.9694932427499403E-2</c:v>
                </c:pt>
                <c:pt idx="17">
                  <c:v>5.2583262240604597E-2</c:v>
                </c:pt>
                <c:pt idx="18">
                  <c:v>4.7251523728875602E-2</c:v>
                </c:pt>
                <c:pt idx="19">
                  <c:v>4.4019407053417899E-2</c:v>
                </c:pt>
                <c:pt idx="20">
                  <c:v>4.2265865016984101E-2</c:v>
                </c:pt>
                <c:pt idx="21">
                  <c:v>4.65725180473886E-2</c:v>
                </c:pt>
                <c:pt idx="22">
                  <c:v>6.8889209513225899E-2</c:v>
                </c:pt>
                <c:pt idx="23">
                  <c:v>0.117437341444491</c:v>
                </c:pt>
                <c:pt idx="24">
                  <c:v>0.15559635969707</c:v>
                </c:pt>
                <c:pt idx="25">
                  <c:v>0.22726623749574301</c:v>
                </c:pt>
                <c:pt idx="26">
                  <c:v>0.32223042180827</c:v>
                </c:pt>
                <c:pt idx="27">
                  <c:v>0.39524335858127702</c:v>
                </c:pt>
                <c:pt idx="28">
                  <c:v>0.38642925774120401</c:v>
                </c:pt>
                <c:pt idx="29">
                  <c:v>0.34650454796276298</c:v>
                </c:pt>
                <c:pt idx="30">
                  <c:v>0.32050085279919499</c:v>
                </c:pt>
                <c:pt idx="31">
                  <c:v>0.30315293562642898</c:v>
                </c:pt>
                <c:pt idx="32">
                  <c:v>0.31978601492615</c:v>
                </c:pt>
                <c:pt idx="33">
                  <c:v>0.36071016661187</c:v>
                </c:pt>
                <c:pt idx="34">
                  <c:v>0.38300337159104397</c:v>
                </c:pt>
                <c:pt idx="35">
                  <c:v>0.44391159246575901</c:v>
                </c:pt>
                <c:pt idx="36">
                  <c:v>0.57488644329570104</c:v>
                </c:pt>
                <c:pt idx="37">
                  <c:v>0.68356833645499604</c:v>
                </c:pt>
                <c:pt idx="38">
                  <c:v>0.79595638546278502</c:v>
                </c:pt>
                <c:pt idx="39">
                  <c:v>0.84420618322463303</c:v>
                </c:pt>
                <c:pt idx="40">
                  <c:v>0.83879467331671198</c:v>
                </c:pt>
                <c:pt idx="41">
                  <c:v>0.88038042045642095</c:v>
                </c:pt>
                <c:pt idx="42">
                  <c:v>1.2000134333821</c:v>
                </c:pt>
                <c:pt idx="43">
                  <c:v>1.99134553180713</c:v>
                </c:pt>
                <c:pt idx="44">
                  <c:v>2.37553315179925</c:v>
                </c:pt>
                <c:pt idx="45">
                  <c:v>2.5159947521202</c:v>
                </c:pt>
                <c:pt idx="46">
                  <c:v>2.6203590480539098</c:v>
                </c:pt>
                <c:pt idx="47">
                  <c:v>2.7321088151864799</c:v>
                </c:pt>
                <c:pt idx="48">
                  <c:v>3.2868839886737602</c:v>
                </c:pt>
                <c:pt idx="49">
                  <c:v>3.5642966789331001</c:v>
                </c:pt>
                <c:pt idx="50">
                  <c:v>3.7179778437659698</c:v>
                </c:pt>
                <c:pt idx="51">
                  <c:v>2.6061217727272199</c:v>
                </c:pt>
                <c:pt idx="52">
                  <c:v>5.8742340058851399</c:v>
                </c:pt>
                <c:pt idx="53">
                  <c:v>9.0169565703567898</c:v>
                </c:pt>
                <c:pt idx="54">
                  <c:v>12.257541496999099</c:v>
                </c:pt>
                <c:pt idx="55">
                  <c:v>16.7671467431833</c:v>
                </c:pt>
                <c:pt idx="56">
                  <c:v>21.453039240674201</c:v>
                </c:pt>
                <c:pt idx="57">
                  <c:v>26.404603196462499</c:v>
                </c:pt>
                <c:pt idx="58">
                  <c:v>31.579670124205801</c:v>
                </c:pt>
                <c:pt idx="59">
                  <c:v>36.604018655583097</c:v>
                </c:pt>
                <c:pt idx="60">
                  <c:v>42.8785418505366</c:v>
                </c:pt>
                <c:pt idx="61">
                  <c:v>49.567342817077197</c:v>
                </c:pt>
                <c:pt idx="62">
                  <c:v>58.313612630421403</c:v>
                </c:pt>
                <c:pt idx="63">
                  <c:v>69.527040437762906</c:v>
                </c:pt>
                <c:pt idx="64">
                  <c:v>80.302982268172698</c:v>
                </c:pt>
                <c:pt idx="65">
                  <c:v>90.312533011892995</c:v>
                </c:pt>
                <c:pt idx="66">
                  <c:v>101.56548285712999</c:v>
                </c:pt>
                <c:pt idx="67">
                  <c:v>110.603406640489</c:v>
                </c:pt>
                <c:pt idx="68">
                  <c:v>117.794189448691</c:v>
                </c:pt>
                <c:pt idx="69">
                  <c:v>124.452292231852</c:v>
                </c:pt>
                <c:pt idx="70">
                  <c:v>133.147844022264</c:v>
                </c:pt>
                <c:pt idx="71">
                  <c:v>142.14426015464201</c:v>
                </c:pt>
                <c:pt idx="72">
                  <c:v>152.44624319272501</c:v>
                </c:pt>
                <c:pt idx="73">
                  <c:v>160.65141365334401</c:v>
                </c:pt>
                <c:pt idx="74">
                  <c:v>168.879130213465</c:v>
                </c:pt>
                <c:pt idx="75">
                  <c:v>178.258986031749</c:v>
                </c:pt>
                <c:pt idx="76">
                  <c:v>191.29597315982599</c:v>
                </c:pt>
                <c:pt idx="77">
                  <c:v>205.32849320778601</c:v>
                </c:pt>
                <c:pt idx="78">
                  <c:v>219.429131989903</c:v>
                </c:pt>
                <c:pt idx="79">
                  <c:v>233.85363465938599</c:v>
                </c:pt>
                <c:pt idx="80">
                  <c:v>249.024681118828</c:v>
                </c:pt>
                <c:pt idx="81">
                  <c:v>266.44865609146501</c:v>
                </c:pt>
                <c:pt idx="82">
                  <c:v>284.41472839766902</c:v>
                </c:pt>
                <c:pt idx="83">
                  <c:v>301.26467144614497</c:v>
                </c:pt>
              </c:numCache>
            </c:numRef>
          </c:val>
          <c:smooth val="0"/>
        </c:ser>
        <c:dLbls>
          <c:showLegendKey val="0"/>
          <c:showVal val="0"/>
          <c:showCatName val="0"/>
          <c:showSerName val="0"/>
          <c:showPercent val="0"/>
          <c:showBubbleSize val="0"/>
        </c:dLbls>
        <c:marker val="1"/>
        <c:smooth val="0"/>
        <c:axId val="222250496"/>
        <c:axId val="222388992"/>
      </c:lineChart>
      <c:dateAx>
        <c:axId val="222250496"/>
        <c:scaling>
          <c:orientation val="minMax"/>
        </c:scaling>
        <c:delete val="0"/>
        <c:axPos val="b"/>
        <c:numFmt formatCode="m/d/yyyy" sourceLinked="1"/>
        <c:majorTickMark val="out"/>
        <c:minorTickMark val="none"/>
        <c:tickLblPos val="low"/>
        <c:crossAx val="222388992"/>
        <c:crosses val="autoZero"/>
        <c:auto val="1"/>
        <c:lblOffset val="100"/>
        <c:baseTimeUnit val="months"/>
      </c:dateAx>
      <c:valAx>
        <c:axId val="222388992"/>
        <c:scaling>
          <c:orientation val="minMax"/>
          <c:max val="600"/>
        </c:scaling>
        <c:delete val="0"/>
        <c:axPos val="l"/>
        <c:numFmt formatCode="General" sourceLinked="1"/>
        <c:majorTickMark val="out"/>
        <c:minorTickMark val="none"/>
        <c:tickLblPos val="nextTo"/>
        <c:crossAx val="222250496"/>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defTabSz="912925">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algn="r" defTabSz="912925">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defTabSz="912925">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algn="r" defTabSz="912925">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defTabSz="912925">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algn="r" defTabSz="912925">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6"/>
            <a:ext cx="5546725" cy="4147189"/>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defTabSz="912925">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algn="r" defTabSz="912925">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348"/>
            <a:fld id="{1FE077EC-684A-4FD9-A6C3-9AE90D8B81D6}" type="slidenum">
              <a:rPr lang="en-US" smtClean="0"/>
              <a:pPr defTabSz="911348"/>
              <a:t>1</a:t>
            </a:fld>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chart" Target="../charts/chart1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chart" Target="../charts/chart1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chart" Target="../charts/chart1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chart" Target="../charts/chart2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chart" Target="../charts/chart2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1562100" y="6084608"/>
            <a:ext cx="8129597" cy="749171"/>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2400" dirty="0" smtClean="0">
                <a:solidFill>
                  <a:srgbClr val="968880"/>
                </a:solidFill>
                <a:latin typeface="Calibri" pitchFamily="34" charset="0"/>
              </a:rPr>
              <a:t>Scale Database FNMA Update</a:t>
            </a:r>
            <a:endParaRPr lang="en-US" sz="2400" dirty="0" smtClean="0">
              <a:solidFill>
                <a:srgbClr val="968880"/>
              </a:solidFill>
              <a:latin typeface="Calibri" pitchFamily="34" charset="0"/>
            </a:endParaRPr>
          </a:p>
          <a:p>
            <a:pPr algn="r" defTabSz="1018586"/>
            <a:r>
              <a:rPr lang="en-US" dirty="0" smtClean="0">
                <a:solidFill>
                  <a:schemeClr val="tx2"/>
                </a:solidFill>
                <a:latin typeface="Calibri" pitchFamily="34" charset="0"/>
              </a:rPr>
              <a:t>Nov. 2016</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Brief Introduce</a:t>
            </a:r>
            <a:endParaRPr lang="en-US" dirty="0">
              <a:latin typeface="+mn-lt"/>
            </a:endParaRPr>
          </a:p>
        </p:txBody>
      </p:sp>
      <p:grpSp>
        <p:nvGrpSpPr>
          <p:cNvPr id="19" name="Group 18"/>
          <p:cNvGrpSpPr/>
          <p:nvPr/>
        </p:nvGrpSpPr>
        <p:grpSpPr>
          <a:xfrm>
            <a:off x="819356" y="1118116"/>
            <a:ext cx="8549586" cy="1179841"/>
            <a:chOff x="819356" y="1118116"/>
            <a:chExt cx="8549586" cy="1179841"/>
          </a:xfrm>
        </p:grpSpPr>
        <p:sp>
          <p:nvSpPr>
            <p:cNvPr id="20" name="Rectangle 19"/>
            <p:cNvSpPr/>
            <p:nvPr/>
          </p:nvSpPr>
          <p:spPr>
            <a:xfrm>
              <a:off x="819356" y="1118116"/>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1</a:t>
              </a:r>
              <a:endParaRPr lang="en-US" sz="1400" dirty="0"/>
            </a:p>
          </p:txBody>
        </p:sp>
        <p:cxnSp>
          <p:nvCxnSpPr>
            <p:cNvPr id="21" name="Straight Connector 20"/>
            <p:cNvCxnSpPr/>
            <p:nvPr/>
          </p:nvCxnSpPr>
          <p:spPr>
            <a:xfrm>
              <a:off x="819356" y="1720096"/>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1390855" y="1257300"/>
              <a:ext cx="4069080" cy="261610"/>
            </a:xfrm>
            <a:prstGeom prst="rect">
              <a:avLst/>
            </a:prstGeom>
            <a:noFill/>
          </p:spPr>
          <p:txBody>
            <a:bodyPr wrap="square" rtlCol="0">
              <a:spAutoFit/>
            </a:bodyPr>
            <a:lstStyle/>
            <a:p>
              <a:r>
                <a:rPr lang="en-US" sz="1100" b="1" dirty="0" smtClean="0">
                  <a:latin typeface="+mn-lt"/>
                </a:rPr>
                <a:t>St</a:t>
              </a:r>
              <a:r>
                <a:rPr lang="en-US" sz="1100" b="1" dirty="0" smtClean="0">
                  <a:latin typeface="+mn-lt"/>
                </a:rPr>
                <a:t>art from FHL Scale DB</a:t>
              </a:r>
              <a:endParaRPr lang="en-US" sz="1100" b="1" dirty="0">
                <a:latin typeface="+mn-lt"/>
              </a:endParaRPr>
            </a:p>
          </p:txBody>
        </p:sp>
        <p:sp>
          <p:nvSpPr>
            <p:cNvPr id="23" name="TextBox 22"/>
            <p:cNvSpPr txBox="1"/>
            <p:nvPr/>
          </p:nvSpPr>
          <p:spPr>
            <a:xfrm>
              <a:off x="819356" y="1867070"/>
              <a:ext cx="8549586" cy="430887"/>
            </a:xfrm>
            <a:prstGeom prst="rect">
              <a:avLst/>
            </a:prstGeom>
            <a:noFill/>
          </p:spPr>
          <p:txBody>
            <a:bodyPr wrap="square" rtlCol="0">
              <a:spAutoFit/>
            </a:bodyPr>
            <a:lstStyle/>
            <a:p>
              <a:pPr marL="285750" indent="-285750">
                <a:buFont typeface="Arial" panose="020B0604020202020204" pitchFamily="34" charset="0"/>
                <a:buChar char="•"/>
              </a:pPr>
              <a:r>
                <a:rPr lang="en-US" sz="1100" dirty="0" smtClean="0">
                  <a:latin typeface="+mn-lt"/>
                </a:rPr>
                <a:t>The </a:t>
              </a:r>
              <a:r>
                <a:rPr lang="en-US" sz="1100" dirty="0" smtClean="0">
                  <a:latin typeface="+mn-lt"/>
                </a:rPr>
                <a:t>starting point of building FNMA Scale DB is the similarity between FNMA and FHL data structure.</a:t>
              </a:r>
            </a:p>
            <a:p>
              <a:pPr marL="285750" indent="-285750">
                <a:buFont typeface="Arial" panose="020B0604020202020204" pitchFamily="34" charset="0"/>
                <a:buChar char="•"/>
              </a:pPr>
              <a:r>
                <a:rPr lang="en-US" sz="1100" dirty="0" smtClean="0">
                  <a:latin typeface="+mn-lt"/>
                </a:rPr>
                <a:t>So we built the baseline of FNMA Scale DB by using the same algorithm for FHL</a:t>
              </a:r>
            </a:p>
          </p:txBody>
        </p:sp>
      </p:grpSp>
      <p:grpSp>
        <p:nvGrpSpPr>
          <p:cNvPr id="24" name="Group 23"/>
          <p:cNvGrpSpPr/>
          <p:nvPr/>
        </p:nvGrpSpPr>
        <p:grpSpPr>
          <a:xfrm>
            <a:off x="819356" y="2529141"/>
            <a:ext cx="8549586" cy="1687673"/>
            <a:chOff x="819356" y="1118116"/>
            <a:chExt cx="8549586" cy="1687673"/>
          </a:xfrm>
        </p:grpSpPr>
        <p:sp>
          <p:nvSpPr>
            <p:cNvPr id="25" name="Rectangle 24"/>
            <p:cNvSpPr/>
            <p:nvPr/>
          </p:nvSpPr>
          <p:spPr>
            <a:xfrm>
              <a:off x="819356" y="1118116"/>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endParaRPr lang="en-US" sz="1400" dirty="0"/>
            </a:p>
          </p:txBody>
        </p:sp>
        <p:cxnSp>
          <p:nvCxnSpPr>
            <p:cNvPr id="26" name="Straight Connector 25"/>
            <p:cNvCxnSpPr/>
            <p:nvPr/>
          </p:nvCxnSpPr>
          <p:spPr>
            <a:xfrm>
              <a:off x="819356" y="1720096"/>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1390855" y="1257300"/>
              <a:ext cx="4069080" cy="261610"/>
            </a:xfrm>
            <a:prstGeom prst="rect">
              <a:avLst/>
            </a:prstGeom>
            <a:noFill/>
          </p:spPr>
          <p:txBody>
            <a:bodyPr wrap="square" rtlCol="0">
              <a:spAutoFit/>
            </a:bodyPr>
            <a:lstStyle/>
            <a:p>
              <a:r>
                <a:rPr lang="en-US" sz="1100" b="1" dirty="0" smtClean="0">
                  <a:latin typeface="+mn-lt"/>
                </a:rPr>
                <a:t>Difference between FHL and FNMA datasets</a:t>
              </a:r>
              <a:endParaRPr lang="en-US" sz="1100" b="1" dirty="0">
                <a:latin typeface="+mn-lt"/>
              </a:endParaRPr>
            </a:p>
          </p:txBody>
        </p:sp>
        <p:sp>
          <p:nvSpPr>
            <p:cNvPr id="28" name="TextBox 27"/>
            <p:cNvSpPr txBox="1"/>
            <p:nvPr/>
          </p:nvSpPr>
          <p:spPr>
            <a:xfrm>
              <a:off x="819356" y="1867070"/>
              <a:ext cx="8549586" cy="938719"/>
            </a:xfrm>
            <a:prstGeom prst="rect">
              <a:avLst/>
            </a:prstGeom>
            <a:noFill/>
          </p:spPr>
          <p:txBody>
            <a:bodyPr wrap="square" rtlCol="0">
              <a:spAutoFit/>
            </a:bodyPr>
            <a:lstStyle/>
            <a:p>
              <a:pPr marL="285750" indent="-285750">
                <a:buFont typeface="Arial" panose="020B0604020202020204" pitchFamily="34" charset="0"/>
                <a:buChar char="•"/>
              </a:pPr>
              <a:r>
                <a:rPr lang="en-US" sz="1100" dirty="0" smtClean="0">
                  <a:latin typeface="+mn-lt"/>
                </a:rPr>
                <a:t>Although FNMA and FHL have similar loan/pool level data structure, there are some difference between them.</a:t>
              </a:r>
            </a:p>
            <a:p>
              <a:pPr marL="285750" indent="-285750">
                <a:buFont typeface="Arial" panose="020B0604020202020204" pitchFamily="34" charset="0"/>
                <a:buChar char="•"/>
              </a:pPr>
              <a:r>
                <a:rPr lang="en-US" sz="1100" dirty="0" smtClean="0">
                  <a:latin typeface="+mn-lt"/>
                </a:rPr>
                <a:t>FNMA has very limited historical loan level data:</a:t>
              </a:r>
            </a:p>
            <a:p>
              <a:pPr lvl="1"/>
              <a:r>
                <a:rPr lang="en-US" sz="1100" dirty="0" smtClean="0">
                  <a:latin typeface="+mn-lt"/>
                </a:rPr>
                <a:t>FHL loan data starts from 2006-09, and a perfect coverage of high LTV loans; </a:t>
              </a:r>
              <a:r>
                <a:rPr lang="en-US" sz="1100" dirty="0" smtClean="0">
                  <a:latin typeface="+mn-lt"/>
                </a:rPr>
                <a:t>FNMA loan level data </a:t>
              </a:r>
              <a:r>
                <a:rPr lang="en-US" sz="1100" dirty="0">
                  <a:latin typeface="+mn-lt"/>
                </a:rPr>
                <a:t>starts from 2014-02, barely </a:t>
              </a:r>
              <a:r>
                <a:rPr lang="en-US" sz="1100" dirty="0" smtClean="0">
                  <a:latin typeface="+mn-lt"/>
                </a:rPr>
                <a:t>no coverage for all tickers.</a:t>
              </a:r>
            </a:p>
            <a:p>
              <a:pPr marL="285750" indent="-285750">
                <a:buFont typeface="Arial" panose="020B0604020202020204" pitchFamily="34" charset="0"/>
                <a:buChar char="•"/>
              </a:pPr>
              <a:r>
                <a:rPr lang="en-US" sz="1100" dirty="0" smtClean="0">
                  <a:latin typeface="+mn-lt"/>
                </a:rPr>
                <a:t>Distribution or aggregation calculation based on loan level data needs to be re-visit.</a:t>
              </a:r>
            </a:p>
          </p:txBody>
        </p:sp>
      </p:grpSp>
      <p:grpSp>
        <p:nvGrpSpPr>
          <p:cNvPr id="29" name="Group 28"/>
          <p:cNvGrpSpPr/>
          <p:nvPr/>
        </p:nvGrpSpPr>
        <p:grpSpPr>
          <a:xfrm>
            <a:off x="819356" y="4447999"/>
            <a:ext cx="8549586" cy="2703335"/>
            <a:chOff x="819356" y="1118116"/>
            <a:chExt cx="8549586" cy="2703335"/>
          </a:xfrm>
        </p:grpSpPr>
        <p:sp>
          <p:nvSpPr>
            <p:cNvPr id="30" name="Rectangle 29"/>
            <p:cNvSpPr/>
            <p:nvPr/>
          </p:nvSpPr>
          <p:spPr>
            <a:xfrm>
              <a:off x="819356" y="1118116"/>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3</a:t>
              </a:r>
              <a:endParaRPr lang="en-US" sz="1400" dirty="0"/>
            </a:p>
          </p:txBody>
        </p:sp>
        <p:cxnSp>
          <p:nvCxnSpPr>
            <p:cNvPr id="31" name="Straight Connector 30"/>
            <p:cNvCxnSpPr/>
            <p:nvPr/>
          </p:nvCxnSpPr>
          <p:spPr>
            <a:xfrm>
              <a:off x="819356" y="1720096"/>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1390855" y="1257300"/>
              <a:ext cx="4069080" cy="261610"/>
            </a:xfrm>
            <a:prstGeom prst="rect">
              <a:avLst/>
            </a:prstGeom>
            <a:noFill/>
          </p:spPr>
          <p:txBody>
            <a:bodyPr wrap="square" rtlCol="0">
              <a:spAutoFit/>
            </a:bodyPr>
            <a:lstStyle/>
            <a:p>
              <a:r>
                <a:rPr lang="en-US" sz="1100" b="1" dirty="0" smtClean="0">
                  <a:latin typeface="+mn-lt"/>
                </a:rPr>
                <a:t>Updates for FNMA Scale DB</a:t>
              </a:r>
              <a:endParaRPr lang="en-US" sz="1100" b="1" dirty="0">
                <a:latin typeface="+mn-lt"/>
              </a:endParaRPr>
            </a:p>
          </p:txBody>
        </p:sp>
        <p:sp>
          <p:nvSpPr>
            <p:cNvPr id="33" name="TextBox 32"/>
            <p:cNvSpPr txBox="1"/>
            <p:nvPr/>
          </p:nvSpPr>
          <p:spPr>
            <a:xfrm>
              <a:off x="819356" y="1867070"/>
              <a:ext cx="8549586" cy="1954381"/>
            </a:xfrm>
            <a:prstGeom prst="rect">
              <a:avLst/>
            </a:prstGeom>
            <a:noFill/>
          </p:spPr>
          <p:txBody>
            <a:bodyPr wrap="square" rtlCol="0">
              <a:spAutoFit/>
            </a:bodyPr>
            <a:lstStyle/>
            <a:p>
              <a:pPr marL="285750" indent="-285750">
                <a:buFont typeface="Arial" panose="020B0604020202020204" pitchFamily="34" charset="0"/>
                <a:buChar char="•"/>
              </a:pPr>
              <a:r>
                <a:rPr lang="en-US" sz="1100" dirty="0" smtClean="0">
                  <a:latin typeface="+mn-lt"/>
                </a:rPr>
                <a:t>Due to the lack of loan level data </a:t>
              </a:r>
              <a:r>
                <a:rPr lang="en-US" sz="1100" dirty="0" smtClean="0">
                  <a:latin typeface="+mn-lt"/>
                </a:rPr>
                <a:t>problem, </a:t>
              </a:r>
              <a:r>
                <a:rPr lang="en-US" sz="1100" dirty="0">
                  <a:latin typeface="+mn-lt"/>
                </a:rPr>
                <a:t>we </a:t>
              </a:r>
              <a:r>
                <a:rPr lang="en-US" sz="1100" dirty="0" smtClean="0">
                  <a:latin typeface="+mn-lt"/>
                </a:rPr>
                <a:t>examined and compared the FNMA Scale DB, and find out the fields that need to have some special handling. </a:t>
              </a:r>
            </a:p>
            <a:p>
              <a:pPr marL="285750" indent="-285750">
                <a:buFont typeface="Arial" panose="020B0604020202020204" pitchFamily="34" charset="0"/>
                <a:buChar char="•"/>
              </a:pPr>
              <a:r>
                <a:rPr lang="en-US" sz="1100" dirty="0" smtClean="0">
                  <a:latin typeface="+mn-lt"/>
                </a:rPr>
                <a:t>Modifications affected the following data:</a:t>
              </a:r>
            </a:p>
            <a:p>
              <a:pPr lvl="1" indent="0"/>
              <a:r>
                <a:rPr lang="en-US" sz="1100" dirty="0" smtClean="0">
                  <a:latin typeface="+mn-lt"/>
                </a:rPr>
                <a:t>1) Percent Delinquency</a:t>
              </a:r>
            </a:p>
            <a:p>
              <a:pPr lvl="1" indent="0"/>
              <a:r>
                <a:rPr lang="en-US" sz="1100" dirty="0" smtClean="0">
                  <a:latin typeface="+mn-lt"/>
                </a:rPr>
                <a:t>2) Percent </a:t>
              </a:r>
              <a:r>
                <a:rPr lang="en-US" sz="1100" dirty="0" err="1" smtClean="0">
                  <a:latin typeface="+mn-lt"/>
                </a:rPr>
                <a:t>HARPed</a:t>
              </a:r>
              <a:endParaRPr lang="en-US" sz="1100" dirty="0" smtClean="0">
                <a:latin typeface="+mn-lt"/>
              </a:endParaRPr>
            </a:p>
            <a:p>
              <a:pPr lvl="1" indent="0"/>
              <a:r>
                <a:rPr lang="en-US" sz="1100" dirty="0" smtClean="0">
                  <a:latin typeface="+mn-lt"/>
                </a:rPr>
                <a:t>3) Conventional Refinance Eligible % </a:t>
              </a:r>
            </a:p>
            <a:p>
              <a:pPr lvl="1" indent="0"/>
              <a:r>
                <a:rPr lang="en-US" sz="1100" dirty="0">
                  <a:latin typeface="+mn-lt"/>
                </a:rPr>
                <a:t> </a:t>
              </a:r>
              <a:r>
                <a:rPr lang="en-US" sz="1100" dirty="0" smtClean="0">
                  <a:latin typeface="+mn-lt"/>
                </a:rPr>
                <a:t>    FHA Refinance Eligible %</a:t>
              </a:r>
            </a:p>
            <a:p>
              <a:pPr lvl="1" indent="0"/>
              <a:r>
                <a:rPr lang="en-US" sz="1100" dirty="0" smtClean="0">
                  <a:latin typeface="+mn-lt"/>
                </a:rPr>
                <a:t>4) Mortgage Insurance Coverage Level</a:t>
              </a:r>
            </a:p>
            <a:p>
              <a:pPr lvl="1" indent="0"/>
              <a:r>
                <a:rPr lang="en-US" sz="1100" dirty="0" smtClean="0">
                  <a:latin typeface="+mn-lt"/>
                </a:rPr>
                <a:t>5) Origination PMI</a:t>
              </a:r>
            </a:p>
            <a:p>
              <a:pPr lvl="1" indent="0"/>
              <a:r>
                <a:rPr lang="en-US" sz="1100" dirty="0" smtClean="0">
                  <a:latin typeface="+mn-lt"/>
                </a:rPr>
                <a:t>6) Refinance Incentive</a:t>
              </a:r>
            </a:p>
            <a:p>
              <a:pPr lvl="1" indent="0"/>
              <a:r>
                <a:rPr lang="en-US" sz="1100" dirty="0" smtClean="0">
                  <a:latin typeface="+mn-lt"/>
                </a:rPr>
                <a:t>7) Burnout</a:t>
              </a:r>
              <a:endParaRPr lang="en-US" sz="1100" dirty="0">
                <a:latin typeface="+mn-lt"/>
              </a:endParaRPr>
            </a:p>
          </p:txBody>
        </p:sp>
      </p:grpSp>
    </p:spTree>
    <p:extLst>
      <p:ext uri="{BB962C8B-B14F-4D97-AF65-F5344CB8AC3E}">
        <p14:creationId xmlns:p14="http://schemas.microsoft.com/office/powerpoint/2010/main" val="15731656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1. </a:t>
            </a:r>
            <a:r>
              <a:rPr lang="en-US" sz="1600" dirty="0"/>
              <a:t>Percent Delinquency</a:t>
            </a:r>
            <a:r>
              <a:rPr lang="en-US" sz="1600" dirty="0">
                <a:latin typeface="+mn-lt"/>
              </a:rPr>
              <a:t> </a:t>
            </a:r>
            <a:br>
              <a:rPr lang="en-US" sz="1600" dirty="0">
                <a:latin typeface="+mn-lt"/>
              </a:rPr>
            </a:br>
            <a:r>
              <a:rPr lang="en-US" sz="1600" dirty="0">
                <a:latin typeface="+mn-lt"/>
              </a:rPr>
              <a:t>(1) Updated </a:t>
            </a:r>
            <a:r>
              <a:rPr lang="en-US" sz="1600" dirty="0" smtClean="0">
                <a:latin typeface="+mn-lt"/>
              </a:rPr>
              <a:t>the definition of Pct_DELQ90p</a:t>
            </a:r>
            <a:endParaRPr lang="en-US" dirty="0">
              <a:latin typeface="+mn-lt"/>
            </a:endParaRPr>
          </a:p>
        </p:txBody>
      </p:sp>
      <p:graphicFrame>
        <p:nvGraphicFramePr>
          <p:cNvPr id="18" name="Chart 17"/>
          <p:cNvGraphicFramePr>
            <a:graphicFrameLocks/>
          </p:cNvGraphicFramePr>
          <p:nvPr>
            <p:extLst>
              <p:ext uri="{D42A27DB-BD31-4B8C-83A1-F6EECF244321}">
                <p14:modId xmlns:p14="http://schemas.microsoft.com/office/powerpoint/2010/main" val="2249287771"/>
              </p:ext>
            </p:extLst>
          </p:nvPr>
        </p:nvGraphicFramePr>
        <p:xfrm>
          <a:off x="666893" y="2425220"/>
          <a:ext cx="3932608"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4" name="Chart 33"/>
          <p:cNvGraphicFramePr>
            <a:graphicFrameLocks/>
          </p:cNvGraphicFramePr>
          <p:nvPr>
            <p:extLst>
              <p:ext uri="{D42A27DB-BD31-4B8C-83A1-F6EECF244321}">
                <p14:modId xmlns:p14="http://schemas.microsoft.com/office/powerpoint/2010/main" val="4069569917"/>
              </p:ext>
            </p:extLst>
          </p:nvPr>
        </p:nvGraphicFramePr>
        <p:xfrm>
          <a:off x="5403898" y="2425220"/>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p:cNvSpPr txBox="1"/>
          <p:nvPr/>
        </p:nvSpPr>
        <p:spPr>
          <a:xfrm>
            <a:off x="565481" y="5991380"/>
            <a:ext cx="4400121" cy="1107996"/>
          </a:xfrm>
          <a:prstGeom prst="rect">
            <a:avLst/>
          </a:prstGeom>
          <a:noFill/>
        </p:spPr>
        <p:txBody>
          <a:bodyPr wrap="square" rtlCol="0">
            <a:spAutoFit/>
          </a:bodyPr>
          <a:lstStyle/>
          <a:p>
            <a:r>
              <a:rPr lang="en-US" sz="1100" dirty="0" smtClean="0">
                <a:latin typeface="+mn-lt"/>
              </a:rPr>
              <a:t>Previous </a:t>
            </a:r>
            <a:r>
              <a:rPr lang="en-US" sz="1100" dirty="0">
                <a:latin typeface="+mn-lt"/>
              </a:rPr>
              <a:t>setup of delinquency status for credit performance loans are:</a:t>
            </a:r>
          </a:p>
          <a:p>
            <a:r>
              <a:rPr lang="en-US" sz="1100" dirty="0">
                <a:latin typeface="+mn-lt"/>
              </a:rPr>
              <a:t>('C') as </a:t>
            </a:r>
            <a:r>
              <a:rPr lang="en-US" sz="1100" dirty="0" err="1">
                <a:latin typeface="+mn-lt"/>
              </a:rPr>
              <a:t>Pct_CURRENT</a:t>
            </a:r>
            <a:endParaRPr lang="en-US" sz="1100" dirty="0">
              <a:latin typeface="+mn-lt"/>
            </a:endParaRPr>
          </a:p>
          <a:p>
            <a:r>
              <a:rPr lang="en-US" sz="1100" dirty="0">
                <a:latin typeface="+mn-lt"/>
              </a:rPr>
              <a:t>('1')  as Pct_DQ30,</a:t>
            </a:r>
          </a:p>
          <a:p>
            <a:r>
              <a:rPr lang="en-US" sz="1100" dirty="0">
                <a:latin typeface="+mn-lt"/>
              </a:rPr>
              <a:t>('2')  as Pct_DQ60,</a:t>
            </a:r>
          </a:p>
          <a:p>
            <a:r>
              <a:rPr lang="en-US" sz="1100" b="1" dirty="0">
                <a:latin typeface="+mn-lt"/>
              </a:rPr>
              <a:t>status not in ('C','1','2','REO','X','XX')</a:t>
            </a:r>
            <a:r>
              <a:rPr lang="en-US" sz="1100" dirty="0">
                <a:latin typeface="+mn-lt"/>
              </a:rPr>
              <a:t> as </a:t>
            </a:r>
            <a:r>
              <a:rPr lang="en-US" sz="1100" dirty="0" smtClean="0">
                <a:latin typeface="+mn-lt"/>
              </a:rPr>
              <a:t>Pct_DELQ90p,</a:t>
            </a:r>
          </a:p>
          <a:p>
            <a:r>
              <a:rPr lang="en-US" sz="1100" dirty="0">
                <a:latin typeface="+mn-lt"/>
              </a:rPr>
              <a:t>total universe balance </a:t>
            </a:r>
            <a:r>
              <a:rPr lang="en-US" sz="1100" dirty="0" smtClean="0">
                <a:latin typeface="+mn-lt"/>
              </a:rPr>
              <a:t>covers </a:t>
            </a:r>
            <a:r>
              <a:rPr lang="en-US" sz="1100" b="1" dirty="0" smtClean="0">
                <a:latin typeface="+mn-lt"/>
              </a:rPr>
              <a:t>all the loans</a:t>
            </a:r>
            <a:endParaRPr lang="en-US" sz="1100" b="1" dirty="0">
              <a:latin typeface="+mn-lt"/>
            </a:endParaRPr>
          </a:p>
        </p:txBody>
      </p:sp>
      <p:sp>
        <p:nvSpPr>
          <p:cNvPr id="35" name="TextBox 34"/>
          <p:cNvSpPr txBox="1"/>
          <p:nvPr/>
        </p:nvSpPr>
        <p:spPr>
          <a:xfrm>
            <a:off x="5443596" y="6008222"/>
            <a:ext cx="4400121" cy="1107996"/>
          </a:xfrm>
          <a:prstGeom prst="rect">
            <a:avLst/>
          </a:prstGeom>
          <a:noFill/>
        </p:spPr>
        <p:txBody>
          <a:bodyPr wrap="square" rtlCol="0">
            <a:spAutoFit/>
          </a:bodyPr>
          <a:lstStyle/>
          <a:p>
            <a:r>
              <a:rPr lang="en-US" sz="1100" dirty="0">
                <a:latin typeface="+mn-lt"/>
              </a:rPr>
              <a:t>N</a:t>
            </a:r>
            <a:r>
              <a:rPr lang="en-US" sz="1100" dirty="0" smtClean="0">
                <a:latin typeface="+mn-lt"/>
              </a:rPr>
              <a:t>ew definitions are </a:t>
            </a:r>
            <a:r>
              <a:rPr lang="en-US" sz="1100" dirty="0">
                <a:latin typeface="+mn-lt"/>
              </a:rPr>
              <a:t>as follow:</a:t>
            </a:r>
          </a:p>
          <a:p>
            <a:r>
              <a:rPr lang="en-US" sz="1100" dirty="0">
                <a:latin typeface="+mn-lt"/>
              </a:rPr>
              <a:t>('C') as </a:t>
            </a:r>
            <a:r>
              <a:rPr lang="en-US" sz="1100" dirty="0" err="1">
                <a:latin typeface="+mn-lt"/>
              </a:rPr>
              <a:t>Pct_CURRENT</a:t>
            </a:r>
            <a:endParaRPr lang="en-US" sz="1100" dirty="0">
              <a:latin typeface="+mn-lt"/>
            </a:endParaRPr>
          </a:p>
          <a:p>
            <a:r>
              <a:rPr lang="en-US" sz="1100" dirty="0">
                <a:latin typeface="+mn-lt"/>
              </a:rPr>
              <a:t>('1')  as Pct_DQ30,</a:t>
            </a:r>
          </a:p>
          <a:p>
            <a:r>
              <a:rPr lang="en-US" sz="1100" dirty="0">
                <a:latin typeface="+mn-lt"/>
              </a:rPr>
              <a:t>('2')  as Pct_DQ60,</a:t>
            </a:r>
          </a:p>
          <a:p>
            <a:r>
              <a:rPr lang="en-US" sz="1100" b="1" dirty="0">
                <a:latin typeface="+mn-lt"/>
              </a:rPr>
              <a:t>('3','4') </a:t>
            </a:r>
            <a:r>
              <a:rPr lang="en-US" sz="1100" dirty="0">
                <a:latin typeface="+mn-lt"/>
              </a:rPr>
              <a:t>as </a:t>
            </a:r>
            <a:r>
              <a:rPr lang="en-US" sz="1100" dirty="0" smtClean="0">
                <a:latin typeface="+mn-lt"/>
              </a:rPr>
              <a:t>Pct_DELQ90p,</a:t>
            </a:r>
            <a:endParaRPr lang="en-US" sz="1100" dirty="0">
              <a:latin typeface="+mn-lt"/>
            </a:endParaRPr>
          </a:p>
          <a:p>
            <a:r>
              <a:rPr lang="en-US" sz="1100" dirty="0">
                <a:latin typeface="+mn-lt"/>
              </a:rPr>
              <a:t>total universe balance is </a:t>
            </a:r>
            <a:r>
              <a:rPr lang="en-US" sz="1100" b="1" dirty="0">
                <a:latin typeface="+mn-lt"/>
              </a:rPr>
              <a:t>loans with </a:t>
            </a:r>
            <a:r>
              <a:rPr lang="en-US" sz="1100" b="1" dirty="0" err="1">
                <a:latin typeface="+mn-lt"/>
              </a:rPr>
              <a:t>endStatus</a:t>
            </a:r>
            <a:r>
              <a:rPr lang="en-US" sz="1100" b="1" dirty="0">
                <a:latin typeface="+mn-lt"/>
              </a:rPr>
              <a:t> IN ('C','1','2','3','4')</a:t>
            </a:r>
          </a:p>
        </p:txBody>
      </p:sp>
      <p:sp>
        <p:nvSpPr>
          <p:cNvPr id="36" name="TextBox 35"/>
          <p:cNvSpPr txBox="1"/>
          <p:nvPr/>
        </p:nvSpPr>
        <p:spPr>
          <a:xfrm>
            <a:off x="504181" y="1159269"/>
            <a:ext cx="9072956" cy="1107996"/>
          </a:xfrm>
          <a:prstGeom prst="rect">
            <a:avLst/>
          </a:prstGeom>
          <a:noFill/>
        </p:spPr>
        <p:txBody>
          <a:bodyPr wrap="square" rtlCol="0">
            <a:spAutoFit/>
          </a:bodyPr>
          <a:lstStyle/>
          <a:p>
            <a:r>
              <a:rPr lang="en-US" sz="1100" dirty="0" smtClean="0">
                <a:latin typeface="+mn-lt"/>
              </a:rPr>
              <a:t>Our previous definition for Delq90Plus </a:t>
            </a:r>
            <a:r>
              <a:rPr lang="en-US" sz="1100" dirty="0">
                <a:latin typeface="+mn-lt"/>
              </a:rPr>
              <a:t>will potentially include all the loans that have been bought out after DQ120. We need to notice that the delinquent loans with 120+ will still be in the credit performance database but will be removed from the FHL pool delinquency distribution database. So the percentage of total delinquent loan balance will be much higher in the credit loan DB</a:t>
            </a:r>
            <a:r>
              <a:rPr lang="en-US" sz="1100" dirty="0" smtClean="0">
                <a:latin typeface="+mn-lt"/>
              </a:rPr>
              <a:t>.</a:t>
            </a:r>
          </a:p>
          <a:p>
            <a:endParaRPr lang="en-US" sz="1100" dirty="0">
              <a:latin typeface="+mn-lt"/>
            </a:endParaRPr>
          </a:p>
          <a:p>
            <a:r>
              <a:rPr lang="en-US" sz="1100" dirty="0">
                <a:latin typeface="+mn-lt"/>
              </a:rPr>
              <a:t>In order to make them comparable, we need to ignore the loans with 120+, or REO/foreclosure delinquency status. And only calculate loans with status in ('C','1','2','3','4</a:t>
            </a:r>
            <a:r>
              <a:rPr lang="en-US" sz="1100" dirty="0" smtClean="0">
                <a:latin typeface="+mn-lt"/>
              </a:rPr>
              <a:t>'). This update will bring the delinquency estimation from credit performance data to a reliable level.</a:t>
            </a:r>
            <a:endParaRPr lang="en-US" sz="1100" dirty="0">
              <a:latin typeface="+mn-lt"/>
            </a:endParaRPr>
          </a:p>
        </p:txBody>
      </p:sp>
      <p:sp>
        <p:nvSpPr>
          <p:cNvPr id="4" name="Isosceles Triangle 3"/>
          <p:cNvSpPr/>
          <p:nvPr/>
        </p:nvSpPr>
        <p:spPr>
          <a:xfrm rot="5400000">
            <a:off x="4138860" y="400823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own Arrow 36"/>
          <p:cNvSpPr/>
          <p:nvPr/>
        </p:nvSpPr>
        <p:spPr>
          <a:xfrm>
            <a:off x="3664475" y="4262617"/>
            <a:ext cx="233757" cy="577515"/>
          </a:xfrm>
          <a:prstGeom prst="downArrow">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33214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1. </a:t>
            </a:r>
            <a:r>
              <a:rPr lang="en-US" sz="1600" dirty="0"/>
              <a:t>Percent Delinquency</a:t>
            </a:r>
            <a:r>
              <a:rPr lang="en-US" sz="1600" dirty="0">
                <a:latin typeface="+mn-lt"/>
              </a:rPr>
              <a:t> </a:t>
            </a:r>
            <a:br>
              <a:rPr lang="en-US" sz="1600" dirty="0">
                <a:latin typeface="+mn-lt"/>
              </a:rPr>
            </a:br>
            <a:r>
              <a:rPr lang="en-US" sz="1600" dirty="0" smtClean="0">
                <a:latin typeface="+mn-lt"/>
              </a:rPr>
              <a:t>(2) </a:t>
            </a:r>
            <a:r>
              <a:rPr lang="en-US" sz="1600" dirty="0">
                <a:latin typeface="+mn-lt"/>
              </a:rPr>
              <a:t>Used a higher level of bucketing to fill the further history</a:t>
            </a:r>
            <a:endParaRPr lang="en-US" dirty="0">
              <a:latin typeface="+mn-lt"/>
            </a:endParaRPr>
          </a:p>
        </p:txBody>
      </p:sp>
      <p:sp>
        <p:nvSpPr>
          <p:cNvPr id="36" name="TextBox 35"/>
          <p:cNvSpPr txBox="1"/>
          <p:nvPr/>
        </p:nvSpPr>
        <p:spPr>
          <a:xfrm>
            <a:off x="504181" y="1159269"/>
            <a:ext cx="9072956" cy="938719"/>
          </a:xfrm>
          <a:prstGeom prst="rect">
            <a:avLst/>
          </a:prstGeom>
          <a:noFill/>
        </p:spPr>
        <p:txBody>
          <a:bodyPr wrap="square" rtlCol="0">
            <a:spAutoFit/>
          </a:bodyPr>
          <a:lstStyle/>
          <a:p>
            <a:r>
              <a:rPr lang="en-US" sz="1100" dirty="0" smtClean="0">
                <a:latin typeface="+mn-lt"/>
              </a:rPr>
              <a:t>The credit loan performance data will give us a good coverage. But the credit data only starts from 1999-03. For the period between 1994 to 1999, we still need to find a way to populate the series.</a:t>
            </a:r>
          </a:p>
          <a:p>
            <a:endParaRPr lang="en-US" sz="1100" dirty="0" smtClean="0">
              <a:latin typeface="+mn-lt"/>
            </a:endParaRPr>
          </a:p>
          <a:p>
            <a:r>
              <a:rPr lang="en-US" sz="1100" dirty="0" smtClean="0">
                <a:latin typeface="+mn-lt"/>
              </a:rPr>
              <a:t>Here, instead of using </a:t>
            </a:r>
            <a:r>
              <a:rPr lang="en-US" sz="1100" dirty="0" err="1" smtClean="0">
                <a:latin typeface="+mn-lt"/>
              </a:rPr>
              <a:t>asof</a:t>
            </a:r>
            <a:r>
              <a:rPr lang="en-US" sz="1100" dirty="0">
                <a:latin typeface="+mn-lt"/>
              </a:rPr>
              <a:t>, ticker, </a:t>
            </a:r>
            <a:r>
              <a:rPr lang="en-US" sz="1100" dirty="0" err="1">
                <a:latin typeface="+mn-lt"/>
              </a:rPr>
              <a:t>cltv</a:t>
            </a:r>
            <a:r>
              <a:rPr lang="en-US" sz="1100" dirty="0">
                <a:latin typeface="+mn-lt"/>
              </a:rPr>
              <a:t> and </a:t>
            </a:r>
            <a:r>
              <a:rPr lang="en-US" sz="1100" dirty="0" err="1">
                <a:latin typeface="+mn-lt"/>
              </a:rPr>
              <a:t>wala</a:t>
            </a:r>
            <a:r>
              <a:rPr lang="en-US" sz="1100" dirty="0">
                <a:latin typeface="+mn-lt"/>
              </a:rPr>
              <a:t> to </a:t>
            </a:r>
            <a:r>
              <a:rPr lang="en-US" sz="1100" dirty="0" smtClean="0">
                <a:latin typeface="+mn-lt"/>
              </a:rPr>
              <a:t>do the mapping in step 1, we use </a:t>
            </a:r>
            <a:r>
              <a:rPr lang="en-US" sz="1100" dirty="0">
                <a:latin typeface="+mn-lt"/>
              </a:rPr>
              <a:t>only ticker, </a:t>
            </a:r>
            <a:r>
              <a:rPr lang="en-US" sz="1100" dirty="0" err="1">
                <a:latin typeface="+mn-lt"/>
              </a:rPr>
              <a:t>cltv</a:t>
            </a:r>
            <a:r>
              <a:rPr lang="en-US" sz="1100" dirty="0">
                <a:latin typeface="+mn-lt"/>
              </a:rPr>
              <a:t> and </a:t>
            </a:r>
            <a:r>
              <a:rPr lang="en-US" sz="1100" dirty="0" err="1">
                <a:latin typeface="+mn-lt"/>
              </a:rPr>
              <a:t>wala</a:t>
            </a:r>
            <a:r>
              <a:rPr lang="en-US" sz="1100" dirty="0">
                <a:latin typeface="+mn-lt"/>
              </a:rPr>
              <a:t> to backfill the part we don't have credit loan performance information</a:t>
            </a:r>
            <a:r>
              <a:rPr lang="en-US" sz="1100" dirty="0" smtClean="0">
                <a:latin typeface="+mn-lt"/>
              </a:rPr>
              <a:t>. So it’s an average number despite </a:t>
            </a:r>
            <a:r>
              <a:rPr lang="en-US" sz="1100" dirty="0" err="1" smtClean="0">
                <a:latin typeface="+mn-lt"/>
              </a:rPr>
              <a:t>asof</a:t>
            </a:r>
            <a:r>
              <a:rPr lang="en-US" sz="1100" dirty="0" smtClean="0">
                <a:latin typeface="+mn-lt"/>
              </a:rPr>
              <a:t> changes.</a:t>
            </a:r>
            <a:endParaRPr lang="en-US" sz="1100" dirty="0">
              <a:latin typeface="+mn-lt"/>
            </a:endParaRPr>
          </a:p>
        </p:txBody>
      </p:sp>
      <p:sp>
        <p:nvSpPr>
          <p:cNvPr id="4" name="Isosceles Triangle 3"/>
          <p:cNvSpPr/>
          <p:nvPr/>
        </p:nvSpPr>
        <p:spPr>
          <a:xfrm rot="5400000">
            <a:off x="4138860" y="400823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hart 5"/>
          <p:cNvGraphicFramePr/>
          <p:nvPr>
            <p:extLst>
              <p:ext uri="{D42A27DB-BD31-4B8C-83A1-F6EECF244321}">
                <p14:modId xmlns:p14="http://schemas.microsoft.com/office/powerpoint/2010/main" val="1642112605"/>
              </p:ext>
            </p:extLst>
          </p:nvPr>
        </p:nvGraphicFramePr>
        <p:xfrm>
          <a:off x="672623" y="227072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p:cNvGraphicFramePr/>
          <p:nvPr>
            <p:extLst>
              <p:ext uri="{D42A27DB-BD31-4B8C-83A1-F6EECF244321}">
                <p14:modId xmlns:p14="http://schemas.microsoft.com/office/powerpoint/2010/main" val="3406054904"/>
              </p:ext>
            </p:extLst>
          </p:nvPr>
        </p:nvGraphicFramePr>
        <p:xfrm>
          <a:off x="5300770" y="2305942"/>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Oval 6"/>
          <p:cNvSpPr/>
          <p:nvPr/>
        </p:nvSpPr>
        <p:spPr>
          <a:xfrm>
            <a:off x="617621" y="4915765"/>
            <a:ext cx="1603064" cy="515639"/>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70017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1. </a:t>
            </a:r>
            <a:r>
              <a:rPr lang="en-US" sz="1600" dirty="0"/>
              <a:t>Percent Delinquency</a:t>
            </a:r>
            <a:r>
              <a:rPr lang="en-US" sz="1600" dirty="0">
                <a:latin typeface="+mn-lt"/>
              </a:rPr>
              <a:t> </a:t>
            </a:r>
            <a:br>
              <a:rPr lang="en-US" sz="1600" dirty="0">
                <a:latin typeface="+mn-lt"/>
              </a:rPr>
            </a:br>
            <a:r>
              <a:rPr lang="en-US" sz="1600" dirty="0">
                <a:latin typeface="+mn-lt"/>
              </a:rPr>
              <a:t>(3) For CQs/CRs, switched the data mapping source to FHL</a:t>
            </a:r>
            <a:endParaRPr lang="en-US" dirty="0">
              <a:latin typeface="+mn-lt"/>
            </a:endParaRPr>
          </a:p>
        </p:txBody>
      </p:sp>
      <p:sp>
        <p:nvSpPr>
          <p:cNvPr id="36" name="TextBox 35"/>
          <p:cNvSpPr txBox="1"/>
          <p:nvPr/>
        </p:nvSpPr>
        <p:spPr>
          <a:xfrm>
            <a:off x="429124" y="1503029"/>
            <a:ext cx="9072956" cy="430887"/>
          </a:xfrm>
          <a:prstGeom prst="rect">
            <a:avLst/>
          </a:prstGeom>
          <a:noFill/>
        </p:spPr>
        <p:txBody>
          <a:bodyPr wrap="square" rtlCol="0">
            <a:spAutoFit/>
          </a:bodyPr>
          <a:lstStyle/>
          <a:p>
            <a:r>
              <a:rPr lang="en-US" sz="1100" dirty="0">
                <a:latin typeface="+mn-lt"/>
              </a:rPr>
              <a:t>For CQs/CRs, switched the data mapping source to FHL loans/pools instead of credit performance data</a:t>
            </a:r>
          </a:p>
          <a:p>
            <a:r>
              <a:rPr lang="en-US" sz="1100" dirty="0">
                <a:latin typeface="+mn-lt"/>
              </a:rPr>
              <a:t>As the credit performance data only has the </a:t>
            </a:r>
            <a:r>
              <a:rPr lang="en-US" sz="1100" b="1" dirty="0">
                <a:latin typeface="+mn-lt"/>
              </a:rPr>
              <a:t>fully documented loans</a:t>
            </a:r>
            <a:r>
              <a:rPr lang="en-US" sz="1100" dirty="0">
                <a:latin typeface="+mn-lt"/>
              </a:rPr>
              <a:t>, the estimation for the same CLTV level would be too high for </a:t>
            </a:r>
            <a:r>
              <a:rPr lang="en-US" sz="1100" dirty="0" smtClean="0">
                <a:latin typeface="+mn-lt"/>
              </a:rPr>
              <a:t>CQ/CR.</a:t>
            </a:r>
            <a:endParaRPr lang="en-US" sz="1100" dirty="0">
              <a:latin typeface="+mn-lt"/>
            </a:endParaRPr>
          </a:p>
        </p:txBody>
      </p:sp>
      <p:sp>
        <p:nvSpPr>
          <p:cNvPr id="4" name="Isosceles Triangle 3"/>
          <p:cNvSpPr/>
          <p:nvPr/>
        </p:nvSpPr>
        <p:spPr>
          <a:xfrm rot="5400000">
            <a:off x="4138860" y="400823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hart 5"/>
          <p:cNvGraphicFramePr/>
          <p:nvPr>
            <p:extLst>
              <p:ext uri="{D42A27DB-BD31-4B8C-83A1-F6EECF244321}">
                <p14:modId xmlns:p14="http://schemas.microsoft.com/office/powerpoint/2010/main" val="2809430949"/>
              </p:ext>
            </p:extLst>
          </p:nvPr>
        </p:nvGraphicFramePr>
        <p:xfrm>
          <a:off x="672623" y="227072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p:cNvGraphicFramePr/>
          <p:nvPr>
            <p:extLst>
              <p:ext uri="{D42A27DB-BD31-4B8C-83A1-F6EECF244321}">
                <p14:modId xmlns:p14="http://schemas.microsoft.com/office/powerpoint/2010/main" val="801587289"/>
              </p:ext>
            </p:extLst>
          </p:nvPr>
        </p:nvGraphicFramePr>
        <p:xfrm>
          <a:off x="5300770" y="2305942"/>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8" name="Down Arrow 7"/>
          <p:cNvSpPr/>
          <p:nvPr/>
        </p:nvSpPr>
        <p:spPr>
          <a:xfrm>
            <a:off x="3520097" y="3966983"/>
            <a:ext cx="378136" cy="790647"/>
          </a:xfrm>
          <a:prstGeom prst="downArrow">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48513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1. </a:t>
            </a:r>
            <a:r>
              <a:rPr lang="en-US" sz="1600" dirty="0"/>
              <a:t>Percent Delinquency</a:t>
            </a:r>
            <a:r>
              <a:rPr lang="en-US" sz="1600" dirty="0">
                <a:latin typeface="+mn-lt"/>
              </a:rPr>
              <a:t> </a:t>
            </a:r>
            <a:br>
              <a:rPr lang="en-US" sz="1600" dirty="0">
                <a:latin typeface="+mn-lt"/>
              </a:rPr>
            </a:br>
            <a:r>
              <a:rPr lang="en-US" sz="1600" dirty="0">
                <a:latin typeface="+mn-lt"/>
              </a:rPr>
              <a:t>(4) Added special handling for CQs at the beginning</a:t>
            </a:r>
            <a:endParaRPr lang="en-US" dirty="0">
              <a:latin typeface="+mn-lt"/>
            </a:endParaRPr>
          </a:p>
        </p:txBody>
      </p:sp>
      <p:sp>
        <p:nvSpPr>
          <p:cNvPr id="36" name="TextBox 35"/>
          <p:cNvSpPr txBox="1"/>
          <p:nvPr/>
        </p:nvSpPr>
        <p:spPr>
          <a:xfrm>
            <a:off x="429124" y="1503029"/>
            <a:ext cx="9072956" cy="430887"/>
          </a:xfrm>
          <a:prstGeom prst="rect">
            <a:avLst/>
          </a:prstGeom>
          <a:noFill/>
        </p:spPr>
        <p:txBody>
          <a:bodyPr wrap="square" rtlCol="0">
            <a:spAutoFit/>
          </a:bodyPr>
          <a:lstStyle/>
          <a:p>
            <a:r>
              <a:rPr lang="en-US" sz="1100" dirty="0">
                <a:latin typeface="+mn-lt"/>
              </a:rPr>
              <a:t>After the update in (3), there is a problem before 2011 where we don't have enough loan level data for FGU6. So </a:t>
            </a:r>
            <a:r>
              <a:rPr lang="en-US" sz="1100" dirty="0" smtClean="0">
                <a:latin typeface="+mn-lt"/>
              </a:rPr>
              <a:t>we </a:t>
            </a:r>
            <a:r>
              <a:rPr lang="en-US" sz="1100" dirty="0">
                <a:latin typeface="+mn-lt"/>
              </a:rPr>
              <a:t>used the actual data from 2011 to 2016 to build a mapping table, and backfilled the series.</a:t>
            </a:r>
          </a:p>
        </p:txBody>
      </p:sp>
      <p:sp>
        <p:nvSpPr>
          <p:cNvPr id="4" name="Isosceles Triangle 3"/>
          <p:cNvSpPr/>
          <p:nvPr/>
        </p:nvSpPr>
        <p:spPr>
          <a:xfrm rot="5400000">
            <a:off x="4138860" y="400823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hart 5"/>
          <p:cNvGraphicFramePr/>
          <p:nvPr>
            <p:extLst>
              <p:ext uri="{D42A27DB-BD31-4B8C-83A1-F6EECF244321}">
                <p14:modId xmlns:p14="http://schemas.microsoft.com/office/powerpoint/2010/main" val="2460836613"/>
              </p:ext>
            </p:extLst>
          </p:nvPr>
        </p:nvGraphicFramePr>
        <p:xfrm>
          <a:off x="672623" y="227072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p:cNvGraphicFramePr/>
          <p:nvPr>
            <p:extLst>
              <p:ext uri="{D42A27DB-BD31-4B8C-83A1-F6EECF244321}">
                <p14:modId xmlns:p14="http://schemas.microsoft.com/office/powerpoint/2010/main" val="1425484947"/>
              </p:ext>
            </p:extLst>
          </p:nvPr>
        </p:nvGraphicFramePr>
        <p:xfrm>
          <a:off x="5300770" y="2305942"/>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509908" y="5979922"/>
            <a:ext cx="9072956" cy="261610"/>
          </a:xfrm>
          <a:prstGeom prst="rect">
            <a:avLst/>
          </a:prstGeom>
          <a:noFill/>
        </p:spPr>
        <p:txBody>
          <a:bodyPr wrap="square" rtlCol="0">
            <a:spAutoFit/>
          </a:bodyPr>
          <a:lstStyle/>
          <a:p>
            <a:r>
              <a:rPr lang="en-US" sz="1100" dirty="0">
                <a:latin typeface="+mn-lt"/>
              </a:rPr>
              <a:t>For issue (4), I made the update on FGU6 as well.</a:t>
            </a:r>
          </a:p>
        </p:txBody>
      </p:sp>
    </p:spTree>
    <p:extLst>
      <p:ext uri="{BB962C8B-B14F-4D97-AF65-F5344CB8AC3E}">
        <p14:creationId xmlns:p14="http://schemas.microsoft.com/office/powerpoint/2010/main" val="3849413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1. </a:t>
            </a:r>
            <a:r>
              <a:rPr lang="en-US" sz="1600" dirty="0"/>
              <a:t>Percent </a:t>
            </a:r>
            <a:r>
              <a:rPr lang="en-US" sz="1600" dirty="0" smtClean="0"/>
              <a:t>Delinquency</a:t>
            </a:r>
            <a:br>
              <a:rPr lang="en-US" sz="1600" dirty="0" smtClean="0"/>
            </a:br>
            <a:r>
              <a:rPr lang="en-US" sz="1600" dirty="0" smtClean="0"/>
              <a:t>Summary</a:t>
            </a:r>
            <a:r>
              <a:rPr lang="en-US" sz="1600" dirty="0" smtClean="0">
                <a:latin typeface="+mn-lt"/>
              </a:rPr>
              <a:t> </a:t>
            </a:r>
            <a:r>
              <a:rPr lang="en-US" sz="1600" dirty="0">
                <a:latin typeface="+mn-lt"/>
              </a:rPr>
              <a:t/>
            </a:r>
            <a:br>
              <a:rPr lang="en-US" sz="1600" dirty="0">
                <a:latin typeface="+mn-lt"/>
              </a:rPr>
            </a:br>
            <a:endParaRPr lang="en-US" dirty="0">
              <a:latin typeface="+mn-lt"/>
            </a:endParaRPr>
          </a:p>
        </p:txBody>
      </p:sp>
      <p:sp>
        <p:nvSpPr>
          <p:cNvPr id="36" name="TextBox 35"/>
          <p:cNvSpPr txBox="1"/>
          <p:nvPr/>
        </p:nvSpPr>
        <p:spPr>
          <a:xfrm>
            <a:off x="504181" y="2013688"/>
            <a:ext cx="9072956" cy="1384995"/>
          </a:xfrm>
          <a:prstGeom prst="rect">
            <a:avLst/>
          </a:prstGeom>
          <a:noFill/>
        </p:spPr>
        <p:txBody>
          <a:bodyPr wrap="square" rtlCol="0">
            <a:spAutoFit/>
          </a:bodyPr>
          <a:lstStyle/>
          <a:p>
            <a:r>
              <a:rPr lang="en-US" sz="1400" dirty="0" smtClean="0">
                <a:latin typeface="+mn-lt"/>
              </a:rPr>
              <a:t>Updates for the FNMA Percent Delinquency takes four steps:</a:t>
            </a:r>
          </a:p>
          <a:p>
            <a:pPr marL="228600" indent="-228600">
              <a:buFont typeface="+mj-lt"/>
              <a:buAutoNum type="arabicParenR"/>
            </a:pPr>
            <a:endParaRPr lang="en-US" sz="1400" dirty="0">
              <a:latin typeface="+mn-lt"/>
            </a:endParaRPr>
          </a:p>
          <a:p>
            <a:pPr marL="228600" indent="-228600">
              <a:buFont typeface="+mj-lt"/>
              <a:buAutoNum type="arabicParenR"/>
            </a:pPr>
            <a:r>
              <a:rPr lang="en-US" sz="1400" dirty="0" smtClean="0">
                <a:latin typeface="+mn-lt"/>
              </a:rPr>
              <a:t>Updated </a:t>
            </a:r>
            <a:r>
              <a:rPr lang="en-US" sz="1400" dirty="0">
                <a:latin typeface="+mn-lt"/>
              </a:rPr>
              <a:t>the definition of </a:t>
            </a:r>
            <a:r>
              <a:rPr lang="en-US" sz="1400" dirty="0" smtClean="0">
                <a:latin typeface="+mn-lt"/>
              </a:rPr>
              <a:t>Pct_DELQ90p</a:t>
            </a:r>
          </a:p>
          <a:p>
            <a:pPr marL="228600" indent="-228600">
              <a:buFont typeface="+mj-lt"/>
              <a:buAutoNum type="arabicParenR"/>
            </a:pPr>
            <a:r>
              <a:rPr lang="en-US" sz="1400" dirty="0">
                <a:latin typeface="+mn-lt"/>
              </a:rPr>
              <a:t>Used a higher level of bucketing to fill the further </a:t>
            </a:r>
            <a:r>
              <a:rPr lang="en-US" sz="1400" dirty="0" smtClean="0">
                <a:latin typeface="+mn-lt"/>
              </a:rPr>
              <a:t>history to backfill data from 1994 to 1999</a:t>
            </a:r>
          </a:p>
          <a:p>
            <a:pPr marL="228600" indent="-228600">
              <a:buFont typeface="+mj-lt"/>
              <a:buAutoNum type="arabicParenR"/>
            </a:pPr>
            <a:r>
              <a:rPr lang="en-US" sz="1400" dirty="0">
                <a:latin typeface="+mn-lt"/>
              </a:rPr>
              <a:t>For CQs/CRs, switched the data mapping source to FHL loans/pools instead of credit performance </a:t>
            </a:r>
            <a:r>
              <a:rPr lang="en-US" sz="1400" dirty="0" smtClean="0">
                <a:latin typeface="+mn-lt"/>
              </a:rPr>
              <a:t>data</a:t>
            </a:r>
          </a:p>
          <a:p>
            <a:pPr marL="228600" indent="-228600">
              <a:buFont typeface="+mj-lt"/>
              <a:buAutoNum type="arabicParenR"/>
            </a:pPr>
            <a:r>
              <a:rPr lang="en-US" sz="1400" dirty="0">
                <a:latin typeface="+mn-lt"/>
              </a:rPr>
              <a:t>Added special handling for CQs at the </a:t>
            </a:r>
            <a:r>
              <a:rPr lang="en-US" sz="1400" dirty="0" smtClean="0">
                <a:latin typeface="+mn-lt"/>
              </a:rPr>
              <a:t>beginning from 2009 to 2010</a:t>
            </a:r>
            <a:endParaRPr lang="en-US" sz="1400" dirty="0">
              <a:latin typeface="+mn-lt"/>
            </a:endParaRPr>
          </a:p>
        </p:txBody>
      </p:sp>
      <p:sp>
        <p:nvSpPr>
          <p:cNvPr id="10" name="TextBox 9"/>
          <p:cNvSpPr txBox="1"/>
          <p:nvPr/>
        </p:nvSpPr>
        <p:spPr>
          <a:xfrm>
            <a:off x="504181" y="4034243"/>
            <a:ext cx="9072956" cy="954107"/>
          </a:xfrm>
          <a:prstGeom prst="rect">
            <a:avLst/>
          </a:prstGeom>
          <a:noFill/>
        </p:spPr>
        <p:txBody>
          <a:bodyPr wrap="square" rtlCol="0">
            <a:spAutoFit/>
          </a:bodyPr>
          <a:lstStyle/>
          <a:p>
            <a:r>
              <a:rPr lang="en-US" sz="1400" dirty="0" smtClean="0">
                <a:latin typeface="+mn-lt"/>
              </a:rPr>
              <a:t>Refer </a:t>
            </a:r>
            <a:r>
              <a:rPr lang="en-US" sz="1400" dirty="0">
                <a:latin typeface="+mn-lt"/>
              </a:rPr>
              <a:t>to the following codes for the updates</a:t>
            </a:r>
            <a:r>
              <a:rPr lang="en-US" sz="1400" dirty="0" smtClean="0">
                <a:latin typeface="+mn-lt"/>
              </a:rPr>
              <a:t>:</a:t>
            </a:r>
          </a:p>
          <a:p>
            <a:endParaRPr lang="en-US" sz="1400" dirty="0">
              <a:latin typeface="+mn-lt"/>
            </a:endParaRPr>
          </a:p>
          <a:p>
            <a:pPr marL="285750" indent="-285750">
              <a:buFont typeface="Arial" panose="020B0604020202020204" pitchFamily="34" charset="0"/>
              <a:buChar char="•"/>
            </a:pPr>
            <a:r>
              <a:rPr lang="en-US" sz="1400" dirty="0">
                <a:latin typeface="+mn-lt"/>
              </a:rPr>
              <a:t>trunk/</a:t>
            </a:r>
            <a:r>
              <a:rPr lang="en-US" sz="1400" dirty="0" err="1">
                <a:latin typeface="+mn-lt"/>
              </a:rPr>
              <a:t>ScaleDataLoader</a:t>
            </a:r>
            <a:r>
              <a:rPr lang="en-US" sz="1400" dirty="0">
                <a:latin typeface="+mn-lt"/>
              </a:rPr>
              <a:t>/</a:t>
            </a:r>
            <a:r>
              <a:rPr lang="en-US" sz="1400" dirty="0" err="1">
                <a:latin typeface="+mn-lt"/>
              </a:rPr>
              <a:t>sql</a:t>
            </a:r>
            <a:r>
              <a:rPr lang="en-US" sz="1400" dirty="0">
                <a:latin typeface="+mn-lt"/>
              </a:rPr>
              <a:t>/</a:t>
            </a:r>
            <a:r>
              <a:rPr lang="en-US" sz="1400" dirty="0" err="1">
                <a:latin typeface="+mn-lt"/>
              </a:rPr>
              <a:t>FHL_update_pool_delinquency_estimate.sql</a:t>
            </a:r>
            <a:endParaRPr lang="en-US" sz="1400" dirty="0">
              <a:latin typeface="+mn-lt"/>
            </a:endParaRPr>
          </a:p>
          <a:p>
            <a:pPr marL="285750" indent="-285750">
              <a:buFont typeface="Arial" panose="020B0604020202020204" pitchFamily="34" charset="0"/>
              <a:buChar char="•"/>
            </a:pPr>
            <a:r>
              <a:rPr lang="en-US" sz="1400" dirty="0">
                <a:latin typeface="+mn-lt"/>
              </a:rPr>
              <a:t>trunk/</a:t>
            </a:r>
            <a:r>
              <a:rPr lang="en-US" sz="1400" dirty="0" err="1">
                <a:latin typeface="+mn-lt"/>
              </a:rPr>
              <a:t>ScaleDataLoader</a:t>
            </a:r>
            <a:r>
              <a:rPr lang="en-US" sz="1400" dirty="0">
                <a:latin typeface="+mn-lt"/>
              </a:rPr>
              <a:t>/</a:t>
            </a:r>
            <a:r>
              <a:rPr lang="en-US" sz="1400" dirty="0" err="1">
                <a:latin typeface="+mn-lt"/>
              </a:rPr>
              <a:t>sql</a:t>
            </a:r>
            <a:r>
              <a:rPr lang="en-US" sz="1400" dirty="0">
                <a:latin typeface="+mn-lt"/>
              </a:rPr>
              <a:t>/</a:t>
            </a:r>
            <a:r>
              <a:rPr lang="en-US" sz="1400" dirty="0" err="1">
                <a:latin typeface="+mn-lt"/>
              </a:rPr>
              <a:t>FNM_update_pool_delinquency_estimate.sql</a:t>
            </a:r>
            <a:endParaRPr lang="en-US" sz="1400" dirty="0">
              <a:latin typeface="+mn-lt"/>
            </a:endParaRPr>
          </a:p>
        </p:txBody>
      </p:sp>
      <p:sp>
        <p:nvSpPr>
          <p:cNvPr id="12" name="TextBox 11"/>
          <p:cNvSpPr txBox="1"/>
          <p:nvPr/>
        </p:nvSpPr>
        <p:spPr>
          <a:xfrm>
            <a:off x="504181" y="5417302"/>
            <a:ext cx="9339536" cy="954107"/>
          </a:xfrm>
          <a:prstGeom prst="rect">
            <a:avLst/>
          </a:prstGeom>
          <a:noFill/>
        </p:spPr>
        <p:txBody>
          <a:bodyPr wrap="square" rtlCol="0">
            <a:spAutoFit/>
          </a:bodyPr>
          <a:lstStyle/>
          <a:p>
            <a:r>
              <a:rPr lang="en-US" sz="1400" dirty="0" smtClean="0">
                <a:latin typeface="+mn-lt"/>
              </a:rPr>
              <a:t>Usage:</a:t>
            </a:r>
          </a:p>
          <a:p>
            <a:pPr marL="285750" indent="-285750">
              <a:buFont typeface="Arial" panose="020B0604020202020204" pitchFamily="34" charset="0"/>
              <a:buChar char="•"/>
            </a:pPr>
            <a:r>
              <a:rPr lang="en-US" sz="1400" dirty="0" smtClean="0">
                <a:latin typeface="+mn-lt"/>
              </a:rPr>
              <a:t>FNM: Est_Pct_DELQ30plus </a:t>
            </a:r>
            <a:r>
              <a:rPr lang="en-US" sz="1400" dirty="0">
                <a:latin typeface="+mn-lt"/>
              </a:rPr>
              <a:t>as </a:t>
            </a:r>
            <a:r>
              <a:rPr lang="en-US" sz="1400" dirty="0" smtClean="0">
                <a:latin typeface="+mn-lt"/>
              </a:rPr>
              <a:t>percentDELQ30plus</a:t>
            </a:r>
          </a:p>
          <a:p>
            <a:pPr marL="285750" indent="-285750">
              <a:buFont typeface="Arial" panose="020B0604020202020204" pitchFamily="34" charset="0"/>
              <a:buChar char="•"/>
            </a:pPr>
            <a:r>
              <a:rPr lang="en-US" sz="1400" dirty="0" smtClean="0">
                <a:latin typeface="+mn-lt"/>
              </a:rPr>
              <a:t>FHL:   CASE </a:t>
            </a:r>
            <a:r>
              <a:rPr lang="en-US" sz="1400" dirty="0">
                <a:latin typeface="+mn-lt"/>
              </a:rPr>
              <a:t>WHEN percentDELQ30plus IS NULL THEN Est_Pct_DELQ30plus ELSE percentDELQ30p END as percentDELQ30plus</a:t>
            </a:r>
          </a:p>
        </p:txBody>
      </p:sp>
    </p:spTree>
    <p:extLst>
      <p:ext uri="{BB962C8B-B14F-4D97-AF65-F5344CB8AC3E}">
        <p14:creationId xmlns:p14="http://schemas.microsoft.com/office/powerpoint/2010/main" val="1668479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2. Percent </a:t>
            </a:r>
            <a:r>
              <a:rPr lang="en-US" sz="1600" dirty="0" err="1"/>
              <a:t>HARPed</a:t>
            </a: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159269"/>
            <a:ext cx="9072956" cy="1277273"/>
          </a:xfrm>
          <a:prstGeom prst="rect">
            <a:avLst/>
          </a:prstGeom>
          <a:noFill/>
        </p:spPr>
        <p:txBody>
          <a:bodyPr wrap="square" rtlCol="0">
            <a:spAutoFit/>
          </a:bodyPr>
          <a:lstStyle/>
          <a:p>
            <a:r>
              <a:rPr lang="en-US" sz="1100" dirty="0" smtClean="0">
                <a:latin typeface="+mn-lt"/>
              </a:rPr>
              <a:t>The percent </a:t>
            </a:r>
            <a:r>
              <a:rPr lang="en-US" sz="1100" dirty="0" err="1" smtClean="0">
                <a:latin typeface="+mn-lt"/>
              </a:rPr>
              <a:t>HARPed</a:t>
            </a:r>
            <a:r>
              <a:rPr lang="en-US" sz="1100" dirty="0" smtClean="0">
                <a:latin typeface="+mn-lt"/>
              </a:rPr>
              <a:t> pool level data is highly depended on loan level results. The calculation for FHL is:</a:t>
            </a:r>
          </a:p>
          <a:p>
            <a:pPr marL="228600" indent="-228600">
              <a:buFont typeface="+mj-lt"/>
              <a:buAutoNum type="arabicParenR"/>
            </a:pPr>
            <a:r>
              <a:rPr lang="en-US" sz="1100" dirty="0" smtClean="0">
                <a:latin typeface="+mn-lt"/>
              </a:rPr>
              <a:t>Map the loan from credit loan data set to identify </a:t>
            </a:r>
            <a:r>
              <a:rPr lang="en-US" sz="1100" dirty="0" err="1" smtClean="0">
                <a:latin typeface="+mn-lt"/>
              </a:rPr>
              <a:t>HARPed</a:t>
            </a:r>
            <a:r>
              <a:rPr lang="en-US" sz="1100" dirty="0" smtClean="0">
                <a:latin typeface="+mn-lt"/>
              </a:rPr>
              <a:t> loans</a:t>
            </a:r>
          </a:p>
          <a:p>
            <a:pPr marL="228600" indent="-228600">
              <a:buFont typeface="+mj-lt"/>
              <a:buAutoNum type="arabicParenR"/>
            </a:pPr>
            <a:r>
              <a:rPr lang="en-US" sz="1100" dirty="0" smtClean="0">
                <a:latin typeface="+mn-lt"/>
              </a:rPr>
              <a:t>For loans cannot be identified, use a regression method to calculate the% likelihood of being </a:t>
            </a:r>
            <a:r>
              <a:rPr lang="en-US" sz="1100" dirty="0" err="1" smtClean="0">
                <a:latin typeface="+mn-lt"/>
              </a:rPr>
              <a:t>HARPed</a:t>
            </a:r>
            <a:endParaRPr lang="en-US" sz="1100" dirty="0" smtClean="0">
              <a:latin typeface="+mn-lt"/>
            </a:endParaRPr>
          </a:p>
          <a:p>
            <a:pPr marL="228600" indent="-228600">
              <a:buFont typeface="+mj-lt"/>
              <a:buAutoNum type="arabicParenR"/>
            </a:pPr>
            <a:r>
              <a:rPr lang="en-US" sz="1100" dirty="0" smtClean="0">
                <a:latin typeface="+mn-lt"/>
              </a:rPr>
              <a:t>Aggregate the loan level result to pool level</a:t>
            </a:r>
          </a:p>
          <a:p>
            <a:endParaRPr lang="en-US" sz="1100" dirty="0" smtClean="0">
              <a:latin typeface="+mn-lt"/>
            </a:endParaRPr>
          </a:p>
          <a:p>
            <a:r>
              <a:rPr lang="en-US" sz="1100" dirty="0" smtClean="0">
                <a:latin typeface="+mn-lt"/>
              </a:rPr>
              <a:t>As we don’t have enough loan level data for FNMA before 2014, we decide to do a mapping from FHL and estimate the </a:t>
            </a:r>
            <a:r>
              <a:rPr lang="en-US" sz="1100" dirty="0" err="1" smtClean="0">
                <a:latin typeface="+mn-lt"/>
              </a:rPr>
              <a:t>HARPed</a:t>
            </a:r>
            <a:r>
              <a:rPr lang="en-US" sz="1100" dirty="0" smtClean="0">
                <a:latin typeface="+mn-lt"/>
              </a:rPr>
              <a:t>% for FNMA pools with similar characteristics.</a:t>
            </a:r>
            <a:endParaRPr lang="en-US" sz="1100" dirty="0">
              <a:latin typeface="+mn-lt"/>
            </a:endParaRPr>
          </a:p>
        </p:txBody>
      </p:sp>
      <p:sp>
        <p:nvSpPr>
          <p:cNvPr id="6" name="Isosceles Triangle 5"/>
          <p:cNvSpPr/>
          <p:nvPr/>
        </p:nvSpPr>
        <p:spPr>
          <a:xfrm rot="5400000">
            <a:off x="4138860" y="41740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hart 6"/>
          <p:cNvGraphicFramePr/>
          <p:nvPr>
            <p:extLst>
              <p:ext uri="{D42A27DB-BD31-4B8C-83A1-F6EECF244321}">
                <p14:modId xmlns:p14="http://schemas.microsoft.com/office/powerpoint/2010/main" val="171123799"/>
              </p:ext>
            </p:extLst>
          </p:nvPr>
        </p:nvGraphicFramePr>
        <p:xfrm>
          <a:off x="672623" y="243654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p:nvPr>
            <p:extLst>
              <p:ext uri="{D42A27DB-BD31-4B8C-83A1-F6EECF244321}">
                <p14:modId xmlns:p14="http://schemas.microsoft.com/office/powerpoint/2010/main" val="1138727988"/>
              </p:ext>
            </p:extLst>
          </p:nvPr>
        </p:nvGraphicFramePr>
        <p:xfrm>
          <a:off x="5300770" y="2471762"/>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spTree>
    <p:extLst>
      <p:ext uri="{BB962C8B-B14F-4D97-AF65-F5344CB8AC3E}">
        <p14:creationId xmlns:p14="http://schemas.microsoft.com/office/powerpoint/2010/main" val="12681448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2. Percent </a:t>
            </a:r>
            <a:r>
              <a:rPr lang="en-US" sz="1600" dirty="0" err="1" smtClean="0"/>
              <a:t>HARPed</a:t>
            </a:r>
            <a:r>
              <a:rPr lang="en-US" sz="1600" dirty="0" smtClean="0"/>
              <a:t/>
            </a:r>
            <a:br>
              <a:rPr lang="en-US" sz="1600" dirty="0" smtClean="0"/>
            </a:br>
            <a:r>
              <a:rPr lang="en-US" sz="1600" dirty="0" smtClean="0"/>
              <a:t>Summary</a:t>
            </a:r>
            <a:r>
              <a:rPr lang="en-US" sz="1600" dirty="0">
                <a:latin typeface="+mn-lt"/>
              </a:rPr>
              <a:t/>
            </a:r>
            <a:br>
              <a:rPr lang="en-US" sz="1600" dirty="0">
                <a:latin typeface="+mn-lt"/>
              </a:rPr>
            </a:br>
            <a:endParaRPr lang="en-US" dirty="0">
              <a:latin typeface="+mn-lt"/>
            </a:endParaRPr>
          </a:p>
        </p:txBody>
      </p:sp>
      <p:sp>
        <p:nvSpPr>
          <p:cNvPr id="36" name="TextBox 35"/>
          <p:cNvSpPr txBox="1"/>
          <p:nvPr/>
        </p:nvSpPr>
        <p:spPr>
          <a:xfrm>
            <a:off x="504181" y="2013688"/>
            <a:ext cx="9072956" cy="1384995"/>
          </a:xfrm>
          <a:prstGeom prst="rect">
            <a:avLst/>
          </a:prstGeom>
          <a:noFill/>
        </p:spPr>
        <p:txBody>
          <a:bodyPr wrap="square" rtlCol="0">
            <a:spAutoFit/>
          </a:bodyPr>
          <a:lstStyle/>
          <a:p>
            <a:r>
              <a:rPr lang="en-US" sz="1400" dirty="0" smtClean="0">
                <a:latin typeface="+mn-lt"/>
              </a:rPr>
              <a:t>Updates for the FNMA Percent </a:t>
            </a:r>
            <a:r>
              <a:rPr lang="en-US" sz="1400" dirty="0" err="1" smtClean="0">
                <a:latin typeface="+mn-lt"/>
              </a:rPr>
              <a:t>HARPed</a:t>
            </a:r>
            <a:r>
              <a:rPr lang="en-US" sz="1400" dirty="0" smtClean="0">
                <a:latin typeface="+mn-lt"/>
              </a:rPr>
              <a:t> by mapping it from FHL pool level data.</a:t>
            </a:r>
          </a:p>
          <a:p>
            <a:r>
              <a:rPr lang="en-US" sz="1400" dirty="0" smtClean="0">
                <a:latin typeface="+mn-lt"/>
              </a:rPr>
              <a:t>In </a:t>
            </a:r>
            <a:r>
              <a:rPr lang="en-US" sz="1400" dirty="0">
                <a:latin typeface="+mn-lt"/>
              </a:rPr>
              <a:t>order to make sure there is no NULL value left in the </a:t>
            </a:r>
            <a:r>
              <a:rPr lang="en-US" sz="1400" dirty="0" smtClean="0">
                <a:latin typeface="+mn-lt"/>
              </a:rPr>
              <a:t>table, the mapping process takes three steps:</a:t>
            </a:r>
          </a:p>
          <a:p>
            <a:pPr marL="228600" indent="-228600">
              <a:buFont typeface="+mj-lt"/>
              <a:buAutoNum type="arabicParenR"/>
            </a:pPr>
            <a:endParaRPr lang="en-US" sz="1400" dirty="0">
              <a:latin typeface="+mn-lt"/>
            </a:endParaRPr>
          </a:p>
          <a:p>
            <a:pPr marL="228600" indent="-228600">
              <a:buFont typeface="+mj-lt"/>
              <a:buAutoNum type="arabicParenR"/>
            </a:pPr>
            <a:r>
              <a:rPr lang="en-US" sz="1400" dirty="0" smtClean="0">
                <a:latin typeface="+mn-lt"/>
              </a:rPr>
              <a:t>Map </a:t>
            </a:r>
            <a:r>
              <a:rPr lang="en-US" sz="1400" dirty="0">
                <a:latin typeface="+mn-lt"/>
              </a:rPr>
              <a:t>based on </a:t>
            </a:r>
            <a:r>
              <a:rPr lang="en-US" sz="1400" dirty="0" err="1">
                <a:latin typeface="+mn-lt"/>
              </a:rPr>
              <a:t>asof</a:t>
            </a:r>
            <a:r>
              <a:rPr lang="en-US" sz="1400" dirty="0">
                <a:latin typeface="+mn-lt"/>
              </a:rPr>
              <a:t>, OLTV, FICO, WALA;</a:t>
            </a:r>
          </a:p>
          <a:p>
            <a:pPr marL="228600" indent="-228600">
              <a:buFont typeface="+mj-lt"/>
              <a:buAutoNum type="arabicParenR"/>
            </a:pPr>
            <a:r>
              <a:rPr lang="en-US" sz="1400" dirty="0">
                <a:latin typeface="+mn-lt"/>
              </a:rPr>
              <a:t>If is </a:t>
            </a:r>
            <a:r>
              <a:rPr lang="en-US" sz="1400" dirty="0" smtClean="0">
                <a:latin typeface="+mn-lt"/>
              </a:rPr>
              <a:t>missed in mapping</a:t>
            </a:r>
            <a:r>
              <a:rPr lang="en-US" sz="1400" dirty="0">
                <a:latin typeface="+mn-lt"/>
              </a:rPr>
              <a:t>, map again use </a:t>
            </a:r>
            <a:r>
              <a:rPr lang="en-US" sz="1400" dirty="0" err="1">
                <a:latin typeface="+mn-lt"/>
              </a:rPr>
              <a:t>asof</a:t>
            </a:r>
            <a:r>
              <a:rPr lang="en-US" sz="1400" dirty="0">
                <a:latin typeface="+mn-lt"/>
              </a:rPr>
              <a:t> year, </a:t>
            </a:r>
            <a:r>
              <a:rPr lang="en-US" sz="1400" dirty="0" smtClean="0">
                <a:latin typeface="+mn-lt"/>
              </a:rPr>
              <a:t>OLTV, FICO, WALA;</a:t>
            </a:r>
            <a:endParaRPr lang="en-US" sz="1400" dirty="0">
              <a:latin typeface="+mn-lt"/>
            </a:endParaRPr>
          </a:p>
          <a:p>
            <a:pPr marL="228600" indent="-228600">
              <a:buFont typeface="+mj-lt"/>
              <a:buAutoNum type="arabicParenR"/>
            </a:pPr>
            <a:r>
              <a:rPr lang="en-US" sz="1400" dirty="0">
                <a:latin typeface="+mn-lt"/>
              </a:rPr>
              <a:t>If is </a:t>
            </a:r>
            <a:r>
              <a:rPr lang="en-US" sz="1400" dirty="0" smtClean="0">
                <a:latin typeface="+mn-lt"/>
              </a:rPr>
              <a:t>missed in </a:t>
            </a:r>
            <a:r>
              <a:rPr lang="en-US" sz="1400" dirty="0">
                <a:latin typeface="+mn-lt"/>
              </a:rPr>
              <a:t>mapping, map again use the simple average of each </a:t>
            </a:r>
            <a:r>
              <a:rPr lang="en-US" sz="1400" dirty="0" err="1">
                <a:latin typeface="+mn-lt"/>
              </a:rPr>
              <a:t>asof</a:t>
            </a:r>
            <a:r>
              <a:rPr lang="en-US" sz="1400" dirty="0">
                <a:latin typeface="+mn-lt"/>
              </a:rPr>
              <a:t> year.</a:t>
            </a:r>
          </a:p>
        </p:txBody>
      </p:sp>
      <p:sp>
        <p:nvSpPr>
          <p:cNvPr id="10" name="TextBox 9"/>
          <p:cNvSpPr txBox="1"/>
          <p:nvPr/>
        </p:nvSpPr>
        <p:spPr>
          <a:xfrm>
            <a:off x="504181" y="4034243"/>
            <a:ext cx="9072956" cy="954107"/>
          </a:xfrm>
          <a:prstGeom prst="rect">
            <a:avLst/>
          </a:prstGeom>
          <a:noFill/>
        </p:spPr>
        <p:txBody>
          <a:bodyPr wrap="square" rtlCol="0">
            <a:spAutoFit/>
          </a:bodyPr>
          <a:lstStyle/>
          <a:p>
            <a:r>
              <a:rPr lang="en-US" sz="1400" dirty="0">
                <a:latin typeface="+mn-lt"/>
              </a:rPr>
              <a:t>Refer to the following codes for the updates</a:t>
            </a:r>
            <a:r>
              <a:rPr lang="en-US" sz="1400" dirty="0" smtClean="0">
                <a:latin typeface="+mn-lt"/>
              </a:rPr>
              <a:t>:</a:t>
            </a:r>
          </a:p>
          <a:p>
            <a:endParaRPr lang="en-US" sz="1400" dirty="0">
              <a:latin typeface="+mn-lt"/>
            </a:endParaRPr>
          </a:p>
          <a:p>
            <a:pPr marL="285750" indent="-285750">
              <a:buFont typeface="Arial" panose="020B0604020202020204" pitchFamily="34" charset="0"/>
              <a:buChar char="•"/>
            </a:pPr>
            <a:r>
              <a:rPr lang="en-US" sz="1400" dirty="0" smtClean="0">
                <a:latin typeface="+mn-lt"/>
              </a:rPr>
              <a:t>trunk/</a:t>
            </a:r>
            <a:r>
              <a:rPr lang="en-US" sz="1400" dirty="0" err="1" smtClean="0">
                <a:latin typeface="+mn-lt"/>
              </a:rPr>
              <a:t>ScaleDataLoader</a:t>
            </a:r>
            <a:r>
              <a:rPr lang="en-US" sz="1400" dirty="0" smtClean="0">
                <a:latin typeface="+mn-lt"/>
              </a:rPr>
              <a:t>/</a:t>
            </a:r>
            <a:r>
              <a:rPr lang="en-US" sz="1400" dirty="0" err="1" smtClean="0">
                <a:latin typeface="+mn-lt"/>
              </a:rPr>
              <a:t>sql</a:t>
            </a:r>
            <a:r>
              <a:rPr lang="en-US" sz="1400" dirty="0" smtClean="0">
                <a:latin typeface="+mn-lt"/>
              </a:rPr>
              <a:t>/</a:t>
            </a:r>
            <a:r>
              <a:rPr lang="en-US" sz="1400" dirty="0" err="1" smtClean="0">
                <a:latin typeface="+mn-lt"/>
              </a:rPr>
              <a:t>FNM_update_pool_distributions.sql</a:t>
            </a:r>
            <a:endParaRPr lang="en-US" sz="1400" dirty="0" smtClean="0">
              <a:latin typeface="+mn-lt"/>
            </a:endParaRPr>
          </a:p>
          <a:p>
            <a:pPr marL="285750" indent="-285750">
              <a:buFont typeface="Arial" panose="020B0604020202020204" pitchFamily="34" charset="0"/>
              <a:buChar char="•"/>
            </a:pPr>
            <a:r>
              <a:rPr lang="en-US" sz="1400" dirty="0" smtClean="0">
                <a:latin typeface="+mn-lt"/>
              </a:rPr>
              <a:t>Add </a:t>
            </a:r>
            <a:r>
              <a:rPr lang="en-US" sz="1400" dirty="0">
                <a:latin typeface="+mn-lt"/>
              </a:rPr>
              <a:t>new column </a:t>
            </a:r>
            <a:r>
              <a:rPr lang="en-US" sz="1400" dirty="0" smtClean="0">
                <a:latin typeface="+mn-lt"/>
              </a:rPr>
              <a:t>“</a:t>
            </a:r>
            <a:r>
              <a:rPr lang="en-US" sz="1400" dirty="0" err="1" smtClean="0">
                <a:latin typeface="+mn-lt"/>
              </a:rPr>
              <a:t>Est_Pct_HARPed</a:t>
            </a:r>
            <a:r>
              <a:rPr lang="en-US" sz="1400" dirty="0" smtClean="0">
                <a:latin typeface="+mn-lt"/>
              </a:rPr>
              <a:t>”</a:t>
            </a:r>
          </a:p>
        </p:txBody>
      </p:sp>
      <p:sp>
        <p:nvSpPr>
          <p:cNvPr id="5" name="TextBox 4"/>
          <p:cNvSpPr txBox="1"/>
          <p:nvPr/>
        </p:nvSpPr>
        <p:spPr>
          <a:xfrm>
            <a:off x="504181" y="5417302"/>
            <a:ext cx="9339536" cy="738664"/>
          </a:xfrm>
          <a:prstGeom prst="rect">
            <a:avLst/>
          </a:prstGeom>
          <a:noFill/>
        </p:spPr>
        <p:txBody>
          <a:bodyPr wrap="square" rtlCol="0">
            <a:spAutoFit/>
          </a:bodyPr>
          <a:lstStyle/>
          <a:p>
            <a:r>
              <a:rPr lang="en-US" sz="1400" dirty="0" smtClean="0">
                <a:latin typeface="+mn-lt"/>
              </a:rPr>
              <a:t>Usage:</a:t>
            </a:r>
          </a:p>
          <a:p>
            <a:pPr marL="285750" indent="-285750">
              <a:buFont typeface="Arial" panose="020B0604020202020204" pitchFamily="34" charset="0"/>
              <a:buChar char="•"/>
            </a:pPr>
            <a:r>
              <a:rPr lang="en-US" sz="1400" dirty="0" smtClean="0">
                <a:latin typeface="+mn-lt"/>
              </a:rPr>
              <a:t>FNM</a:t>
            </a:r>
            <a:r>
              <a:rPr lang="en-US" sz="1400" dirty="0">
                <a:latin typeface="+mn-lt"/>
              </a:rPr>
              <a:t>: CASE WHEN </a:t>
            </a:r>
            <a:r>
              <a:rPr lang="en-US" sz="1400" dirty="0" err="1">
                <a:latin typeface="+mn-lt"/>
              </a:rPr>
              <a:t>percentHARPed</a:t>
            </a:r>
            <a:r>
              <a:rPr lang="en-US" sz="1400" dirty="0">
                <a:latin typeface="+mn-lt"/>
              </a:rPr>
              <a:t> IS NULL THEN </a:t>
            </a:r>
            <a:r>
              <a:rPr lang="en-US" sz="1400" dirty="0" err="1">
                <a:latin typeface="+mn-lt"/>
              </a:rPr>
              <a:t>Est_Pct_HARPed</a:t>
            </a:r>
            <a:r>
              <a:rPr lang="en-US" sz="1400" dirty="0">
                <a:latin typeface="+mn-lt"/>
              </a:rPr>
              <a:t> ELSE </a:t>
            </a:r>
            <a:r>
              <a:rPr lang="en-US" sz="1400" dirty="0" err="1">
                <a:latin typeface="+mn-lt"/>
              </a:rPr>
              <a:t>percentHARPed</a:t>
            </a:r>
            <a:r>
              <a:rPr lang="en-US" sz="1400" dirty="0">
                <a:latin typeface="+mn-lt"/>
              </a:rPr>
              <a:t> </a:t>
            </a:r>
            <a:r>
              <a:rPr lang="en-US" sz="1400" dirty="0" smtClean="0">
                <a:latin typeface="+mn-lt"/>
              </a:rPr>
              <a:t>END</a:t>
            </a:r>
          </a:p>
          <a:p>
            <a:pPr marL="285750" indent="-285750">
              <a:buFont typeface="Arial" panose="020B0604020202020204" pitchFamily="34" charset="0"/>
              <a:buChar char="•"/>
            </a:pPr>
            <a:r>
              <a:rPr lang="en-US" sz="1400" dirty="0">
                <a:latin typeface="+mn-lt"/>
              </a:rPr>
              <a:t>FHL:   </a:t>
            </a:r>
            <a:r>
              <a:rPr lang="en-US" sz="1400" dirty="0" err="1" smtClean="0">
                <a:latin typeface="+mn-lt"/>
              </a:rPr>
              <a:t>percentHARPed</a:t>
            </a:r>
            <a:endParaRPr lang="en-US" sz="1400" dirty="0">
              <a:latin typeface="+mn-lt"/>
            </a:endParaRPr>
          </a:p>
        </p:txBody>
      </p:sp>
    </p:spTree>
    <p:extLst>
      <p:ext uri="{BB962C8B-B14F-4D97-AF65-F5344CB8AC3E}">
        <p14:creationId xmlns:p14="http://schemas.microsoft.com/office/powerpoint/2010/main" val="2527015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3-1. Conventional Refinance Eligible </a:t>
            </a:r>
            <a:r>
              <a:rPr lang="en-US" sz="1600" dirty="0" smtClean="0"/>
              <a:t>%</a:t>
            </a:r>
            <a:br>
              <a:rPr lang="en-US" sz="1600" dirty="0" smtClean="0"/>
            </a:br>
            <a:r>
              <a:rPr lang="en-US" sz="1600" dirty="0" smtClean="0"/>
              <a:t>(1) Change reference in </a:t>
            </a:r>
            <a:r>
              <a:rPr lang="en-US" sz="1600" dirty="0"/>
              <a:t>the </a:t>
            </a:r>
            <a:r>
              <a:rPr lang="en-US" sz="1600" dirty="0" smtClean="0"/>
              <a:t>Quantile database</a:t>
            </a: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043200"/>
            <a:ext cx="9072956" cy="1615827"/>
          </a:xfrm>
          <a:prstGeom prst="rect">
            <a:avLst/>
          </a:prstGeom>
          <a:noFill/>
        </p:spPr>
        <p:txBody>
          <a:bodyPr wrap="square" rtlCol="0">
            <a:spAutoFit/>
          </a:bodyPr>
          <a:lstStyle/>
          <a:p>
            <a:r>
              <a:rPr lang="en-US" sz="1100" dirty="0" smtClean="0">
                <a:latin typeface="+mn-lt"/>
              </a:rPr>
              <a:t>The Refinance Eligibility is calculated based on the loan’s CLTV, FICO, occupancy status etc.</a:t>
            </a:r>
          </a:p>
          <a:p>
            <a:r>
              <a:rPr lang="en-US" sz="1100" dirty="0" smtClean="0">
                <a:latin typeface="+mn-lt"/>
              </a:rPr>
              <a:t>When loan level data is not available, we cannot use the pool level Quantile distribution to estimate the percentage of balance that is eligible to refinance within a pool.</a:t>
            </a:r>
          </a:p>
          <a:p>
            <a:endParaRPr lang="en-US" sz="1100" dirty="0" smtClean="0">
              <a:latin typeface="+mn-lt"/>
            </a:endParaRPr>
          </a:p>
          <a:p>
            <a:r>
              <a:rPr lang="en-US" sz="1100" dirty="0" smtClean="0">
                <a:latin typeface="+mn-lt"/>
              </a:rPr>
              <a:t>There is a difference between FHL and FNMA quantile data, </a:t>
            </a:r>
          </a:p>
          <a:p>
            <a:r>
              <a:rPr lang="en-US" sz="1100" dirty="0" smtClean="0">
                <a:latin typeface="+mn-lt"/>
              </a:rPr>
              <a:t>FHL provide us: 		q1min, q1max /</a:t>
            </a:r>
            <a:r>
              <a:rPr lang="en-US" sz="1100" dirty="0" smtClean="0"/>
              <a:t> </a:t>
            </a:r>
            <a:r>
              <a:rPr lang="en-US" sz="1100" dirty="0" smtClean="0">
                <a:latin typeface="+mn-lt"/>
              </a:rPr>
              <a:t>q2min</a:t>
            </a:r>
            <a:r>
              <a:rPr lang="en-US" sz="1100" dirty="0">
                <a:latin typeface="+mn-lt"/>
              </a:rPr>
              <a:t>, </a:t>
            </a:r>
            <a:r>
              <a:rPr lang="en-US" sz="1100" dirty="0" smtClean="0">
                <a:latin typeface="+mn-lt"/>
              </a:rPr>
              <a:t>q2max 	/ q3min</a:t>
            </a:r>
            <a:r>
              <a:rPr lang="en-US" sz="1100" dirty="0">
                <a:latin typeface="+mn-lt"/>
              </a:rPr>
              <a:t>, </a:t>
            </a:r>
            <a:r>
              <a:rPr lang="en-US" sz="1100" dirty="0" smtClean="0">
                <a:latin typeface="+mn-lt"/>
              </a:rPr>
              <a:t>q3max </a:t>
            </a:r>
            <a:r>
              <a:rPr lang="en-US" sz="1100" dirty="0">
                <a:latin typeface="+mn-lt"/>
              </a:rPr>
              <a:t>/</a:t>
            </a:r>
            <a:r>
              <a:rPr lang="en-US" sz="1100" dirty="0" smtClean="0">
                <a:latin typeface="+mn-lt"/>
              </a:rPr>
              <a:t> q4min</a:t>
            </a:r>
            <a:r>
              <a:rPr lang="en-US" sz="1100" dirty="0">
                <a:latin typeface="+mn-lt"/>
              </a:rPr>
              <a:t>, </a:t>
            </a:r>
            <a:r>
              <a:rPr lang="en-US" sz="1100" dirty="0" smtClean="0">
                <a:latin typeface="+mn-lt"/>
              </a:rPr>
              <a:t>q4max</a:t>
            </a:r>
          </a:p>
          <a:p>
            <a:r>
              <a:rPr lang="en-US" sz="1100" dirty="0">
                <a:latin typeface="+mn-lt"/>
              </a:rPr>
              <a:t>FNM only give us: </a:t>
            </a:r>
            <a:r>
              <a:rPr lang="en-US" sz="1100" dirty="0" smtClean="0">
                <a:latin typeface="+mn-lt"/>
              </a:rPr>
              <a:t>	q1min</a:t>
            </a:r>
            <a:r>
              <a:rPr lang="en-US" sz="1100" dirty="0">
                <a:latin typeface="+mn-lt"/>
              </a:rPr>
              <a:t>, q1max /              </a:t>
            </a:r>
            <a:r>
              <a:rPr lang="en-US" sz="1100" dirty="0" smtClean="0">
                <a:latin typeface="+mn-lt"/>
              </a:rPr>
              <a:t> q2max 	/              q3max </a:t>
            </a:r>
            <a:r>
              <a:rPr lang="en-US" sz="1100" dirty="0">
                <a:latin typeface="+mn-lt"/>
              </a:rPr>
              <a:t>/ </a:t>
            </a:r>
            <a:r>
              <a:rPr lang="en-US" sz="1100" dirty="0" smtClean="0">
                <a:latin typeface="+mn-lt"/>
              </a:rPr>
              <a:t>              q4max</a:t>
            </a:r>
          </a:p>
          <a:p>
            <a:r>
              <a:rPr lang="en-US" sz="1100" dirty="0" smtClean="0">
                <a:latin typeface="+mn-lt"/>
              </a:rPr>
              <a:t>So, copying the code from FHL will bring in the problem that we don’t have the min number for q2 to q4. We assume q2min equals to q1max to fix this issue.</a:t>
            </a:r>
            <a:endParaRPr lang="en-US" sz="1100" dirty="0">
              <a:latin typeface="+mn-lt"/>
            </a:endParaRPr>
          </a:p>
          <a:p>
            <a:endParaRPr lang="en-US" sz="1100" dirty="0" smtClean="0">
              <a:latin typeface="+mn-lt"/>
            </a:endParaRPr>
          </a:p>
        </p:txBody>
      </p:sp>
      <p:sp>
        <p:nvSpPr>
          <p:cNvPr id="6" name="Isosceles Triangle 5"/>
          <p:cNvSpPr/>
          <p:nvPr/>
        </p:nvSpPr>
        <p:spPr>
          <a:xfrm rot="5400000">
            <a:off x="4138860" y="45315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hart 6"/>
          <p:cNvGraphicFramePr/>
          <p:nvPr>
            <p:extLst>
              <p:ext uri="{D42A27DB-BD31-4B8C-83A1-F6EECF244321}">
                <p14:modId xmlns:p14="http://schemas.microsoft.com/office/powerpoint/2010/main" val="657393388"/>
              </p:ext>
            </p:extLst>
          </p:nvPr>
        </p:nvGraphicFramePr>
        <p:xfrm>
          <a:off x="672623" y="2794042"/>
          <a:ext cx="3931920" cy="356616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graphicFrame>
        <p:nvGraphicFramePr>
          <p:cNvPr id="10" name="Chart 9"/>
          <p:cNvGraphicFramePr/>
          <p:nvPr>
            <p:extLst>
              <p:ext uri="{D42A27DB-BD31-4B8C-83A1-F6EECF244321}">
                <p14:modId xmlns:p14="http://schemas.microsoft.com/office/powerpoint/2010/main" val="3492364044"/>
              </p:ext>
            </p:extLst>
          </p:nvPr>
        </p:nvGraphicFramePr>
        <p:xfrm>
          <a:off x="5232018" y="2794042"/>
          <a:ext cx="3931920" cy="35661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72869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3-1. Conventional Refinance Eligible </a:t>
            </a:r>
            <a:r>
              <a:rPr lang="en-US" sz="1600" dirty="0" smtClean="0"/>
              <a:t>%</a:t>
            </a:r>
            <a:br>
              <a:rPr lang="en-US" sz="1600" dirty="0" smtClean="0"/>
            </a:br>
            <a:r>
              <a:rPr lang="en-US" sz="1600" dirty="0" smtClean="0"/>
              <a:t>(2) Fix the period lack of data by bucket mapping</a:t>
            </a: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412341"/>
            <a:ext cx="9072956" cy="600164"/>
          </a:xfrm>
          <a:prstGeom prst="rect">
            <a:avLst/>
          </a:prstGeom>
          <a:noFill/>
        </p:spPr>
        <p:txBody>
          <a:bodyPr wrap="square" rtlCol="0">
            <a:spAutoFit/>
          </a:bodyPr>
          <a:lstStyle/>
          <a:p>
            <a:r>
              <a:rPr lang="en-US" sz="1100" dirty="0" smtClean="0">
                <a:latin typeface="+mn-lt"/>
              </a:rPr>
              <a:t>For the two parts (1) from 1994 to 1996, and (2) 2013, the quantile data is not in a good shape.</a:t>
            </a:r>
            <a:endParaRPr lang="en-US" sz="1100" dirty="0">
              <a:latin typeface="+mn-lt"/>
            </a:endParaRPr>
          </a:p>
          <a:p>
            <a:endParaRPr lang="en-US" sz="1100" dirty="0" smtClean="0">
              <a:latin typeface="+mn-lt"/>
            </a:endParaRPr>
          </a:p>
          <a:p>
            <a:r>
              <a:rPr lang="en-US" sz="1100" dirty="0" smtClean="0">
                <a:latin typeface="+mn-lt"/>
              </a:rPr>
              <a:t>We use the part with good estimation quality to build a match table, and then use the pool characteristics(CLTV/FICO) to map from other part of history.</a:t>
            </a:r>
          </a:p>
        </p:txBody>
      </p:sp>
      <p:sp>
        <p:nvSpPr>
          <p:cNvPr id="6" name="Isosceles Triangle 5"/>
          <p:cNvSpPr/>
          <p:nvPr/>
        </p:nvSpPr>
        <p:spPr>
          <a:xfrm rot="5400000">
            <a:off x="4138860" y="45315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graphicFrame>
        <p:nvGraphicFramePr>
          <p:cNvPr id="10" name="Chart 9"/>
          <p:cNvGraphicFramePr/>
          <p:nvPr>
            <p:extLst>
              <p:ext uri="{D42A27DB-BD31-4B8C-83A1-F6EECF244321}">
                <p14:modId xmlns:p14="http://schemas.microsoft.com/office/powerpoint/2010/main" val="61057627"/>
              </p:ext>
            </p:extLst>
          </p:nvPr>
        </p:nvGraphicFramePr>
        <p:xfrm>
          <a:off x="5232018" y="279404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p:nvPr>
            <p:extLst>
              <p:ext uri="{D42A27DB-BD31-4B8C-83A1-F6EECF244321}">
                <p14:modId xmlns:p14="http://schemas.microsoft.com/office/powerpoint/2010/main" val="3107127336"/>
              </p:ext>
            </p:extLst>
          </p:nvPr>
        </p:nvGraphicFramePr>
        <p:xfrm>
          <a:off x="640539" y="2770923"/>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1" name="Oval 10"/>
          <p:cNvSpPr/>
          <p:nvPr/>
        </p:nvSpPr>
        <p:spPr>
          <a:xfrm>
            <a:off x="886898" y="3231338"/>
            <a:ext cx="770021" cy="1299411"/>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3548741" y="3486866"/>
            <a:ext cx="770021" cy="1952219"/>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7667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3-2. FHA </a:t>
            </a:r>
            <a:r>
              <a:rPr lang="en-US" sz="1600" dirty="0"/>
              <a:t>Refinance Eligible </a:t>
            </a:r>
            <a:r>
              <a:rPr lang="en-US" sz="1600" dirty="0" smtClean="0"/>
              <a:t>%</a:t>
            </a:r>
            <a:r>
              <a:rPr lang="en-US" sz="1600" dirty="0"/>
              <a:t/>
            </a:r>
            <a:br>
              <a:rPr lang="en-US" sz="1600" dirty="0"/>
            </a:br>
            <a:r>
              <a:rPr lang="en-US" sz="1600" dirty="0"/>
              <a:t>Similar fix </a:t>
            </a:r>
            <a:r>
              <a:rPr lang="en-US" sz="1600" dirty="0" smtClean="0"/>
              <a:t>as Conventional Refinance Eligibility</a:t>
            </a: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412341"/>
            <a:ext cx="9072956" cy="769441"/>
          </a:xfrm>
          <a:prstGeom prst="rect">
            <a:avLst/>
          </a:prstGeom>
          <a:noFill/>
        </p:spPr>
        <p:txBody>
          <a:bodyPr wrap="square" rtlCol="0">
            <a:spAutoFit/>
          </a:bodyPr>
          <a:lstStyle/>
          <a:p>
            <a:r>
              <a:rPr lang="en-US" sz="1100" dirty="0" smtClean="0">
                <a:latin typeface="+mn-lt"/>
              </a:rPr>
              <a:t>For the two parts (1) from 1994 to 1996, the quantile data is not in a good shape.</a:t>
            </a:r>
          </a:p>
          <a:p>
            <a:r>
              <a:rPr lang="en-US" sz="1100" dirty="0" smtClean="0">
                <a:latin typeface="+mn-lt"/>
              </a:rPr>
              <a:t>We use the part with good estimation quality to build a match table, and then use the pool characteristics(CLTV/FICO) to map from other part of history.</a:t>
            </a:r>
          </a:p>
          <a:p>
            <a:endParaRPr lang="en-US" sz="1100" dirty="0">
              <a:latin typeface="+mn-lt"/>
            </a:endParaRPr>
          </a:p>
          <a:p>
            <a:r>
              <a:rPr lang="en-US" sz="1100" dirty="0" smtClean="0">
                <a:latin typeface="+mn-lt"/>
              </a:rPr>
              <a:t>The overall trend is around 10% lower than FGLMC. The bias is potentially caused by the same problem as 3-1 step (1) </a:t>
            </a:r>
          </a:p>
        </p:txBody>
      </p:sp>
      <p:sp>
        <p:nvSpPr>
          <p:cNvPr id="6" name="Isosceles Triangle 5"/>
          <p:cNvSpPr/>
          <p:nvPr/>
        </p:nvSpPr>
        <p:spPr>
          <a:xfrm rot="5400000">
            <a:off x="4138860" y="45315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graphicFrame>
        <p:nvGraphicFramePr>
          <p:cNvPr id="10" name="Chart 9"/>
          <p:cNvGraphicFramePr/>
          <p:nvPr>
            <p:extLst>
              <p:ext uri="{D42A27DB-BD31-4B8C-83A1-F6EECF244321}">
                <p14:modId xmlns:p14="http://schemas.microsoft.com/office/powerpoint/2010/main" val="3362076881"/>
              </p:ext>
            </p:extLst>
          </p:nvPr>
        </p:nvGraphicFramePr>
        <p:xfrm>
          <a:off x="5232018" y="279404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p:nvPr>
            <p:extLst>
              <p:ext uri="{D42A27DB-BD31-4B8C-83A1-F6EECF244321}">
                <p14:modId xmlns:p14="http://schemas.microsoft.com/office/powerpoint/2010/main" val="1127927282"/>
              </p:ext>
            </p:extLst>
          </p:nvPr>
        </p:nvGraphicFramePr>
        <p:xfrm>
          <a:off x="640539" y="2770923"/>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1" name="Oval 10"/>
          <p:cNvSpPr/>
          <p:nvPr/>
        </p:nvSpPr>
        <p:spPr>
          <a:xfrm>
            <a:off x="886898" y="3231338"/>
            <a:ext cx="770021" cy="1299411"/>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own Arrow 2"/>
          <p:cNvSpPr/>
          <p:nvPr/>
        </p:nvSpPr>
        <p:spPr>
          <a:xfrm rot="10800000">
            <a:off x="2488813" y="3600777"/>
            <a:ext cx="220006" cy="291387"/>
          </a:xfrm>
          <a:prstGeom prst="downArrow">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15490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3. Refinance </a:t>
            </a:r>
            <a:r>
              <a:rPr lang="en-US" sz="1600" dirty="0">
                <a:latin typeface="+mn-lt"/>
              </a:rPr>
              <a:t>Eligible </a:t>
            </a:r>
            <a:r>
              <a:rPr lang="en-US" sz="1600" dirty="0" smtClean="0">
                <a:latin typeface="+mn-lt"/>
              </a:rPr>
              <a:t>%</a:t>
            </a:r>
            <a:br>
              <a:rPr lang="en-US" sz="1600" dirty="0" smtClean="0">
                <a:latin typeface="+mn-lt"/>
              </a:rPr>
            </a:br>
            <a:r>
              <a:rPr lang="en-US" sz="1600" dirty="0" smtClean="0">
                <a:latin typeface="+mn-lt"/>
              </a:rPr>
              <a:t>Summary </a:t>
            </a:r>
            <a:endParaRPr lang="en-US" dirty="0">
              <a:latin typeface="+mn-lt"/>
            </a:endParaRPr>
          </a:p>
        </p:txBody>
      </p:sp>
      <p:sp>
        <p:nvSpPr>
          <p:cNvPr id="36" name="TextBox 35"/>
          <p:cNvSpPr txBox="1"/>
          <p:nvPr/>
        </p:nvSpPr>
        <p:spPr>
          <a:xfrm>
            <a:off x="504181" y="2013688"/>
            <a:ext cx="9072956" cy="1384995"/>
          </a:xfrm>
          <a:prstGeom prst="rect">
            <a:avLst/>
          </a:prstGeom>
          <a:noFill/>
        </p:spPr>
        <p:txBody>
          <a:bodyPr wrap="square" rtlCol="0">
            <a:spAutoFit/>
          </a:bodyPr>
          <a:lstStyle/>
          <a:p>
            <a:r>
              <a:rPr lang="en-US" sz="1400" dirty="0" smtClean="0">
                <a:latin typeface="+mn-lt"/>
              </a:rPr>
              <a:t>Updates for the FNMA Refinance Eligibility (both conventional and FHA) takes four steps:</a:t>
            </a:r>
          </a:p>
          <a:p>
            <a:pPr marL="228600" indent="-228600">
              <a:buFont typeface="+mj-lt"/>
              <a:buAutoNum type="arabicParenR"/>
            </a:pPr>
            <a:endParaRPr lang="en-US" sz="1400" dirty="0">
              <a:latin typeface="+mn-lt"/>
            </a:endParaRPr>
          </a:p>
          <a:p>
            <a:pPr marL="228600" indent="-228600">
              <a:buFont typeface="+mj-lt"/>
              <a:buAutoNum type="arabicParenR"/>
            </a:pPr>
            <a:r>
              <a:rPr lang="en-US" sz="1400" dirty="0" smtClean="0">
                <a:latin typeface="+mn-lt"/>
              </a:rPr>
              <a:t>Use FNMA Quantile data to calculate the refi eligibility</a:t>
            </a:r>
          </a:p>
          <a:p>
            <a:pPr marL="228600" indent="-228600">
              <a:buFont typeface="+mj-lt"/>
              <a:buAutoNum type="arabicParenR"/>
            </a:pPr>
            <a:r>
              <a:rPr lang="en-US" sz="1400" dirty="0" smtClean="0">
                <a:latin typeface="+mn-lt"/>
              </a:rPr>
              <a:t>For the part that data quality is poor, use the mapping(FICO/CLTV) from other part of history</a:t>
            </a:r>
            <a:endParaRPr lang="en-US" sz="1400" dirty="0">
              <a:latin typeface="+mn-lt"/>
            </a:endParaRPr>
          </a:p>
          <a:p>
            <a:pPr marL="228600" indent="-228600">
              <a:buFont typeface="+mj-lt"/>
              <a:buAutoNum type="arabicParenR"/>
            </a:pPr>
            <a:r>
              <a:rPr lang="en-US" sz="1400" dirty="0" smtClean="0">
                <a:latin typeface="+mn-lt"/>
              </a:rPr>
              <a:t>Removed </a:t>
            </a:r>
            <a:r>
              <a:rPr lang="en-US" sz="1400" dirty="0">
                <a:latin typeface="+mn-lt"/>
              </a:rPr>
              <a:t>the </a:t>
            </a:r>
            <a:r>
              <a:rPr lang="en-US" sz="1400" dirty="0" smtClean="0">
                <a:latin typeface="+mn-lt"/>
              </a:rPr>
              <a:t>backfill use the earliest record </a:t>
            </a:r>
            <a:r>
              <a:rPr lang="en-US" sz="1400" dirty="0" err="1" smtClean="0">
                <a:latin typeface="+mn-lt"/>
              </a:rPr>
              <a:t>FNM_MIN_ConventionalEligibility</a:t>
            </a:r>
            <a:endParaRPr lang="en-US" sz="1400" dirty="0" smtClean="0">
              <a:latin typeface="+mn-lt"/>
            </a:endParaRPr>
          </a:p>
          <a:p>
            <a:pPr marL="228600" indent="-228600">
              <a:buFont typeface="+mj-lt"/>
              <a:buAutoNum type="arabicParenR"/>
            </a:pPr>
            <a:r>
              <a:rPr lang="en-US" sz="1400" dirty="0" smtClean="0">
                <a:latin typeface="+mn-lt"/>
              </a:rPr>
              <a:t>Removed the backfill use simple average based on Origination Year</a:t>
            </a:r>
            <a:endParaRPr lang="en-US" sz="1400" dirty="0">
              <a:latin typeface="+mn-lt"/>
            </a:endParaRPr>
          </a:p>
        </p:txBody>
      </p:sp>
      <p:sp>
        <p:nvSpPr>
          <p:cNvPr id="10" name="TextBox 9"/>
          <p:cNvSpPr txBox="1"/>
          <p:nvPr/>
        </p:nvSpPr>
        <p:spPr>
          <a:xfrm>
            <a:off x="504181" y="4034243"/>
            <a:ext cx="9072956" cy="738664"/>
          </a:xfrm>
          <a:prstGeom prst="rect">
            <a:avLst/>
          </a:prstGeom>
          <a:noFill/>
        </p:spPr>
        <p:txBody>
          <a:bodyPr wrap="square" rtlCol="0">
            <a:spAutoFit/>
          </a:bodyPr>
          <a:lstStyle/>
          <a:p>
            <a:r>
              <a:rPr lang="en-US" sz="1400" dirty="0" smtClean="0">
                <a:latin typeface="+mn-lt"/>
              </a:rPr>
              <a:t>Refer </a:t>
            </a:r>
            <a:r>
              <a:rPr lang="en-US" sz="1400" dirty="0">
                <a:latin typeface="+mn-lt"/>
              </a:rPr>
              <a:t>to the following codes for the updates</a:t>
            </a:r>
            <a:r>
              <a:rPr lang="en-US" sz="1400" dirty="0" smtClean="0">
                <a:latin typeface="+mn-lt"/>
              </a:rPr>
              <a:t>:</a:t>
            </a:r>
          </a:p>
          <a:p>
            <a:endParaRPr lang="en-US" sz="1400" dirty="0">
              <a:latin typeface="+mn-lt"/>
            </a:endParaRPr>
          </a:p>
          <a:p>
            <a:pPr marL="285750" indent="-285750">
              <a:buFont typeface="Arial" panose="020B0604020202020204" pitchFamily="34" charset="0"/>
              <a:buChar char="•"/>
            </a:pPr>
            <a:r>
              <a:rPr lang="en-US" sz="1400" dirty="0" smtClean="0">
                <a:latin typeface="+mn-lt"/>
              </a:rPr>
              <a:t>trunk/</a:t>
            </a:r>
            <a:r>
              <a:rPr lang="en-US" sz="1400" dirty="0" err="1" smtClean="0">
                <a:latin typeface="+mn-lt"/>
              </a:rPr>
              <a:t>ScaleDataLoader</a:t>
            </a:r>
            <a:r>
              <a:rPr lang="en-US" sz="1400" dirty="0" smtClean="0">
                <a:latin typeface="+mn-lt"/>
              </a:rPr>
              <a:t>/</a:t>
            </a:r>
            <a:r>
              <a:rPr lang="en-US" sz="1400" dirty="0" err="1" smtClean="0">
                <a:latin typeface="+mn-lt"/>
              </a:rPr>
              <a:t>sql</a:t>
            </a:r>
            <a:r>
              <a:rPr lang="en-US" sz="1400" dirty="0" smtClean="0">
                <a:latin typeface="+mn-lt"/>
              </a:rPr>
              <a:t>/</a:t>
            </a:r>
            <a:r>
              <a:rPr lang="en-US" sz="1400" dirty="0" err="1" smtClean="0">
                <a:latin typeface="+mn-lt"/>
              </a:rPr>
              <a:t>FNM_update_pool_eligibility.sql</a:t>
            </a:r>
            <a:endParaRPr lang="en-US" sz="1400" dirty="0">
              <a:latin typeface="+mn-lt"/>
            </a:endParaRPr>
          </a:p>
        </p:txBody>
      </p:sp>
      <p:sp>
        <p:nvSpPr>
          <p:cNvPr id="5" name="TextBox 4"/>
          <p:cNvSpPr txBox="1"/>
          <p:nvPr/>
        </p:nvSpPr>
        <p:spPr>
          <a:xfrm>
            <a:off x="504181" y="5417302"/>
            <a:ext cx="9339536" cy="738664"/>
          </a:xfrm>
          <a:prstGeom prst="rect">
            <a:avLst/>
          </a:prstGeom>
          <a:noFill/>
        </p:spPr>
        <p:txBody>
          <a:bodyPr wrap="square" rtlCol="0">
            <a:spAutoFit/>
          </a:bodyPr>
          <a:lstStyle/>
          <a:p>
            <a:r>
              <a:rPr lang="en-US" sz="1400" dirty="0" smtClean="0">
                <a:latin typeface="+mn-lt"/>
              </a:rPr>
              <a:t>Usage:</a:t>
            </a:r>
          </a:p>
          <a:p>
            <a:pPr marL="285750" indent="-285750">
              <a:buFont typeface="Arial" panose="020B0604020202020204" pitchFamily="34" charset="0"/>
              <a:buChar char="•"/>
            </a:pPr>
            <a:r>
              <a:rPr lang="en-US" sz="1400" dirty="0" smtClean="0">
                <a:latin typeface="+mn-lt"/>
              </a:rPr>
              <a:t>No special handling</a:t>
            </a:r>
          </a:p>
          <a:p>
            <a:pPr marL="285750" indent="-285750">
              <a:buFont typeface="Arial" panose="020B0604020202020204" pitchFamily="34" charset="0"/>
              <a:buChar char="•"/>
            </a:pPr>
            <a:r>
              <a:rPr lang="en-US" sz="1400" dirty="0" smtClean="0">
                <a:latin typeface="+mn-lt"/>
              </a:rPr>
              <a:t>Continue use pool level </a:t>
            </a:r>
            <a:r>
              <a:rPr lang="en-US" sz="1400" dirty="0" err="1" smtClean="0">
                <a:latin typeface="+mn-lt"/>
              </a:rPr>
              <a:t>refi_elig</a:t>
            </a:r>
            <a:r>
              <a:rPr lang="en-US" sz="1400" dirty="0" smtClean="0">
                <a:latin typeface="+mn-lt"/>
              </a:rPr>
              <a:t>%</a:t>
            </a:r>
            <a:endParaRPr lang="en-US" sz="1400" dirty="0">
              <a:latin typeface="+mn-lt"/>
            </a:endParaRPr>
          </a:p>
        </p:txBody>
      </p:sp>
    </p:spTree>
    <p:extLst>
      <p:ext uri="{BB962C8B-B14F-4D97-AF65-F5344CB8AC3E}">
        <p14:creationId xmlns:p14="http://schemas.microsoft.com/office/powerpoint/2010/main" val="30556346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4. Mortgage Insurance Level</a:t>
            </a:r>
            <a:br>
              <a:rPr lang="en-US" sz="1600" dirty="0" smtClean="0"/>
            </a:b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503837"/>
            <a:ext cx="9072956" cy="769441"/>
          </a:xfrm>
          <a:prstGeom prst="rect">
            <a:avLst/>
          </a:prstGeom>
          <a:noFill/>
        </p:spPr>
        <p:txBody>
          <a:bodyPr wrap="square" rtlCol="0">
            <a:spAutoFit/>
          </a:bodyPr>
          <a:lstStyle/>
          <a:p>
            <a:r>
              <a:rPr lang="en-US" sz="1100" dirty="0" smtClean="0">
                <a:latin typeface="+mn-lt"/>
              </a:rPr>
              <a:t>The mortgage insurance coverage level is a loan level number we used to estimate the origination PMI for </a:t>
            </a:r>
            <a:r>
              <a:rPr lang="en-US" sz="1100" dirty="0" err="1" smtClean="0">
                <a:latin typeface="+mn-lt"/>
              </a:rPr>
              <a:t>HARPed</a:t>
            </a:r>
            <a:r>
              <a:rPr lang="en-US" sz="1100" dirty="0" smtClean="0">
                <a:latin typeface="+mn-lt"/>
              </a:rPr>
              <a:t> loans.</a:t>
            </a:r>
            <a:endParaRPr lang="en-US" sz="1100" dirty="0">
              <a:latin typeface="+mn-lt"/>
            </a:endParaRPr>
          </a:p>
          <a:p>
            <a:endParaRPr lang="en-US" sz="1100" dirty="0" smtClean="0">
              <a:latin typeface="+mn-lt"/>
            </a:endParaRPr>
          </a:p>
          <a:p>
            <a:r>
              <a:rPr lang="en-US" sz="1100" dirty="0" smtClean="0">
                <a:latin typeface="+mn-lt"/>
              </a:rPr>
              <a:t>As FNMA only has loan level data from 2014, when we calculate the </a:t>
            </a:r>
            <a:r>
              <a:rPr lang="en-US" sz="1100" dirty="0" err="1" smtClean="0">
                <a:latin typeface="+mn-lt"/>
              </a:rPr>
              <a:t>origPMI</a:t>
            </a:r>
            <a:r>
              <a:rPr lang="en-US" sz="1100" dirty="0" smtClean="0">
                <a:latin typeface="+mn-lt"/>
              </a:rPr>
              <a:t>, the algorithm will set to be 0 for most of </a:t>
            </a:r>
            <a:r>
              <a:rPr lang="en-US" sz="1100" dirty="0" err="1" smtClean="0">
                <a:latin typeface="+mn-lt"/>
              </a:rPr>
              <a:t>HARPed</a:t>
            </a:r>
            <a:r>
              <a:rPr lang="en-US" sz="1100" dirty="0" smtClean="0">
                <a:latin typeface="+mn-lt"/>
              </a:rPr>
              <a:t> loans, that will bring in a large bias on our incentive calculation.</a:t>
            </a:r>
          </a:p>
        </p:txBody>
      </p:sp>
      <p:sp>
        <p:nvSpPr>
          <p:cNvPr id="6" name="Isosceles Triangle 5"/>
          <p:cNvSpPr/>
          <p:nvPr/>
        </p:nvSpPr>
        <p:spPr>
          <a:xfrm rot="5400000">
            <a:off x="4138860" y="45315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hart 6"/>
          <p:cNvGraphicFramePr/>
          <p:nvPr>
            <p:extLst>
              <p:ext uri="{D42A27DB-BD31-4B8C-83A1-F6EECF244321}">
                <p14:modId xmlns:p14="http://schemas.microsoft.com/office/powerpoint/2010/main" val="1716876587"/>
              </p:ext>
            </p:extLst>
          </p:nvPr>
        </p:nvGraphicFramePr>
        <p:xfrm>
          <a:off x="672623" y="2794042"/>
          <a:ext cx="3931920" cy="356616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graphicFrame>
        <p:nvGraphicFramePr>
          <p:cNvPr id="10" name="Chart 9"/>
          <p:cNvGraphicFramePr/>
          <p:nvPr>
            <p:extLst>
              <p:ext uri="{D42A27DB-BD31-4B8C-83A1-F6EECF244321}">
                <p14:modId xmlns:p14="http://schemas.microsoft.com/office/powerpoint/2010/main" val="3123181318"/>
              </p:ext>
            </p:extLst>
          </p:nvPr>
        </p:nvGraphicFramePr>
        <p:xfrm>
          <a:off x="5232018" y="2794042"/>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509908" y="6374606"/>
            <a:ext cx="9072956" cy="261610"/>
          </a:xfrm>
          <a:prstGeom prst="rect">
            <a:avLst/>
          </a:prstGeom>
          <a:noFill/>
        </p:spPr>
        <p:txBody>
          <a:bodyPr wrap="square" rtlCol="0">
            <a:spAutoFit/>
          </a:bodyPr>
          <a:lstStyle/>
          <a:p>
            <a:r>
              <a:rPr lang="en-US" sz="1100" dirty="0" smtClean="0">
                <a:latin typeface="+mn-lt"/>
              </a:rPr>
              <a:t>Using our mapping method, FNM has a higher MI coverage level due to their lower origination quality.</a:t>
            </a:r>
          </a:p>
        </p:txBody>
      </p:sp>
    </p:spTree>
    <p:extLst>
      <p:ext uri="{BB962C8B-B14F-4D97-AF65-F5344CB8AC3E}">
        <p14:creationId xmlns:p14="http://schemas.microsoft.com/office/powerpoint/2010/main" val="11345183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4. Mortgage Insurance </a:t>
            </a:r>
            <a:r>
              <a:rPr lang="en-US" sz="1600" dirty="0" smtClean="0"/>
              <a:t>Level</a:t>
            </a:r>
            <a:br>
              <a:rPr lang="en-US" sz="1600" dirty="0" smtClean="0"/>
            </a:br>
            <a:r>
              <a:rPr lang="en-US" sz="1600" dirty="0" smtClean="0"/>
              <a:t>Summary</a:t>
            </a:r>
            <a:endParaRPr lang="en-US" dirty="0">
              <a:latin typeface="+mn-lt"/>
            </a:endParaRPr>
          </a:p>
        </p:txBody>
      </p:sp>
      <p:sp>
        <p:nvSpPr>
          <p:cNvPr id="36" name="TextBox 35"/>
          <p:cNvSpPr txBox="1"/>
          <p:nvPr/>
        </p:nvSpPr>
        <p:spPr>
          <a:xfrm>
            <a:off x="504181" y="2013688"/>
            <a:ext cx="9072956" cy="1384995"/>
          </a:xfrm>
          <a:prstGeom prst="rect">
            <a:avLst/>
          </a:prstGeom>
          <a:noFill/>
        </p:spPr>
        <p:txBody>
          <a:bodyPr wrap="square" rtlCol="0">
            <a:spAutoFit/>
          </a:bodyPr>
          <a:lstStyle/>
          <a:p>
            <a:r>
              <a:rPr lang="en-US" sz="1400" dirty="0" smtClean="0">
                <a:latin typeface="+mn-lt"/>
              </a:rPr>
              <a:t>Updates for the FNMA Mortgage Insurance Level takes four steps:</a:t>
            </a:r>
          </a:p>
          <a:p>
            <a:pPr marL="228600" indent="-228600">
              <a:buFont typeface="+mj-lt"/>
              <a:buAutoNum type="arabicParenR"/>
            </a:pPr>
            <a:endParaRPr lang="en-US" sz="1400" dirty="0">
              <a:latin typeface="+mn-lt"/>
            </a:endParaRPr>
          </a:p>
          <a:p>
            <a:pPr marL="228600" indent="-228600">
              <a:buFont typeface="+mj-lt"/>
              <a:buAutoNum type="arabicParenR"/>
            </a:pPr>
            <a:r>
              <a:rPr lang="en-US" sz="1400" dirty="0" smtClean="0">
                <a:latin typeface="+mn-lt"/>
              </a:rPr>
              <a:t>For after 2014 period, Use FNMA loan level data to calculate </a:t>
            </a:r>
            <a:r>
              <a:rPr lang="en-US" sz="1400" dirty="0" err="1" smtClean="0">
                <a:latin typeface="+mn-lt"/>
              </a:rPr>
              <a:t>miLevel</a:t>
            </a:r>
            <a:endParaRPr lang="en-US" sz="1400" dirty="0" smtClean="0">
              <a:latin typeface="+mn-lt"/>
            </a:endParaRPr>
          </a:p>
          <a:p>
            <a:pPr marL="228600" indent="-228600">
              <a:buFont typeface="+mj-lt"/>
              <a:buAutoNum type="arabicParenR"/>
            </a:pPr>
            <a:r>
              <a:rPr lang="en-US" sz="1400" dirty="0">
                <a:latin typeface="+mn-lt"/>
              </a:rPr>
              <a:t>For after 2014 </a:t>
            </a:r>
            <a:r>
              <a:rPr lang="en-US" sz="1400" dirty="0" smtClean="0">
                <a:latin typeface="+mn-lt"/>
              </a:rPr>
              <a:t>period, use the mapping from FHL data</a:t>
            </a:r>
            <a:r>
              <a:rPr lang="en-US" sz="1400" dirty="0">
                <a:latin typeface="+mn-lt"/>
              </a:rPr>
              <a:t>: </a:t>
            </a:r>
            <a:r>
              <a:rPr lang="en-US" sz="1400" dirty="0" err="1" smtClean="0">
                <a:latin typeface="+mn-lt"/>
              </a:rPr>
              <a:t>MarketTicker</a:t>
            </a:r>
            <a:r>
              <a:rPr lang="en-US" sz="1400" dirty="0" smtClean="0">
                <a:latin typeface="+mn-lt"/>
              </a:rPr>
              <a:t>/</a:t>
            </a:r>
            <a:r>
              <a:rPr lang="en-US" sz="1400" dirty="0" err="1" smtClean="0">
                <a:latin typeface="+mn-lt"/>
              </a:rPr>
              <a:t>OriginationDate</a:t>
            </a:r>
            <a:r>
              <a:rPr lang="en-US" sz="1400" dirty="0" smtClean="0">
                <a:latin typeface="+mn-lt"/>
              </a:rPr>
              <a:t>/FICO/CLTV</a:t>
            </a:r>
          </a:p>
          <a:p>
            <a:pPr marL="228600" indent="-228600">
              <a:buFont typeface="+mj-lt"/>
              <a:buAutoNum type="arabicParenR"/>
            </a:pPr>
            <a:r>
              <a:rPr lang="en-US" sz="1400" dirty="0">
                <a:latin typeface="+mn-lt"/>
              </a:rPr>
              <a:t>If couldn’t find mapping, use general </a:t>
            </a:r>
            <a:r>
              <a:rPr lang="en-US" sz="1400" dirty="0" smtClean="0">
                <a:latin typeface="+mn-lt"/>
              </a:rPr>
              <a:t>mapping by year: </a:t>
            </a:r>
            <a:r>
              <a:rPr lang="en-US" sz="1400" dirty="0" err="1" smtClean="0">
                <a:latin typeface="+mn-lt"/>
              </a:rPr>
              <a:t>MarketTicker</a:t>
            </a:r>
            <a:r>
              <a:rPr lang="en-US" sz="1400" dirty="0" smtClean="0">
                <a:latin typeface="+mn-lt"/>
              </a:rPr>
              <a:t>/</a:t>
            </a:r>
            <a:r>
              <a:rPr lang="en-US" sz="1400" dirty="0" err="1" smtClean="0">
                <a:latin typeface="+mn-lt"/>
              </a:rPr>
              <a:t>OriginationYear</a:t>
            </a:r>
            <a:r>
              <a:rPr lang="en-US" sz="1400" dirty="0" smtClean="0">
                <a:latin typeface="+mn-lt"/>
              </a:rPr>
              <a:t>/FICO/CLTV</a:t>
            </a:r>
            <a:endParaRPr lang="en-US" sz="1400" dirty="0">
              <a:latin typeface="+mn-lt"/>
            </a:endParaRPr>
          </a:p>
          <a:p>
            <a:pPr marL="228600" indent="-228600">
              <a:buFont typeface="+mj-lt"/>
              <a:buAutoNum type="arabicParenR"/>
            </a:pPr>
            <a:r>
              <a:rPr lang="en-US" sz="1400" dirty="0">
                <a:latin typeface="+mn-lt"/>
              </a:rPr>
              <a:t>If couldn’t find mapping, use general mapping with out date: </a:t>
            </a:r>
            <a:r>
              <a:rPr lang="en-US" sz="1400" dirty="0" err="1" smtClean="0">
                <a:latin typeface="+mn-lt"/>
              </a:rPr>
              <a:t>MarketTicker</a:t>
            </a:r>
            <a:r>
              <a:rPr lang="en-US" sz="1400" dirty="0" smtClean="0">
                <a:latin typeface="+mn-lt"/>
              </a:rPr>
              <a:t>/FICO/CLTV</a:t>
            </a:r>
            <a:endParaRPr lang="en-US" sz="1400" dirty="0">
              <a:latin typeface="+mn-lt"/>
            </a:endParaRPr>
          </a:p>
        </p:txBody>
      </p:sp>
      <p:sp>
        <p:nvSpPr>
          <p:cNvPr id="10" name="TextBox 9"/>
          <p:cNvSpPr txBox="1"/>
          <p:nvPr/>
        </p:nvSpPr>
        <p:spPr>
          <a:xfrm>
            <a:off x="504181" y="4034243"/>
            <a:ext cx="9072956" cy="738664"/>
          </a:xfrm>
          <a:prstGeom prst="rect">
            <a:avLst/>
          </a:prstGeom>
          <a:noFill/>
        </p:spPr>
        <p:txBody>
          <a:bodyPr wrap="square" rtlCol="0">
            <a:spAutoFit/>
          </a:bodyPr>
          <a:lstStyle/>
          <a:p>
            <a:r>
              <a:rPr lang="en-US" sz="1400" dirty="0" smtClean="0">
                <a:latin typeface="+mn-lt"/>
              </a:rPr>
              <a:t>Refer </a:t>
            </a:r>
            <a:r>
              <a:rPr lang="en-US" sz="1400" dirty="0">
                <a:latin typeface="+mn-lt"/>
              </a:rPr>
              <a:t>to the following codes for the updates</a:t>
            </a:r>
            <a:r>
              <a:rPr lang="en-US" sz="1400" dirty="0" smtClean="0">
                <a:latin typeface="+mn-lt"/>
              </a:rPr>
              <a:t>:</a:t>
            </a:r>
          </a:p>
          <a:p>
            <a:endParaRPr lang="en-US" sz="1400" dirty="0">
              <a:latin typeface="+mn-lt"/>
            </a:endParaRPr>
          </a:p>
          <a:p>
            <a:pPr marL="285750" indent="-285750">
              <a:buFont typeface="Arial" panose="020B0604020202020204" pitchFamily="34" charset="0"/>
              <a:buChar char="•"/>
            </a:pPr>
            <a:r>
              <a:rPr lang="en-US" sz="1400" dirty="0" smtClean="0">
                <a:latin typeface="+mn-lt"/>
              </a:rPr>
              <a:t>trunk/</a:t>
            </a:r>
            <a:r>
              <a:rPr lang="en-US" sz="1400" dirty="0" err="1" smtClean="0">
                <a:latin typeface="+mn-lt"/>
              </a:rPr>
              <a:t>ScaleDataLoader</a:t>
            </a:r>
            <a:r>
              <a:rPr lang="en-US" sz="1400" dirty="0" smtClean="0">
                <a:latin typeface="+mn-lt"/>
              </a:rPr>
              <a:t>/</a:t>
            </a:r>
            <a:r>
              <a:rPr lang="en-US" sz="1400" dirty="0" err="1" smtClean="0">
                <a:latin typeface="+mn-lt"/>
              </a:rPr>
              <a:t>sql</a:t>
            </a:r>
            <a:r>
              <a:rPr lang="en-US" sz="1400" dirty="0" smtClean="0">
                <a:latin typeface="+mn-lt"/>
              </a:rPr>
              <a:t>/</a:t>
            </a:r>
            <a:r>
              <a:rPr lang="en-US" sz="1400" dirty="0" err="1" smtClean="0">
                <a:latin typeface="+mn-lt"/>
              </a:rPr>
              <a:t>FNM_update_pool_missing_data.sql</a:t>
            </a:r>
            <a:endParaRPr lang="en-US" sz="1400" dirty="0">
              <a:latin typeface="+mn-lt"/>
            </a:endParaRPr>
          </a:p>
        </p:txBody>
      </p:sp>
      <p:sp>
        <p:nvSpPr>
          <p:cNvPr id="5" name="TextBox 4"/>
          <p:cNvSpPr txBox="1"/>
          <p:nvPr/>
        </p:nvSpPr>
        <p:spPr>
          <a:xfrm>
            <a:off x="504181" y="5417302"/>
            <a:ext cx="9339536" cy="523220"/>
          </a:xfrm>
          <a:prstGeom prst="rect">
            <a:avLst/>
          </a:prstGeom>
          <a:noFill/>
        </p:spPr>
        <p:txBody>
          <a:bodyPr wrap="square" rtlCol="0">
            <a:spAutoFit/>
          </a:bodyPr>
          <a:lstStyle/>
          <a:p>
            <a:r>
              <a:rPr lang="en-US" sz="1400" dirty="0" smtClean="0">
                <a:latin typeface="+mn-lt"/>
              </a:rPr>
              <a:t>Usage:</a:t>
            </a:r>
          </a:p>
          <a:p>
            <a:pPr marL="285750" indent="-285750">
              <a:buFont typeface="Arial" panose="020B0604020202020204" pitchFamily="34" charset="0"/>
              <a:buChar char="•"/>
            </a:pPr>
            <a:r>
              <a:rPr lang="en-US" sz="1400" dirty="0" smtClean="0">
                <a:latin typeface="+mn-lt"/>
              </a:rPr>
              <a:t>FNM</a:t>
            </a:r>
            <a:r>
              <a:rPr lang="en-US" sz="1400" dirty="0">
                <a:latin typeface="+mn-lt"/>
              </a:rPr>
              <a:t>: </a:t>
            </a:r>
            <a:r>
              <a:rPr lang="en-US" sz="1400" dirty="0" smtClean="0">
                <a:latin typeface="+mn-lt"/>
              </a:rPr>
              <a:t>Add new column </a:t>
            </a:r>
            <a:r>
              <a:rPr lang="en-US" sz="1400" dirty="0" err="1" smtClean="0">
                <a:latin typeface="+mn-lt"/>
              </a:rPr>
              <a:t>miLevel</a:t>
            </a:r>
            <a:r>
              <a:rPr lang="en-US" sz="1400" dirty="0" smtClean="0">
                <a:latin typeface="+mn-lt"/>
              </a:rPr>
              <a:t> in </a:t>
            </a:r>
            <a:r>
              <a:rPr lang="en-US" sz="1400" dirty="0" err="1" smtClean="0">
                <a:latin typeface="+mn-lt"/>
              </a:rPr>
              <a:t>scale.FNM_PoolHist</a:t>
            </a:r>
            <a:endParaRPr lang="en-US" sz="1400" dirty="0">
              <a:latin typeface="+mn-lt"/>
            </a:endParaRPr>
          </a:p>
        </p:txBody>
      </p:sp>
    </p:spTree>
    <p:extLst>
      <p:ext uri="{BB962C8B-B14F-4D97-AF65-F5344CB8AC3E}">
        <p14:creationId xmlns:p14="http://schemas.microsoft.com/office/powerpoint/2010/main" val="25744160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5. Origination PMI</a:t>
            </a:r>
            <a:br>
              <a:rPr lang="en-US" sz="1600" dirty="0" smtClean="0"/>
            </a:b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503837"/>
            <a:ext cx="9072956" cy="938719"/>
          </a:xfrm>
          <a:prstGeom prst="rect">
            <a:avLst/>
          </a:prstGeom>
          <a:noFill/>
        </p:spPr>
        <p:txBody>
          <a:bodyPr wrap="square" rtlCol="0">
            <a:spAutoFit/>
          </a:bodyPr>
          <a:lstStyle/>
          <a:p>
            <a:r>
              <a:rPr lang="en-US" sz="1100" dirty="0" smtClean="0">
                <a:latin typeface="+mn-lt"/>
              </a:rPr>
              <a:t>Origination PMI is the PMI calculated by the </a:t>
            </a:r>
            <a:r>
              <a:rPr lang="en-US" sz="1100" dirty="0" err="1" smtClean="0">
                <a:latin typeface="+mn-lt"/>
              </a:rPr>
              <a:t>orig</a:t>
            </a:r>
            <a:r>
              <a:rPr lang="en-US" sz="1100" dirty="0" smtClean="0">
                <a:latin typeface="+mn-lt"/>
              </a:rPr>
              <a:t> LTV and FICO for each loan. Bur for </a:t>
            </a:r>
            <a:r>
              <a:rPr lang="en-US" sz="1100" dirty="0" err="1" smtClean="0">
                <a:latin typeface="+mn-lt"/>
              </a:rPr>
              <a:t>HARPed</a:t>
            </a:r>
            <a:r>
              <a:rPr lang="en-US" sz="1100" dirty="0" smtClean="0">
                <a:latin typeface="+mn-lt"/>
              </a:rPr>
              <a:t> loans,  as they carry on their MI from their previous loan. We cannot figure out the CLTV they used for the pre-HARP loan.</a:t>
            </a:r>
          </a:p>
          <a:p>
            <a:r>
              <a:rPr lang="en-US" sz="1100" dirty="0" smtClean="0">
                <a:latin typeface="+mn-lt"/>
              </a:rPr>
              <a:t>In our current model Origination PMI for </a:t>
            </a:r>
            <a:r>
              <a:rPr lang="en-US" sz="1100" dirty="0" err="1" smtClean="0">
                <a:latin typeface="+mn-lt"/>
              </a:rPr>
              <a:t>HARPed</a:t>
            </a:r>
            <a:r>
              <a:rPr lang="en-US" sz="1100" dirty="0" smtClean="0">
                <a:latin typeface="+mn-lt"/>
              </a:rPr>
              <a:t> loans is estimated based on their MI coverage level. </a:t>
            </a:r>
          </a:p>
          <a:p>
            <a:endParaRPr lang="en-US" sz="1100" dirty="0">
              <a:latin typeface="+mn-lt"/>
            </a:endParaRPr>
          </a:p>
          <a:p>
            <a:r>
              <a:rPr lang="en-US" sz="1100" dirty="0" smtClean="0">
                <a:latin typeface="+mn-lt"/>
              </a:rPr>
              <a:t>As we updated the MI Level  in section 4, the </a:t>
            </a:r>
            <a:r>
              <a:rPr lang="en-US" sz="1100" dirty="0" err="1" smtClean="0">
                <a:latin typeface="+mn-lt"/>
              </a:rPr>
              <a:t>OrigPMI</a:t>
            </a:r>
            <a:r>
              <a:rPr lang="en-US" sz="1100" dirty="0" smtClean="0">
                <a:latin typeface="+mn-lt"/>
              </a:rPr>
              <a:t> should be re-calculated as well.</a:t>
            </a:r>
          </a:p>
        </p:txBody>
      </p:sp>
      <p:sp>
        <p:nvSpPr>
          <p:cNvPr id="6" name="Isosceles Triangle 5"/>
          <p:cNvSpPr/>
          <p:nvPr/>
        </p:nvSpPr>
        <p:spPr>
          <a:xfrm rot="5400000">
            <a:off x="4138860" y="45315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graphicFrame>
        <p:nvGraphicFramePr>
          <p:cNvPr id="8" name="Chart 7"/>
          <p:cNvGraphicFramePr/>
          <p:nvPr>
            <p:extLst>
              <p:ext uri="{D42A27DB-BD31-4B8C-83A1-F6EECF244321}">
                <p14:modId xmlns:p14="http://schemas.microsoft.com/office/powerpoint/2010/main" val="210846060"/>
              </p:ext>
            </p:extLst>
          </p:nvPr>
        </p:nvGraphicFramePr>
        <p:xfrm>
          <a:off x="778042" y="279404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p:cNvGraphicFramePr/>
          <p:nvPr>
            <p:extLst>
              <p:ext uri="{D42A27DB-BD31-4B8C-83A1-F6EECF244321}">
                <p14:modId xmlns:p14="http://schemas.microsoft.com/office/powerpoint/2010/main" val="281666339"/>
              </p:ext>
            </p:extLst>
          </p:nvPr>
        </p:nvGraphicFramePr>
        <p:xfrm>
          <a:off x="5419939" y="2844649"/>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504181" y="6400016"/>
            <a:ext cx="9072956" cy="430887"/>
          </a:xfrm>
          <a:prstGeom prst="rect">
            <a:avLst/>
          </a:prstGeom>
          <a:noFill/>
        </p:spPr>
        <p:txBody>
          <a:bodyPr wrap="square" rtlCol="0">
            <a:spAutoFit/>
          </a:bodyPr>
          <a:lstStyle/>
          <a:p>
            <a:r>
              <a:rPr lang="en-US" sz="1100" dirty="0" smtClean="0">
                <a:latin typeface="+mn-lt"/>
              </a:rPr>
              <a:t>After the update, FNM and FHL </a:t>
            </a:r>
            <a:r>
              <a:rPr lang="en-US" sz="1100" dirty="0" err="1" smtClean="0">
                <a:latin typeface="+mn-lt"/>
              </a:rPr>
              <a:t>origPMI</a:t>
            </a:r>
            <a:r>
              <a:rPr lang="en-US" sz="1100" dirty="0" smtClean="0">
                <a:latin typeface="+mn-lt"/>
              </a:rPr>
              <a:t> back to the same level. But as the result in section 4 shows, FNM has about 3% high </a:t>
            </a:r>
            <a:r>
              <a:rPr lang="en-US" sz="1100" dirty="0" err="1" smtClean="0">
                <a:latin typeface="+mn-lt"/>
              </a:rPr>
              <a:t>miLevel</a:t>
            </a:r>
            <a:r>
              <a:rPr lang="en-US" sz="1100" dirty="0" smtClean="0">
                <a:latin typeface="+mn-lt"/>
              </a:rPr>
              <a:t>, so the </a:t>
            </a:r>
            <a:r>
              <a:rPr lang="en-US" sz="1100" dirty="0" err="1" smtClean="0">
                <a:latin typeface="+mn-lt"/>
              </a:rPr>
              <a:t>origPMI</a:t>
            </a:r>
            <a:r>
              <a:rPr lang="en-US" sz="1100" dirty="0" smtClean="0">
                <a:latin typeface="+mn-lt"/>
              </a:rPr>
              <a:t> is also higher by 20 bps. </a:t>
            </a:r>
          </a:p>
        </p:txBody>
      </p:sp>
    </p:spTree>
    <p:extLst>
      <p:ext uri="{BB962C8B-B14F-4D97-AF65-F5344CB8AC3E}">
        <p14:creationId xmlns:p14="http://schemas.microsoft.com/office/powerpoint/2010/main" val="3237224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5. Origination PMI</a:t>
            </a:r>
            <a:r>
              <a:rPr lang="en-US" sz="1600" dirty="0" smtClean="0"/>
              <a:t/>
            </a:r>
            <a:br>
              <a:rPr lang="en-US" sz="1600" dirty="0" smtClean="0"/>
            </a:br>
            <a:r>
              <a:rPr lang="en-US" sz="1600" dirty="0" smtClean="0"/>
              <a:t>Summary</a:t>
            </a:r>
            <a:endParaRPr lang="en-US" dirty="0">
              <a:latin typeface="+mn-lt"/>
            </a:endParaRPr>
          </a:p>
        </p:txBody>
      </p:sp>
      <p:sp>
        <p:nvSpPr>
          <p:cNvPr id="36" name="TextBox 35"/>
          <p:cNvSpPr txBox="1"/>
          <p:nvPr/>
        </p:nvSpPr>
        <p:spPr>
          <a:xfrm>
            <a:off x="504181" y="2013688"/>
            <a:ext cx="9072956" cy="954107"/>
          </a:xfrm>
          <a:prstGeom prst="rect">
            <a:avLst/>
          </a:prstGeom>
          <a:noFill/>
        </p:spPr>
        <p:txBody>
          <a:bodyPr wrap="square" rtlCol="0">
            <a:spAutoFit/>
          </a:bodyPr>
          <a:lstStyle/>
          <a:p>
            <a:r>
              <a:rPr lang="en-US" sz="1400" dirty="0" smtClean="0">
                <a:latin typeface="+mn-lt"/>
              </a:rPr>
              <a:t>Updates for the FNMA </a:t>
            </a:r>
            <a:r>
              <a:rPr lang="en-US" sz="1400" dirty="0" err="1" smtClean="0">
                <a:latin typeface="+mn-lt"/>
              </a:rPr>
              <a:t>OrigPMI</a:t>
            </a:r>
            <a:r>
              <a:rPr lang="en-US" sz="1400" dirty="0" smtClean="0">
                <a:latin typeface="+mn-lt"/>
              </a:rPr>
              <a:t> on Pool level:</a:t>
            </a:r>
          </a:p>
          <a:p>
            <a:endParaRPr lang="en-US" sz="1400" dirty="0">
              <a:latin typeface="+mn-lt"/>
            </a:endParaRPr>
          </a:p>
          <a:p>
            <a:r>
              <a:rPr lang="en-US" sz="1400" dirty="0" smtClean="0">
                <a:latin typeface="+mn-lt"/>
              </a:rPr>
              <a:t>(1) Use pool level </a:t>
            </a:r>
            <a:r>
              <a:rPr lang="en-US" sz="1400" dirty="0" err="1" smtClean="0">
                <a:latin typeface="+mn-lt"/>
              </a:rPr>
              <a:t>miLevel</a:t>
            </a:r>
            <a:r>
              <a:rPr lang="en-US" sz="1400" dirty="0" smtClean="0">
                <a:latin typeface="+mn-lt"/>
              </a:rPr>
              <a:t> to </a:t>
            </a:r>
            <a:r>
              <a:rPr lang="en-US" sz="1400" dirty="0" err="1" smtClean="0">
                <a:latin typeface="+mn-lt"/>
              </a:rPr>
              <a:t>estaimate</a:t>
            </a:r>
            <a:r>
              <a:rPr lang="en-US" sz="1400" dirty="0" smtClean="0">
                <a:latin typeface="+mn-lt"/>
              </a:rPr>
              <a:t> </a:t>
            </a:r>
            <a:r>
              <a:rPr lang="en-US" sz="1400" dirty="0" err="1" smtClean="0">
                <a:latin typeface="+mn-lt"/>
              </a:rPr>
              <a:t>OrigPMI</a:t>
            </a:r>
            <a:r>
              <a:rPr lang="en-US" sz="1400" dirty="0" smtClean="0">
                <a:latin typeface="+mn-lt"/>
              </a:rPr>
              <a:t> for CQ/CR</a:t>
            </a:r>
          </a:p>
          <a:p>
            <a:pPr marL="228600" indent="-228600">
              <a:buFont typeface="+mj-lt"/>
              <a:buAutoNum type="arabicParenR"/>
            </a:pPr>
            <a:endParaRPr lang="en-US" sz="1400" dirty="0">
              <a:latin typeface="+mn-lt"/>
            </a:endParaRPr>
          </a:p>
        </p:txBody>
      </p:sp>
      <p:sp>
        <p:nvSpPr>
          <p:cNvPr id="10" name="TextBox 9"/>
          <p:cNvSpPr txBox="1"/>
          <p:nvPr/>
        </p:nvSpPr>
        <p:spPr>
          <a:xfrm>
            <a:off x="504181" y="4034243"/>
            <a:ext cx="9072956" cy="738664"/>
          </a:xfrm>
          <a:prstGeom prst="rect">
            <a:avLst/>
          </a:prstGeom>
          <a:noFill/>
        </p:spPr>
        <p:txBody>
          <a:bodyPr wrap="square" rtlCol="0">
            <a:spAutoFit/>
          </a:bodyPr>
          <a:lstStyle/>
          <a:p>
            <a:r>
              <a:rPr lang="en-US" sz="1400" dirty="0" smtClean="0">
                <a:latin typeface="+mn-lt"/>
              </a:rPr>
              <a:t>Refer </a:t>
            </a:r>
            <a:r>
              <a:rPr lang="en-US" sz="1400" dirty="0">
                <a:latin typeface="+mn-lt"/>
              </a:rPr>
              <a:t>to the following codes for the updates</a:t>
            </a:r>
            <a:r>
              <a:rPr lang="en-US" sz="1400" dirty="0" smtClean="0">
                <a:latin typeface="+mn-lt"/>
              </a:rPr>
              <a:t>:</a:t>
            </a:r>
          </a:p>
          <a:p>
            <a:endParaRPr lang="en-US" sz="1400" dirty="0">
              <a:latin typeface="+mn-lt"/>
            </a:endParaRPr>
          </a:p>
          <a:p>
            <a:pPr marL="285750" indent="-285750">
              <a:buFont typeface="Arial" panose="020B0604020202020204" pitchFamily="34" charset="0"/>
              <a:buChar char="•"/>
            </a:pPr>
            <a:r>
              <a:rPr lang="en-US" sz="1400" dirty="0" smtClean="0">
                <a:latin typeface="+mn-lt"/>
              </a:rPr>
              <a:t>trunk/</a:t>
            </a:r>
            <a:r>
              <a:rPr lang="en-US" sz="1400" dirty="0" err="1" smtClean="0">
                <a:latin typeface="+mn-lt"/>
              </a:rPr>
              <a:t>ScaleDataLoader</a:t>
            </a:r>
            <a:r>
              <a:rPr lang="en-US" sz="1400" dirty="0" smtClean="0">
                <a:latin typeface="+mn-lt"/>
              </a:rPr>
              <a:t>/</a:t>
            </a:r>
            <a:r>
              <a:rPr lang="en-US" sz="1400" dirty="0" err="1" smtClean="0">
                <a:latin typeface="+mn-lt"/>
              </a:rPr>
              <a:t>sql</a:t>
            </a:r>
            <a:r>
              <a:rPr lang="en-US" sz="1400" dirty="0">
                <a:latin typeface="+mn-lt"/>
              </a:rPr>
              <a:t>/ </a:t>
            </a:r>
            <a:r>
              <a:rPr lang="en-US" sz="1400" dirty="0" err="1">
                <a:latin typeface="+mn-lt"/>
              </a:rPr>
              <a:t>FNM_update_pool_refi_incentive.sql</a:t>
            </a:r>
            <a:endParaRPr lang="en-US" sz="1400" dirty="0">
              <a:latin typeface="+mn-lt"/>
            </a:endParaRPr>
          </a:p>
        </p:txBody>
      </p:sp>
      <p:sp>
        <p:nvSpPr>
          <p:cNvPr id="5" name="TextBox 4"/>
          <p:cNvSpPr txBox="1"/>
          <p:nvPr/>
        </p:nvSpPr>
        <p:spPr>
          <a:xfrm>
            <a:off x="504181" y="5417302"/>
            <a:ext cx="9339536" cy="738664"/>
          </a:xfrm>
          <a:prstGeom prst="rect">
            <a:avLst/>
          </a:prstGeom>
          <a:noFill/>
        </p:spPr>
        <p:txBody>
          <a:bodyPr wrap="square" rtlCol="0">
            <a:spAutoFit/>
          </a:bodyPr>
          <a:lstStyle/>
          <a:p>
            <a:r>
              <a:rPr lang="en-US" sz="1400" dirty="0" smtClean="0">
                <a:latin typeface="+mn-lt"/>
              </a:rPr>
              <a:t>Usage:</a:t>
            </a:r>
          </a:p>
          <a:p>
            <a:pPr marL="285750" indent="-285750">
              <a:buFont typeface="Arial" panose="020B0604020202020204" pitchFamily="34" charset="0"/>
              <a:buChar char="•"/>
            </a:pPr>
            <a:r>
              <a:rPr lang="en-US" sz="1400" dirty="0" smtClean="0">
                <a:latin typeface="+mn-lt"/>
              </a:rPr>
              <a:t>No special handling</a:t>
            </a:r>
          </a:p>
          <a:p>
            <a:pPr marL="285750" indent="-285750">
              <a:buFont typeface="Arial" panose="020B0604020202020204" pitchFamily="34" charset="0"/>
              <a:buChar char="•"/>
            </a:pPr>
            <a:r>
              <a:rPr lang="en-US" sz="1400" dirty="0" smtClean="0">
                <a:latin typeface="+mn-lt"/>
              </a:rPr>
              <a:t>Continue use pool level </a:t>
            </a:r>
            <a:r>
              <a:rPr lang="en-US" sz="1400" dirty="0" err="1" smtClean="0">
                <a:latin typeface="+mn-lt"/>
              </a:rPr>
              <a:t>origPMI</a:t>
            </a:r>
            <a:endParaRPr lang="en-US" sz="1400" dirty="0">
              <a:latin typeface="+mn-lt"/>
            </a:endParaRPr>
          </a:p>
        </p:txBody>
      </p:sp>
    </p:spTree>
    <p:extLst>
      <p:ext uri="{BB962C8B-B14F-4D97-AF65-F5344CB8AC3E}">
        <p14:creationId xmlns:p14="http://schemas.microsoft.com/office/powerpoint/2010/main" val="363109511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6. Refinance Incentive</a:t>
            </a:r>
            <a:br>
              <a:rPr lang="en-US" sz="1600" dirty="0" smtClean="0"/>
            </a:b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503837"/>
            <a:ext cx="9072956" cy="600164"/>
          </a:xfrm>
          <a:prstGeom prst="rect">
            <a:avLst/>
          </a:prstGeom>
          <a:noFill/>
        </p:spPr>
        <p:txBody>
          <a:bodyPr wrap="square" rtlCol="0">
            <a:spAutoFit/>
          </a:bodyPr>
          <a:lstStyle/>
          <a:p>
            <a:r>
              <a:rPr lang="en-US" sz="1100" dirty="0" smtClean="0">
                <a:latin typeface="+mn-lt"/>
              </a:rPr>
              <a:t>Following section 5, after updated the </a:t>
            </a:r>
            <a:r>
              <a:rPr lang="en-US" sz="1100" dirty="0" err="1" smtClean="0">
                <a:latin typeface="+mn-lt"/>
              </a:rPr>
              <a:t>origPMI</a:t>
            </a:r>
            <a:r>
              <a:rPr lang="en-US" sz="1100" dirty="0" smtClean="0">
                <a:latin typeface="+mn-lt"/>
              </a:rPr>
              <a:t>, we also need to update refinance incentive.</a:t>
            </a:r>
          </a:p>
          <a:p>
            <a:endParaRPr lang="en-US" sz="1100" dirty="0">
              <a:latin typeface="+mn-lt"/>
            </a:endParaRPr>
          </a:p>
          <a:p>
            <a:r>
              <a:rPr lang="en-US" sz="1100" dirty="0" smtClean="0">
                <a:latin typeface="+mn-lt"/>
              </a:rPr>
              <a:t>After update, refinance incentive was brought to the right level.</a:t>
            </a:r>
          </a:p>
        </p:txBody>
      </p:sp>
      <p:sp>
        <p:nvSpPr>
          <p:cNvPr id="6" name="Isosceles Triangle 5"/>
          <p:cNvSpPr/>
          <p:nvPr/>
        </p:nvSpPr>
        <p:spPr>
          <a:xfrm rot="5400000">
            <a:off x="4138860" y="45315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graphicFrame>
        <p:nvGraphicFramePr>
          <p:cNvPr id="8" name="Chart 7"/>
          <p:cNvGraphicFramePr/>
          <p:nvPr>
            <p:extLst>
              <p:ext uri="{D42A27DB-BD31-4B8C-83A1-F6EECF244321}">
                <p14:modId xmlns:p14="http://schemas.microsoft.com/office/powerpoint/2010/main" val="1387122002"/>
              </p:ext>
            </p:extLst>
          </p:nvPr>
        </p:nvGraphicFramePr>
        <p:xfrm>
          <a:off x="778042" y="279404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p:cNvGraphicFramePr/>
          <p:nvPr>
            <p:extLst>
              <p:ext uri="{D42A27DB-BD31-4B8C-83A1-F6EECF244321}">
                <p14:modId xmlns:p14="http://schemas.microsoft.com/office/powerpoint/2010/main" val="393277992"/>
              </p:ext>
            </p:extLst>
          </p:nvPr>
        </p:nvGraphicFramePr>
        <p:xfrm>
          <a:off x="5419939" y="2844649"/>
          <a:ext cx="3931920" cy="35661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178453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6. Refinance Incentive</a:t>
            </a:r>
            <a:br>
              <a:rPr lang="en-US" sz="1600" dirty="0" smtClean="0"/>
            </a:br>
            <a:r>
              <a:rPr lang="en-US" sz="1600" dirty="0" smtClean="0"/>
              <a:t>Summary</a:t>
            </a:r>
            <a:endParaRPr lang="en-US" dirty="0">
              <a:latin typeface="+mn-lt"/>
            </a:endParaRPr>
          </a:p>
        </p:txBody>
      </p:sp>
      <p:sp>
        <p:nvSpPr>
          <p:cNvPr id="36" name="TextBox 35"/>
          <p:cNvSpPr txBox="1"/>
          <p:nvPr/>
        </p:nvSpPr>
        <p:spPr>
          <a:xfrm>
            <a:off x="504181" y="2013688"/>
            <a:ext cx="9072956" cy="1169551"/>
          </a:xfrm>
          <a:prstGeom prst="rect">
            <a:avLst/>
          </a:prstGeom>
          <a:noFill/>
        </p:spPr>
        <p:txBody>
          <a:bodyPr wrap="square" rtlCol="0">
            <a:spAutoFit/>
          </a:bodyPr>
          <a:lstStyle/>
          <a:p>
            <a:r>
              <a:rPr lang="en-US" sz="1400" dirty="0" smtClean="0">
                <a:latin typeface="+mn-lt"/>
              </a:rPr>
              <a:t>Updates for the FNMA refinance incentive:</a:t>
            </a:r>
          </a:p>
          <a:p>
            <a:endParaRPr lang="en-US" sz="1400" dirty="0">
              <a:latin typeface="+mn-lt"/>
            </a:endParaRPr>
          </a:p>
          <a:p>
            <a:pPr marL="342900" indent="-342900">
              <a:buAutoNum type="arabicParenBoth"/>
            </a:pPr>
            <a:r>
              <a:rPr lang="en-US" sz="1400" dirty="0" smtClean="0">
                <a:latin typeface="+mn-lt"/>
              </a:rPr>
              <a:t>Use loan level aggregation for the part loan level data is available</a:t>
            </a:r>
          </a:p>
          <a:p>
            <a:pPr marL="342900" indent="-342900">
              <a:buAutoNum type="arabicParenBoth"/>
            </a:pPr>
            <a:r>
              <a:rPr lang="en-US" sz="1400" dirty="0" smtClean="0">
                <a:latin typeface="+mn-lt"/>
              </a:rPr>
              <a:t>Treat a pool like a loan for the rest of </a:t>
            </a:r>
            <a:r>
              <a:rPr lang="en-US" sz="1400" dirty="0" err="1" smtClean="0">
                <a:latin typeface="+mn-lt"/>
              </a:rPr>
              <a:t>poriod</a:t>
            </a:r>
            <a:endParaRPr lang="en-US" sz="1400" dirty="0" smtClean="0">
              <a:latin typeface="+mn-lt"/>
            </a:endParaRPr>
          </a:p>
          <a:p>
            <a:pPr marL="228600" indent="-228600">
              <a:buFont typeface="+mj-lt"/>
              <a:buAutoNum type="arabicParenR"/>
            </a:pPr>
            <a:endParaRPr lang="en-US" sz="1400" dirty="0">
              <a:latin typeface="+mn-lt"/>
            </a:endParaRPr>
          </a:p>
        </p:txBody>
      </p:sp>
      <p:sp>
        <p:nvSpPr>
          <p:cNvPr id="10" name="TextBox 9"/>
          <p:cNvSpPr txBox="1"/>
          <p:nvPr/>
        </p:nvSpPr>
        <p:spPr>
          <a:xfrm>
            <a:off x="504181" y="4027368"/>
            <a:ext cx="9072956" cy="738664"/>
          </a:xfrm>
          <a:prstGeom prst="rect">
            <a:avLst/>
          </a:prstGeom>
          <a:noFill/>
        </p:spPr>
        <p:txBody>
          <a:bodyPr wrap="square" rtlCol="0">
            <a:spAutoFit/>
          </a:bodyPr>
          <a:lstStyle/>
          <a:p>
            <a:r>
              <a:rPr lang="en-US" sz="1400" dirty="0" smtClean="0">
                <a:latin typeface="+mn-lt"/>
              </a:rPr>
              <a:t>Refer </a:t>
            </a:r>
            <a:r>
              <a:rPr lang="en-US" sz="1400" dirty="0">
                <a:latin typeface="+mn-lt"/>
              </a:rPr>
              <a:t>to the following codes for the updates</a:t>
            </a:r>
            <a:r>
              <a:rPr lang="en-US" sz="1400" dirty="0" smtClean="0">
                <a:latin typeface="+mn-lt"/>
              </a:rPr>
              <a:t>:</a:t>
            </a:r>
          </a:p>
          <a:p>
            <a:endParaRPr lang="en-US" sz="1400" dirty="0">
              <a:latin typeface="+mn-lt"/>
            </a:endParaRPr>
          </a:p>
          <a:p>
            <a:pPr marL="285750" indent="-285750">
              <a:buFont typeface="Arial" panose="020B0604020202020204" pitchFamily="34" charset="0"/>
              <a:buChar char="•"/>
            </a:pPr>
            <a:r>
              <a:rPr lang="en-US" sz="1400" dirty="0" smtClean="0">
                <a:latin typeface="+mn-lt"/>
              </a:rPr>
              <a:t>trunk/</a:t>
            </a:r>
            <a:r>
              <a:rPr lang="en-US" sz="1400" dirty="0" err="1" smtClean="0">
                <a:latin typeface="+mn-lt"/>
              </a:rPr>
              <a:t>ScaleDataLoader</a:t>
            </a:r>
            <a:r>
              <a:rPr lang="en-US" sz="1400" dirty="0" smtClean="0">
                <a:latin typeface="+mn-lt"/>
              </a:rPr>
              <a:t>/</a:t>
            </a:r>
            <a:r>
              <a:rPr lang="en-US" sz="1400" dirty="0" err="1" smtClean="0">
                <a:latin typeface="+mn-lt"/>
              </a:rPr>
              <a:t>sql</a:t>
            </a:r>
            <a:r>
              <a:rPr lang="en-US" sz="1400" dirty="0">
                <a:latin typeface="+mn-lt"/>
              </a:rPr>
              <a:t>/ </a:t>
            </a:r>
            <a:r>
              <a:rPr lang="en-US" sz="1400" dirty="0" err="1">
                <a:latin typeface="+mn-lt"/>
              </a:rPr>
              <a:t>FNM_update_pool_refi_incentive.sql</a:t>
            </a:r>
            <a:endParaRPr lang="en-US" sz="1400" dirty="0">
              <a:latin typeface="+mn-lt"/>
            </a:endParaRPr>
          </a:p>
        </p:txBody>
      </p:sp>
      <p:sp>
        <p:nvSpPr>
          <p:cNvPr id="5" name="TextBox 4"/>
          <p:cNvSpPr txBox="1"/>
          <p:nvPr/>
        </p:nvSpPr>
        <p:spPr>
          <a:xfrm>
            <a:off x="504181" y="5417302"/>
            <a:ext cx="9339536" cy="738664"/>
          </a:xfrm>
          <a:prstGeom prst="rect">
            <a:avLst/>
          </a:prstGeom>
          <a:noFill/>
        </p:spPr>
        <p:txBody>
          <a:bodyPr wrap="square" rtlCol="0">
            <a:spAutoFit/>
          </a:bodyPr>
          <a:lstStyle/>
          <a:p>
            <a:r>
              <a:rPr lang="en-US" sz="1400" dirty="0" smtClean="0">
                <a:latin typeface="+mn-lt"/>
              </a:rPr>
              <a:t>Usage:</a:t>
            </a:r>
          </a:p>
          <a:p>
            <a:pPr marL="285750" indent="-285750">
              <a:buFont typeface="Arial" panose="020B0604020202020204" pitchFamily="34" charset="0"/>
              <a:buChar char="•"/>
            </a:pPr>
            <a:r>
              <a:rPr lang="en-US" sz="1400" dirty="0" smtClean="0">
                <a:latin typeface="+mn-lt"/>
              </a:rPr>
              <a:t>No special handling</a:t>
            </a:r>
          </a:p>
          <a:p>
            <a:pPr marL="285750" indent="-285750">
              <a:buFont typeface="Arial" panose="020B0604020202020204" pitchFamily="34" charset="0"/>
              <a:buChar char="•"/>
            </a:pPr>
            <a:r>
              <a:rPr lang="en-US" sz="1400" dirty="0" smtClean="0">
                <a:latin typeface="+mn-lt"/>
              </a:rPr>
              <a:t>Continue use pool level </a:t>
            </a:r>
            <a:r>
              <a:rPr lang="en-US" sz="1400" dirty="0" err="1" smtClean="0">
                <a:latin typeface="+mn-lt"/>
              </a:rPr>
              <a:t>refi_incentive</a:t>
            </a:r>
            <a:endParaRPr lang="en-US" sz="1400" dirty="0">
              <a:latin typeface="+mn-lt"/>
            </a:endParaRPr>
          </a:p>
        </p:txBody>
      </p:sp>
    </p:spTree>
    <p:extLst>
      <p:ext uri="{BB962C8B-B14F-4D97-AF65-F5344CB8AC3E}">
        <p14:creationId xmlns:p14="http://schemas.microsoft.com/office/powerpoint/2010/main" val="9688865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7</a:t>
            </a:r>
            <a:r>
              <a:rPr lang="en-US" sz="1600" dirty="0" smtClean="0"/>
              <a:t>. Burnout</a:t>
            </a:r>
            <a:br>
              <a:rPr lang="en-US" sz="1600" dirty="0" smtClean="0"/>
            </a:b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503837"/>
            <a:ext cx="9072956" cy="600164"/>
          </a:xfrm>
          <a:prstGeom prst="rect">
            <a:avLst/>
          </a:prstGeom>
          <a:noFill/>
        </p:spPr>
        <p:txBody>
          <a:bodyPr wrap="square" rtlCol="0">
            <a:spAutoFit/>
          </a:bodyPr>
          <a:lstStyle/>
          <a:p>
            <a:r>
              <a:rPr lang="en-US" sz="1100" dirty="0" smtClean="0">
                <a:latin typeface="+mn-lt"/>
              </a:rPr>
              <a:t>Following section 6, after updated the incentive, we also need to update burnout for each pool.</a:t>
            </a:r>
          </a:p>
          <a:p>
            <a:endParaRPr lang="en-US" sz="1100" dirty="0">
              <a:latin typeface="+mn-lt"/>
            </a:endParaRPr>
          </a:p>
          <a:p>
            <a:r>
              <a:rPr lang="en-US" sz="1100" dirty="0" smtClean="0">
                <a:latin typeface="+mn-lt"/>
              </a:rPr>
              <a:t>After update, refinance burnout was brought to the right level.</a:t>
            </a:r>
          </a:p>
        </p:txBody>
      </p:sp>
      <p:sp>
        <p:nvSpPr>
          <p:cNvPr id="6" name="Isosceles Triangle 5"/>
          <p:cNvSpPr/>
          <p:nvPr/>
        </p:nvSpPr>
        <p:spPr>
          <a:xfrm rot="5400000">
            <a:off x="4138860" y="45315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graphicFrame>
        <p:nvGraphicFramePr>
          <p:cNvPr id="8" name="Chart 7"/>
          <p:cNvGraphicFramePr/>
          <p:nvPr>
            <p:extLst>
              <p:ext uri="{D42A27DB-BD31-4B8C-83A1-F6EECF244321}">
                <p14:modId xmlns:p14="http://schemas.microsoft.com/office/powerpoint/2010/main" val="2376406838"/>
              </p:ext>
            </p:extLst>
          </p:nvPr>
        </p:nvGraphicFramePr>
        <p:xfrm>
          <a:off x="778042" y="2708526"/>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p:cNvGraphicFramePr/>
          <p:nvPr>
            <p:extLst>
              <p:ext uri="{D42A27DB-BD31-4B8C-83A1-F6EECF244321}">
                <p14:modId xmlns:p14="http://schemas.microsoft.com/office/powerpoint/2010/main" val="3347144514"/>
              </p:ext>
            </p:extLst>
          </p:nvPr>
        </p:nvGraphicFramePr>
        <p:xfrm>
          <a:off x="5241185" y="2740186"/>
          <a:ext cx="3931920" cy="35661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3923767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7.Burnout</a:t>
            </a:r>
            <a:br>
              <a:rPr lang="en-US" sz="1600" dirty="0" smtClean="0"/>
            </a:br>
            <a:r>
              <a:rPr lang="en-US" sz="1600" dirty="0" smtClean="0"/>
              <a:t>Summary</a:t>
            </a:r>
            <a:endParaRPr lang="en-US" dirty="0">
              <a:latin typeface="+mn-lt"/>
            </a:endParaRPr>
          </a:p>
        </p:txBody>
      </p:sp>
      <p:sp>
        <p:nvSpPr>
          <p:cNvPr id="36" name="TextBox 35"/>
          <p:cNvSpPr txBox="1"/>
          <p:nvPr/>
        </p:nvSpPr>
        <p:spPr>
          <a:xfrm>
            <a:off x="504181" y="2013688"/>
            <a:ext cx="9072956" cy="1169551"/>
          </a:xfrm>
          <a:prstGeom prst="rect">
            <a:avLst/>
          </a:prstGeom>
          <a:noFill/>
        </p:spPr>
        <p:txBody>
          <a:bodyPr wrap="square" rtlCol="0">
            <a:spAutoFit/>
          </a:bodyPr>
          <a:lstStyle/>
          <a:p>
            <a:r>
              <a:rPr lang="en-US" sz="1400" dirty="0" smtClean="0">
                <a:latin typeface="+mn-lt"/>
              </a:rPr>
              <a:t>Updates for the FNMA refinance incentive:</a:t>
            </a:r>
          </a:p>
          <a:p>
            <a:endParaRPr lang="en-US" sz="1400" dirty="0">
              <a:latin typeface="+mn-lt"/>
            </a:endParaRPr>
          </a:p>
          <a:p>
            <a:pPr marL="342900" indent="-342900">
              <a:buAutoNum type="arabicParenBoth"/>
            </a:pPr>
            <a:r>
              <a:rPr lang="en-US" sz="1400" dirty="0" smtClean="0">
                <a:latin typeface="+mn-lt"/>
              </a:rPr>
              <a:t>Use loan level aggregation for the part loan level data is available</a:t>
            </a:r>
          </a:p>
          <a:p>
            <a:pPr marL="342900" indent="-342900">
              <a:buAutoNum type="arabicParenBoth"/>
            </a:pPr>
            <a:r>
              <a:rPr lang="en-US" sz="1400" dirty="0" smtClean="0">
                <a:latin typeface="+mn-lt"/>
              </a:rPr>
              <a:t>Treat a pool like a loan for the rest of </a:t>
            </a:r>
            <a:r>
              <a:rPr lang="en-US" sz="1400" dirty="0" err="1" smtClean="0">
                <a:latin typeface="+mn-lt"/>
              </a:rPr>
              <a:t>poriod</a:t>
            </a:r>
            <a:endParaRPr lang="en-US" sz="1400" dirty="0" smtClean="0">
              <a:latin typeface="+mn-lt"/>
            </a:endParaRPr>
          </a:p>
          <a:p>
            <a:pPr marL="228600" indent="-228600">
              <a:buFont typeface="+mj-lt"/>
              <a:buAutoNum type="arabicParenR"/>
            </a:pPr>
            <a:endParaRPr lang="en-US" sz="1400" dirty="0">
              <a:latin typeface="+mn-lt"/>
            </a:endParaRPr>
          </a:p>
        </p:txBody>
      </p:sp>
      <p:sp>
        <p:nvSpPr>
          <p:cNvPr id="10" name="TextBox 9"/>
          <p:cNvSpPr txBox="1"/>
          <p:nvPr/>
        </p:nvSpPr>
        <p:spPr>
          <a:xfrm>
            <a:off x="504181" y="4034243"/>
            <a:ext cx="9072956" cy="738664"/>
          </a:xfrm>
          <a:prstGeom prst="rect">
            <a:avLst/>
          </a:prstGeom>
          <a:noFill/>
        </p:spPr>
        <p:txBody>
          <a:bodyPr wrap="square" rtlCol="0">
            <a:spAutoFit/>
          </a:bodyPr>
          <a:lstStyle/>
          <a:p>
            <a:r>
              <a:rPr lang="en-US" sz="1400" dirty="0" smtClean="0">
                <a:latin typeface="+mn-lt"/>
              </a:rPr>
              <a:t>Refer </a:t>
            </a:r>
            <a:r>
              <a:rPr lang="en-US" sz="1400" dirty="0">
                <a:latin typeface="+mn-lt"/>
              </a:rPr>
              <a:t>to the following codes for the updates</a:t>
            </a:r>
            <a:r>
              <a:rPr lang="en-US" sz="1400" dirty="0" smtClean="0">
                <a:latin typeface="+mn-lt"/>
              </a:rPr>
              <a:t>:</a:t>
            </a:r>
          </a:p>
          <a:p>
            <a:endParaRPr lang="en-US" sz="1400" dirty="0">
              <a:latin typeface="+mn-lt"/>
            </a:endParaRPr>
          </a:p>
          <a:p>
            <a:pPr marL="285750" indent="-285750">
              <a:buFont typeface="Arial" panose="020B0604020202020204" pitchFamily="34" charset="0"/>
              <a:buChar char="•"/>
            </a:pPr>
            <a:r>
              <a:rPr lang="en-US" sz="1400" dirty="0" smtClean="0">
                <a:latin typeface="+mn-lt"/>
              </a:rPr>
              <a:t>trunk/</a:t>
            </a:r>
            <a:r>
              <a:rPr lang="en-US" sz="1400" dirty="0" err="1" smtClean="0">
                <a:latin typeface="+mn-lt"/>
              </a:rPr>
              <a:t>ScaleDataLoader</a:t>
            </a:r>
            <a:r>
              <a:rPr lang="en-US" sz="1400" dirty="0" smtClean="0">
                <a:latin typeface="+mn-lt"/>
              </a:rPr>
              <a:t>/</a:t>
            </a:r>
            <a:r>
              <a:rPr lang="en-US" sz="1400" dirty="0" err="1" smtClean="0">
                <a:latin typeface="+mn-lt"/>
              </a:rPr>
              <a:t>sql</a:t>
            </a:r>
            <a:r>
              <a:rPr lang="en-US" sz="1400" dirty="0">
                <a:latin typeface="+mn-lt"/>
              </a:rPr>
              <a:t>/ </a:t>
            </a:r>
            <a:r>
              <a:rPr lang="en-US" sz="1400" dirty="0" err="1">
                <a:latin typeface="+mn-lt"/>
              </a:rPr>
              <a:t>FNM_update_loan_burnout.sql</a:t>
            </a:r>
            <a:endParaRPr lang="en-US" sz="1400" dirty="0">
              <a:latin typeface="+mn-lt"/>
            </a:endParaRPr>
          </a:p>
        </p:txBody>
      </p:sp>
      <p:sp>
        <p:nvSpPr>
          <p:cNvPr id="5" name="TextBox 4"/>
          <p:cNvSpPr txBox="1"/>
          <p:nvPr/>
        </p:nvSpPr>
        <p:spPr>
          <a:xfrm>
            <a:off x="504181" y="5417302"/>
            <a:ext cx="9339536" cy="738664"/>
          </a:xfrm>
          <a:prstGeom prst="rect">
            <a:avLst/>
          </a:prstGeom>
          <a:noFill/>
        </p:spPr>
        <p:txBody>
          <a:bodyPr wrap="square" rtlCol="0">
            <a:spAutoFit/>
          </a:bodyPr>
          <a:lstStyle/>
          <a:p>
            <a:r>
              <a:rPr lang="en-US" sz="1400" dirty="0" smtClean="0">
                <a:latin typeface="+mn-lt"/>
              </a:rPr>
              <a:t>Usage:</a:t>
            </a:r>
          </a:p>
          <a:p>
            <a:pPr marL="285750" indent="-285750">
              <a:buFont typeface="Arial" panose="020B0604020202020204" pitchFamily="34" charset="0"/>
              <a:buChar char="•"/>
            </a:pPr>
            <a:r>
              <a:rPr lang="en-US" sz="1400" dirty="0" smtClean="0">
                <a:latin typeface="+mn-lt"/>
              </a:rPr>
              <a:t>No special handling</a:t>
            </a:r>
          </a:p>
          <a:p>
            <a:pPr marL="285750" indent="-285750">
              <a:buFont typeface="Arial" panose="020B0604020202020204" pitchFamily="34" charset="0"/>
              <a:buChar char="•"/>
            </a:pPr>
            <a:r>
              <a:rPr lang="en-US" sz="1400" dirty="0" smtClean="0">
                <a:latin typeface="+mn-lt"/>
              </a:rPr>
              <a:t>Continue use pool level burnout</a:t>
            </a:r>
            <a:endParaRPr lang="en-US" sz="1400" dirty="0">
              <a:latin typeface="+mn-lt"/>
            </a:endParaRPr>
          </a:p>
        </p:txBody>
      </p:sp>
    </p:spTree>
    <p:extLst>
      <p:ext uri="{BB962C8B-B14F-4D97-AF65-F5344CB8AC3E}">
        <p14:creationId xmlns:p14="http://schemas.microsoft.com/office/powerpoint/2010/main" val="3493550732"/>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102544</TotalTime>
  <Words>1783</Words>
  <Application>Microsoft Office PowerPoint</Application>
  <PresentationFormat>Custom</PresentationFormat>
  <Paragraphs>182</Paragraphs>
  <Slides>21</Slides>
  <Notes>1</Notes>
  <HiddenSlides>0</HiddenSlides>
  <MMClips>0</MMClips>
  <ScaleCrop>false</ScaleCrop>
  <HeadingPairs>
    <vt:vector size="4" baseType="variant">
      <vt:variant>
        <vt:lpstr>Theme</vt:lpstr>
      </vt:variant>
      <vt:variant>
        <vt:i4>15</vt:i4>
      </vt:variant>
      <vt:variant>
        <vt:lpstr>Slide Titles</vt:lpstr>
      </vt:variant>
      <vt:variant>
        <vt:i4>21</vt:i4>
      </vt:variant>
    </vt:vector>
  </HeadingPairs>
  <TitlesOfParts>
    <vt:vector size="36"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Brief Introduce</vt:lpstr>
      <vt:lpstr>1. Percent Delinquency  (1) Updated the definition of Pct_DELQ90p</vt:lpstr>
      <vt:lpstr>1. Percent Delinquency  (2) Used a higher level of bucketing to fill the further history</vt:lpstr>
      <vt:lpstr>1. Percent Delinquency  (3) For CQs/CRs, switched the data mapping source to FHL</vt:lpstr>
      <vt:lpstr>1. Percent Delinquency  (4) Added special handling for CQs at the beginning</vt:lpstr>
      <vt:lpstr>1. Percent Delinquency Summary  </vt:lpstr>
      <vt:lpstr>2. Percent HARPed </vt:lpstr>
      <vt:lpstr>2. Percent HARPed Summary </vt:lpstr>
      <vt:lpstr>3-1. Conventional Refinance Eligible % (1) Change reference in the Quantile database </vt:lpstr>
      <vt:lpstr>3-1. Conventional Refinance Eligible % (2) Fix the period lack of data by bucket mapping </vt:lpstr>
      <vt:lpstr>3-2. FHA Refinance Eligible % Similar fix as Conventional Refinance Eligibility </vt:lpstr>
      <vt:lpstr>3. Refinance Eligible % Summary </vt:lpstr>
      <vt:lpstr>4. Mortgage Insurance Level  </vt:lpstr>
      <vt:lpstr>4. Mortgage Insurance Level Summary</vt:lpstr>
      <vt:lpstr>5. Origination PMI  </vt:lpstr>
      <vt:lpstr>5. Origination PMI Summary</vt:lpstr>
      <vt:lpstr>6. Refinance Incentive  </vt:lpstr>
      <vt:lpstr>6. Refinance Incentive Summary</vt:lpstr>
      <vt:lpstr>7. Burnout  </vt:lpstr>
      <vt:lpstr>7.Burnout Summary</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Lien Chen</cp:lastModifiedBy>
  <cp:revision>2308</cp:revision>
  <cp:lastPrinted>2016-03-29T19:25:13Z</cp:lastPrinted>
  <dcterms:created xsi:type="dcterms:W3CDTF">2011-07-07T12:37:32Z</dcterms:created>
  <dcterms:modified xsi:type="dcterms:W3CDTF">2016-11-21T20:42:59Z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